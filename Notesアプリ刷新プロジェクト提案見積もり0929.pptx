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tags/tag72.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53" r:id="rId5"/>
    <p:sldMasterId id="2147483657" r:id="rId6"/>
    <p:sldMasterId id="2147483674" r:id="rId7"/>
    <p:sldMasterId id="2147483698" r:id="rId8"/>
    <p:sldMasterId id="2147483722" r:id="rId9"/>
  </p:sldMasterIdLst>
  <p:notesMasterIdLst>
    <p:notesMasterId r:id="rId52"/>
  </p:notesMasterIdLst>
  <p:handoutMasterIdLst>
    <p:handoutMasterId r:id="rId53"/>
  </p:handoutMasterIdLst>
  <p:sldIdLst>
    <p:sldId id="16772939" r:id="rId10"/>
    <p:sldId id="16776365" r:id="rId11"/>
    <p:sldId id="16776366" r:id="rId12"/>
    <p:sldId id="16776367" r:id="rId13"/>
    <p:sldId id="16776368" r:id="rId14"/>
    <p:sldId id="16776370" r:id="rId15"/>
    <p:sldId id="16776369" r:id="rId16"/>
    <p:sldId id="16776371" r:id="rId17"/>
    <p:sldId id="16776373" r:id="rId18"/>
    <p:sldId id="16776405" r:id="rId19"/>
    <p:sldId id="16776376" r:id="rId20"/>
    <p:sldId id="16776406" r:id="rId21"/>
    <p:sldId id="16776407" r:id="rId22"/>
    <p:sldId id="16776408" r:id="rId23"/>
    <p:sldId id="16776380" r:id="rId24"/>
    <p:sldId id="16776381" r:id="rId25"/>
    <p:sldId id="16776382" r:id="rId26"/>
    <p:sldId id="16776383" r:id="rId27"/>
    <p:sldId id="16776384" r:id="rId28"/>
    <p:sldId id="16776385" r:id="rId29"/>
    <p:sldId id="16776386" r:id="rId30"/>
    <p:sldId id="16776387" r:id="rId31"/>
    <p:sldId id="16776388" r:id="rId32"/>
    <p:sldId id="16776389" r:id="rId33"/>
    <p:sldId id="16776390" r:id="rId34"/>
    <p:sldId id="16776391" r:id="rId35"/>
    <p:sldId id="16776403" r:id="rId36"/>
    <p:sldId id="16776409" r:id="rId37"/>
    <p:sldId id="16776410" r:id="rId38"/>
    <p:sldId id="16776393" r:id="rId39"/>
    <p:sldId id="16776394" r:id="rId40"/>
    <p:sldId id="16776395" r:id="rId41"/>
    <p:sldId id="16776396" r:id="rId42"/>
    <p:sldId id="16776397" r:id="rId43"/>
    <p:sldId id="16776398" r:id="rId44"/>
    <p:sldId id="16776399" r:id="rId45"/>
    <p:sldId id="16776400" r:id="rId46"/>
    <p:sldId id="16776401" r:id="rId47"/>
    <p:sldId id="16776402" r:id="rId48"/>
    <p:sldId id="16776411" r:id="rId49"/>
    <p:sldId id="16776412" r:id="rId50"/>
    <p:sldId id="16776413" r:id="rId51"/>
  </p:sldIdLst>
  <p:sldSz cx="12192000" cy="6858000"/>
  <p:notesSz cx="6858000" cy="9144000"/>
  <p:custDataLst>
    <p:tags r:id="rId54"/>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ソリューション選定" id="{95B20763-887C-471D-AF38-718C3EA63DA8}">
          <p14:sldIdLst>
            <p14:sldId id="16772939"/>
            <p14:sldId id="16776365"/>
            <p14:sldId id="16776366"/>
            <p14:sldId id="16776367"/>
            <p14:sldId id="16776368"/>
            <p14:sldId id="16776370"/>
            <p14:sldId id="16776369"/>
            <p14:sldId id="16776371"/>
            <p14:sldId id="16776373"/>
            <p14:sldId id="16776405"/>
            <p14:sldId id="16776376"/>
            <p14:sldId id="16776406"/>
            <p14:sldId id="16776407"/>
            <p14:sldId id="16776408"/>
            <p14:sldId id="16776380"/>
            <p14:sldId id="16776381"/>
            <p14:sldId id="16776382"/>
            <p14:sldId id="16776383"/>
            <p14:sldId id="16776384"/>
            <p14:sldId id="16776385"/>
            <p14:sldId id="16776386"/>
            <p14:sldId id="16776387"/>
            <p14:sldId id="16776388"/>
            <p14:sldId id="16776389"/>
            <p14:sldId id="16776390"/>
            <p14:sldId id="16776391"/>
            <p14:sldId id="16776403"/>
            <p14:sldId id="16776409"/>
            <p14:sldId id="16776410"/>
            <p14:sldId id="16776393"/>
            <p14:sldId id="16776394"/>
            <p14:sldId id="16776395"/>
            <p14:sldId id="16776396"/>
            <p14:sldId id="16776397"/>
            <p14:sldId id="16776398"/>
            <p14:sldId id="16776399"/>
            <p14:sldId id="16776400"/>
            <p14:sldId id="16776401"/>
            <p14:sldId id="16776402"/>
            <p14:sldId id="16776411"/>
            <p14:sldId id="16776412"/>
            <p14:sldId id="1677641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FFFFCC"/>
    <a:srgbClr val="B3BBBF"/>
    <a:srgbClr val="75787B"/>
    <a:srgbClr val="53565A"/>
    <a:srgbClr val="6F92CC"/>
    <a:srgbClr val="FFFF00"/>
    <a:srgbClr val="A7A8AA"/>
    <a:srgbClr val="B9B9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46C924-1DD1-4C53-A60B-7863AFF8DFAC}" v="302" dt="2025-09-18T13:56:55.737"/>
    <p1510:client id="{5C017211-4FD9-4E05-B20F-919C8812E71E}" v="34" dt="2025-09-18T09:14:00.135"/>
    <p1510:client id="{9E891F1E-6875-4812-ACD0-C456DB8467F3}" v="2673" dt="2025-09-19T06:21:32.369"/>
    <p1510:client id="{EA457363-CD3F-4774-A955-E5C512A7DBB2}" v="158" dt="2025-09-18T10:51:22.412"/>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88" d="100"/>
          <a:sy n="188" d="100"/>
        </p:scale>
        <p:origin x="514" y="139"/>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microsoft.com/office/2016/11/relationships/changesInfo" Target="changesInfos/changesInfo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heme" Target="theme/theme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notesMaster" Target="notesMasters/notesMaster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 zhendong/0494938/何　振東" userId="022da341-ef73-48fb-bc20-f47322bbf998" providerId="ADAL" clId="{9E891F1E-6875-4812-ACD0-C456DB8467F3}"/>
    <pc:docChg chg="undo custSel addSld delSld modSld sldOrd modMainMaster modSection">
      <pc:chgData name="he zhendong/0494938/何　振東" userId="022da341-ef73-48fb-bc20-f47322bbf998" providerId="ADAL" clId="{9E891F1E-6875-4812-ACD0-C456DB8467F3}" dt="2025-09-19T06:21:32.369" v="6978" actId="47"/>
      <pc:docMkLst>
        <pc:docMk/>
      </pc:docMkLst>
      <pc:sldChg chg="del">
        <pc:chgData name="he zhendong/0494938/何　振東" userId="022da341-ef73-48fb-bc20-f47322bbf998" providerId="ADAL" clId="{9E891F1E-6875-4812-ACD0-C456DB8467F3}" dt="2025-09-18T15:07:34.607" v="6661" actId="47"/>
        <pc:sldMkLst>
          <pc:docMk/>
          <pc:sldMk cId="0" sldId="16772934"/>
        </pc:sldMkLst>
      </pc:sldChg>
      <pc:sldChg chg="del">
        <pc:chgData name="he zhendong/0494938/何　振東" userId="022da341-ef73-48fb-bc20-f47322bbf998" providerId="ADAL" clId="{9E891F1E-6875-4812-ACD0-C456DB8467F3}" dt="2025-09-18T15:07:34.607" v="6661" actId="47"/>
        <pc:sldMkLst>
          <pc:docMk/>
          <pc:sldMk cId="0" sldId="16772935"/>
        </pc:sldMkLst>
      </pc:sldChg>
      <pc:sldChg chg="del">
        <pc:chgData name="he zhendong/0494938/何　振東" userId="022da341-ef73-48fb-bc20-f47322bbf998" providerId="ADAL" clId="{9E891F1E-6875-4812-ACD0-C456DB8467F3}" dt="2025-09-18T15:07:34.607" v="6661" actId="47"/>
        <pc:sldMkLst>
          <pc:docMk/>
          <pc:sldMk cId="0" sldId="16772937"/>
        </pc:sldMkLst>
      </pc:sldChg>
      <pc:sldChg chg="del">
        <pc:chgData name="he zhendong/0494938/何　振東" userId="022da341-ef73-48fb-bc20-f47322bbf998" providerId="ADAL" clId="{9E891F1E-6875-4812-ACD0-C456DB8467F3}" dt="2025-09-18T15:07:34.607" v="6661" actId="47"/>
        <pc:sldMkLst>
          <pc:docMk/>
          <pc:sldMk cId="0" sldId="16772938"/>
        </pc:sldMkLst>
      </pc:sldChg>
      <pc:sldChg chg="modSp mod">
        <pc:chgData name="he zhendong/0494938/何　振東" userId="022da341-ef73-48fb-bc20-f47322bbf998" providerId="ADAL" clId="{9E891F1E-6875-4812-ACD0-C456DB8467F3}" dt="2025-09-18T16:27:24.176" v="6962" actId="20577"/>
        <pc:sldMkLst>
          <pc:docMk/>
          <pc:sldMk cId="0" sldId="16772939"/>
        </pc:sldMkLst>
        <pc:spChg chg="mod">
          <ac:chgData name="he zhendong/0494938/何　振東" userId="022da341-ef73-48fb-bc20-f47322bbf998" providerId="ADAL" clId="{9E891F1E-6875-4812-ACD0-C456DB8467F3}" dt="2025-09-18T16:27:24.176" v="6962" actId="20577"/>
          <ac:spMkLst>
            <pc:docMk/>
            <pc:sldMk cId="0" sldId="16772939"/>
            <ac:spMk id="4" creationId="{00000000-0000-0000-0000-000000000000}"/>
          </ac:spMkLst>
        </pc:spChg>
      </pc:sldChg>
      <pc:sldChg chg="delSp modSp del mod">
        <pc:chgData name="he zhendong/0494938/何　振東" userId="022da341-ef73-48fb-bc20-f47322bbf998" providerId="ADAL" clId="{9E891F1E-6875-4812-ACD0-C456DB8467F3}" dt="2025-09-19T06:21:32.369" v="6978" actId="47"/>
        <pc:sldMkLst>
          <pc:docMk/>
          <pc:sldMk cId="0" sldId="16772940"/>
        </pc:sldMkLst>
        <pc:spChg chg="mod">
          <ac:chgData name="he zhendong/0494938/何　振東" userId="022da341-ef73-48fb-bc20-f47322bbf998" providerId="ADAL" clId="{9E891F1E-6875-4812-ACD0-C456DB8467F3}" dt="2025-09-18T16:27:42.900" v="6964" actId="255"/>
          <ac:spMkLst>
            <pc:docMk/>
            <pc:sldMk cId="0" sldId="16772940"/>
            <ac:spMk id="2" creationId="{00000000-0000-0000-0000-000000000000}"/>
          </ac:spMkLst>
        </pc:spChg>
        <pc:spChg chg="del">
          <ac:chgData name="he zhendong/0494938/何　振東" userId="022da341-ef73-48fb-bc20-f47322bbf998" providerId="ADAL" clId="{9E891F1E-6875-4812-ACD0-C456DB8467F3}" dt="2025-09-18T05:58:09.164" v="2270" actId="478"/>
          <ac:spMkLst>
            <pc:docMk/>
            <pc:sldMk cId="0" sldId="16772940"/>
            <ac:spMk id="3" creationId="{D590BFAE-711F-4876-DC17-4387772F69A3}"/>
          </ac:spMkLst>
        </pc:spChg>
        <pc:spChg chg="mod">
          <ac:chgData name="he zhendong/0494938/何　振東" userId="022da341-ef73-48fb-bc20-f47322bbf998" providerId="ADAL" clId="{9E891F1E-6875-4812-ACD0-C456DB8467F3}" dt="2025-09-18T16:27:49.885" v="6966" actId="20577"/>
          <ac:spMkLst>
            <pc:docMk/>
            <pc:sldMk cId="0" sldId="16772940"/>
            <ac:spMk id="15" creationId="{00000000-0000-0000-0000-000000000000}"/>
          </ac:spMkLst>
        </pc:spChg>
      </pc:sldChg>
      <pc:sldChg chg="del">
        <pc:chgData name="he zhendong/0494938/何　振東" userId="022da341-ef73-48fb-bc20-f47322bbf998" providerId="ADAL" clId="{9E891F1E-6875-4812-ACD0-C456DB8467F3}" dt="2025-09-18T15:07:34.607" v="6661" actId="47"/>
        <pc:sldMkLst>
          <pc:docMk/>
          <pc:sldMk cId="0" sldId="16772941"/>
        </pc:sldMkLst>
      </pc:sldChg>
      <pc:sldChg chg="del">
        <pc:chgData name="he zhendong/0494938/何　振東" userId="022da341-ef73-48fb-bc20-f47322bbf998" providerId="ADAL" clId="{9E891F1E-6875-4812-ACD0-C456DB8467F3}" dt="2025-09-18T15:07:34.607" v="6661" actId="47"/>
        <pc:sldMkLst>
          <pc:docMk/>
          <pc:sldMk cId="0" sldId="16772942"/>
        </pc:sldMkLst>
      </pc:sldChg>
      <pc:sldChg chg="del">
        <pc:chgData name="he zhendong/0494938/何　振東" userId="022da341-ef73-48fb-bc20-f47322bbf998" providerId="ADAL" clId="{9E891F1E-6875-4812-ACD0-C456DB8467F3}" dt="2025-09-18T15:07:34.607" v="6661" actId="47"/>
        <pc:sldMkLst>
          <pc:docMk/>
          <pc:sldMk cId="0" sldId="16772943"/>
        </pc:sldMkLst>
      </pc:sldChg>
      <pc:sldChg chg="del">
        <pc:chgData name="he zhendong/0494938/何　振東" userId="022da341-ef73-48fb-bc20-f47322bbf998" providerId="ADAL" clId="{9E891F1E-6875-4812-ACD0-C456DB8467F3}" dt="2025-09-18T15:07:34.607" v="6661" actId="47"/>
        <pc:sldMkLst>
          <pc:docMk/>
          <pc:sldMk cId="0" sldId="16772944"/>
        </pc:sldMkLst>
      </pc:sldChg>
      <pc:sldChg chg="delSp modSp del mod">
        <pc:chgData name="he zhendong/0494938/何　振東" userId="022da341-ef73-48fb-bc20-f47322bbf998" providerId="ADAL" clId="{9E891F1E-6875-4812-ACD0-C456DB8467F3}" dt="2025-09-19T06:21:32.369" v="6978" actId="47"/>
        <pc:sldMkLst>
          <pc:docMk/>
          <pc:sldMk cId="0" sldId="16772945"/>
        </pc:sldMkLst>
        <pc:spChg chg="mod">
          <ac:chgData name="he zhendong/0494938/何　振東" userId="022da341-ef73-48fb-bc20-f47322bbf998" providerId="ADAL" clId="{9E891F1E-6875-4812-ACD0-C456DB8467F3}" dt="2025-09-18T16:27:57.552" v="6967" actId="255"/>
          <ac:spMkLst>
            <pc:docMk/>
            <pc:sldMk cId="0" sldId="16772945"/>
            <ac:spMk id="2" creationId="{00000000-0000-0000-0000-000000000000}"/>
          </ac:spMkLst>
        </pc:spChg>
        <pc:spChg chg="del">
          <ac:chgData name="he zhendong/0494938/何　振東" userId="022da341-ef73-48fb-bc20-f47322bbf998" providerId="ADAL" clId="{9E891F1E-6875-4812-ACD0-C456DB8467F3}" dt="2025-09-18T05:58:11.986" v="2271" actId="478"/>
          <ac:spMkLst>
            <pc:docMk/>
            <pc:sldMk cId="0" sldId="16772945"/>
            <ac:spMk id="3" creationId="{00000000-0000-0000-0000-000000000000}"/>
          </ac:spMkLst>
        </pc:spChg>
        <pc:spChg chg="mod">
          <ac:chgData name="he zhendong/0494938/何　振東" userId="022da341-ef73-48fb-bc20-f47322bbf998" providerId="ADAL" clId="{9E891F1E-6875-4812-ACD0-C456DB8467F3}" dt="2025-09-18T16:18:32.753" v="6897" actId="14100"/>
          <ac:spMkLst>
            <pc:docMk/>
            <pc:sldMk cId="0" sldId="16772945"/>
            <ac:spMk id="15" creationId="{00000000-0000-0000-0000-000000000000}"/>
          </ac:spMkLst>
        </pc:spChg>
      </pc:sldChg>
      <pc:sldChg chg="delSp modSp del mod">
        <pc:chgData name="he zhendong/0494938/何　振東" userId="022da341-ef73-48fb-bc20-f47322bbf998" providerId="ADAL" clId="{9E891F1E-6875-4812-ACD0-C456DB8467F3}" dt="2025-09-19T06:21:32.369" v="6978" actId="47"/>
        <pc:sldMkLst>
          <pc:docMk/>
          <pc:sldMk cId="0" sldId="16772946"/>
        </pc:sldMkLst>
        <pc:spChg chg="mod">
          <ac:chgData name="he zhendong/0494938/何　振東" userId="022da341-ef73-48fb-bc20-f47322bbf998" providerId="ADAL" clId="{9E891F1E-6875-4812-ACD0-C456DB8467F3}" dt="2025-09-18T16:28:03.036" v="6968" actId="255"/>
          <ac:spMkLst>
            <pc:docMk/>
            <pc:sldMk cId="0" sldId="16772946"/>
            <ac:spMk id="2" creationId="{00000000-0000-0000-0000-000000000000}"/>
          </ac:spMkLst>
        </pc:spChg>
        <pc:spChg chg="del">
          <ac:chgData name="he zhendong/0494938/何　振東" userId="022da341-ef73-48fb-bc20-f47322bbf998" providerId="ADAL" clId="{9E891F1E-6875-4812-ACD0-C456DB8467F3}" dt="2025-09-18T05:58:16.107" v="2272" actId="478"/>
          <ac:spMkLst>
            <pc:docMk/>
            <pc:sldMk cId="0" sldId="16772946"/>
            <ac:spMk id="3" creationId="{00000000-0000-0000-0000-000000000000}"/>
          </ac:spMkLst>
        </pc:spChg>
        <pc:spChg chg="mod">
          <ac:chgData name="he zhendong/0494938/何　振東" userId="022da341-ef73-48fb-bc20-f47322bbf998" providerId="ADAL" clId="{9E891F1E-6875-4812-ACD0-C456DB8467F3}" dt="2025-09-18T16:18:39.861" v="6898" actId="14100"/>
          <ac:spMkLst>
            <pc:docMk/>
            <pc:sldMk cId="0" sldId="16772946"/>
            <ac:spMk id="15" creationId="{00000000-0000-0000-0000-000000000000}"/>
          </ac:spMkLst>
        </pc:spChg>
      </pc:sldChg>
      <pc:sldChg chg="delSp modSp del mod">
        <pc:chgData name="he zhendong/0494938/何　振東" userId="022da341-ef73-48fb-bc20-f47322bbf998" providerId="ADAL" clId="{9E891F1E-6875-4812-ACD0-C456DB8467F3}" dt="2025-09-19T06:21:32.369" v="6978" actId="47"/>
        <pc:sldMkLst>
          <pc:docMk/>
          <pc:sldMk cId="2515339138" sldId="16772947"/>
        </pc:sldMkLst>
        <pc:spChg chg="mod">
          <ac:chgData name="he zhendong/0494938/何　振東" userId="022da341-ef73-48fb-bc20-f47322bbf998" providerId="ADAL" clId="{9E891F1E-6875-4812-ACD0-C456DB8467F3}" dt="2025-09-18T16:29:31.304" v="6976" actId="255"/>
          <ac:spMkLst>
            <pc:docMk/>
            <pc:sldMk cId="2515339138" sldId="16772947"/>
            <ac:spMk id="2" creationId="{00000000-0000-0000-0000-000000000000}"/>
          </ac:spMkLst>
        </pc:spChg>
        <pc:picChg chg="del">
          <ac:chgData name="he zhendong/0494938/何　振東" userId="022da341-ef73-48fb-bc20-f47322bbf998" providerId="ADAL" clId="{9E891F1E-6875-4812-ACD0-C456DB8467F3}" dt="2025-09-18T16:15:20.688" v="6833" actId="478"/>
          <ac:picMkLst>
            <pc:docMk/>
            <pc:sldMk cId="2515339138" sldId="16772947"/>
            <ac:picMk id="8" creationId="{00000000-0000-0000-0000-000000000000}"/>
          </ac:picMkLst>
        </pc:picChg>
      </pc:sldChg>
      <pc:sldChg chg="delSp modSp del mod">
        <pc:chgData name="he zhendong/0494938/何　振東" userId="022da341-ef73-48fb-bc20-f47322bbf998" providerId="ADAL" clId="{9E891F1E-6875-4812-ACD0-C456DB8467F3}" dt="2025-09-19T06:21:32.369" v="6978" actId="47"/>
        <pc:sldMkLst>
          <pc:docMk/>
          <pc:sldMk cId="0" sldId="16772948"/>
        </pc:sldMkLst>
        <pc:spChg chg="mod">
          <ac:chgData name="he zhendong/0494938/何　振東" userId="022da341-ef73-48fb-bc20-f47322bbf998" providerId="ADAL" clId="{9E891F1E-6875-4812-ACD0-C456DB8467F3}" dt="2025-09-18T16:28:15.842" v="6972" actId="27636"/>
          <ac:spMkLst>
            <pc:docMk/>
            <pc:sldMk cId="0" sldId="16772948"/>
            <ac:spMk id="2" creationId="{00000000-0000-0000-0000-000000000000}"/>
          </ac:spMkLst>
        </pc:spChg>
        <pc:spChg chg="del">
          <ac:chgData name="he zhendong/0494938/何　振東" userId="022da341-ef73-48fb-bc20-f47322bbf998" providerId="ADAL" clId="{9E891F1E-6875-4812-ACD0-C456DB8467F3}" dt="2025-09-18T05:58:25.611" v="2273" actId="478"/>
          <ac:spMkLst>
            <pc:docMk/>
            <pc:sldMk cId="0" sldId="16772948"/>
            <ac:spMk id="3" creationId="{00000000-0000-0000-0000-000000000000}"/>
          </ac:spMkLst>
        </pc:spChg>
        <pc:spChg chg="mod">
          <ac:chgData name="he zhendong/0494938/何　振東" userId="022da341-ef73-48fb-bc20-f47322bbf998" providerId="ADAL" clId="{9E891F1E-6875-4812-ACD0-C456DB8467F3}" dt="2025-09-18T12:20:03.617" v="6528"/>
          <ac:spMkLst>
            <pc:docMk/>
            <pc:sldMk cId="0" sldId="16772948"/>
            <ac:spMk id="15" creationId="{00000000-0000-0000-0000-000000000000}"/>
          </ac:spMkLst>
        </pc:spChg>
      </pc:sldChg>
      <pc:sldChg chg="del">
        <pc:chgData name="he zhendong/0494938/何　振東" userId="022da341-ef73-48fb-bc20-f47322bbf998" providerId="ADAL" clId="{9E891F1E-6875-4812-ACD0-C456DB8467F3}" dt="2025-09-18T15:07:34.607" v="6661" actId="47"/>
        <pc:sldMkLst>
          <pc:docMk/>
          <pc:sldMk cId="0" sldId="16772949"/>
        </pc:sldMkLst>
      </pc:sldChg>
      <pc:sldChg chg="delSp modSp del mod">
        <pc:chgData name="he zhendong/0494938/何　振東" userId="022da341-ef73-48fb-bc20-f47322bbf998" providerId="ADAL" clId="{9E891F1E-6875-4812-ACD0-C456DB8467F3}" dt="2025-09-19T06:21:32.369" v="6978" actId="47"/>
        <pc:sldMkLst>
          <pc:docMk/>
          <pc:sldMk cId="0" sldId="16772953"/>
        </pc:sldMkLst>
        <pc:spChg chg="mod">
          <ac:chgData name="he zhendong/0494938/何　振東" userId="022da341-ef73-48fb-bc20-f47322bbf998" providerId="ADAL" clId="{9E891F1E-6875-4812-ACD0-C456DB8467F3}" dt="2025-09-18T05:13:03.645" v="22" actId="6549"/>
          <ac:spMkLst>
            <pc:docMk/>
            <pc:sldMk cId="0" sldId="16772953"/>
            <ac:spMk id="15" creationId="{00000000-0000-0000-0000-000000000000}"/>
          </ac:spMkLst>
        </pc:spChg>
        <pc:spChg chg="del">
          <ac:chgData name="he zhendong/0494938/何　振東" userId="022da341-ef73-48fb-bc20-f47322bbf998" providerId="ADAL" clId="{9E891F1E-6875-4812-ACD0-C456DB8467F3}" dt="2025-09-18T05:58:28.187" v="2274" actId="478"/>
          <ac:spMkLst>
            <pc:docMk/>
            <pc:sldMk cId="0" sldId="16772953"/>
            <ac:spMk id="33" creationId="{00000000-0000-0000-0000-000000000000}"/>
          </ac:spMkLst>
        </pc:spChg>
      </pc:sldChg>
      <pc:sldChg chg="delSp modSp del mod">
        <pc:chgData name="he zhendong/0494938/何　振東" userId="022da341-ef73-48fb-bc20-f47322bbf998" providerId="ADAL" clId="{9E891F1E-6875-4812-ACD0-C456DB8467F3}" dt="2025-09-19T06:21:32.369" v="6978" actId="47"/>
        <pc:sldMkLst>
          <pc:docMk/>
          <pc:sldMk cId="0" sldId="16772954"/>
        </pc:sldMkLst>
        <pc:spChg chg="del">
          <ac:chgData name="he zhendong/0494938/何　振東" userId="022da341-ef73-48fb-bc20-f47322bbf998" providerId="ADAL" clId="{9E891F1E-6875-4812-ACD0-C456DB8467F3}" dt="2025-09-18T05:58:37.404" v="2275" actId="478"/>
          <ac:spMkLst>
            <pc:docMk/>
            <pc:sldMk cId="0" sldId="16772954"/>
            <ac:spMk id="3" creationId="{00000000-0000-0000-0000-000000000000}"/>
          </ac:spMkLst>
        </pc:spChg>
        <pc:spChg chg="mod">
          <ac:chgData name="he zhendong/0494938/何　振東" userId="022da341-ef73-48fb-bc20-f47322bbf998" providerId="ADAL" clId="{9E891F1E-6875-4812-ACD0-C456DB8467F3}" dt="2025-09-18T16:23:39.430" v="6942" actId="14100"/>
          <ac:spMkLst>
            <pc:docMk/>
            <pc:sldMk cId="0" sldId="16772954"/>
            <ac:spMk id="15" creationId="{00000000-0000-0000-0000-000000000000}"/>
          </ac:spMkLst>
        </pc:spChg>
      </pc:sldChg>
      <pc:sldChg chg="addSp delSp modSp del mod">
        <pc:chgData name="he zhendong/0494938/何　振東" userId="022da341-ef73-48fb-bc20-f47322bbf998" providerId="ADAL" clId="{9E891F1E-6875-4812-ACD0-C456DB8467F3}" dt="2025-09-19T06:21:32.369" v="6978" actId="47"/>
        <pc:sldMkLst>
          <pc:docMk/>
          <pc:sldMk cId="0" sldId="16772955"/>
        </pc:sldMkLst>
        <pc:spChg chg="del mod">
          <ac:chgData name="he zhendong/0494938/何　振東" userId="022da341-ef73-48fb-bc20-f47322bbf998" providerId="ADAL" clId="{9E891F1E-6875-4812-ACD0-C456DB8467F3}" dt="2025-09-18T05:58:42.957" v="2277" actId="478"/>
          <ac:spMkLst>
            <pc:docMk/>
            <pc:sldMk cId="0" sldId="16772955"/>
            <ac:spMk id="3" creationId="{00000000-0000-0000-0000-000000000000}"/>
          </ac:spMkLst>
        </pc:spChg>
        <pc:spChg chg="add mod">
          <ac:chgData name="he zhendong/0494938/何　振東" userId="022da341-ef73-48fb-bc20-f47322bbf998" providerId="ADAL" clId="{9E891F1E-6875-4812-ACD0-C456DB8467F3}" dt="2025-09-18T07:50:17.876" v="2684" actId="34135"/>
          <ac:spMkLst>
            <pc:docMk/>
            <pc:sldMk cId="0" sldId="16772955"/>
            <ac:spMk id="10" creationId="{611FA5FB-7620-4324-88D3-512BF9B0B1D3}"/>
          </ac:spMkLst>
        </pc:spChg>
        <pc:spChg chg="add mod">
          <ac:chgData name="he zhendong/0494938/何　振東" userId="022da341-ef73-48fb-bc20-f47322bbf998" providerId="ADAL" clId="{9E891F1E-6875-4812-ACD0-C456DB8467F3}" dt="2025-09-18T07:50:17.876" v="2684" actId="34135"/>
          <ac:spMkLst>
            <pc:docMk/>
            <pc:sldMk cId="0" sldId="16772955"/>
            <ac:spMk id="11" creationId="{A2F23E60-44C9-327D-13DD-39893E0A6278}"/>
          </ac:spMkLst>
        </pc:spChg>
        <pc:spChg chg="mod">
          <ac:chgData name="he zhendong/0494938/何　振東" userId="022da341-ef73-48fb-bc20-f47322bbf998" providerId="ADAL" clId="{9E891F1E-6875-4812-ACD0-C456DB8467F3}" dt="2025-09-18T07:50:51.949" v="2690" actId="404"/>
          <ac:spMkLst>
            <pc:docMk/>
            <pc:sldMk cId="0" sldId="16772955"/>
            <ac:spMk id="15" creationId="{00000000-0000-0000-0000-000000000000}"/>
          </ac:spMkLst>
        </pc:spChg>
        <pc:spChg chg="add mod">
          <ac:chgData name="he zhendong/0494938/何　振東" userId="022da341-ef73-48fb-bc20-f47322bbf998" providerId="ADAL" clId="{9E891F1E-6875-4812-ACD0-C456DB8467F3}" dt="2025-09-18T07:50:17.876" v="2684" actId="34135"/>
          <ac:spMkLst>
            <pc:docMk/>
            <pc:sldMk cId="0" sldId="16772955"/>
            <ac:spMk id="17" creationId="{E25D5D8D-BA9D-B4BD-6596-D534F6178AB4}"/>
          </ac:spMkLst>
        </pc:spChg>
        <pc:spChg chg="add mod">
          <ac:chgData name="he zhendong/0494938/何　振東" userId="022da341-ef73-48fb-bc20-f47322bbf998" providerId="ADAL" clId="{9E891F1E-6875-4812-ACD0-C456DB8467F3}" dt="2025-09-18T07:50:17.876" v="2684" actId="34135"/>
          <ac:spMkLst>
            <pc:docMk/>
            <pc:sldMk cId="0" sldId="16772955"/>
            <ac:spMk id="22" creationId="{1D19EB9E-8BF7-9B70-9F7B-CCD82D95FF36}"/>
          </ac:spMkLst>
        </pc:spChg>
        <pc:spChg chg="add mod">
          <ac:chgData name="he zhendong/0494938/何　振東" userId="022da341-ef73-48fb-bc20-f47322bbf998" providerId="ADAL" clId="{9E891F1E-6875-4812-ACD0-C456DB8467F3}" dt="2025-09-18T07:49:21.442" v="2644" actId="166"/>
          <ac:spMkLst>
            <pc:docMk/>
            <pc:sldMk cId="0" sldId="16772955"/>
            <ac:spMk id="26" creationId="{27C1F174-4F20-4865-36C6-ED7EB53B8202}"/>
          </ac:spMkLst>
        </pc:spChg>
        <pc:spChg chg="add mod">
          <ac:chgData name="he zhendong/0494938/何　振東" userId="022da341-ef73-48fb-bc20-f47322bbf998" providerId="ADAL" clId="{9E891F1E-6875-4812-ACD0-C456DB8467F3}" dt="2025-09-18T07:50:17.876" v="2684" actId="34135"/>
          <ac:spMkLst>
            <pc:docMk/>
            <pc:sldMk cId="0" sldId="16772955"/>
            <ac:spMk id="27" creationId="{96C6B8BA-3036-D96F-198D-7F80076030EB}"/>
          </ac:spMkLst>
        </pc:spChg>
        <pc:spChg chg="add mod">
          <ac:chgData name="he zhendong/0494938/何　振東" userId="022da341-ef73-48fb-bc20-f47322bbf998" providerId="ADAL" clId="{9E891F1E-6875-4812-ACD0-C456DB8467F3}" dt="2025-09-18T07:50:17.876" v="2684" actId="34135"/>
          <ac:spMkLst>
            <pc:docMk/>
            <pc:sldMk cId="0" sldId="16772955"/>
            <ac:spMk id="28" creationId="{1305AC61-2ABE-194F-D3B9-A88106D091EB}"/>
          </ac:spMkLst>
        </pc:spChg>
        <pc:spChg chg="add mod">
          <ac:chgData name="he zhendong/0494938/何　振東" userId="022da341-ef73-48fb-bc20-f47322bbf998" providerId="ADAL" clId="{9E891F1E-6875-4812-ACD0-C456DB8467F3}" dt="2025-09-18T07:50:17.876" v="2684" actId="34135"/>
          <ac:spMkLst>
            <pc:docMk/>
            <pc:sldMk cId="0" sldId="16772955"/>
            <ac:spMk id="33" creationId="{6FCCFBA2-80DA-DE56-16FB-27544437267B}"/>
          </ac:spMkLst>
        </pc:spChg>
        <pc:spChg chg="add mod">
          <ac:chgData name="he zhendong/0494938/何　振東" userId="022da341-ef73-48fb-bc20-f47322bbf998" providerId="ADAL" clId="{9E891F1E-6875-4812-ACD0-C456DB8467F3}" dt="2025-09-18T07:50:17.876" v="2684" actId="34135"/>
          <ac:spMkLst>
            <pc:docMk/>
            <pc:sldMk cId="0" sldId="16772955"/>
            <ac:spMk id="34" creationId="{D080D4B5-33C2-D04C-58A4-91869F64D4F8}"/>
          </ac:spMkLst>
        </pc:spChg>
        <pc:spChg chg="add mod">
          <ac:chgData name="he zhendong/0494938/何　振東" userId="022da341-ef73-48fb-bc20-f47322bbf998" providerId="ADAL" clId="{9E891F1E-6875-4812-ACD0-C456DB8467F3}" dt="2025-09-18T07:50:17.876" v="2684" actId="34135"/>
          <ac:spMkLst>
            <pc:docMk/>
            <pc:sldMk cId="0" sldId="16772955"/>
            <ac:spMk id="35" creationId="{07156DEC-D84B-AD51-E4C1-C7745FF03A88}"/>
          </ac:spMkLst>
        </pc:spChg>
        <pc:spChg chg="add mod">
          <ac:chgData name="he zhendong/0494938/何　振東" userId="022da341-ef73-48fb-bc20-f47322bbf998" providerId="ADAL" clId="{9E891F1E-6875-4812-ACD0-C456DB8467F3}" dt="2025-09-18T16:23:02.470" v="6934" actId="14100"/>
          <ac:spMkLst>
            <pc:docMk/>
            <pc:sldMk cId="0" sldId="16772955"/>
            <ac:spMk id="36" creationId="{AB4C2A2D-9240-EDBD-C317-786B2F0B439B}"/>
          </ac:spMkLst>
        </pc:spChg>
        <pc:spChg chg="add mod">
          <ac:chgData name="he zhendong/0494938/何　振東" userId="022da341-ef73-48fb-bc20-f47322bbf998" providerId="ADAL" clId="{9E891F1E-6875-4812-ACD0-C456DB8467F3}" dt="2025-09-18T08:00:35.902" v="3438" actId="14100"/>
          <ac:spMkLst>
            <pc:docMk/>
            <pc:sldMk cId="0" sldId="16772955"/>
            <ac:spMk id="37" creationId="{5C36AF81-6A27-5DF0-5677-924E9C819293}"/>
          </ac:spMkLst>
        </pc:spChg>
        <pc:spChg chg="add del mod">
          <ac:chgData name="he zhendong/0494938/何　振東" userId="022da341-ef73-48fb-bc20-f47322bbf998" providerId="ADAL" clId="{9E891F1E-6875-4812-ACD0-C456DB8467F3}" dt="2025-09-18T07:55:02.218" v="2770" actId="478"/>
          <ac:spMkLst>
            <pc:docMk/>
            <pc:sldMk cId="0" sldId="16772955"/>
            <ac:spMk id="43" creationId="{1A8EF3E1-AF68-D652-848C-2F9266A4EC52}"/>
          </ac:spMkLst>
        </pc:spChg>
        <pc:spChg chg="add del mod">
          <ac:chgData name="he zhendong/0494938/何　振東" userId="022da341-ef73-48fb-bc20-f47322bbf998" providerId="ADAL" clId="{9E891F1E-6875-4812-ACD0-C456DB8467F3}" dt="2025-09-18T07:55:36.660" v="2779" actId="1076"/>
          <ac:spMkLst>
            <pc:docMk/>
            <pc:sldMk cId="0" sldId="16772955"/>
            <ac:spMk id="45" creationId="{AC2A33F9-D23A-E1BF-8070-8A636ECDDA05}"/>
          </ac:spMkLst>
        </pc:spChg>
        <pc:spChg chg="add del mod">
          <ac:chgData name="he zhendong/0494938/何　振東" userId="022da341-ef73-48fb-bc20-f47322bbf998" providerId="ADAL" clId="{9E891F1E-6875-4812-ACD0-C456DB8467F3}" dt="2025-09-18T07:53:49.597" v="2712" actId="478"/>
          <ac:spMkLst>
            <pc:docMk/>
            <pc:sldMk cId="0" sldId="16772955"/>
            <ac:spMk id="47" creationId="{B6E7E339-BF96-3381-EAE1-311B094853BE}"/>
          </ac:spMkLst>
        </pc:spChg>
        <pc:spChg chg="add mod">
          <ac:chgData name="he zhendong/0494938/何　振東" userId="022da341-ef73-48fb-bc20-f47322bbf998" providerId="ADAL" clId="{9E891F1E-6875-4812-ACD0-C456DB8467F3}" dt="2025-09-18T07:57:08.932" v="2806" actId="1076"/>
          <ac:spMkLst>
            <pc:docMk/>
            <pc:sldMk cId="0" sldId="16772955"/>
            <ac:spMk id="49" creationId="{CC8062C9-B741-8172-DF62-932172D25746}"/>
          </ac:spMkLst>
        </pc:spChg>
        <pc:spChg chg="add mod">
          <ac:chgData name="he zhendong/0494938/何　振東" userId="022da341-ef73-48fb-bc20-f47322bbf998" providerId="ADAL" clId="{9E891F1E-6875-4812-ACD0-C456DB8467F3}" dt="2025-09-18T07:55:41.539" v="2780" actId="1076"/>
          <ac:spMkLst>
            <pc:docMk/>
            <pc:sldMk cId="0" sldId="16772955"/>
            <ac:spMk id="50" creationId="{CB0810E1-9F6F-6930-EBC0-582CD24EFC47}"/>
          </ac:spMkLst>
        </pc:spChg>
        <pc:spChg chg="add mod">
          <ac:chgData name="he zhendong/0494938/何　振東" userId="022da341-ef73-48fb-bc20-f47322bbf998" providerId="ADAL" clId="{9E891F1E-6875-4812-ACD0-C456DB8467F3}" dt="2025-09-18T07:52:54.527" v="2701" actId="1076"/>
          <ac:spMkLst>
            <pc:docMk/>
            <pc:sldMk cId="0" sldId="16772955"/>
            <ac:spMk id="52" creationId="{240366E5-522F-BED1-7E22-A83EE668803E}"/>
          </ac:spMkLst>
        </pc:spChg>
        <pc:spChg chg="add mod">
          <ac:chgData name="he zhendong/0494938/何　振東" userId="022da341-ef73-48fb-bc20-f47322bbf998" providerId="ADAL" clId="{9E891F1E-6875-4812-ACD0-C456DB8467F3}" dt="2025-09-18T07:56:42.490" v="2798" actId="1076"/>
          <ac:spMkLst>
            <pc:docMk/>
            <pc:sldMk cId="0" sldId="16772955"/>
            <ac:spMk id="53" creationId="{B2CB038B-03D1-0D8B-10DF-6400006EECF2}"/>
          </ac:spMkLst>
        </pc:spChg>
        <pc:spChg chg="add del mod">
          <ac:chgData name="he zhendong/0494938/何　振東" userId="022da341-ef73-48fb-bc20-f47322bbf998" providerId="ADAL" clId="{9E891F1E-6875-4812-ACD0-C456DB8467F3}" dt="2025-09-18T07:53:26.681" v="2708"/>
          <ac:spMkLst>
            <pc:docMk/>
            <pc:sldMk cId="0" sldId="16772955"/>
            <ac:spMk id="54" creationId="{AB9A4878-0441-8B71-147C-3E2013F5F8CE}"/>
          </ac:spMkLst>
        </pc:spChg>
        <pc:spChg chg="add mod">
          <ac:chgData name="he zhendong/0494938/何　振東" userId="022da341-ef73-48fb-bc20-f47322bbf998" providerId="ADAL" clId="{9E891F1E-6875-4812-ACD0-C456DB8467F3}" dt="2025-09-18T07:59:39.573" v="3398" actId="1076"/>
          <ac:spMkLst>
            <pc:docMk/>
            <pc:sldMk cId="0" sldId="16772955"/>
            <ac:spMk id="59" creationId="{EEA18915-2B03-2711-02B3-AA6653EB607F}"/>
          </ac:spMkLst>
        </pc:spChg>
        <pc:spChg chg="add mod">
          <ac:chgData name="he zhendong/0494938/何　振東" userId="022da341-ef73-48fb-bc20-f47322bbf998" providerId="ADAL" clId="{9E891F1E-6875-4812-ACD0-C456DB8467F3}" dt="2025-09-18T07:56:19.551" v="2792" actId="1076"/>
          <ac:spMkLst>
            <pc:docMk/>
            <pc:sldMk cId="0" sldId="16772955"/>
            <ac:spMk id="1025" creationId="{AC3B1F0B-E566-6EF5-AAC0-CDE800C734BB}"/>
          </ac:spMkLst>
        </pc:spChg>
        <pc:spChg chg="add mod">
          <ac:chgData name="he zhendong/0494938/何　振東" userId="022da341-ef73-48fb-bc20-f47322bbf998" providerId="ADAL" clId="{9E891F1E-6875-4812-ACD0-C456DB8467F3}" dt="2025-09-18T16:23:06.415" v="6940" actId="1036"/>
          <ac:spMkLst>
            <pc:docMk/>
            <pc:sldMk cId="0" sldId="16772955"/>
            <ac:spMk id="1032" creationId="{D4139182-7A25-C154-76AA-09ACC96E7A63}"/>
          </ac:spMkLst>
        </pc:spChg>
        <pc:spChg chg="add mod">
          <ac:chgData name="he zhendong/0494938/何　振東" userId="022da341-ef73-48fb-bc20-f47322bbf998" providerId="ADAL" clId="{9E891F1E-6875-4812-ACD0-C456DB8467F3}" dt="2025-09-18T08:00:33.517" v="3437" actId="1076"/>
          <ac:spMkLst>
            <pc:docMk/>
            <pc:sldMk cId="0" sldId="16772955"/>
            <ac:spMk id="1033" creationId="{AA6A1C5F-CD32-06FC-BF97-C539693B7948}"/>
          </ac:spMkLst>
        </pc:spChg>
        <pc:picChg chg="add mod">
          <ac:chgData name="he zhendong/0494938/何　振東" userId="022da341-ef73-48fb-bc20-f47322bbf998" providerId="ADAL" clId="{9E891F1E-6875-4812-ACD0-C456DB8467F3}" dt="2025-09-18T07:42:14.879" v="2442" actId="1076"/>
          <ac:picMkLst>
            <pc:docMk/>
            <pc:sldMk cId="0" sldId="16772955"/>
            <ac:picMk id="3" creationId="{ED65042F-6CBD-AA69-6B0C-CF3722A869A9}"/>
          </ac:picMkLst>
        </pc:picChg>
        <pc:picChg chg="mod">
          <ac:chgData name="he zhendong/0494938/何　振東" userId="022da341-ef73-48fb-bc20-f47322bbf998" providerId="ADAL" clId="{9E891F1E-6875-4812-ACD0-C456DB8467F3}" dt="2025-09-18T07:53:41.608" v="2711" actId="14100"/>
          <ac:picMkLst>
            <pc:docMk/>
            <pc:sldMk cId="0" sldId="16772955"/>
            <ac:picMk id="4" creationId="{00000000-0000-0000-0000-000000000000}"/>
          </ac:picMkLst>
        </pc:picChg>
        <pc:picChg chg="add mod">
          <ac:chgData name="he zhendong/0494938/何　振東" userId="022da341-ef73-48fb-bc20-f47322bbf998" providerId="ADAL" clId="{9E891F1E-6875-4812-ACD0-C456DB8467F3}" dt="2025-09-18T07:42:57.424" v="2447" actId="108"/>
          <ac:picMkLst>
            <pc:docMk/>
            <pc:sldMk cId="0" sldId="16772955"/>
            <ac:picMk id="5" creationId="{E1ACAB65-3AB2-344A-FB04-7B15DA6A0DF0}"/>
          </ac:picMkLst>
        </pc:picChg>
        <pc:picChg chg="add mod">
          <ac:chgData name="he zhendong/0494938/何　振東" userId="022da341-ef73-48fb-bc20-f47322bbf998" providerId="ADAL" clId="{9E891F1E-6875-4812-ACD0-C456DB8467F3}" dt="2025-09-18T07:43:11.362" v="2451" actId="1076"/>
          <ac:picMkLst>
            <pc:docMk/>
            <pc:sldMk cId="0" sldId="16772955"/>
            <ac:picMk id="8" creationId="{944E0A13-6EAB-94C1-BA90-E7306C49B52F}"/>
          </ac:picMkLst>
        </pc:picChg>
        <pc:picChg chg="add mod">
          <ac:chgData name="he zhendong/0494938/何　振東" userId="022da341-ef73-48fb-bc20-f47322bbf998" providerId="ADAL" clId="{9E891F1E-6875-4812-ACD0-C456DB8467F3}" dt="2025-09-18T07:43:31.962" v="2456" actId="1076"/>
          <ac:picMkLst>
            <pc:docMk/>
            <pc:sldMk cId="0" sldId="16772955"/>
            <ac:picMk id="9" creationId="{0E7B17E4-6701-30C0-DAC9-238982F9C12A}"/>
          </ac:picMkLst>
        </pc:picChg>
        <pc:picChg chg="add mod">
          <ac:chgData name="he zhendong/0494938/何　振東" userId="022da341-ef73-48fb-bc20-f47322bbf998" providerId="ADAL" clId="{9E891F1E-6875-4812-ACD0-C456DB8467F3}" dt="2025-09-18T07:51:03.080" v="2694" actId="1076"/>
          <ac:picMkLst>
            <pc:docMk/>
            <pc:sldMk cId="0" sldId="16772955"/>
            <ac:picMk id="38" creationId="{531273D5-EDE3-11B0-B91C-0D5878763265}"/>
          </ac:picMkLst>
        </pc:picChg>
        <pc:picChg chg="add del mod">
          <ac:chgData name="he zhendong/0494938/何　振東" userId="022da341-ef73-48fb-bc20-f47322bbf998" providerId="ADAL" clId="{9E891F1E-6875-4812-ACD0-C456DB8467F3}" dt="2025-09-18T07:54:52.477" v="2767" actId="478"/>
          <ac:picMkLst>
            <pc:docMk/>
            <pc:sldMk cId="0" sldId="16772955"/>
            <ac:picMk id="39" creationId="{F255F04C-44B0-E9C4-6775-7084701CA68B}"/>
          </ac:picMkLst>
        </pc:picChg>
        <pc:picChg chg="add del mod">
          <ac:chgData name="he zhendong/0494938/何　振東" userId="022da341-ef73-48fb-bc20-f47322bbf998" providerId="ADAL" clId="{9E891F1E-6875-4812-ACD0-C456DB8467F3}" dt="2025-09-18T07:54:50.349" v="2766" actId="478"/>
          <ac:picMkLst>
            <pc:docMk/>
            <pc:sldMk cId="0" sldId="16772955"/>
            <ac:picMk id="40" creationId="{0AB5B7AC-A090-4F03-2337-C68F43B9F437}"/>
          </ac:picMkLst>
        </pc:picChg>
        <pc:picChg chg="mod">
          <ac:chgData name="he zhendong/0494938/何　振東" userId="022da341-ef73-48fb-bc20-f47322bbf998" providerId="ADAL" clId="{9E891F1E-6875-4812-ACD0-C456DB8467F3}" dt="2025-09-18T07:56:35.546" v="2795" actId="1076"/>
          <ac:picMkLst>
            <pc:docMk/>
            <pc:sldMk cId="0" sldId="16772955"/>
            <ac:picMk id="41" creationId="{8E9EFDF4-2BCC-56FD-6252-F85371325FD0}"/>
          </ac:picMkLst>
        </pc:picChg>
        <pc:picChg chg="add mod">
          <ac:chgData name="he zhendong/0494938/何　振東" userId="022da341-ef73-48fb-bc20-f47322bbf998" providerId="ADAL" clId="{9E891F1E-6875-4812-ACD0-C456DB8467F3}" dt="2025-09-18T07:52:54.527" v="2701" actId="1076"/>
          <ac:picMkLst>
            <pc:docMk/>
            <pc:sldMk cId="0" sldId="16772955"/>
            <ac:picMk id="42" creationId="{A3BE9140-324E-4754-4223-7B649CE936AB}"/>
          </ac:picMkLst>
        </pc:picChg>
        <pc:picChg chg="add mod">
          <ac:chgData name="he zhendong/0494938/何　振東" userId="022da341-ef73-48fb-bc20-f47322bbf998" providerId="ADAL" clId="{9E891F1E-6875-4812-ACD0-C456DB8467F3}" dt="2025-09-18T07:56:12.677" v="2790" actId="1076"/>
          <ac:picMkLst>
            <pc:docMk/>
            <pc:sldMk cId="0" sldId="16772955"/>
            <ac:picMk id="1026" creationId="{786172C5-BE22-6FE9-70AE-74E84586039E}"/>
          </ac:picMkLst>
        </pc:picChg>
        <pc:cxnChg chg="add del mod">
          <ac:chgData name="he zhendong/0494938/何　振東" userId="022da341-ef73-48fb-bc20-f47322bbf998" providerId="ADAL" clId="{9E891F1E-6875-4812-ACD0-C456DB8467F3}" dt="2025-09-18T07:44:12.230" v="2463" actId="478"/>
          <ac:cxnSpMkLst>
            <pc:docMk/>
            <pc:sldMk cId="0" sldId="16772955"/>
            <ac:cxnSpMk id="7" creationId="{91C6F7D0-0EF1-566B-94E4-38AACCB0A744}"/>
          </ac:cxnSpMkLst>
        </pc:cxnChg>
        <pc:cxnChg chg="add mod">
          <ac:chgData name="he zhendong/0494938/何　振東" userId="022da341-ef73-48fb-bc20-f47322bbf998" providerId="ADAL" clId="{9E891F1E-6875-4812-ACD0-C456DB8467F3}" dt="2025-09-18T07:44:49.460" v="2477" actId="1038"/>
          <ac:cxnSpMkLst>
            <pc:docMk/>
            <pc:sldMk cId="0" sldId="16772955"/>
            <ac:cxnSpMk id="12" creationId="{F5C01C4D-AD2A-566A-7BED-260CDC8A9E3E}"/>
          </ac:cxnSpMkLst>
        </pc:cxnChg>
        <pc:cxnChg chg="add mod">
          <ac:chgData name="he zhendong/0494938/何　振東" userId="022da341-ef73-48fb-bc20-f47322bbf998" providerId="ADAL" clId="{9E891F1E-6875-4812-ACD0-C456DB8467F3}" dt="2025-09-18T07:46:39.469" v="2531" actId="14100"/>
          <ac:cxnSpMkLst>
            <pc:docMk/>
            <pc:sldMk cId="0" sldId="16772955"/>
            <ac:cxnSpMk id="19" creationId="{A653D454-21AE-C69A-C473-415D31E457D1}"/>
          </ac:cxnSpMkLst>
        </pc:cxnChg>
        <pc:cxnChg chg="add mod">
          <ac:chgData name="he zhendong/0494938/何　振東" userId="022da341-ef73-48fb-bc20-f47322bbf998" providerId="ADAL" clId="{9E891F1E-6875-4812-ACD0-C456DB8467F3}" dt="2025-09-18T07:45:56.829" v="2499" actId="14100"/>
          <ac:cxnSpMkLst>
            <pc:docMk/>
            <pc:sldMk cId="0" sldId="16772955"/>
            <ac:cxnSpMk id="23" creationId="{2E4EA81E-6181-E828-3E3A-321400679CF2}"/>
          </ac:cxnSpMkLst>
        </pc:cxnChg>
        <pc:cxnChg chg="add mod">
          <ac:chgData name="he zhendong/0494938/何　振東" userId="022da341-ef73-48fb-bc20-f47322bbf998" providerId="ADAL" clId="{9E891F1E-6875-4812-ACD0-C456DB8467F3}" dt="2025-09-18T07:46:56.638" v="2536" actId="692"/>
          <ac:cxnSpMkLst>
            <pc:docMk/>
            <pc:sldMk cId="0" sldId="16772955"/>
            <ac:cxnSpMk id="30" creationId="{5F8CAA34-4EE7-0779-A287-9DF13B08A437}"/>
          </ac:cxnSpMkLst>
        </pc:cxnChg>
        <pc:cxnChg chg="del mod">
          <ac:chgData name="he zhendong/0494938/何　振東" userId="022da341-ef73-48fb-bc20-f47322bbf998" providerId="ADAL" clId="{9E891F1E-6875-4812-ACD0-C456DB8467F3}" dt="2025-09-18T07:54:56.139" v="2768" actId="478"/>
          <ac:cxnSpMkLst>
            <pc:docMk/>
            <pc:sldMk cId="0" sldId="16772955"/>
            <ac:cxnSpMk id="44" creationId="{0C90DBDA-9B63-C9A4-08BC-E9AAADA4C113}"/>
          </ac:cxnSpMkLst>
        </pc:cxnChg>
        <pc:cxnChg chg="mod">
          <ac:chgData name="he zhendong/0494938/何　振東" userId="022da341-ef73-48fb-bc20-f47322bbf998" providerId="ADAL" clId="{9E891F1E-6875-4812-ACD0-C456DB8467F3}" dt="2025-09-18T07:56:54.463" v="2801" actId="14100"/>
          <ac:cxnSpMkLst>
            <pc:docMk/>
            <pc:sldMk cId="0" sldId="16772955"/>
            <ac:cxnSpMk id="46" creationId="{5B278C19-41EF-91A0-1330-9B5E1F8D5D0B}"/>
          </ac:cxnSpMkLst>
        </pc:cxnChg>
        <pc:cxnChg chg="del mod">
          <ac:chgData name="he zhendong/0494938/何　振東" userId="022da341-ef73-48fb-bc20-f47322bbf998" providerId="ADAL" clId="{9E891F1E-6875-4812-ACD0-C456DB8467F3}" dt="2025-09-18T07:55:22.527" v="2776" actId="478"/>
          <ac:cxnSpMkLst>
            <pc:docMk/>
            <pc:sldMk cId="0" sldId="16772955"/>
            <ac:cxnSpMk id="48" creationId="{083647A5-C03A-C961-F6E4-06D3EEA69907}"/>
          </ac:cxnSpMkLst>
        </pc:cxnChg>
        <pc:cxnChg chg="mod">
          <ac:chgData name="he zhendong/0494938/何　振東" userId="022da341-ef73-48fb-bc20-f47322bbf998" providerId="ADAL" clId="{9E891F1E-6875-4812-ACD0-C456DB8467F3}" dt="2025-09-18T07:56:37.918" v="2796" actId="14100"/>
          <ac:cxnSpMkLst>
            <pc:docMk/>
            <pc:sldMk cId="0" sldId="16772955"/>
            <ac:cxnSpMk id="51" creationId="{612AF02D-1591-6E53-3562-7292BCCAE86D}"/>
          </ac:cxnSpMkLst>
        </pc:cxnChg>
      </pc:sldChg>
      <pc:sldChg chg="delSp modSp del mod">
        <pc:chgData name="he zhendong/0494938/何　振東" userId="022da341-ef73-48fb-bc20-f47322bbf998" providerId="ADAL" clId="{9E891F1E-6875-4812-ACD0-C456DB8467F3}" dt="2025-09-19T06:21:32.369" v="6978" actId="47"/>
        <pc:sldMkLst>
          <pc:docMk/>
          <pc:sldMk cId="0" sldId="16772956"/>
        </pc:sldMkLst>
        <pc:spChg chg="mod">
          <ac:chgData name="he zhendong/0494938/何　振東" userId="022da341-ef73-48fb-bc20-f47322bbf998" providerId="ADAL" clId="{9E891F1E-6875-4812-ACD0-C456DB8467F3}" dt="2025-09-18T16:28:33.537" v="6974" actId="27636"/>
          <ac:spMkLst>
            <pc:docMk/>
            <pc:sldMk cId="0" sldId="16772956"/>
            <ac:spMk id="2" creationId="{00000000-0000-0000-0000-000000000000}"/>
          </ac:spMkLst>
        </pc:spChg>
        <pc:spChg chg="del">
          <ac:chgData name="he zhendong/0494938/何　振東" userId="022da341-ef73-48fb-bc20-f47322bbf998" providerId="ADAL" clId="{9E891F1E-6875-4812-ACD0-C456DB8467F3}" dt="2025-09-18T05:58:48.699" v="2278" actId="478"/>
          <ac:spMkLst>
            <pc:docMk/>
            <pc:sldMk cId="0" sldId="16772956"/>
            <ac:spMk id="7" creationId="{00000000-0000-0000-0000-000000000000}"/>
          </ac:spMkLst>
        </pc:spChg>
        <pc:spChg chg="mod">
          <ac:chgData name="he zhendong/0494938/何　振東" userId="022da341-ef73-48fb-bc20-f47322bbf998" providerId="ADAL" clId="{9E891F1E-6875-4812-ACD0-C456DB8467F3}" dt="2025-09-18T05:13:48.838" v="23" actId="404"/>
          <ac:spMkLst>
            <pc:docMk/>
            <pc:sldMk cId="0" sldId="16772956"/>
            <ac:spMk id="15" creationId="{00000000-0000-0000-0000-000000000000}"/>
          </ac:spMkLst>
        </pc:spChg>
        <pc:graphicFrameChg chg="mod modGraphic">
          <ac:chgData name="he zhendong/0494938/何　振東" userId="022da341-ef73-48fb-bc20-f47322bbf998" providerId="ADAL" clId="{9E891F1E-6875-4812-ACD0-C456DB8467F3}" dt="2025-09-18T16:07:45.130" v="6663" actId="13242"/>
          <ac:graphicFrameMkLst>
            <pc:docMk/>
            <pc:sldMk cId="0" sldId="16772956"/>
            <ac:graphicFrameMk id="6" creationId="{00000000-0000-0000-0000-000000000000}"/>
          </ac:graphicFrameMkLst>
        </pc:graphicFrameChg>
      </pc:sldChg>
      <pc:sldChg chg="delSp modSp del mod">
        <pc:chgData name="he zhendong/0494938/何　振東" userId="022da341-ef73-48fb-bc20-f47322bbf998" providerId="ADAL" clId="{9E891F1E-6875-4812-ACD0-C456DB8467F3}" dt="2025-09-19T06:21:32.369" v="6978" actId="47"/>
        <pc:sldMkLst>
          <pc:docMk/>
          <pc:sldMk cId="0" sldId="16772957"/>
        </pc:sldMkLst>
        <pc:spChg chg="mod">
          <ac:chgData name="he zhendong/0494938/何　振東" userId="022da341-ef73-48fb-bc20-f47322bbf998" providerId="ADAL" clId="{9E891F1E-6875-4812-ACD0-C456DB8467F3}" dt="2025-09-18T05:59:14.569" v="2293"/>
          <ac:spMkLst>
            <pc:docMk/>
            <pc:sldMk cId="0" sldId="16772957"/>
            <ac:spMk id="2" creationId="{00000000-0000-0000-0000-000000000000}"/>
          </ac:spMkLst>
        </pc:spChg>
        <pc:spChg chg="del">
          <ac:chgData name="he zhendong/0494938/何　振東" userId="022da341-ef73-48fb-bc20-f47322bbf998" providerId="ADAL" clId="{9E891F1E-6875-4812-ACD0-C456DB8467F3}" dt="2025-09-18T05:58:57.187" v="2280" actId="478"/>
          <ac:spMkLst>
            <pc:docMk/>
            <pc:sldMk cId="0" sldId="16772957"/>
            <ac:spMk id="3" creationId="{00000000-0000-0000-0000-000000000000}"/>
          </ac:spMkLst>
        </pc:spChg>
      </pc:sldChg>
      <pc:sldChg chg="del">
        <pc:chgData name="he zhendong/0494938/何　振東" userId="022da341-ef73-48fb-bc20-f47322bbf998" providerId="ADAL" clId="{9E891F1E-6875-4812-ACD0-C456DB8467F3}" dt="2025-09-18T15:07:34.607" v="6661" actId="47"/>
        <pc:sldMkLst>
          <pc:docMk/>
          <pc:sldMk cId="2057660554" sldId="16772958"/>
        </pc:sldMkLst>
      </pc:sldChg>
      <pc:sldChg chg="del">
        <pc:chgData name="he zhendong/0494938/何　振東" userId="022da341-ef73-48fb-bc20-f47322bbf998" providerId="ADAL" clId="{9E891F1E-6875-4812-ACD0-C456DB8467F3}" dt="2025-09-18T15:07:34.607" v="6661" actId="47"/>
        <pc:sldMkLst>
          <pc:docMk/>
          <pc:sldMk cId="282240151" sldId="16772959"/>
        </pc:sldMkLst>
      </pc:sldChg>
      <pc:sldChg chg="delSp modSp del mod">
        <pc:chgData name="he zhendong/0494938/何　振東" userId="022da341-ef73-48fb-bc20-f47322bbf998" providerId="ADAL" clId="{9E891F1E-6875-4812-ACD0-C456DB8467F3}" dt="2025-09-19T06:21:32.369" v="6978" actId="47"/>
        <pc:sldMkLst>
          <pc:docMk/>
          <pc:sldMk cId="0" sldId="16772960"/>
        </pc:sldMkLst>
        <pc:spChg chg="mod">
          <ac:chgData name="he zhendong/0494938/何　振東" userId="022da341-ef73-48fb-bc20-f47322bbf998" providerId="ADAL" clId="{9E891F1E-6875-4812-ACD0-C456DB8467F3}" dt="2025-09-18T16:29:08.804" v="6975" actId="108"/>
          <ac:spMkLst>
            <pc:docMk/>
            <pc:sldMk cId="0" sldId="16772960"/>
            <ac:spMk id="2" creationId="{00000000-0000-0000-0000-000000000000}"/>
          </ac:spMkLst>
        </pc:spChg>
        <pc:spChg chg="del">
          <ac:chgData name="he zhendong/0494938/何　振東" userId="022da341-ef73-48fb-bc20-f47322bbf998" providerId="ADAL" clId="{9E891F1E-6875-4812-ACD0-C456DB8467F3}" dt="2025-09-18T16:15:09.817" v="6832" actId="478"/>
          <ac:spMkLst>
            <pc:docMk/>
            <pc:sldMk cId="0" sldId="16772960"/>
            <ac:spMk id="3" creationId="{00000000-0000-0000-0000-000000000000}"/>
          </ac:spMkLst>
        </pc:spChg>
        <pc:spChg chg="del mod">
          <ac:chgData name="he zhendong/0494938/何　振東" userId="022da341-ef73-48fb-bc20-f47322bbf998" providerId="ADAL" clId="{9E891F1E-6875-4812-ACD0-C456DB8467F3}" dt="2025-09-18T05:19:18.492" v="1266" actId="478"/>
          <ac:spMkLst>
            <pc:docMk/>
            <pc:sldMk cId="0" sldId="16772960"/>
            <ac:spMk id="15" creationId="{00000000-0000-0000-0000-000000000000}"/>
          </ac:spMkLst>
        </pc:spChg>
        <pc:graphicFrameChg chg="mod modGraphic">
          <ac:chgData name="he zhendong/0494938/何　振東" userId="022da341-ef73-48fb-bc20-f47322bbf998" providerId="ADAL" clId="{9E891F1E-6875-4812-ACD0-C456DB8467F3}" dt="2025-09-18T05:19:23.633" v="1268" actId="14100"/>
          <ac:graphicFrameMkLst>
            <pc:docMk/>
            <pc:sldMk cId="0" sldId="16772960"/>
            <ac:graphicFrameMk id="4" creationId="{9364F8F7-8993-8F9F-93B4-950689A63292}"/>
          </ac:graphicFrameMkLst>
        </pc:graphicFrameChg>
      </pc:sldChg>
      <pc:sldChg chg="addSp delSp modSp del mod">
        <pc:chgData name="he zhendong/0494938/何　振東" userId="022da341-ef73-48fb-bc20-f47322bbf998" providerId="ADAL" clId="{9E891F1E-6875-4812-ACD0-C456DB8467F3}" dt="2025-09-19T06:21:32.369" v="6978" actId="47"/>
        <pc:sldMkLst>
          <pc:docMk/>
          <pc:sldMk cId="0" sldId="16772961"/>
        </pc:sldMkLst>
        <pc:spChg chg="add mod">
          <ac:chgData name="he zhendong/0494938/何　振東" userId="022da341-ef73-48fb-bc20-f47322bbf998" providerId="ADAL" clId="{9E891F1E-6875-4812-ACD0-C456DB8467F3}" dt="2025-09-18T06:01:55.454" v="2310" actId="692"/>
          <ac:spMkLst>
            <pc:docMk/>
            <pc:sldMk cId="0" sldId="16772961"/>
            <ac:spMk id="3" creationId="{81BD2CC8-5AF4-CBDE-B7B8-3BA5DFF36E09}"/>
          </ac:spMkLst>
        </pc:spChg>
        <pc:spChg chg="del">
          <ac:chgData name="he zhendong/0494938/何　振東" userId="022da341-ef73-48fb-bc20-f47322bbf998" providerId="ADAL" clId="{9E891F1E-6875-4812-ACD0-C456DB8467F3}" dt="2025-09-18T16:15:48.197" v="6836" actId="21"/>
          <ac:spMkLst>
            <pc:docMk/>
            <pc:sldMk cId="0" sldId="16772961"/>
            <ac:spMk id="4" creationId="{46479C0B-EF1F-FE5D-D4B2-275E40A366DC}"/>
          </ac:spMkLst>
        </pc:spChg>
        <pc:spChg chg="del">
          <ac:chgData name="he zhendong/0494938/何　振東" userId="022da341-ef73-48fb-bc20-f47322bbf998" providerId="ADAL" clId="{9E891F1E-6875-4812-ACD0-C456DB8467F3}" dt="2025-09-18T16:15:38.950" v="6835" actId="478"/>
          <ac:spMkLst>
            <pc:docMk/>
            <pc:sldMk cId="0" sldId="16772961"/>
            <ac:spMk id="5" creationId="{48C16A81-C68A-3DD7-3A10-D4B6201F7F09}"/>
          </ac:spMkLst>
        </pc:spChg>
        <pc:spChg chg="add del">
          <ac:chgData name="he zhendong/0494938/何　振東" userId="022da341-ef73-48fb-bc20-f47322bbf998" providerId="ADAL" clId="{9E891F1E-6875-4812-ACD0-C456DB8467F3}" dt="2025-09-18T09:04:37.104" v="5631" actId="478"/>
          <ac:spMkLst>
            <pc:docMk/>
            <pc:sldMk cId="0" sldId="16772961"/>
            <ac:spMk id="6" creationId="{9835B429-8BA1-DFD9-8CD2-E95B5D18373C}"/>
          </ac:spMkLst>
        </pc:spChg>
        <pc:spChg chg="add mod">
          <ac:chgData name="he zhendong/0494938/何　振東" userId="022da341-ef73-48fb-bc20-f47322bbf998" providerId="ADAL" clId="{9E891F1E-6875-4812-ACD0-C456DB8467F3}" dt="2025-09-18T12:48:45.766" v="6647" actId="1038"/>
          <ac:spMkLst>
            <pc:docMk/>
            <pc:sldMk cId="0" sldId="16772961"/>
            <ac:spMk id="7" creationId="{0156BDFD-E0EA-04DE-E6E8-55BA3E349755}"/>
          </ac:spMkLst>
        </pc:spChg>
        <pc:spChg chg="mod">
          <ac:chgData name="he zhendong/0494938/何　振東" userId="022da341-ef73-48fb-bc20-f47322bbf998" providerId="ADAL" clId="{9E891F1E-6875-4812-ACD0-C456DB8467F3}" dt="2025-09-18T16:25:43.772" v="6950" actId="14100"/>
          <ac:spMkLst>
            <pc:docMk/>
            <pc:sldMk cId="0" sldId="16772961"/>
            <ac:spMk id="10" creationId="{E44B76A0-0272-1390-DBE5-63E5B5A913F3}"/>
          </ac:spMkLst>
        </pc:spChg>
        <pc:spChg chg="mod">
          <ac:chgData name="he zhendong/0494938/何　振東" userId="022da341-ef73-48fb-bc20-f47322bbf998" providerId="ADAL" clId="{9E891F1E-6875-4812-ACD0-C456DB8467F3}" dt="2025-09-18T16:15:59.345" v="6866" actId="1035"/>
          <ac:spMkLst>
            <pc:docMk/>
            <pc:sldMk cId="0" sldId="16772961"/>
            <ac:spMk id="12" creationId="{99C8C7D3-4385-E7F7-5D50-FB6089D5BD87}"/>
          </ac:spMkLst>
        </pc:spChg>
        <pc:spChg chg="mod">
          <ac:chgData name="he zhendong/0494938/何　振東" userId="022da341-ef73-48fb-bc20-f47322bbf998" providerId="ADAL" clId="{9E891F1E-6875-4812-ACD0-C456DB8467F3}" dt="2025-09-18T16:15:59.345" v="6866" actId="1035"/>
          <ac:spMkLst>
            <pc:docMk/>
            <pc:sldMk cId="0" sldId="16772961"/>
            <ac:spMk id="13" creationId="{20F437F9-F1E3-7A6E-D183-3524B7764422}"/>
          </ac:spMkLst>
        </pc:spChg>
        <pc:spChg chg="mod">
          <ac:chgData name="he zhendong/0494938/何　振東" userId="022da341-ef73-48fb-bc20-f47322bbf998" providerId="ADAL" clId="{9E891F1E-6875-4812-ACD0-C456DB8467F3}" dt="2025-09-18T12:48:45.766" v="6647" actId="1038"/>
          <ac:spMkLst>
            <pc:docMk/>
            <pc:sldMk cId="0" sldId="16772961"/>
            <ac:spMk id="14" creationId="{42AE617F-8791-7DF1-3A74-EE8EFFB19FB9}"/>
          </ac:spMkLst>
        </pc:spChg>
        <pc:spChg chg="add mod">
          <ac:chgData name="he zhendong/0494938/何　振東" userId="022da341-ef73-48fb-bc20-f47322bbf998" providerId="ADAL" clId="{9E891F1E-6875-4812-ACD0-C456DB8467F3}" dt="2025-09-18T09:09:21.578" v="5759" actId="113"/>
          <ac:spMkLst>
            <pc:docMk/>
            <pc:sldMk cId="0" sldId="16772961"/>
            <ac:spMk id="16" creationId="{3B2AFFD5-2193-A6D2-7ED0-36818492A140}"/>
          </ac:spMkLst>
        </pc:spChg>
        <pc:spChg chg="mod">
          <ac:chgData name="he zhendong/0494938/何　振東" userId="022da341-ef73-48fb-bc20-f47322bbf998" providerId="ADAL" clId="{9E891F1E-6875-4812-ACD0-C456DB8467F3}" dt="2025-09-18T12:48:45.766" v="6647" actId="1038"/>
          <ac:spMkLst>
            <pc:docMk/>
            <pc:sldMk cId="0" sldId="16772961"/>
            <ac:spMk id="22" creationId="{EB6975E9-868C-47F9-4909-53F9D70BFA82}"/>
          </ac:spMkLst>
        </pc:spChg>
        <pc:spChg chg="mod">
          <ac:chgData name="he zhendong/0494938/何　振東" userId="022da341-ef73-48fb-bc20-f47322bbf998" providerId="ADAL" clId="{9E891F1E-6875-4812-ACD0-C456DB8467F3}" dt="2025-09-18T16:15:59.345" v="6866" actId="1035"/>
          <ac:spMkLst>
            <pc:docMk/>
            <pc:sldMk cId="0" sldId="16772961"/>
            <ac:spMk id="31" creationId="{8A4E1765-5EB8-9556-412C-EE2ACFBB11FA}"/>
          </ac:spMkLst>
        </pc:spChg>
        <pc:spChg chg="mod">
          <ac:chgData name="he zhendong/0494938/何　振東" userId="022da341-ef73-48fb-bc20-f47322bbf998" providerId="ADAL" clId="{9E891F1E-6875-4812-ACD0-C456DB8467F3}" dt="2025-09-18T12:48:45.766" v="6647" actId="1038"/>
          <ac:spMkLst>
            <pc:docMk/>
            <pc:sldMk cId="0" sldId="16772961"/>
            <ac:spMk id="32" creationId="{75D896C3-1B62-79A9-025B-DA7A49AFB8AE}"/>
          </ac:spMkLst>
        </pc:spChg>
        <pc:spChg chg="mod">
          <ac:chgData name="he zhendong/0494938/何　振東" userId="022da341-ef73-48fb-bc20-f47322bbf998" providerId="ADAL" clId="{9E891F1E-6875-4812-ACD0-C456DB8467F3}" dt="2025-09-18T12:48:45.766" v="6647" actId="1038"/>
          <ac:spMkLst>
            <pc:docMk/>
            <pc:sldMk cId="0" sldId="16772961"/>
            <ac:spMk id="33" creationId="{FDFB3CBF-574A-7598-3BE2-A3A922FB82C2}"/>
          </ac:spMkLst>
        </pc:spChg>
        <pc:spChg chg="mod">
          <ac:chgData name="he zhendong/0494938/何　振東" userId="022da341-ef73-48fb-bc20-f47322bbf998" providerId="ADAL" clId="{9E891F1E-6875-4812-ACD0-C456DB8467F3}" dt="2025-09-18T16:15:59.345" v="6866" actId="1035"/>
          <ac:spMkLst>
            <pc:docMk/>
            <pc:sldMk cId="0" sldId="16772961"/>
            <ac:spMk id="34" creationId="{ADC1CB54-7557-F51B-A295-A98362CFC3C2}"/>
          </ac:spMkLst>
        </pc:spChg>
        <pc:spChg chg="mod">
          <ac:chgData name="he zhendong/0494938/何　振東" userId="022da341-ef73-48fb-bc20-f47322bbf998" providerId="ADAL" clId="{9E891F1E-6875-4812-ACD0-C456DB8467F3}" dt="2025-09-18T05:20:22.680" v="1279" actId="255"/>
          <ac:spMkLst>
            <pc:docMk/>
            <pc:sldMk cId="0" sldId="16772961"/>
            <ac:spMk id="36" creationId="{DF6ADFB0-EEC2-C0DF-C02A-46809441BAEA}"/>
          </ac:spMkLst>
        </pc:spChg>
        <pc:spChg chg="mod">
          <ac:chgData name="he zhendong/0494938/何　振東" userId="022da341-ef73-48fb-bc20-f47322bbf998" providerId="ADAL" clId="{9E891F1E-6875-4812-ACD0-C456DB8467F3}" dt="2025-09-18T05:20:22.680" v="1279" actId="255"/>
          <ac:spMkLst>
            <pc:docMk/>
            <pc:sldMk cId="0" sldId="16772961"/>
            <ac:spMk id="37" creationId="{4AABB290-6FE3-0414-F530-6FBE6D132164}"/>
          </ac:spMkLst>
        </pc:spChg>
        <pc:spChg chg="del">
          <ac:chgData name="he zhendong/0494938/何　振東" userId="022da341-ef73-48fb-bc20-f47322bbf998" providerId="ADAL" clId="{9E891F1E-6875-4812-ACD0-C456DB8467F3}" dt="2025-09-18T12:50:08.972" v="6650" actId="478"/>
          <ac:spMkLst>
            <pc:docMk/>
            <pc:sldMk cId="0" sldId="16772961"/>
            <ac:spMk id="39" creationId="{2CF6786F-A11A-BF24-ABCC-20C0AA894223}"/>
          </ac:spMkLst>
        </pc:spChg>
        <pc:spChg chg="mod">
          <ac:chgData name="he zhendong/0494938/何　振東" userId="022da341-ef73-48fb-bc20-f47322bbf998" providerId="ADAL" clId="{9E891F1E-6875-4812-ACD0-C456DB8467F3}" dt="2025-09-18T16:15:59.345" v="6866" actId="1035"/>
          <ac:spMkLst>
            <pc:docMk/>
            <pc:sldMk cId="0" sldId="16772961"/>
            <ac:spMk id="43" creationId="{D521F013-820D-C57C-BFB9-27E05AD16713}"/>
          </ac:spMkLst>
        </pc:spChg>
        <pc:spChg chg="mod">
          <ac:chgData name="he zhendong/0494938/何　振東" userId="022da341-ef73-48fb-bc20-f47322bbf998" providerId="ADAL" clId="{9E891F1E-6875-4812-ACD0-C456DB8467F3}" dt="2025-09-18T16:25:27.163" v="6949" actId="555"/>
          <ac:spMkLst>
            <pc:docMk/>
            <pc:sldMk cId="0" sldId="16772961"/>
            <ac:spMk id="45" creationId="{B44AFE27-A04B-B1FC-53B4-85B5D558C077}"/>
          </ac:spMkLst>
        </pc:spChg>
        <pc:spChg chg="mod">
          <ac:chgData name="he zhendong/0494938/何　振東" userId="022da341-ef73-48fb-bc20-f47322bbf998" providerId="ADAL" clId="{9E891F1E-6875-4812-ACD0-C456DB8467F3}" dt="2025-09-18T16:25:27.163" v="6949" actId="555"/>
          <ac:spMkLst>
            <pc:docMk/>
            <pc:sldMk cId="0" sldId="16772961"/>
            <ac:spMk id="47" creationId="{C0F98B3F-0A08-B70D-6FDD-5CFCD5782A97}"/>
          </ac:spMkLst>
        </pc:spChg>
        <pc:spChg chg="mod">
          <ac:chgData name="he zhendong/0494938/何　振東" userId="022da341-ef73-48fb-bc20-f47322bbf998" providerId="ADAL" clId="{9E891F1E-6875-4812-ACD0-C456DB8467F3}" dt="2025-09-18T16:25:27.163" v="6949" actId="555"/>
          <ac:spMkLst>
            <pc:docMk/>
            <pc:sldMk cId="0" sldId="16772961"/>
            <ac:spMk id="49" creationId="{F13DC96F-04BE-10EA-9C42-2EB6895085A9}"/>
          </ac:spMkLst>
        </pc:spChg>
        <pc:spChg chg="mod">
          <ac:chgData name="he zhendong/0494938/何　振東" userId="022da341-ef73-48fb-bc20-f47322bbf998" providerId="ADAL" clId="{9E891F1E-6875-4812-ACD0-C456DB8467F3}" dt="2025-09-18T16:25:27.163" v="6949" actId="555"/>
          <ac:spMkLst>
            <pc:docMk/>
            <pc:sldMk cId="0" sldId="16772961"/>
            <ac:spMk id="51" creationId="{DE56DBCE-35B5-5363-D554-A7AE280BD8BB}"/>
          </ac:spMkLst>
        </pc:spChg>
        <pc:spChg chg="mod">
          <ac:chgData name="he zhendong/0494938/何　振東" userId="022da341-ef73-48fb-bc20-f47322bbf998" providerId="ADAL" clId="{9E891F1E-6875-4812-ACD0-C456DB8467F3}" dt="2025-09-18T12:49:49.657" v="6648" actId="14100"/>
          <ac:spMkLst>
            <pc:docMk/>
            <pc:sldMk cId="0" sldId="16772961"/>
            <ac:spMk id="55" creationId="{4B115AEA-6E76-3FFE-8146-C00089B179C2}"/>
          </ac:spMkLst>
        </pc:spChg>
        <pc:spChg chg="mod">
          <ac:chgData name="he zhendong/0494938/何　振東" userId="022da341-ef73-48fb-bc20-f47322bbf998" providerId="ADAL" clId="{9E891F1E-6875-4812-ACD0-C456DB8467F3}" dt="2025-09-18T12:49:52.571" v="6649" actId="14100"/>
          <ac:spMkLst>
            <pc:docMk/>
            <pc:sldMk cId="0" sldId="16772961"/>
            <ac:spMk id="56" creationId="{0B36B7ED-11D3-ABA2-07F3-E5C3B6903DB8}"/>
          </ac:spMkLst>
        </pc:spChg>
        <pc:spChg chg="mod">
          <ac:chgData name="he zhendong/0494938/何　振東" userId="022da341-ef73-48fb-bc20-f47322bbf998" providerId="ADAL" clId="{9E891F1E-6875-4812-ACD0-C456DB8467F3}" dt="2025-09-18T16:15:59.345" v="6866" actId="1035"/>
          <ac:spMkLst>
            <pc:docMk/>
            <pc:sldMk cId="0" sldId="16772961"/>
            <ac:spMk id="58" creationId="{81417237-7BCD-B6EA-422F-3FC08177AC37}"/>
          </ac:spMkLst>
        </pc:spChg>
        <pc:spChg chg="mod">
          <ac:chgData name="he zhendong/0494938/何　振東" userId="022da341-ef73-48fb-bc20-f47322bbf998" providerId="ADAL" clId="{9E891F1E-6875-4812-ACD0-C456DB8467F3}" dt="2025-09-18T16:14:01.108" v="6816" actId="242"/>
          <ac:spMkLst>
            <pc:docMk/>
            <pc:sldMk cId="0" sldId="16772961"/>
            <ac:spMk id="63" creationId="{5AB9770A-D1EA-5FD6-9999-322CC1586E80}"/>
          </ac:spMkLst>
        </pc:spChg>
        <pc:spChg chg="mod">
          <ac:chgData name="he zhendong/0494938/何　振東" userId="022da341-ef73-48fb-bc20-f47322bbf998" providerId="ADAL" clId="{9E891F1E-6875-4812-ACD0-C456DB8467F3}" dt="2025-09-18T16:14:01.108" v="6816" actId="242"/>
          <ac:spMkLst>
            <pc:docMk/>
            <pc:sldMk cId="0" sldId="16772961"/>
            <ac:spMk id="65" creationId="{4B94B9BA-AB77-F1CD-5430-C55DE238BE62}"/>
          </ac:spMkLst>
        </pc:spChg>
        <pc:spChg chg="mod">
          <ac:chgData name="he zhendong/0494938/何　振東" userId="022da341-ef73-48fb-bc20-f47322bbf998" providerId="ADAL" clId="{9E891F1E-6875-4812-ACD0-C456DB8467F3}" dt="2025-09-18T16:25:27.163" v="6949" actId="555"/>
          <ac:spMkLst>
            <pc:docMk/>
            <pc:sldMk cId="0" sldId="16772961"/>
            <ac:spMk id="67" creationId="{259D0577-A5C0-FE48-C7EE-6684D79BA595}"/>
          </ac:spMkLst>
        </pc:spChg>
        <pc:spChg chg="mod">
          <ac:chgData name="he zhendong/0494938/何　振東" userId="022da341-ef73-48fb-bc20-f47322bbf998" providerId="ADAL" clId="{9E891F1E-6875-4812-ACD0-C456DB8467F3}" dt="2025-09-18T16:25:27.163" v="6949" actId="555"/>
          <ac:spMkLst>
            <pc:docMk/>
            <pc:sldMk cId="0" sldId="16772961"/>
            <ac:spMk id="70" creationId="{445069B9-4D77-023E-84D7-7DE311C7EBEB}"/>
          </ac:spMkLst>
        </pc:spChg>
        <pc:spChg chg="mod">
          <ac:chgData name="he zhendong/0494938/何　振東" userId="022da341-ef73-48fb-bc20-f47322bbf998" providerId="ADAL" clId="{9E891F1E-6875-4812-ACD0-C456DB8467F3}" dt="2025-09-18T16:15:59.345" v="6866" actId="1035"/>
          <ac:spMkLst>
            <pc:docMk/>
            <pc:sldMk cId="0" sldId="16772961"/>
            <ac:spMk id="75" creationId="{0AABA1AE-3FCC-5B32-DB85-E4F452E1A67E}"/>
          </ac:spMkLst>
        </pc:spChg>
        <pc:graphicFrameChg chg="add del mod modGraphic">
          <ac:chgData name="he zhendong/0494938/何　振東" userId="022da341-ef73-48fb-bc20-f47322bbf998" providerId="ADAL" clId="{9E891F1E-6875-4812-ACD0-C456DB8467F3}" dt="2025-09-18T09:05:38.305" v="5646" actId="478"/>
          <ac:graphicFrameMkLst>
            <pc:docMk/>
            <pc:sldMk cId="0" sldId="16772961"/>
            <ac:graphicFrameMk id="8" creationId="{129760A7-B8D6-BB79-9734-803E92425A01}"/>
          </ac:graphicFrameMkLst>
        </pc:graphicFrameChg>
        <pc:graphicFrameChg chg="add mod modGraphic">
          <ac:chgData name="he zhendong/0494938/何　振東" userId="022da341-ef73-48fb-bc20-f47322bbf998" providerId="ADAL" clId="{9E891F1E-6875-4812-ACD0-C456DB8467F3}" dt="2025-09-18T09:08:18.845" v="5677" actId="1076"/>
          <ac:graphicFrameMkLst>
            <pc:docMk/>
            <pc:sldMk cId="0" sldId="16772961"/>
            <ac:graphicFrameMk id="9" creationId="{1B049202-C3C6-E6F7-1181-53CD19D188C8}"/>
          </ac:graphicFrameMkLst>
        </pc:graphicFrameChg>
        <pc:cxnChg chg="mod">
          <ac:chgData name="he zhendong/0494938/何　振東" userId="022da341-ef73-48fb-bc20-f47322bbf998" providerId="ADAL" clId="{9E891F1E-6875-4812-ACD0-C456DB8467F3}" dt="2025-09-18T05:19:38.098" v="1272" actId="1038"/>
          <ac:cxnSpMkLst>
            <pc:docMk/>
            <pc:sldMk cId="0" sldId="16772961"/>
            <ac:cxnSpMk id="27" creationId="{226E2F55-DA54-8165-0877-CB3D3DD429F4}"/>
          </ac:cxnSpMkLst>
        </pc:cxnChg>
        <pc:cxnChg chg="mod">
          <ac:chgData name="he zhendong/0494938/何　振東" userId="022da341-ef73-48fb-bc20-f47322bbf998" providerId="ADAL" clId="{9E891F1E-6875-4812-ACD0-C456DB8467F3}" dt="2025-09-18T16:25:09.120" v="6947" actId="1035"/>
          <ac:cxnSpMkLst>
            <pc:docMk/>
            <pc:sldMk cId="0" sldId="16772961"/>
            <ac:cxnSpMk id="44" creationId="{30EFDE1D-07E8-C61E-BC3B-5714710E8F7A}"/>
          </ac:cxnSpMkLst>
        </pc:cxnChg>
        <pc:cxnChg chg="mod">
          <ac:chgData name="he zhendong/0494938/何　振東" userId="022da341-ef73-48fb-bc20-f47322bbf998" providerId="ADAL" clId="{9E891F1E-6875-4812-ACD0-C456DB8467F3}" dt="2025-09-18T16:25:09.120" v="6947" actId="1035"/>
          <ac:cxnSpMkLst>
            <pc:docMk/>
            <pc:sldMk cId="0" sldId="16772961"/>
            <ac:cxnSpMk id="46" creationId="{B651CEE3-B5BE-6362-8B7A-A62B2B71C8D5}"/>
          </ac:cxnSpMkLst>
        </pc:cxnChg>
        <pc:cxnChg chg="mod">
          <ac:chgData name="he zhendong/0494938/何　振東" userId="022da341-ef73-48fb-bc20-f47322bbf998" providerId="ADAL" clId="{9E891F1E-6875-4812-ACD0-C456DB8467F3}" dt="2025-09-18T16:25:09.120" v="6947" actId="1035"/>
          <ac:cxnSpMkLst>
            <pc:docMk/>
            <pc:sldMk cId="0" sldId="16772961"/>
            <ac:cxnSpMk id="48" creationId="{34CDE9F9-DF4D-E328-4249-387D2BAF8AE2}"/>
          </ac:cxnSpMkLst>
        </pc:cxnChg>
        <pc:cxnChg chg="mod">
          <ac:chgData name="he zhendong/0494938/何　振東" userId="022da341-ef73-48fb-bc20-f47322bbf998" providerId="ADAL" clId="{9E891F1E-6875-4812-ACD0-C456DB8467F3}" dt="2025-09-18T16:25:09.120" v="6947" actId="1035"/>
          <ac:cxnSpMkLst>
            <pc:docMk/>
            <pc:sldMk cId="0" sldId="16772961"/>
            <ac:cxnSpMk id="50" creationId="{19F59E26-489D-FE33-1E6B-FEF5FFEE7604}"/>
          </ac:cxnSpMkLst>
        </pc:cxnChg>
        <pc:cxnChg chg="mod">
          <ac:chgData name="he zhendong/0494938/何　振東" userId="022da341-ef73-48fb-bc20-f47322bbf998" providerId="ADAL" clId="{9E891F1E-6875-4812-ACD0-C456DB8467F3}" dt="2025-09-18T16:25:09.120" v="6947" actId="1035"/>
          <ac:cxnSpMkLst>
            <pc:docMk/>
            <pc:sldMk cId="0" sldId="16772961"/>
            <ac:cxnSpMk id="66" creationId="{2202BEC9-C5D1-C6E4-FE89-52BE677DAED8}"/>
          </ac:cxnSpMkLst>
        </pc:cxnChg>
        <pc:cxnChg chg="mod">
          <ac:chgData name="he zhendong/0494938/何　振東" userId="022da341-ef73-48fb-bc20-f47322bbf998" providerId="ADAL" clId="{9E891F1E-6875-4812-ACD0-C456DB8467F3}" dt="2025-09-18T16:25:09.120" v="6947" actId="1035"/>
          <ac:cxnSpMkLst>
            <pc:docMk/>
            <pc:sldMk cId="0" sldId="16772961"/>
            <ac:cxnSpMk id="69" creationId="{034DDE8F-E097-CB07-176B-D5ED3C4A97A3}"/>
          </ac:cxnSpMkLst>
        </pc:cxnChg>
      </pc:sldChg>
      <pc:sldChg chg="delSp modSp del mod">
        <pc:chgData name="he zhendong/0494938/何　振東" userId="022da341-ef73-48fb-bc20-f47322bbf998" providerId="ADAL" clId="{9E891F1E-6875-4812-ACD0-C456DB8467F3}" dt="2025-09-19T06:21:32.369" v="6978" actId="47"/>
        <pc:sldMkLst>
          <pc:docMk/>
          <pc:sldMk cId="0" sldId="16772962"/>
        </pc:sldMkLst>
        <pc:spChg chg="del">
          <ac:chgData name="he zhendong/0494938/何　振東" userId="022da341-ef73-48fb-bc20-f47322bbf998" providerId="ADAL" clId="{9E891F1E-6875-4812-ACD0-C456DB8467F3}" dt="2025-09-18T07:28:24.023" v="2409" actId="478"/>
          <ac:spMkLst>
            <pc:docMk/>
            <pc:sldMk cId="0" sldId="16772962"/>
            <ac:spMk id="4" creationId="{00000000-0000-0000-0000-000000000000}"/>
          </ac:spMkLst>
        </pc:spChg>
        <pc:spChg chg="mod">
          <ac:chgData name="he zhendong/0494938/何　振東" userId="022da341-ef73-48fb-bc20-f47322bbf998" providerId="ADAL" clId="{9E891F1E-6875-4812-ACD0-C456DB8467F3}" dt="2025-09-18T15:05:20.483" v="6659" actId="1076"/>
          <ac:spMkLst>
            <pc:docMk/>
            <pc:sldMk cId="0" sldId="16772962"/>
            <ac:spMk id="5" creationId="{5F2B4342-4843-AA7D-BBBC-EEDC3E1CB57B}"/>
          </ac:spMkLst>
        </pc:spChg>
        <pc:graphicFrameChg chg="mod modGraphic">
          <ac:chgData name="he zhendong/0494938/何　振東" userId="022da341-ef73-48fb-bc20-f47322bbf998" providerId="ADAL" clId="{9E891F1E-6875-4812-ACD0-C456DB8467F3}" dt="2025-09-18T15:05:27.083" v="6660" actId="1076"/>
          <ac:graphicFrameMkLst>
            <pc:docMk/>
            <pc:sldMk cId="0" sldId="16772962"/>
            <ac:graphicFrameMk id="8" creationId="{EA5FED8C-15C3-BBF2-E85B-99DBE2ED9970}"/>
          </ac:graphicFrameMkLst>
        </pc:graphicFrameChg>
      </pc:sldChg>
      <pc:sldChg chg="delSp modSp del mod">
        <pc:chgData name="he zhendong/0494938/何　振東" userId="022da341-ef73-48fb-bc20-f47322bbf998" providerId="ADAL" clId="{9E891F1E-6875-4812-ACD0-C456DB8467F3}" dt="2025-09-19T06:21:32.369" v="6978" actId="47"/>
        <pc:sldMkLst>
          <pc:docMk/>
          <pc:sldMk cId="0" sldId="16772963"/>
        </pc:sldMkLst>
        <pc:spChg chg="mod">
          <ac:chgData name="he zhendong/0494938/何　振東" userId="022da341-ef73-48fb-bc20-f47322bbf998" providerId="ADAL" clId="{9E891F1E-6875-4812-ACD0-C456DB8467F3}" dt="2025-09-18T16:26:30.176" v="6959" actId="27636"/>
          <ac:spMkLst>
            <pc:docMk/>
            <pc:sldMk cId="0" sldId="16772963"/>
            <ac:spMk id="2" creationId="{00000000-0000-0000-0000-000000000000}"/>
          </ac:spMkLst>
        </pc:spChg>
        <pc:spChg chg="del">
          <ac:chgData name="he zhendong/0494938/何　振東" userId="022da341-ef73-48fb-bc20-f47322bbf998" providerId="ADAL" clId="{9E891F1E-6875-4812-ACD0-C456DB8467F3}" dt="2025-09-18T16:15:27.268" v="6834" actId="478"/>
          <ac:spMkLst>
            <pc:docMk/>
            <pc:sldMk cId="0" sldId="16772963"/>
            <ac:spMk id="3" creationId="{00000000-0000-0000-0000-000000000000}"/>
          </ac:spMkLst>
        </pc:spChg>
        <pc:spChg chg="mod">
          <ac:chgData name="he zhendong/0494938/何　振東" userId="022da341-ef73-48fb-bc20-f47322bbf998" providerId="ADAL" clId="{9E891F1E-6875-4812-ACD0-C456DB8467F3}" dt="2025-09-18T09:25:02.236" v="6524" actId="20577"/>
          <ac:spMkLst>
            <pc:docMk/>
            <pc:sldMk cId="0" sldId="16772963"/>
            <ac:spMk id="15" creationId="{00000000-0000-0000-0000-000000000000}"/>
          </ac:spMkLst>
        </pc:spChg>
      </pc:sldChg>
      <pc:sldChg chg="del">
        <pc:chgData name="he zhendong/0494938/何　振東" userId="022da341-ef73-48fb-bc20-f47322bbf998" providerId="ADAL" clId="{9E891F1E-6875-4812-ACD0-C456DB8467F3}" dt="2025-09-19T06:21:32.369" v="6978" actId="47"/>
        <pc:sldMkLst>
          <pc:docMk/>
          <pc:sldMk cId="0" sldId="16772964"/>
        </pc:sldMkLst>
      </pc:sldChg>
      <pc:sldChg chg="addSp delSp modSp del mod modClrScheme chgLayout">
        <pc:chgData name="he zhendong/0494938/何　振東" userId="022da341-ef73-48fb-bc20-f47322bbf998" providerId="ADAL" clId="{9E891F1E-6875-4812-ACD0-C456DB8467F3}" dt="2025-09-19T06:21:32.369" v="6978" actId="47"/>
        <pc:sldMkLst>
          <pc:docMk/>
          <pc:sldMk cId="0" sldId="16772966"/>
        </pc:sldMkLst>
        <pc:spChg chg="add mod ord">
          <ac:chgData name="he zhendong/0494938/何　振東" userId="022da341-ef73-48fb-bc20-f47322bbf998" providerId="ADAL" clId="{9E891F1E-6875-4812-ACD0-C456DB8467F3}" dt="2025-09-18T05:57:40.154" v="2268" actId="700"/>
          <ac:spMkLst>
            <pc:docMk/>
            <pc:sldMk cId="0" sldId="16772966"/>
            <ac:spMk id="2" creationId="{EDCC7EBC-091F-22E7-1716-7E345DA138F8}"/>
          </ac:spMkLst>
        </pc:spChg>
        <pc:spChg chg="mod ord">
          <ac:chgData name="he zhendong/0494938/何　振東" userId="022da341-ef73-48fb-bc20-f47322bbf998" providerId="ADAL" clId="{9E891F1E-6875-4812-ACD0-C456DB8467F3}" dt="2025-09-18T05:57:40.154" v="2268" actId="700"/>
          <ac:spMkLst>
            <pc:docMk/>
            <pc:sldMk cId="0" sldId="16772966"/>
            <ac:spMk id="4" creationId="{00000000-0000-0000-0000-000000000000}"/>
          </ac:spMkLst>
        </pc:spChg>
        <pc:spChg chg="del mod ord">
          <ac:chgData name="he zhendong/0494938/何　振東" userId="022da341-ef73-48fb-bc20-f47322bbf998" providerId="ADAL" clId="{9E891F1E-6875-4812-ACD0-C456DB8467F3}" dt="2025-09-18T05:57:40.154" v="2268" actId="700"/>
          <ac:spMkLst>
            <pc:docMk/>
            <pc:sldMk cId="0" sldId="16772966"/>
            <ac:spMk id="5" creationId="{00000000-0000-0000-0000-000000000000}"/>
          </ac:spMkLst>
        </pc:spChg>
        <pc:spChg chg="del">
          <ac:chgData name="he zhendong/0494938/何　振東" userId="022da341-ef73-48fb-bc20-f47322bbf998" providerId="ADAL" clId="{9E891F1E-6875-4812-ACD0-C456DB8467F3}" dt="2025-09-18T05:57:40.154" v="2268" actId="700"/>
          <ac:spMkLst>
            <pc:docMk/>
            <pc:sldMk cId="0" sldId="16772966"/>
            <ac:spMk id="6" creationId="{00000000-0000-0000-0000-000000000000}"/>
          </ac:spMkLst>
        </pc:spChg>
      </pc:sldChg>
      <pc:sldChg chg="addSp delSp modSp del mod">
        <pc:chgData name="he zhendong/0494938/何　振東" userId="022da341-ef73-48fb-bc20-f47322bbf998" providerId="ADAL" clId="{9E891F1E-6875-4812-ACD0-C456DB8467F3}" dt="2025-09-19T06:21:32.369" v="6978" actId="47"/>
        <pc:sldMkLst>
          <pc:docMk/>
          <pc:sldMk cId="0" sldId="16772967"/>
        </pc:sldMkLst>
        <pc:spChg chg="del">
          <ac:chgData name="he zhendong/0494938/何　振東" userId="022da341-ef73-48fb-bc20-f47322bbf998" providerId="ADAL" clId="{9E891F1E-6875-4812-ACD0-C456DB8467F3}" dt="2025-09-18T16:14:53.854" v="6831" actId="478"/>
          <ac:spMkLst>
            <pc:docMk/>
            <pc:sldMk cId="0" sldId="16772967"/>
            <ac:spMk id="3" creationId="{00000000-0000-0000-0000-000000000000}"/>
          </ac:spMkLst>
        </pc:spChg>
        <pc:spChg chg="del mod">
          <ac:chgData name="he zhendong/0494938/何　振東" userId="022da341-ef73-48fb-bc20-f47322bbf998" providerId="ADAL" clId="{9E891F1E-6875-4812-ACD0-C456DB8467F3}" dt="2025-09-18T16:12:30.828" v="6767" actId="478"/>
          <ac:spMkLst>
            <pc:docMk/>
            <pc:sldMk cId="0" sldId="16772967"/>
            <ac:spMk id="4" creationId="{FD7B7C3B-F900-354F-5A92-A3A6BE4F20E4}"/>
          </ac:spMkLst>
        </pc:spChg>
        <pc:spChg chg="mod">
          <ac:chgData name="he zhendong/0494938/何　振東" userId="022da341-ef73-48fb-bc20-f47322bbf998" providerId="ADAL" clId="{9E891F1E-6875-4812-ACD0-C456DB8467F3}" dt="2025-09-18T16:12:34.742" v="6768" actId="14100"/>
          <ac:spMkLst>
            <pc:docMk/>
            <pc:sldMk cId="0" sldId="16772967"/>
            <ac:spMk id="5" creationId="{6C29B304-7A3F-09EF-C13B-7D77794E56F3}"/>
          </ac:spMkLst>
        </pc:spChg>
        <pc:spChg chg="add del mod">
          <ac:chgData name="he zhendong/0494938/何　振東" userId="022da341-ef73-48fb-bc20-f47322bbf998" providerId="ADAL" clId="{9E891F1E-6875-4812-ACD0-C456DB8467F3}" dt="2025-09-18T08:23:17.618" v="3973" actId="478"/>
          <ac:spMkLst>
            <pc:docMk/>
            <pc:sldMk cId="0" sldId="16772967"/>
            <ac:spMk id="6" creationId="{7D1EE383-16C5-CD25-4DF2-4A95BAA26D5E}"/>
          </ac:spMkLst>
        </pc:spChg>
        <pc:spChg chg="add mod ord">
          <ac:chgData name="he zhendong/0494938/何　振東" userId="022da341-ef73-48fb-bc20-f47322bbf998" providerId="ADAL" clId="{9E891F1E-6875-4812-ACD0-C456DB8467F3}" dt="2025-09-18T16:13:09.268" v="6774" actId="167"/>
          <ac:spMkLst>
            <pc:docMk/>
            <pc:sldMk cId="0" sldId="16772967"/>
            <ac:spMk id="6" creationId="{98D86839-7B62-FBD9-DF67-D2C21F56F170}"/>
          </ac:spMkLst>
        </pc:spChg>
        <pc:spChg chg="del">
          <ac:chgData name="he zhendong/0494938/何　振東" userId="022da341-ef73-48fb-bc20-f47322bbf998" providerId="ADAL" clId="{9E891F1E-6875-4812-ACD0-C456DB8467F3}" dt="2025-09-18T08:23:23.514" v="3975" actId="478"/>
          <ac:spMkLst>
            <pc:docMk/>
            <pc:sldMk cId="0" sldId="16772967"/>
            <ac:spMk id="7" creationId="{7F1288D6-17CF-7F26-7B7C-6F1904821208}"/>
          </ac:spMkLst>
        </pc:spChg>
        <pc:spChg chg="add del mod">
          <ac:chgData name="he zhendong/0494938/何　振東" userId="022da341-ef73-48fb-bc20-f47322bbf998" providerId="ADAL" clId="{9E891F1E-6875-4812-ACD0-C456DB8467F3}" dt="2025-09-18T08:23:14.544" v="3972" actId="478"/>
          <ac:spMkLst>
            <pc:docMk/>
            <pc:sldMk cId="0" sldId="16772967"/>
            <ac:spMk id="8" creationId="{CADC1762-8DF9-2C28-4F91-82C359620445}"/>
          </ac:spMkLst>
        </pc:spChg>
        <pc:spChg chg="del">
          <ac:chgData name="he zhendong/0494938/何　振東" userId="022da341-ef73-48fb-bc20-f47322bbf998" providerId="ADAL" clId="{9E891F1E-6875-4812-ACD0-C456DB8467F3}" dt="2025-09-18T08:21:48.132" v="3894" actId="478"/>
          <ac:spMkLst>
            <pc:docMk/>
            <pc:sldMk cId="0" sldId="16772967"/>
            <ac:spMk id="9" creationId="{C57500BA-5918-F921-1451-66B2E909CFCD}"/>
          </ac:spMkLst>
        </pc:spChg>
        <pc:spChg chg="del">
          <ac:chgData name="he zhendong/0494938/何　振東" userId="022da341-ef73-48fb-bc20-f47322bbf998" providerId="ADAL" clId="{9E891F1E-6875-4812-ACD0-C456DB8467F3}" dt="2025-09-18T08:21:48.132" v="3894" actId="478"/>
          <ac:spMkLst>
            <pc:docMk/>
            <pc:sldMk cId="0" sldId="16772967"/>
            <ac:spMk id="10" creationId="{A33B08A8-E086-F95A-F07D-920E52B64272}"/>
          </ac:spMkLst>
        </pc:spChg>
        <pc:spChg chg="mod">
          <ac:chgData name="he zhendong/0494938/何　振東" userId="022da341-ef73-48fb-bc20-f47322bbf998" providerId="ADAL" clId="{9E891F1E-6875-4812-ACD0-C456DB8467F3}" dt="2025-09-18T16:08:13.158" v="6665" actId="207"/>
          <ac:spMkLst>
            <pc:docMk/>
            <pc:sldMk cId="0" sldId="16772967"/>
            <ac:spMk id="11" creationId="{35698CB4-E2D6-2A48-32D6-594CFE09BAB9}"/>
          </ac:spMkLst>
        </pc:spChg>
        <pc:spChg chg="mod">
          <ac:chgData name="he zhendong/0494938/何　振東" userId="022da341-ef73-48fb-bc20-f47322bbf998" providerId="ADAL" clId="{9E891F1E-6875-4812-ACD0-C456DB8467F3}" dt="2025-09-18T16:08:13.158" v="6665" actId="207"/>
          <ac:spMkLst>
            <pc:docMk/>
            <pc:sldMk cId="0" sldId="16772967"/>
            <ac:spMk id="14" creationId="{C619B2BD-96F3-7969-74B0-FBF772A968C3}"/>
          </ac:spMkLst>
        </pc:spChg>
        <pc:spChg chg="mod">
          <ac:chgData name="he zhendong/0494938/何　振東" userId="022da341-ef73-48fb-bc20-f47322bbf998" providerId="ADAL" clId="{9E891F1E-6875-4812-ACD0-C456DB8467F3}" dt="2025-09-18T08:59:55.305" v="5466" actId="20577"/>
          <ac:spMkLst>
            <pc:docMk/>
            <pc:sldMk cId="0" sldId="16772967"/>
            <ac:spMk id="15" creationId="{00000000-0000-0000-0000-000000000000}"/>
          </ac:spMkLst>
        </pc:spChg>
        <pc:spChg chg="mod">
          <ac:chgData name="he zhendong/0494938/何　振東" userId="022da341-ef73-48fb-bc20-f47322bbf998" providerId="ADAL" clId="{9E891F1E-6875-4812-ACD0-C456DB8467F3}" dt="2025-09-18T16:13:31.057" v="6811" actId="207"/>
          <ac:spMkLst>
            <pc:docMk/>
            <pc:sldMk cId="0" sldId="16772967"/>
            <ac:spMk id="16" creationId="{4F9C7350-8C5D-89A3-92DB-F76D9AF22889}"/>
          </ac:spMkLst>
        </pc:spChg>
        <pc:spChg chg="mod">
          <ac:chgData name="he zhendong/0494938/何　振東" userId="022da341-ef73-48fb-bc20-f47322bbf998" providerId="ADAL" clId="{9E891F1E-6875-4812-ACD0-C456DB8467F3}" dt="2025-09-18T16:08:13.158" v="6665" actId="207"/>
          <ac:spMkLst>
            <pc:docMk/>
            <pc:sldMk cId="0" sldId="16772967"/>
            <ac:spMk id="17" creationId="{3186FC23-8812-E63C-825D-E93E9D1DD8DA}"/>
          </ac:spMkLst>
        </pc:spChg>
        <pc:spChg chg="add del mod">
          <ac:chgData name="he zhendong/0494938/何　振東" userId="022da341-ef73-48fb-bc20-f47322bbf998" providerId="ADAL" clId="{9E891F1E-6875-4812-ACD0-C456DB8467F3}" dt="2025-09-18T08:21:48.132" v="3894" actId="478"/>
          <ac:spMkLst>
            <pc:docMk/>
            <pc:sldMk cId="0" sldId="16772967"/>
            <ac:spMk id="18" creationId="{10799D13-FB62-A2E6-A357-E7F637B093F6}"/>
          </ac:spMkLst>
        </pc:spChg>
        <pc:spChg chg="mod ord">
          <ac:chgData name="he zhendong/0494938/何　振東" userId="022da341-ef73-48fb-bc20-f47322bbf998" providerId="ADAL" clId="{9E891F1E-6875-4812-ACD0-C456DB8467F3}" dt="2025-09-18T16:08:13.158" v="6665" actId="207"/>
          <ac:spMkLst>
            <pc:docMk/>
            <pc:sldMk cId="0" sldId="16772967"/>
            <ac:spMk id="19" creationId="{C33C9F49-7C0B-A526-21E9-DCD4A14C952D}"/>
          </ac:spMkLst>
        </pc:spChg>
        <pc:spChg chg="add mod">
          <ac:chgData name="he zhendong/0494938/何　振東" userId="022da341-ef73-48fb-bc20-f47322bbf998" providerId="ADAL" clId="{9E891F1E-6875-4812-ACD0-C456DB8467F3}" dt="2025-09-18T08:34:57.490" v="4232" actId="1035"/>
          <ac:spMkLst>
            <pc:docMk/>
            <pc:sldMk cId="0" sldId="16772967"/>
            <ac:spMk id="20" creationId="{EF1FCE24-8F04-1445-02A7-C0675E828A81}"/>
          </ac:spMkLst>
        </pc:spChg>
        <pc:spChg chg="add del mod">
          <ac:chgData name="he zhendong/0494938/何　振東" userId="022da341-ef73-48fb-bc20-f47322bbf998" providerId="ADAL" clId="{9E891F1E-6875-4812-ACD0-C456DB8467F3}" dt="2025-09-18T08:22:25.256" v="3944" actId="478"/>
          <ac:spMkLst>
            <pc:docMk/>
            <pc:sldMk cId="0" sldId="16772967"/>
            <ac:spMk id="21" creationId="{56BEBBCA-5EAB-D7D0-5B95-146B2C956D62}"/>
          </ac:spMkLst>
        </pc:spChg>
        <pc:spChg chg="del">
          <ac:chgData name="he zhendong/0494938/何　振東" userId="022da341-ef73-48fb-bc20-f47322bbf998" providerId="ADAL" clId="{9E891F1E-6875-4812-ACD0-C456DB8467F3}" dt="2025-09-18T08:21:48.132" v="3894" actId="478"/>
          <ac:spMkLst>
            <pc:docMk/>
            <pc:sldMk cId="0" sldId="16772967"/>
            <ac:spMk id="22" creationId="{276172D1-24EF-E595-1469-30918F2F41D4}"/>
          </ac:spMkLst>
        </pc:spChg>
        <pc:spChg chg="mod">
          <ac:chgData name="he zhendong/0494938/何　振東" userId="022da341-ef73-48fb-bc20-f47322bbf998" providerId="ADAL" clId="{9E891F1E-6875-4812-ACD0-C456DB8467F3}" dt="2025-09-18T16:13:31.057" v="6811" actId="207"/>
          <ac:spMkLst>
            <pc:docMk/>
            <pc:sldMk cId="0" sldId="16772967"/>
            <ac:spMk id="26" creationId="{D87EEE08-DCA0-0224-A834-F844C15ADB88}"/>
          </ac:spMkLst>
        </pc:spChg>
        <pc:spChg chg="del">
          <ac:chgData name="he zhendong/0494938/何　振東" userId="022da341-ef73-48fb-bc20-f47322bbf998" providerId="ADAL" clId="{9E891F1E-6875-4812-ACD0-C456DB8467F3}" dt="2025-09-18T08:21:48.132" v="3894" actId="478"/>
          <ac:spMkLst>
            <pc:docMk/>
            <pc:sldMk cId="0" sldId="16772967"/>
            <ac:spMk id="32" creationId="{5D0CB7AA-7A0A-97A0-8044-7AF4E22548E4}"/>
          </ac:spMkLst>
        </pc:spChg>
        <pc:spChg chg="del">
          <ac:chgData name="he zhendong/0494938/何　振東" userId="022da341-ef73-48fb-bc20-f47322bbf998" providerId="ADAL" clId="{9E891F1E-6875-4812-ACD0-C456DB8467F3}" dt="2025-09-18T08:21:48.132" v="3894" actId="478"/>
          <ac:spMkLst>
            <pc:docMk/>
            <pc:sldMk cId="0" sldId="16772967"/>
            <ac:spMk id="33" creationId="{688D756C-B1E7-B89F-AA79-ACAF86290586}"/>
          </ac:spMkLst>
        </pc:spChg>
        <pc:spChg chg="del">
          <ac:chgData name="he zhendong/0494938/何　振東" userId="022da341-ef73-48fb-bc20-f47322bbf998" providerId="ADAL" clId="{9E891F1E-6875-4812-ACD0-C456DB8467F3}" dt="2025-09-18T08:21:48.132" v="3894" actId="478"/>
          <ac:spMkLst>
            <pc:docMk/>
            <pc:sldMk cId="0" sldId="16772967"/>
            <ac:spMk id="34" creationId="{85828890-F1FA-3FCD-4BBA-A891C470E02C}"/>
          </ac:spMkLst>
        </pc:spChg>
        <pc:spChg chg="add mod">
          <ac:chgData name="he zhendong/0494938/何　振東" userId="022da341-ef73-48fb-bc20-f47322bbf998" providerId="ADAL" clId="{9E891F1E-6875-4812-ACD0-C456DB8467F3}" dt="2025-09-18T16:08:13.158" v="6665" actId="207"/>
          <ac:spMkLst>
            <pc:docMk/>
            <pc:sldMk cId="0" sldId="16772967"/>
            <ac:spMk id="38" creationId="{20EF2802-EBB0-9D14-50D5-BD230FB16E81}"/>
          </ac:spMkLst>
        </pc:spChg>
        <pc:spChg chg="del">
          <ac:chgData name="he zhendong/0494938/何　振東" userId="022da341-ef73-48fb-bc20-f47322bbf998" providerId="ADAL" clId="{9E891F1E-6875-4812-ACD0-C456DB8467F3}" dt="2025-09-18T08:23:14.544" v="3972" actId="478"/>
          <ac:spMkLst>
            <pc:docMk/>
            <pc:sldMk cId="0" sldId="16772967"/>
            <ac:spMk id="39" creationId="{6147C24C-FE0A-5E6A-BAA3-EDF7DB122521}"/>
          </ac:spMkLst>
        </pc:spChg>
        <pc:spChg chg="add del">
          <ac:chgData name="he zhendong/0494938/何　振東" userId="022da341-ef73-48fb-bc20-f47322bbf998" providerId="ADAL" clId="{9E891F1E-6875-4812-ACD0-C456DB8467F3}" dt="2025-09-18T08:25:00.439" v="3989" actId="478"/>
          <ac:spMkLst>
            <pc:docMk/>
            <pc:sldMk cId="0" sldId="16772967"/>
            <ac:spMk id="42" creationId="{43BE6F8C-619B-0BBF-ECB8-2622EA61D253}"/>
          </ac:spMkLst>
        </pc:spChg>
        <pc:spChg chg="mod">
          <ac:chgData name="he zhendong/0494938/何　振東" userId="022da341-ef73-48fb-bc20-f47322bbf998" providerId="ADAL" clId="{9E891F1E-6875-4812-ACD0-C456DB8467F3}" dt="2025-09-18T08:34:22.605" v="4189" actId="14100"/>
          <ac:spMkLst>
            <pc:docMk/>
            <pc:sldMk cId="0" sldId="16772967"/>
            <ac:spMk id="44" creationId="{DE5AEA04-EC2F-281D-F0B5-532542F90ABB}"/>
          </ac:spMkLst>
        </pc:spChg>
        <pc:spChg chg="add mod">
          <ac:chgData name="he zhendong/0494938/何　振東" userId="022da341-ef73-48fb-bc20-f47322bbf998" providerId="ADAL" clId="{9E891F1E-6875-4812-ACD0-C456DB8467F3}" dt="2025-09-18T08:25:49.658" v="4144" actId="1038"/>
          <ac:spMkLst>
            <pc:docMk/>
            <pc:sldMk cId="0" sldId="16772967"/>
            <ac:spMk id="45" creationId="{77751E55-859F-58C0-6B2F-B1F341C9D7ED}"/>
          </ac:spMkLst>
        </pc:spChg>
        <pc:spChg chg="mod">
          <ac:chgData name="he zhendong/0494938/何　振東" userId="022da341-ef73-48fb-bc20-f47322bbf998" providerId="ADAL" clId="{9E891F1E-6875-4812-ACD0-C456DB8467F3}" dt="2025-09-18T16:08:13.158" v="6665" actId="207"/>
          <ac:spMkLst>
            <pc:docMk/>
            <pc:sldMk cId="0" sldId="16772967"/>
            <ac:spMk id="46" creationId="{018BD0A1-CEB9-21DD-5B28-2DE99F8FDC1A}"/>
          </ac:spMkLst>
        </pc:spChg>
        <pc:spChg chg="del">
          <ac:chgData name="he zhendong/0494938/何　振東" userId="022da341-ef73-48fb-bc20-f47322bbf998" providerId="ADAL" clId="{9E891F1E-6875-4812-ACD0-C456DB8467F3}" dt="2025-09-18T08:38:10.699" v="4309" actId="478"/>
          <ac:spMkLst>
            <pc:docMk/>
            <pc:sldMk cId="0" sldId="16772967"/>
            <ac:spMk id="48" creationId="{B5F59BA3-FBDA-CC77-F83D-186881568A80}"/>
          </ac:spMkLst>
        </pc:spChg>
        <pc:spChg chg="mod">
          <ac:chgData name="he zhendong/0494938/何　振東" userId="022da341-ef73-48fb-bc20-f47322bbf998" providerId="ADAL" clId="{9E891F1E-6875-4812-ACD0-C456DB8467F3}" dt="2025-09-18T08:44:26.056" v="4401" actId="1037"/>
          <ac:spMkLst>
            <pc:docMk/>
            <pc:sldMk cId="0" sldId="16772967"/>
            <ac:spMk id="49" creationId="{970617A0-69DF-6A58-69A8-8DD19417D1EC}"/>
          </ac:spMkLst>
        </pc:spChg>
        <pc:spChg chg="add mod">
          <ac:chgData name="he zhendong/0494938/何　振東" userId="022da341-ef73-48fb-bc20-f47322bbf998" providerId="ADAL" clId="{9E891F1E-6875-4812-ACD0-C456DB8467F3}" dt="2025-09-18T08:44:26.056" v="4401" actId="1037"/>
          <ac:spMkLst>
            <pc:docMk/>
            <pc:sldMk cId="0" sldId="16772967"/>
            <ac:spMk id="50" creationId="{57FB4B99-EB80-1D68-8E2D-CF0381CFC192}"/>
          </ac:spMkLst>
        </pc:spChg>
        <pc:spChg chg="mod">
          <ac:chgData name="he zhendong/0494938/何　振東" userId="022da341-ef73-48fb-bc20-f47322bbf998" providerId="ADAL" clId="{9E891F1E-6875-4812-ACD0-C456DB8467F3}" dt="2025-09-18T08:34:57.490" v="4232" actId="1035"/>
          <ac:spMkLst>
            <pc:docMk/>
            <pc:sldMk cId="0" sldId="16772967"/>
            <ac:spMk id="52" creationId="{F7A1DDF0-E55C-E11C-C97B-E4BE12900487}"/>
          </ac:spMkLst>
        </pc:spChg>
        <pc:spChg chg="add del mod">
          <ac:chgData name="he zhendong/0494938/何　振東" userId="022da341-ef73-48fb-bc20-f47322bbf998" providerId="ADAL" clId="{9E891F1E-6875-4812-ACD0-C456DB8467F3}" dt="2025-09-18T08:24:21.248" v="3984" actId="478"/>
          <ac:spMkLst>
            <pc:docMk/>
            <pc:sldMk cId="0" sldId="16772967"/>
            <ac:spMk id="59" creationId="{3A1A9F74-752F-9676-BF33-6EBE11145B30}"/>
          </ac:spMkLst>
        </pc:spChg>
        <pc:spChg chg="del">
          <ac:chgData name="he zhendong/0494938/何　振東" userId="022da341-ef73-48fb-bc20-f47322bbf998" providerId="ADAL" clId="{9E891F1E-6875-4812-ACD0-C456DB8467F3}" dt="2025-09-18T08:21:48.132" v="3894" actId="478"/>
          <ac:spMkLst>
            <pc:docMk/>
            <pc:sldMk cId="0" sldId="16772967"/>
            <ac:spMk id="60" creationId="{A44C240B-99BF-DC43-6C5B-3C46B8196061}"/>
          </ac:spMkLst>
        </pc:spChg>
        <pc:spChg chg="del">
          <ac:chgData name="he zhendong/0494938/何　振東" userId="022da341-ef73-48fb-bc20-f47322bbf998" providerId="ADAL" clId="{9E891F1E-6875-4812-ACD0-C456DB8467F3}" dt="2025-09-18T08:21:48.132" v="3894" actId="478"/>
          <ac:spMkLst>
            <pc:docMk/>
            <pc:sldMk cId="0" sldId="16772967"/>
            <ac:spMk id="61" creationId="{65FB0837-7167-8973-3D72-80F256E77649}"/>
          </ac:spMkLst>
        </pc:spChg>
        <pc:spChg chg="del">
          <ac:chgData name="he zhendong/0494938/何　振東" userId="022da341-ef73-48fb-bc20-f47322bbf998" providerId="ADAL" clId="{9E891F1E-6875-4812-ACD0-C456DB8467F3}" dt="2025-09-18T08:21:48.132" v="3894" actId="478"/>
          <ac:spMkLst>
            <pc:docMk/>
            <pc:sldMk cId="0" sldId="16772967"/>
            <ac:spMk id="62" creationId="{27E27587-69DB-49B1-7316-217118F78F95}"/>
          </ac:spMkLst>
        </pc:spChg>
        <pc:spChg chg="del">
          <ac:chgData name="he zhendong/0494938/何　振東" userId="022da341-ef73-48fb-bc20-f47322bbf998" providerId="ADAL" clId="{9E891F1E-6875-4812-ACD0-C456DB8467F3}" dt="2025-09-18T08:22:43.142" v="3955" actId="478"/>
          <ac:spMkLst>
            <pc:docMk/>
            <pc:sldMk cId="0" sldId="16772967"/>
            <ac:spMk id="63" creationId="{D60AB718-E842-73AE-D666-4B2526D927BD}"/>
          </ac:spMkLst>
        </pc:spChg>
        <pc:spChg chg="del">
          <ac:chgData name="he zhendong/0494938/何　振東" userId="022da341-ef73-48fb-bc20-f47322bbf998" providerId="ADAL" clId="{9E891F1E-6875-4812-ACD0-C456DB8467F3}" dt="2025-09-18T08:23:53.361" v="3979" actId="478"/>
          <ac:spMkLst>
            <pc:docMk/>
            <pc:sldMk cId="0" sldId="16772967"/>
            <ac:spMk id="64" creationId="{F0FECF35-6556-3A84-A85A-316920327CA1}"/>
          </ac:spMkLst>
        </pc:spChg>
        <pc:spChg chg="mod">
          <ac:chgData name="he zhendong/0494938/何　振東" userId="022da341-ef73-48fb-bc20-f47322bbf998" providerId="ADAL" clId="{9E891F1E-6875-4812-ACD0-C456DB8467F3}" dt="2025-09-18T08:44:26.056" v="4401" actId="1037"/>
          <ac:spMkLst>
            <pc:docMk/>
            <pc:sldMk cId="0" sldId="16772967"/>
            <ac:spMk id="66" creationId="{729ACF5A-6C08-9321-59AC-2A95FA462070}"/>
          </ac:spMkLst>
        </pc:spChg>
        <pc:spChg chg="mod">
          <ac:chgData name="he zhendong/0494938/何　振東" userId="022da341-ef73-48fb-bc20-f47322bbf998" providerId="ADAL" clId="{9E891F1E-6875-4812-ACD0-C456DB8467F3}" dt="2025-09-18T08:44:26.056" v="4401" actId="1037"/>
          <ac:spMkLst>
            <pc:docMk/>
            <pc:sldMk cId="0" sldId="16772967"/>
            <ac:spMk id="67" creationId="{0159BF61-3FDE-05DE-EC82-2289BBED6EF8}"/>
          </ac:spMkLst>
        </pc:spChg>
        <pc:spChg chg="del">
          <ac:chgData name="he zhendong/0494938/何　振東" userId="022da341-ef73-48fb-bc20-f47322bbf998" providerId="ADAL" clId="{9E891F1E-6875-4812-ACD0-C456DB8467F3}" dt="2025-09-18T08:23:14.544" v="3972" actId="478"/>
          <ac:spMkLst>
            <pc:docMk/>
            <pc:sldMk cId="0" sldId="16772967"/>
            <ac:spMk id="68" creationId="{1438B89A-5822-DD47-F072-1B947F8D6298}"/>
          </ac:spMkLst>
        </pc:spChg>
        <pc:spChg chg="del">
          <ac:chgData name="he zhendong/0494938/何　振東" userId="022da341-ef73-48fb-bc20-f47322bbf998" providerId="ADAL" clId="{9E891F1E-6875-4812-ACD0-C456DB8467F3}" dt="2025-09-18T08:22:38.976" v="3954" actId="478"/>
          <ac:spMkLst>
            <pc:docMk/>
            <pc:sldMk cId="0" sldId="16772967"/>
            <ac:spMk id="70" creationId="{666F27B6-AA2D-A8A4-3ADE-5CB91D86A1CD}"/>
          </ac:spMkLst>
        </pc:spChg>
        <pc:spChg chg="del">
          <ac:chgData name="he zhendong/0494938/何　振東" userId="022da341-ef73-48fb-bc20-f47322bbf998" providerId="ADAL" clId="{9E891F1E-6875-4812-ACD0-C456DB8467F3}" dt="2025-09-18T08:22:38.103" v="3953" actId="478"/>
          <ac:spMkLst>
            <pc:docMk/>
            <pc:sldMk cId="0" sldId="16772967"/>
            <ac:spMk id="71" creationId="{A2ABED4D-BB96-53F9-291D-28ECCC5A9F50}"/>
          </ac:spMkLst>
        </pc:spChg>
        <pc:spChg chg="mod">
          <ac:chgData name="he zhendong/0494938/何　振東" userId="022da341-ef73-48fb-bc20-f47322bbf998" providerId="ADAL" clId="{9E891F1E-6875-4812-ACD0-C456DB8467F3}" dt="2025-09-18T12:23:43.011" v="6551" actId="6549"/>
          <ac:spMkLst>
            <pc:docMk/>
            <pc:sldMk cId="0" sldId="16772967"/>
            <ac:spMk id="72" creationId="{45CC9BA9-20E2-E49C-E046-3B3B031AC814}"/>
          </ac:spMkLst>
        </pc:spChg>
        <pc:spChg chg="del">
          <ac:chgData name="he zhendong/0494938/何　振東" userId="022da341-ef73-48fb-bc20-f47322bbf998" providerId="ADAL" clId="{9E891F1E-6875-4812-ACD0-C456DB8467F3}" dt="2025-09-18T08:25:15.515" v="4017" actId="478"/>
          <ac:spMkLst>
            <pc:docMk/>
            <pc:sldMk cId="0" sldId="16772967"/>
            <ac:spMk id="73" creationId="{89FA8172-F1DC-B153-DB7A-8D0EFA0148C7}"/>
          </ac:spMkLst>
        </pc:spChg>
        <pc:spChg chg="mod">
          <ac:chgData name="he zhendong/0494938/何　振東" userId="022da341-ef73-48fb-bc20-f47322bbf998" providerId="ADAL" clId="{9E891F1E-6875-4812-ACD0-C456DB8467F3}" dt="2025-09-18T08:36:15.940" v="4244" actId="1076"/>
          <ac:spMkLst>
            <pc:docMk/>
            <pc:sldMk cId="0" sldId="16772967"/>
            <ac:spMk id="74" creationId="{E4BF100E-DCF3-6932-F379-D576C6718375}"/>
          </ac:spMkLst>
        </pc:spChg>
        <pc:spChg chg="add del mod">
          <ac:chgData name="he zhendong/0494938/何　振東" userId="022da341-ef73-48fb-bc20-f47322bbf998" providerId="ADAL" clId="{9E891F1E-6875-4812-ACD0-C456DB8467F3}" dt="2025-09-18T08:25:07.068" v="3991" actId="478"/>
          <ac:spMkLst>
            <pc:docMk/>
            <pc:sldMk cId="0" sldId="16772967"/>
            <ac:spMk id="75" creationId="{CBFEE290-0A5D-2782-B54E-C518BA56E096}"/>
          </ac:spMkLst>
        </pc:spChg>
        <pc:spChg chg="del">
          <ac:chgData name="he zhendong/0494938/何　振東" userId="022da341-ef73-48fb-bc20-f47322bbf998" providerId="ADAL" clId="{9E891F1E-6875-4812-ACD0-C456DB8467F3}" dt="2025-09-18T08:37:17.609" v="4254" actId="478"/>
          <ac:spMkLst>
            <pc:docMk/>
            <pc:sldMk cId="0" sldId="16772967"/>
            <ac:spMk id="77" creationId="{7C197B49-4B98-596B-F65A-B5A094F4A8B0}"/>
          </ac:spMkLst>
        </pc:spChg>
        <pc:spChg chg="mod">
          <ac:chgData name="he zhendong/0494938/何　振東" userId="022da341-ef73-48fb-bc20-f47322bbf998" providerId="ADAL" clId="{9E891F1E-6875-4812-ACD0-C456DB8467F3}" dt="2025-09-18T08:44:26.056" v="4401" actId="1037"/>
          <ac:spMkLst>
            <pc:docMk/>
            <pc:sldMk cId="0" sldId="16772967"/>
            <ac:spMk id="78" creationId="{67838BC0-8257-718E-D0B6-C3B63BA60C8F}"/>
          </ac:spMkLst>
        </pc:spChg>
        <pc:spChg chg="mod">
          <ac:chgData name="he zhendong/0494938/何　振東" userId="022da341-ef73-48fb-bc20-f47322bbf998" providerId="ADAL" clId="{9E891F1E-6875-4812-ACD0-C456DB8467F3}" dt="2025-09-18T16:13:45.506" v="6815" actId="5793"/>
          <ac:spMkLst>
            <pc:docMk/>
            <pc:sldMk cId="0" sldId="16772967"/>
            <ac:spMk id="79" creationId="{117F2DB8-735C-AB14-0186-227D6C4F9863}"/>
          </ac:spMkLst>
        </pc:spChg>
        <pc:spChg chg="del">
          <ac:chgData name="he zhendong/0494938/何　振東" userId="022da341-ef73-48fb-bc20-f47322bbf998" providerId="ADAL" clId="{9E891F1E-6875-4812-ACD0-C456DB8467F3}" dt="2025-09-18T08:20:39.336" v="3871" actId="478"/>
          <ac:spMkLst>
            <pc:docMk/>
            <pc:sldMk cId="0" sldId="16772967"/>
            <ac:spMk id="80" creationId="{5E66E3B7-25AD-C2F1-C05A-EA892A802886}"/>
          </ac:spMkLst>
        </pc:spChg>
        <pc:spChg chg="del">
          <ac:chgData name="he zhendong/0494938/何　振東" userId="022da341-ef73-48fb-bc20-f47322bbf998" providerId="ADAL" clId="{9E891F1E-6875-4812-ACD0-C456DB8467F3}" dt="2025-09-18T08:23:14.544" v="3972" actId="478"/>
          <ac:spMkLst>
            <pc:docMk/>
            <pc:sldMk cId="0" sldId="16772967"/>
            <ac:spMk id="81" creationId="{A89A3CC2-3AFB-E2FF-BD57-D827D60EBE46}"/>
          </ac:spMkLst>
        </pc:spChg>
        <pc:spChg chg="del">
          <ac:chgData name="he zhendong/0494938/何　振東" userId="022da341-ef73-48fb-bc20-f47322bbf998" providerId="ADAL" clId="{9E891F1E-6875-4812-ACD0-C456DB8467F3}" dt="2025-09-18T08:23:14.544" v="3972" actId="478"/>
          <ac:spMkLst>
            <pc:docMk/>
            <pc:sldMk cId="0" sldId="16772967"/>
            <ac:spMk id="82" creationId="{A219B74B-B483-D6D7-8472-63CC6DC3ACDF}"/>
          </ac:spMkLst>
        </pc:spChg>
        <pc:spChg chg="del">
          <ac:chgData name="he zhendong/0494938/何　振東" userId="022da341-ef73-48fb-bc20-f47322bbf998" providerId="ADAL" clId="{9E891F1E-6875-4812-ACD0-C456DB8467F3}" dt="2025-09-18T08:23:14.544" v="3972" actId="478"/>
          <ac:spMkLst>
            <pc:docMk/>
            <pc:sldMk cId="0" sldId="16772967"/>
            <ac:spMk id="83" creationId="{767ED971-203C-B543-9C42-FD8EBFB5AC7E}"/>
          </ac:spMkLst>
        </pc:spChg>
        <pc:spChg chg="del">
          <ac:chgData name="he zhendong/0494938/何　振東" userId="022da341-ef73-48fb-bc20-f47322bbf998" providerId="ADAL" clId="{9E891F1E-6875-4812-ACD0-C456DB8467F3}" dt="2025-09-18T08:23:14.544" v="3972" actId="478"/>
          <ac:spMkLst>
            <pc:docMk/>
            <pc:sldMk cId="0" sldId="16772967"/>
            <ac:spMk id="84" creationId="{73DCB070-4611-2A78-47B1-539FA5CD396A}"/>
          </ac:spMkLst>
        </pc:spChg>
        <pc:spChg chg="del">
          <ac:chgData name="he zhendong/0494938/何　振東" userId="022da341-ef73-48fb-bc20-f47322bbf998" providerId="ADAL" clId="{9E891F1E-6875-4812-ACD0-C456DB8467F3}" dt="2025-09-18T08:23:14.544" v="3972" actId="478"/>
          <ac:spMkLst>
            <pc:docMk/>
            <pc:sldMk cId="0" sldId="16772967"/>
            <ac:spMk id="85" creationId="{1AD6DDBC-C236-9701-40D8-717387236CDF}"/>
          </ac:spMkLst>
        </pc:spChg>
        <pc:spChg chg="del">
          <ac:chgData name="he zhendong/0494938/何　振東" userId="022da341-ef73-48fb-bc20-f47322bbf998" providerId="ADAL" clId="{9E891F1E-6875-4812-ACD0-C456DB8467F3}" dt="2025-09-18T08:23:21.974" v="3974" actId="478"/>
          <ac:spMkLst>
            <pc:docMk/>
            <pc:sldMk cId="0" sldId="16772967"/>
            <ac:spMk id="87" creationId="{9573A456-D610-DB7E-9417-5F0E85DDB9EF}"/>
          </ac:spMkLst>
        </pc:spChg>
        <pc:spChg chg="del">
          <ac:chgData name="he zhendong/0494938/何　振東" userId="022da341-ef73-48fb-bc20-f47322bbf998" providerId="ADAL" clId="{9E891F1E-6875-4812-ACD0-C456DB8467F3}" dt="2025-09-18T08:21:12.125" v="3889" actId="478"/>
          <ac:spMkLst>
            <pc:docMk/>
            <pc:sldMk cId="0" sldId="16772967"/>
            <ac:spMk id="88" creationId="{C6EE7EC3-F4AB-0D4C-95F9-26DFA5835843}"/>
          </ac:spMkLst>
        </pc:spChg>
        <pc:spChg chg="add mod">
          <ac:chgData name="he zhendong/0494938/何　振東" userId="022da341-ef73-48fb-bc20-f47322bbf998" providerId="ADAL" clId="{9E891F1E-6875-4812-ACD0-C456DB8467F3}" dt="2025-09-18T16:08:13.158" v="6665" actId="207"/>
          <ac:spMkLst>
            <pc:docMk/>
            <pc:sldMk cId="0" sldId="16772967"/>
            <ac:spMk id="96" creationId="{601F555D-9479-AED5-4FAC-5A364D2637CD}"/>
          </ac:spMkLst>
        </pc:spChg>
        <pc:cxnChg chg="mod">
          <ac:chgData name="he zhendong/0494938/何　振東" userId="022da341-ef73-48fb-bc20-f47322bbf998" providerId="ADAL" clId="{9E891F1E-6875-4812-ACD0-C456DB8467F3}" dt="2025-09-18T08:40:37.720" v="4362" actId="1038"/>
          <ac:cxnSpMkLst>
            <pc:docMk/>
            <pc:sldMk cId="0" sldId="16772967"/>
            <ac:cxnSpMk id="12" creationId="{9E45B141-258E-B087-8B9B-B2E1A62F2966}"/>
          </ac:cxnSpMkLst>
        </pc:cxnChg>
        <pc:cxnChg chg="mod">
          <ac:chgData name="he zhendong/0494938/何　振東" userId="022da341-ef73-48fb-bc20-f47322bbf998" providerId="ADAL" clId="{9E891F1E-6875-4812-ACD0-C456DB8467F3}" dt="2025-09-18T08:35:21.383" v="4235" actId="12789"/>
          <ac:cxnSpMkLst>
            <pc:docMk/>
            <pc:sldMk cId="0" sldId="16772967"/>
            <ac:cxnSpMk id="13" creationId="{11B4CD0B-EC79-5C9F-3A86-9E0B06AD825C}"/>
          </ac:cxnSpMkLst>
        </pc:cxnChg>
        <pc:cxnChg chg="mod">
          <ac:chgData name="he zhendong/0494938/何　振東" userId="022da341-ef73-48fb-bc20-f47322bbf998" providerId="ADAL" clId="{9E891F1E-6875-4812-ACD0-C456DB8467F3}" dt="2025-09-18T08:35:11.162" v="4234" actId="14100"/>
          <ac:cxnSpMkLst>
            <pc:docMk/>
            <pc:sldMk cId="0" sldId="16772967"/>
            <ac:cxnSpMk id="24" creationId="{1B9626BA-8FCE-E813-819B-1FAC803F9087}"/>
          </ac:cxnSpMkLst>
        </pc:cxnChg>
        <pc:cxnChg chg="del mod">
          <ac:chgData name="he zhendong/0494938/何　振東" userId="022da341-ef73-48fb-bc20-f47322bbf998" providerId="ADAL" clId="{9E891F1E-6875-4812-ACD0-C456DB8467F3}" dt="2025-09-18T08:21:51.433" v="3897" actId="478"/>
          <ac:cxnSpMkLst>
            <pc:docMk/>
            <pc:sldMk cId="0" sldId="16772967"/>
            <ac:cxnSpMk id="25" creationId="{872DA4F5-1A57-3976-2E35-075CD3BBC430}"/>
          </ac:cxnSpMkLst>
        </pc:cxnChg>
        <pc:cxnChg chg="mod">
          <ac:chgData name="he zhendong/0494938/何　振東" userId="022da341-ef73-48fb-bc20-f47322bbf998" providerId="ADAL" clId="{9E891F1E-6875-4812-ACD0-C456DB8467F3}" dt="2025-09-18T08:40:37.720" v="4362" actId="1038"/>
          <ac:cxnSpMkLst>
            <pc:docMk/>
            <pc:sldMk cId="0" sldId="16772967"/>
            <ac:cxnSpMk id="27" creationId="{FF5D66F0-ED55-C441-D779-A68168BA0F73}"/>
          </ac:cxnSpMkLst>
        </pc:cxnChg>
        <pc:cxnChg chg="del mod">
          <ac:chgData name="he zhendong/0494938/何　振東" userId="022da341-ef73-48fb-bc20-f47322bbf998" providerId="ADAL" clId="{9E891F1E-6875-4812-ACD0-C456DB8467F3}" dt="2025-09-18T08:21:50.802" v="3896" actId="478"/>
          <ac:cxnSpMkLst>
            <pc:docMk/>
            <pc:sldMk cId="0" sldId="16772967"/>
            <ac:cxnSpMk id="28" creationId="{488A4BEC-D8E8-1166-A459-33243FA2BEDE}"/>
          </ac:cxnSpMkLst>
        </pc:cxnChg>
        <pc:cxnChg chg="del mod">
          <ac:chgData name="he zhendong/0494938/何　振東" userId="022da341-ef73-48fb-bc20-f47322bbf998" providerId="ADAL" clId="{9E891F1E-6875-4812-ACD0-C456DB8467F3}" dt="2025-09-18T08:21:49.755" v="3895" actId="478"/>
          <ac:cxnSpMkLst>
            <pc:docMk/>
            <pc:sldMk cId="0" sldId="16772967"/>
            <ac:cxnSpMk id="29" creationId="{07AA6A18-C79C-6D8D-8C99-3BAF00E140AC}"/>
          </ac:cxnSpMkLst>
        </pc:cxnChg>
        <pc:cxnChg chg="mod">
          <ac:chgData name="he zhendong/0494938/何　振東" userId="022da341-ef73-48fb-bc20-f47322bbf998" providerId="ADAL" clId="{9E891F1E-6875-4812-ACD0-C456DB8467F3}" dt="2025-09-18T08:34:57.490" v="4232" actId="1035"/>
          <ac:cxnSpMkLst>
            <pc:docMk/>
            <pc:sldMk cId="0" sldId="16772967"/>
            <ac:cxnSpMk id="30" creationId="{4DEFCB05-6372-E348-929B-20757232D221}"/>
          </ac:cxnSpMkLst>
        </pc:cxnChg>
        <pc:cxnChg chg="del mod">
          <ac:chgData name="he zhendong/0494938/何　振東" userId="022da341-ef73-48fb-bc20-f47322bbf998" providerId="ADAL" clId="{9E891F1E-6875-4812-ACD0-C456DB8467F3}" dt="2025-09-18T08:24:04.314" v="3982" actId="478"/>
          <ac:cxnSpMkLst>
            <pc:docMk/>
            <pc:sldMk cId="0" sldId="16772967"/>
            <ac:cxnSpMk id="31" creationId="{A5257BC9-B5E2-4070-6A8F-358042B7178D}"/>
          </ac:cxnSpMkLst>
        </pc:cxnChg>
        <pc:cxnChg chg="del mod">
          <ac:chgData name="he zhendong/0494938/何　振東" userId="022da341-ef73-48fb-bc20-f47322bbf998" providerId="ADAL" clId="{9E891F1E-6875-4812-ACD0-C456DB8467F3}" dt="2025-09-18T08:23:51.737" v="3978" actId="478"/>
          <ac:cxnSpMkLst>
            <pc:docMk/>
            <pc:sldMk cId="0" sldId="16772967"/>
            <ac:cxnSpMk id="40" creationId="{2F74BD6D-A8A8-BD63-A9BD-8AD8A512361C}"/>
          </ac:cxnSpMkLst>
        </pc:cxnChg>
        <pc:cxnChg chg="del mod">
          <ac:chgData name="he zhendong/0494938/何　振東" userId="022da341-ef73-48fb-bc20-f47322bbf998" providerId="ADAL" clId="{9E891F1E-6875-4812-ACD0-C456DB8467F3}" dt="2025-09-18T08:19:59.916" v="3812" actId="478"/>
          <ac:cxnSpMkLst>
            <pc:docMk/>
            <pc:sldMk cId="0" sldId="16772967"/>
            <ac:cxnSpMk id="41" creationId="{C4B30541-8B19-5BB0-7485-36DFA3F3A835}"/>
          </ac:cxnSpMkLst>
        </pc:cxnChg>
        <pc:cxnChg chg="add del mod">
          <ac:chgData name="he zhendong/0494938/何　振東" userId="022da341-ef73-48fb-bc20-f47322bbf998" providerId="ADAL" clId="{9E891F1E-6875-4812-ACD0-C456DB8467F3}" dt="2025-09-18T08:25:03.845" v="3990" actId="478"/>
          <ac:cxnSpMkLst>
            <pc:docMk/>
            <pc:sldMk cId="0" sldId="16772967"/>
            <ac:cxnSpMk id="43" creationId="{EB86B02C-112A-D77C-78BD-1E9AAB62DAB8}"/>
          </ac:cxnSpMkLst>
        </pc:cxnChg>
        <pc:cxnChg chg="mod">
          <ac:chgData name="he zhendong/0494938/何　振東" userId="022da341-ef73-48fb-bc20-f47322bbf998" providerId="ADAL" clId="{9E891F1E-6875-4812-ACD0-C456DB8467F3}" dt="2025-09-18T08:35:21.383" v="4235" actId="12789"/>
          <ac:cxnSpMkLst>
            <pc:docMk/>
            <pc:sldMk cId="0" sldId="16772967"/>
            <ac:cxnSpMk id="47" creationId="{CFB1942F-9A15-314C-5CD5-964EAFF8DA24}"/>
          </ac:cxnSpMkLst>
        </pc:cxnChg>
        <pc:cxnChg chg="mod">
          <ac:chgData name="he zhendong/0494938/何　振東" userId="022da341-ef73-48fb-bc20-f47322bbf998" providerId="ADAL" clId="{9E891F1E-6875-4812-ACD0-C456DB8467F3}" dt="2025-09-18T08:35:21.383" v="4235" actId="12789"/>
          <ac:cxnSpMkLst>
            <pc:docMk/>
            <pc:sldMk cId="0" sldId="16772967"/>
            <ac:cxnSpMk id="51" creationId="{368FA122-369C-C9E5-E801-F33B823A2D47}"/>
          </ac:cxnSpMkLst>
        </pc:cxnChg>
        <pc:cxnChg chg="mod">
          <ac:chgData name="he zhendong/0494938/何　振東" userId="022da341-ef73-48fb-bc20-f47322bbf998" providerId="ADAL" clId="{9E891F1E-6875-4812-ACD0-C456DB8467F3}" dt="2025-09-18T08:25:49.658" v="4144" actId="1038"/>
          <ac:cxnSpMkLst>
            <pc:docMk/>
            <pc:sldMk cId="0" sldId="16772967"/>
            <ac:cxnSpMk id="53" creationId="{285763A7-1F61-684C-B8ED-4013DD0D3BB4}"/>
          </ac:cxnSpMkLst>
        </pc:cxnChg>
        <pc:cxnChg chg="del mod">
          <ac:chgData name="he zhendong/0494938/何　振東" userId="022da341-ef73-48fb-bc20-f47322bbf998" providerId="ADAL" clId="{9E891F1E-6875-4812-ACD0-C456DB8467F3}" dt="2025-09-18T08:25:55.344" v="4145" actId="478"/>
          <ac:cxnSpMkLst>
            <pc:docMk/>
            <pc:sldMk cId="0" sldId="16772967"/>
            <ac:cxnSpMk id="54" creationId="{850D592F-CAB3-BF4B-F87C-F9B40252BE35}"/>
          </ac:cxnSpMkLst>
        </pc:cxnChg>
        <pc:cxnChg chg="mod">
          <ac:chgData name="he zhendong/0494938/何　振東" userId="022da341-ef73-48fb-bc20-f47322bbf998" providerId="ADAL" clId="{9E891F1E-6875-4812-ACD0-C456DB8467F3}" dt="2025-09-18T08:25:10.592" v="4016" actId="1035"/>
          <ac:cxnSpMkLst>
            <pc:docMk/>
            <pc:sldMk cId="0" sldId="16772967"/>
            <ac:cxnSpMk id="55" creationId="{485E4F7D-96B6-4A9A-15A4-BAB4817221B8}"/>
          </ac:cxnSpMkLst>
        </pc:cxnChg>
        <pc:cxnChg chg="mod">
          <ac:chgData name="he zhendong/0494938/何　振東" userId="022da341-ef73-48fb-bc20-f47322bbf998" providerId="ADAL" clId="{9E891F1E-6875-4812-ACD0-C456DB8467F3}" dt="2025-09-18T08:35:21.383" v="4235" actId="12789"/>
          <ac:cxnSpMkLst>
            <pc:docMk/>
            <pc:sldMk cId="0" sldId="16772967"/>
            <ac:cxnSpMk id="56" creationId="{3F861241-9381-374C-CC34-E526F15D5EEC}"/>
          </ac:cxnSpMkLst>
        </pc:cxnChg>
        <pc:cxnChg chg="del mod">
          <ac:chgData name="he zhendong/0494938/何　振東" userId="022da341-ef73-48fb-bc20-f47322bbf998" providerId="ADAL" clId="{9E891F1E-6875-4812-ACD0-C456DB8467F3}" dt="2025-09-18T08:23:21.974" v="3974" actId="478"/>
          <ac:cxnSpMkLst>
            <pc:docMk/>
            <pc:sldMk cId="0" sldId="16772967"/>
            <ac:cxnSpMk id="57" creationId="{559B2202-DA05-C46C-924A-3E78F963E80E}"/>
          </ac:cxnSpMkLst>
        </pc:cxnChg>
        <pc:cxnChg chg="mod">
          <ac:chgData name="he zhendong/0494938/何　振東" userId="022da341-ef73-48fb-bc20-f47322bbf998" providerId="ADAL" clId="{9E891F1E-6875-4812-ACD0-C456DB8467F3}" dt="2025-09-18T08:39:31.046" v="4333" actId="14100"/>
          <ac:cxnSpMkLst>
            <pc:docMk/>
            <pc:sldMk cId="0" sldId="16772967"/>
            <ac:cxnSpMk id="58" creationId="{D0C51975-B43C-A1EF-CFDD-420654B1A2E7}"/>
          </ac:cxnSpMkLst>
        </pc:cxnChg>
        <pc:cxnChg chg="mod">
          <ac:chgData name="he zhendong/0494938/何　振東" userId="022da341-ef73-48fb-bc20-f47322bbf998" providerId="ADAL" clId="{9E891F1E-6875-4812-ACD0-C456DB8467F3}" dt="2025-09-18T08:35:32.721" v="4237" actId="14100"/>
          <ac:cxnSpMkLst>
            <pc:docMk/>
            <pc:sldMk cId="0" sldId="16772967"/>
            <ac:cxnSpMk id="65" creationId="{D5CE732D-32E5-5B0D-A7E7-BEE2405C60C8}"/>
          </ac:cxnSpMkLst>
        </pc:cxnChg>
        <pc:cxnChg chg="del mod">
          <ac:chgData name="he zhendong/0494938/何　振東" userId="022da341-ef73-48fb-bc20-f47322bbf998" providerId="ADAL" clId="{9E891F1E-6875-4812-ACD0-C456DB8467F3}" dt="2025-09-18T08:20:39.336" v="3871" actId="478"/>
          <ac:cxnSpMkLst>
            <pc:docMk/>
            <pc:sldMk cId="0" sldId="16772967"/>
            <ac:cxnSpMk id="69" creationId="{9AEA17E0-6906-3272-B29A-30476916F78B}"/>
          </ac:cxnSpMkLst>
        </pc:cxnChg>
        <pc:cxnChg chg="add del mod">
          <ac:chgData name="he zhendong/0494938/何　振東" userId="022da341-ef73-48fb-bc20-f47322bbf998" providerId="ADAL" clId="{9E891F1E-6875-4812-ACD0-C456DB8467F3}" dt="2025-09-18T08:36:26.514" v="4247" actId="14100"/>
          <ac:cxnSpMkLst>
            <pc:docMk/>
            <pc:sldMk cId="0" sldId="16772967"/>
            <ac:cxnSpMk id="76" creationId="{C861C588-DA30-1FE8-CCC2-9EE5332D0F22}"/>
          </ac:cxnSpMkLst>
        </pc:cxnChg>
        <pc:cxnChg chg="del mod">
          <ac:chgData name="he zhendong/0494938/何　振東" userId="022da341-ef73-48fb-bc20-f47322bbf998" providerId="ADAL" clId="{9E891F1E-6875-4812-ACD0-C456DB8467F3}" dt="2025-09-18T08:38:09.056" v="4308" actId="478"/>
          <ac:cxnSpMkLst>
            <pc:docMk/>
            <pc:sldMk cId="0" sldId="16772967"/>
            <ac:cxnSpMk id="86" creationId="{14EED942-D808-516D-557B-E45E688E7C82}"/>
          </ac:cxnSpMkLst>
        </pc:cxnChg>
        <pc:cxnChg chg="mod">
          <ac:chgData name="he zhendong/0494938/何　振東" userId="022da341-ef73-48fb-bc20-f47322bbf998" providerId="ADAL" clId="{9E891F1E-6875-4812-ACD0-C456DB8467F3}" dt="2025-09-18T08:40:45.821" v="4363" actId="14100"/>
          <ac:cxnSpMkLst>
            <pc:docMk/>
            <pc:sldMk cId="0" sldId="16772967"/>
            <ac:cxnSpMk id="89" creationId="{93561D37-214F-DEC0-23A2-48D9B0114278}"/>
          </ac:cxnSpMkLst>
        </pc:cxnChg>
        <pc:cxnChg chg="mod">
          <ac:chgData name="he zhendong/0494938/何　振東" userId="022da341-ef73-48fb-bc20-f47322bbf998" providerId="ADAL" clId="{9E891F1E-6875-4812-ACD0-C456DB8467F3}" dt="2025-09-18T08:40:45.821" v="4363" actId="14100"/>
          <ac:cxnSpMkLst>
            <pc:docMk/>
            <pc:sldMk cId="0" sldId="16772967"/>
            <ac:cxnSpMk id="90" creationId="{98DDB7CD-16A1-C017-C049-A18F2B9BB2F0}"/>
          </ac:cxnSpMkLst>
        </pc:cxnChg>
        <pc:cxnChg chg="add mod">
          <ac:chgData name="he zhendong/0494938/何　振東" userId="022da341-ef73-48fb-bc20-f47322bbf998" providerId="ADAL" clId="{9E891F1E-6875-4812-ACD0-C456DB8467F3}" dt="2025-09-18T08:37:02.969" v="4251" actId="14100"/>
          <ac:cxnSpMkLst>
            <pc:docMk/>
            <pc:sldMk cId="0" sldId="16772967"/>
            <ac:cxnSpMk id="125" creationId="{B9F154C0-D8FD-96EE-6CA3-38DFD74F4A53}"/>
          </ac:cxnSpMkLst>
        </pc:cxnChg>
        <pc:cxnChg chg="add mod">
          <ac:chgData name="he zhendong/0494938/何　振東" userId="022da341-ef73-48fb-bc20-f47322bbf998" providerId="ADAL" clId="{9E891F1E-6875-4812-ACD0-C456DB8467F3}" dt="2025-09-18T08:39:27.639" v="4332" actId="14100"/>
          <ac:cxnSpMkLst>
            <pc:docMk/>
            <pc:sldMk cId="0" sldId="16772967"/>
            <ac:cxnSpMk id="129" creationId="{878B4B2B-E57A-E011-D899-D3E9A43D1DCA}"/>
          </ac:cxnSpMkLst>
        </pc:cxnChg>
        <pc:cxnChg chg="add mod">
          <ac:chgData name="he zhendong/0494938/何　振東" userId="022da341-ef73-48fb-bc20-f47322bbf998" providerId="ADAL" clId="{9E891F1E-6875-4812-ACD0-C456DB8467F3}" dt="2025-09-18T08:41:33.890" v="4373" actId="14100"/>
          <ac:cxnSpMkLst>
            <pc:docMk/>
            <pc:sldMk cId="0" sldId="16772967"/>
            <ac:cxnSpMk id="141" creationId="{965E2D9E-AD9F-B7FA-B172-327035324BDF}"/>
          </ac:cxnSpMkLst>
        </pc:cxnChg>
        <pc:cxnChg chg="add mod">
          <ac:chgData name="he zhendong/0494938/何　振東" userId="022da341-ef73-48fb-bc20-f47322bbf998" providerId="ADAL" clId="{9E891F1E-6875-4812-ACD0-C456DB8467F3}" dt="2025-09-18T08:41:47.307" v="4378" actId="14100"/>
          <ac:cxnSpMkLst>
            <pc:docMk/>
            <pc:sldMk cId="0" sldId="16772967"/>
            <ac:cxnSpMk id="145" creationId="{CA808C40-634C-E3C4-7471-1D593035914D}"/>
          </ac:cxnSpMkLst>
        </pc:cxnChg>
      </pc:sldChg>
      <pc:sldChg chg="modSp del mod">
        <pc:chgData name="he zhendong/0494938/何　振東" userId="022da341-ef73-48fb-bc20-f47322bbf998" providerId="ADAL" clId="{9E891F1E-6875-4812-ACD0-C456DB8467F3}" dt="2025-09-19T06:21:32.369" v="6978" actId="47"/>
        <pc:sldMkLst>
          <pc:docMk/>
          <pc:sldMk cId="0" sldId="16772968"/>
        </pc:sldMkLst>
        <pc:graphicFrameChg chg="modGraphic">
          <ac:chgData name="he zhendong/0494938/何　振東" userId="022da341-ef73-48fb-bc20-f47322bbf998" providerId="ADAL" clId="{9E891F1E-6875-4812-ACD0-C456DB8467F3}" dt="2025-09-18T12:24:58.132" v="6555" actId="20577"/>
          <ac:graphicFrameMkLst>
            <pc:docMk/>
            <pc:sldMk cId="0" sldId="16772968"/>
            <ac:graphicFrameMk id="13" creationId="{CCEE3F59-435C-2042-9CB5-81A93BE17519}"/>
          </ac:graphicFrameMkLst>
        </pc:graphicFrameChg>
      </pc:sldChg>
      <pc:sldChg chg="del">
        <pc:chgData name="he zhendong/0494938/何　振東" userId="022da341-ef73-48fb-bc20-f47322bbf998" providerId="ADAL" clId="{9E891F1E-6875-4812-ACD0-C456DB8467F3}" dt="2025-09-18T12:46:18.637" v="6587" actId="47"/>
        <pc:sldMkLst>
          <pc:docMk/>
          <pc:sldMk cId="3996305701" sldId="16772969"/>
        </pc:sldMkLst>
      </pc:sldChg>
      <pc:sldChg chg="addSp delSp modSp del mod">
        <pc:chgData name="he zhendong/0494938/何　振東" userId="022da341-ef73-48fb-bc20-f47322bbf998" providerId="ADAL" clId="{9E891F1E-6875-4812-ACD0-C456DB8467F3}" dt="2025-09-19T06:21:32.369" v="6978" actId="47"/>
        <pc:sldMkLst>
          <pc:docMk/>
          <pc:sldMk cId="1024482199" sldId="16772970"/>
        </pc:sldMkLst>
        <pc:spChg chg="del">
          <ac:chgData name="he zhendong/0494938/何　振東" userId="022da341-ef73-48fb-bc20-f47322bbf998" providerId="ADAL" clId="{9E891F1E-6875-4812-ACD0-C456DB8467F3}" dt="2025-09-18T09:16:45.432" v="5771" actId="478"/>
          <ac:spMkLst>
            <pc:docMk/>
            <pc:sldMk cId="1024482199" sldId="16772970"/>
            <ac:spMk id="3" creationId="{00000000-0000-0000-0000-000000000000}"/>
          </ac:spMkLst>
        </pc:spChg>
        <pc:spChg chg="add del mod">
          <ac:chgData name="he zhendong/0494938/何　振東" userId="022da341-ef73-48fb-bc20-f47322bbf998" providerId="ADAL" clId="{9E891F1E-6875-4812-ACD0-C456DB8467F3}" dt="2025-09-18T09:18:58.295" v="5933" actId="478"/>
          <ac:spMkLst>
            <pc:docMk/>
            <pc:sldMk cId="1024482199" sldId="16772970"/>
            <ac:spMk id="15" creationId="{00000000-0000-0000-0000-000000000000}"/>
          </ac:spMkLst>
        </pc:spChg>
        <pc:graphicFrameChg chg="add del mod modGraphic">
          <ac:chgData name="he zhendong/0494938/何　振東" userId="022da341-ef73-48fb-bc20-f47322bbf998" providerId="ADAL" clId="{9E891F1E-6875-4812-ACD0-C456DB8467F3}" dt="2025-09-18T16:26:19.602" v="6957" actId="108"/>
          <ac:graphicFrameMkLst>
            <pc:docMk/>
            <pc:sldMk cId="1024482199" sldId="16772970"/>
            <ac:graphicFrameMk id="4" creationId="{7A494E27-83EC-A0A3-2082-E9A9D75C64D6}"/>
          </ac:graphicFrameMkLst>
        </pc:graphicFrameChg>
      </pc:sldChg>
      <pc:sldChg chg="modSp del mod">
        <pc:chgData name="he zhendong/0494938/何　振東" userId="022da341-ef73-48fb-bc20-f47322bbf998" providerId="ADAL" clId="{9E891F1E-6875-4812-ACD0-C456DB8467F3}" dt="2025-09-19T06:21:32.369" v="6978" actId="47"/>
        <pc:sldMkLst>
          <pc:docMk/>
          <pc:sldMk cId="0" sldId="16772971"/>
        </pc:sldMkLst>
        <pc:spChg chg="mod">
          <ac:chgData name="he zhendong/0494938/何　振東" userId="022da341-ef73-48fb-bc20-f47322bbf998" providerId="ADAL" clId="{9E891F1E-6875-4812-ACD0-C456DB8467F3}" dt="2025-09-18T16:27:35.434" v="6963" actId="255"/>
          <ac:spMkLst>
            <pc:docMk/>
            <pc:sldMk cId="0" sldId="16772971"/>
            <ac:spMk id="2" creationId="{00000000-0000-0000-0000-000000000000}"/>
          </ac:spMkLst>
        </pc:spChg>
        <pc:spChg chg="mod">
          <ac:chgData name="he zhendong/0494938/何　振東" userId="022da341-ef73-48fb-bc20-f47322bbf998" providerId="ADAL" clId="{9E891F1E-6875-4812-ACD0-C456DB8467F3}" dt="2025-09-18T16:18:58.108" v="6902" actId="14100"/>
          <ac:spMkLst>
            <pc:docMk/>
            <pc:sldMk cId="0" sldId="16772971"/>
            <ac:spMk id="15" creationId="{00000000-0000-0000-0000-000000000000}"/>
          </ac:spMkLst>
        </pc:spChg>
      </pc:sldChg>
      <pc:sldChg chg="modSp del mod">
        <pc:chgData name="he zhendong/0494938/何　振東" userId="022da341-ef73-48fb-bc20-f47322bbf998" providerId="ADAL" clId="{9E891F1E-6875-4812-ACD0-C456DB8467F3}" dt="2025-09-19T06:21:32.369" v="6978" actId="47"/>
        <pc:sldMkLst>
          <pc:docMk/>
          <pc:sldMk cId="0" sldId="16772972"/>
        </pc:sldMkLst>
        <pc:spChg chg="mod">
          <ac:chgData name="he zhendong/0494938/何　振東" userId="022da341-ef73-48fb-bc20-f47322bbf998" providerId="ADAL" clId="{9E891F1E-6875-4812-ACD0-C456DB8467F3}" dt="2025-09-18T16:28:10.586" v="6969" actId="255"/>
          <ac:spMkLst>
            <pc:docMk/>
            <pc:sldMk cId="0" sldId="16772972"/>
            <ac:spMk id="2" creationId="{00000000-0000-0000-0000-000000000000}"/>
          </ac:spMkLst>
        </pc:spChg>
        <pc:spChg chg="mod">
          <ac:chgData name="he zhendong/0494938/何　振東" userId="022da341-ef73-48fb-bc20-f47322bbf998" providerId="ADAL" clId="{9E891F1E-6875-4812-ACD0-C456DB8467F3}" dt="2025-09-18T16:18:07.695" v="6895" actId="14100"/>
          <ac:spMkLst>
            <pc:docMk/>
            <pc:sldMk cId="0" sldId="16772972"/>
            <ac:spMk id="5" creationId="{E49F7716-4ADD-887A-C09D-8DE5CD82D2E4}"/>
          </ac:spMkLst>
        </pc:spChg>
        <pc:spChg chg="mod">
          <ac:chgData name="he zhendong/0494938/何　振東" userId="022da341-ef73-48fb-bc20-f47322bbf998" providerId="ADAL" clId="{9E891F1E-6875-4812-ACD0-C456DB8467F3}" dt="2025-09-18T07:38:59.969" v="2427" actId="1035"/>
          <ac:spMkLst>
            <pc:docMk/>
            <pc:sldMk cId="0" sldId="16772972"/>
            <ac:spMk id="49" creationId="{00000000-0000-0000-0000-000000000000}"/>
          </ac:spMkLst>
        </pc:spChg>
        <pc:spChg chg="mod">
          <ac:chgData name="he zhendong/0494938/何　振東" userId="022da341-ef73-48fb-bc20-f47322bbf998" providerId="ADAL" clId="{9E891F1E-6875-4812-ACD0-C456DB8467F3}" dt="2025-09-18T07:38:59.969" v="2427" actId="1035"/>
          <ac:spMkLst>
            <pc:docMk/>
            <pc:sldMk cId="0" sldId="16772972"/>
            <ac:spMk id="51" creationId="{00000000-0000-0000-0000-000000000000}"/>
          </ac:spMkLst>
        </pc:spChg>
        <pc:spChg chg="mod">
          <ac:chgData name="he zhendong/0494938/何　振東" userId="022da341-ef73-48fb-bc20-f47322bbf998" providerId="ADAL" clId="{9E891F1E-6875-4812-ACD0-C456DB8467F3}" dt="2025-09-18T07:39:08.973" v="2428" actId="1076"/>
          <ac:spMkLst>
            <pc:docMk/>
            <pc:sldMk cId="0" sldId="16772972"/>
            <ac:spMk id="1057" creationId="{00000000-0000-0000-0000-000000000000}"/>
          </ac:spMkLst>
        </pc:spChg>
        <pc:picChg chg="mod">
          <ac:chgData name="he zhendong/0494938/何　振東" userId="022da341-ef73-48fb-bc20-f47322bbf998" providerId="ADAL" clId="{9E891F1E-6875-4812-ACD0-C456DB8467F3}" dt="2025-09-18T07:38:59.969" v="2427" actId="1035"/>
          <ac:picMkLst>
            <pc:docMk/>
            <pc:sldMk cId="0" sldId="16772972"/>
            <ac:picMk id="10" creationId="{00000000-0000-0000-0000-000000000000}"/>
          </ac:picMkLst>
        </pc:picChg>
        <pc:cxnChg chg="mod">
          <ac:chgData name="he zhendong/0494938/何　振東" userId="022da341-ef73-48fb-bc20-f47322bbf998" providerId="ADAL" clId="{9E891F1E-6875-4812-ACD0-C456DB8467F3}" dt="2025-09-18T07:38:59.969" v="2427" actId="1035"/>
          <ac:cxnSpMkLst>
            <pc:docMk/>
            <pc:sldMk cId="0" sldId="16772972"/>
            <ac:cxnSpMk id="22" creationId="{00000000-0000-0000-0000-000000000000}"/>
          </ac:cxnSpMkLst>
        </pc:cxnChg>
        <pc:cxnChg chg="mod">
          <ac:chgData name="he zhendong/0494938/何　振東" userId="022da341-ef73-48fb-bc20-f47322bbf998" providerId="ADAL" clId="{9E891F1E-6875-4812-ACD0-C456DB8467F3}" dt="2025-09-18T07:38:59.969" v="2427" actId="1035"/>
          <ac:cxnSpMkLst>
            <pc:docMk/>
            <pc:sldMk cId="0" sldId="16772972"/>
            <ac:cxnSpMk id="32" creationId="{00000000-0000-0000-0000-000000000000}"/>
          </ac:cxnSpMkLst>
        </pc:cxnChg>
        <pc:cxnChg chg="mod">
          <ac:chgData name="he zhendong/0494938/何　振東" userId="022da341-ef73-48fb-bc20-f47322bbf998" providerId="ADAL" clId="{9E891F1E-6875-4812-ACD0-C456DB8467F3}" dt="2025-09-18T16:17:50.816" v="6893" actId="14100"/>
          <ac:cxnSpMkLst>
            <pc:docMk/>
            <pc:sldMk cId="0" sldId="16772972"/>
            <ac:cxnSpMk id="39" creationId="{00000000-0000-0000-0000-000000000000}"/>
          </ac:cxnSpMkLst>
        </pc:cxnChg>
        <pc:cxnChg chg="mod">
          <ac:chgData name="he zhendong/0494938/何　振東" userId="022da341-ef73-48fb-bc20-f47322bbf998" providerId="ADAL" clId="{9E891F1E-6875-4812-ACD0-C456DB8467F3}" dt="2025-09-18T07:38:59.969" v="2427" actId="1035"/>
          <ac:cxnSpMkLst>
            <pc:docMk/>
            <pc:sldMk cId="0" sldId="16772972"/>
            <ac:cxnSpMk id="47" creationId="{00000000-0000-0000-0000-000000000000}"/>
          </ac:cxnSpMkLst>
        </pc:cxnChg>
        <pc:cxnChg chg="mod">
          <ac:chgData name="he zhendong/0494938/何　振東" userId="022da341-ef73-48fb-bc20-f47322bbf998" providerId="ADAL" clId="{9E891F1E-6875-4812-ACD0-C456DB8467F3}" dt="2025-09-18T07:38:59.969" v="2427" actId="1035"/>
          <ac:cxnSpMkLst>
            <pc:docMk/>
            <pc:sldMk cId="0" sldId="16772972"/>
            <ac:cxnSpMk id="50" creationId="{00000000-0000-0000-0000-000000000000}"/>
          </ac:cxnSpMkLst>
        </pc:cxnChg>
      </pc:sldChg>
      <pc:sldChg chg="del">
        <pc:chgData name="he zhendong/0494938/何　振東" userId="022da341-ef73-48fb-bc20-f47322bbf998" providerId="ADAL" clId="{9E891F1E-6875-4812-ACD0-C456DB8467F3}" dt="2025-09-18T15:07:34.607" v="6661" actId="47"/>
        <pc:sldMkLst>
          <pc:docMk/>
          <pc:sldMk cId="0" sldId="16772973"/>
        </pc:sldMkLst>
      </pc:sldChg>
      <pc:sldChg chg="del">
        <pc:chgData name="he zhendong/0494938/何　振東" userId="022da341-ef73-48fb-bc20-f47322bbf998" providerId="ADAL" clId="{9E891F1E-6875-4812-ACD0-C456DB8467F3}" dt="2025-09-18T15:07:34.607" v="6661" actId="47"/>
        <pc:sldMkLst>
          <pc:docMk/>
          <pc:sldMk cId="0" sldId="16776351"/>
        </pc:sldMkLst>
      </pc:sldChg>
      <pc:sldChg chg="addSp delSp modSp del mod">
        <pc:chgData name="he zhendong/0494938/何　振東" userId="022da341-ef73-48fb-bc20-f47322bbf998" providerId="ADAL" clId="{9E891F1E-6875-4812-ACD0-C456DB8467F3}" dt="2025-09-19T06:21:32.369" v="6978" actId="47"/>
        <pc:sldMkLst>
          <pc:docMk/>
          <pc:sldMk cId="0" sldId="16776352"/>
        </pc:sldMkLst>
        <pc:spChg chg="mod">
          <ac:chgData name="he zhendong/0494938/何　振東" userId="022da341-ef73-48fb-bc20-f47322bbf998" providerId="ADAL" clId="{9E891F1E-6875-4812-ACD0-C456DB8467F3}" dt="2025-09-18T16:27:11.017" v="6961" actId="20577"/>
          <ac:spMkLst>
            <pc:docMk/>
            <pc:sldMk cId="0" sldId="16776352"/>
            <ac:spMk id="2" creationId="{00000000-0000-0000-0000-000000000000}"/>
          </ac:spMkLst>
        </pc:spChg>
        <pc:spChg chg="add mod">
          <ac:chgData name="he zhendong/0494938/何　振東" userId="022da341-ef73-48fb-bc20-f47322bbf998" providerId="ADAL" clId="{9E891F1E-6875-4812-ACD0-C456DB8467F3}" dt="2025-09-18T16:11:54.673" v="6755" actId="1037"/>
          <ac:spMkLst>
            <pc:docMk/>
            <pc:sldMk cId="0" sldId="16776352"/>
            <ac:spMk id="6" creationId="{178FCCE8-4792-2D25-DA6F-82A527D5F1FA}"/>
          </ac:spMkLst>
        </pc:spChg>
        <pc:spChg chg="del">
          <ac:chgData name="he zhendong/0494938/何　振東" userId="022da341-ef73-48fb-bc20-f47322bbf998" providerId="ADAL" clId="{9E891F1E-6875-4812-ACD0-C456DB8467F3}" dt="2025-09-18T05:58:52.389" v="2279" actId="478"/>
          <ac:spMkLst>
            <pc:docMk/>
            <pc:sldMk cId="0" sldId="16776352"/>
            <ac:spMk id="7" creationId="{00000000-0000-0000-0000-000000000000}"/>
          </ac:spMkLst>
        </pc:spChg>
        <pc:spChg chg="add mod">
          <ac:chgData name="he zhendong/0494938/何　振東" userId="022da341-ef73-48fb-bc20-f47322bbf998" providerId="ADAL" clId="{9E891F1E-6875-4812-ACD0-C456DB8467F3}" dt="2025-09-18T16:12:11.212" v="6766" actId="14100"/>
          <ac:spMkLst>
            <pc:docMk/>
            <pc:sldMk cId="0" sldId="16776352"/>
            <ac:spMk id="7" creationId="{D37A1C8A-CE1F-BE36-7865-1CB2C53DCC46}"/>
          </ac:spMkLst>
        </pc:spChg>
        <pc:spChg chg="add del mod">
          <ac:chgData name="he zhendong/0494938/何　振東" userId="022da341-ef73-48fb-bc20-f47322bbf998" providerId="ADAL" clId="{9E891F1E-6875-4812-ACD0-C456DB8467F3}" dt="2025-09-18T08:03:32.628" v="3499" actId="478"/>
          <ac:spMkLst>
            <pc:docMk/>
            <pc:sldMk cId="0" sldId="16776352"/>
            <ac:spMk id="7" creationId="{F2A8E43D-94D0-7186-101D-6E90E831649D}"/>
          </ac:spMkLst>
        </pc:spChg>
        <pc:spChg chg="add mod">
          <ac:chgData name="he zhendong/0494938/何　振東" userId="022da341-ef73-48fb-bc20-f47322bbf998" providerId="ADAL" clId="{9E891F1E-6875-4812-ACD0-C456DB8467F3}" dt="2025-09-18T16:11:54.673" v="6755" actId="1037"/>
          <ac:spMkLst>
            <pc:docMk/>
            <pc:sldMk cId="0" sldId="16776352"/>
            <ac:spMk id="11" creationId="{26130295-4BA5-2BD7-6A42-E8D957747847}"/>
          </ac:spMkLst>
        </pc:spChg>
        <pc:spChg chg="mod">
          <ac:chgData name="he zhendong/0494938/何　振東" userId="022da341-ef73-48fb-bc20-f47322bbf998" providerId="ADAL" clId="{9E891F1E-6875-4812-ACD0-C456DB8467F3}" dt="2025-09-18T08:01:16.841" v="3444" actId="404"/>
          <ac:spMkLst>
            <pc:docMk/>
            <pc:sldMk cId="0" sldId="16776352"/>
            <ac:spMk id="15" creationId="{00000000-0000-0000-0000-000000000000}"/>
          </ac:spMkLst>
        </pc:spChg>
        <pc:spChg chg="add mod">
          <ac:chgData name="he zhendong/0494938/何　振東" userId="022da341-ef73-48fb-bc20-f47322bbf998" providerId="ADAL" clId="{9E891F1E-6875-4812-ACD0-C456DB8467F3}" dt="2025-09-18T16:11:54.673" v="6755" actId="1037"/>
          <ac:spMkLst>
            <pc:docMk/>
            <pc:sldMk cId="0" sldId="16776352"/>
            <ac:spMk id="19" creationId="{CE75689F-796A-9AA2-93B7-9CAA7765CEC1}"/>
          </ac:spMkLst>
        </pc:spChg>
        <pc:spChg chg="add mod">
          <ac:chgData name="he zhendong/0494938/何　振東" userId="022da341-ef73-48fb-bc20-f47322bbf998" providerId="ADAL" clId="{9E891F1E-6875-4812-ACD0-C456DB8467F3}" dt="2025-09-18T16:11:54.673" v="6755" actId="1037"/>
          <ac:spMkLst>
            <pc:docMk/>
            <pc:sldMk cId="0" sldId="16776352"/>
            <ac:spMk id="39" creationId="{617DB24C-6360-A48E-3E41-4A96593FC94F}"/>
          </ac:spMkLst>
        </pc:spChg>
        <pc:spChg chg="add del mod">
          <ac:chgData name="he zhendong/0494938/何　振東" userId="022da341-ef73-48fb-bc20-f47322bbf998" providerId="ADAL" clId="{9E891F1E-6875-4812-ACD0-C456DB8467F3}" dt="2025-09-18T16:11:38.854" v="6727" actId="478"/>
          <ac:spMkLst>
            <pc:docMk/>
            <pc:sldMk cId="0" sldId="16776352"/>
            <ac:spMk id="48" creationId="{CE3EA390-5740-436D-28B9-09C986BD2B2C}"/>
          </ac:spMkLst>
        </pc:spChg>
        <pc:picChg chg="add mod">
          <ac:chgData name="he zhendong/0494938/何　振東" userId="022da341-ef73-48fb-bc20-f47322bbf998" providerId="ADAL" clId="{9E891F1E-6875-4812-ACD0-C456DB8467F3}" dt="2025-09-18T16:11:54.673" v="6755" actId="1037"/>
          <ac:picMkLst>
            <pc:docMk/>
            <pc:sldMk cId="0" sldId="16776352"/>
            <ac:picMk id="3" creationId="{782386FB-898C-0717-BDB7-73A999872525}"/>
          </ac:picMkLst>
        </pc:picChg>
        <pc:picChg chg="add mod">
          <ac:chgData name="he zhendong/0494938/何　振東" userId="022da341-ef73-48fb-bc20-f47322bbf998" providerId="ADAL" clId="{9E891F1E-6875-4812-ACD0-C456DB8467F3}" dt="2025-09-18T16:11:54.673" v="6755" actId="1037"/>
          <ac:picMkLst>
            <pc:docMk/>
            <pc:sldMk cId="0" sldId="16776352"/>
            <ac:picMk id="4" creationId="{269F6357-5908-BEC3-1B53-CE426C0999BC}"/>
          </ac:picMkLst>
        </pc:picChg>
        <pc:picChg chg="add mod">
          <ac:chgData name="he zhendong/0494938/何　振東" userId="022da341-ef73-48fb-bc20-f47322bbf998" providerId="ADAL" clId="{9E891F1E-6875-4812-ACD0-C456DB8467F3}" dt="2025-09-18T16:11:54.673" v="6755" actId="1037"/>
          <ac:picMkLst>
            <pc:docMk/>
            <pc:sldMk cId="0" sldId="16776352"/>
            <ac:picMk id="5" creationId="{CD476A42-664A-A687-6190-EEA8F871DBF0}"/>
          </ac:picMkLst>
        </pc:picChg>
        <pc:picChg chg="add del mod">
          <ac:chgData name="he zhendong/0494938/何　振東" userId="022da341-ef73-48fb-bc20-f47322bbf998" providerId="ADAL" clId="{9E891F1E-6875-4812-ACD0-C456DB8467F3}" dt="2025-09-18T08:04:03.471" v="3506" actId="478"/>
          <ac:picMkLst>
            <pc:docMk/>
            <pc:sldMk cId="0" sldId="16776352"/>
            <ac:picMk id="10" creationId="{0971A8B8-887A-B081-1660-DD56BCB57618}"/>
          </ac:picMkLst>
        </pc:picChg>
        <pc:picChg chg="add mod">
          <ac:chgData name="he zhendong/0494938/何　振東" userId="022da341-ef73-48fb-bc20-f47322bbf998" providerId="ADAL" clId="{9E891F1E-6875-4812-ACD0-C456DB8467F3}" dt="2025-09-18T16:11:54.673" v="6755" actId="1037"/>
          <ac:picMkLst>
            <pc:docMk/>
            <pc:sldMk cId="0" sldId="16776352"/>
            <ac:picMk id="20" creationId="{36492227-8BCD-FE3A-26B9-76411D651CEA}"/>
          </ac:picMkLst>
        </pc:picChg>
        <pc:picChg chg="add del mod">
          <ac:chgData name="he zhendong/0494938/何　振東" userId="022da341-ef73-48fb-bc20-f47322bbf998" providerId="ADAL" clId="{9E891F1E-6875-4812-ACD0-C456DB8467F3}" dt="2025-09-18T16:10:26.045" v="6673" actId="478"/>
          <ac:picMkLst>
            <pc:docMk/>
            <pc:sldMk cId="0" sldId="16776352"/>
            <ac:picMk id="47" creationId="{6E75CB1C-50E2-60C7-707A-0CFFDB5C3D5C}"/>
          </ac:picMkLst>
        </pc:picChg>
        <pc:picChg chg="add mod">
          <ac:chgData name="he zhendong/0494938/何　振東" userId="022da341-ef73-48fb-bc20-f47322bbf998" providerId="ADAL" clId="{9E891F1E-6875-4812-ACD0-C456DB8467F3}" dt="2025-09-18T16:11:54.673" v="6755" actId="1037"/>
          <ac:picMkLst>
            <pc:docMk/>
            <pc:sldMk cId="0" sldId="16776352"/>
            <ac:picMk id="2050" creationId="{43295ADE-FC47-FFA1-997D-4CE580DDFC81}"/>
          </ac:picMkLst>
        </pc:picChg>
        <pc:cxnChg chg="add mod">
          <ac:chgData name="he zhendong/0494938/何　振東" userId="022da341-ef73-48fb-bc20-f47322bbf998" providerId="ADAL" clId="{9E891F1E-6875-4812-ACD0-C456DB8467F3}" dt="2025-09-18T08:08:53.780" v="3705" actId="14100"/>
          <ac:cxnSpMkLst>
            <pc:docMk/>
            <pc:sldMk cId="0" sldId="16776352"/>
            <ac:cxnSpMk id="9" creationId="{309FC341-0A55-57C8-568A-ADF49AF1D0A9}"/>
          </ac:cxnSpMkLst>
        </pc:cxnChg>
        <pc:cxnChg chg="add mod">
          <ac:chgData name="he zhendong/0494938/何　振東" userId="022da341-ef73-48fb-bc20-f47322bbf998" providerId="ADAL" clId="{9E891F1E-6875-4812-ACD0-C456DB8467F3}" dt="2025-09-18T08:08:36.591" v="3703" actId="1036"/>
          <ac:cxnSpMkLst>
            <pc:docMk/>
            <pc:sldMk cId="0" sldId="16776352"/>
            <ac:cxnSpMk id="12" creationId="{BEB9D20D-36A3-33BF-2564-ACAC6A4335A0}"/>
          </ac:cxnSpMkLst>
        </pc:cxnChg>
        <pc:cxnChg chg="add">
          <ac:chgData name="he zhendong/0494938/何　振東" userId="022da341-ef73-48fb-bc20-f47322bbf998" providerId="ADAL" clId="{9E891F1E-6875-4812-ACD0-C456DB8467F3}" dt="2025-09-18T08:07:17.729" v="3652" actId="11529"/>
          <ac:cxnSpMkLst>
            <pc:docMk/>
            <pc:sldMk cId="0" sldId="16776352"/>
            <ac:cxnSpMk id="22" creationId="{A514F95F-2C0F-795C-1F2C-4D0E58CD9B08}"/>
          </ac:cxnSpMkLst>
        </pc:cxnChg>
        <pc:cxnChg chg="add mod">
          <ac:chgData name="he zhendong/0494938/何　振東" userId="022da341-ef73-48fb-bc20-f47322bbf998" providerId="ADAL" clId="{9E891F1E-6875-4812-ACD0-C456DB8467F3}" dt="2025-09-18T08:08:28.675" v="3689" actId="465"/>
          <ac:cxnSpMkLst>
            <pc:docMk/>
            <pc:sldMk cId="0" sldId="16776352"/>
            <ac:cxnSpMk id="24" creationId="{FA57C126-002E-5304-45D5-EE9FBE4FD342}"/>
          </ac:cxnSpMkLst>
        </pc:cxnChg>
        <pc:cxnChg chg="add mod">
          <ac:chgData name="he zhendong/0494938/何　振東" userId="022da341-ef73-48fb-bc20-f47322bbf998" providerId="ADAL" clId="{9E891F1E-6875-4812-ACD0-C456DB8467F3}" dt="2025-09-18T08:11:52.368" v="3769" actId="692"/>
          <ac:cxnSpMkLst>
            <pc:docMk/>
            <pc:sldMk cId="0" sldId="16776352"/>
            <ac:cxnSpMk id="27" creationId="{B680A17E-0D76-24FF-D1DF-F363484CC77C}"/>
          </ac:cxnSpMkLst>
        </pc:cxnChg>
        <pc:cxnChg chg="add mod">
          <ac:chgData name="he zhendong/0494938/何　振東" userId="022da341-ef73-48fb-bc20-f47322bbf998" providerId="ADAL" clId="{9E891F1E-6875-4812-ACD0-C456DB8467F3}" dt="2025-09-18T08:08:17.808" v="3688" actId="1036"/>
          <ac:cxnSpMkLst>
            <pc:docMk/>
            <pc:sldMk cId="0" sldId="16776352"/>
            <ac:cxnSpMk id="30" creationId="{6F6993E4-A9A6-94E1-A556-126067F85DA0}"/>
          </ac:cxnSpMkLst>
        </pc:cxnChg>
        <pc:cxnChg chg="add mod">
          <ac:chgData name="he zhendong/0494938/何　振東" userId="022da341-ef73-48fb-bc20-f47322bbf998" providerId="ADAL" clId="{9E891F1E-6875-4812-ACD0-C456DB8467F3}" dt="2025-09-18T08:10:45.289" v="3713" actId="1076"/>
          <ac:cxnSpMkLst>
            <pc:docMk/>
            <pc:sldMk cId="0" sldId="16776352"/>
            <ac:cxnSpMk id="33" creationId="{795FF30D-DB80-CB33-286A-0ECBEC243CDB}"/>
          </ac:cxnSpMkLst>
        </pc:cxnChg>
        <pc:cxnChg chg="add mod">
          <ac:chgData name="he zhendong/0494938/何　振東" userId="022da341-ef73-48fb-bc20-f47322bbf998" providerId="ADAL" clId="{9E891F1E-6875-4812-ACD0-C456DB8467F3}" dt="2025-09-18T08:12:08.923" v="3781" actId="1037"/>
          <ac:cxnSpMkLst>
            <pc:docMk/>
            <pc:sldMk cId="0" sldId="16776352"/>
            <ac:cxnSpMk id="40" creationId="{BD20209A-CAB3-3DB2-13C7-8449EC82A657}"/>
          </ac:cxnSpMkLst>
        </pc:cxnChg>
        <pc:cxnChg chg="add mod">
          <ac:chgData name="he zhendong/0494938/何　振東" userId="022da341-ef73-48fb-bc20-f47322bbf998" providerId="ADAL" clId="{9E891F1E-6875-4812-ACD0-C456DB8467F3}" dt="2025-09-18T08:12:08.923" v="3781" actId="1037"/>
          <ac:cxnSpMkLst>
            <pc:docMk/>
            <pc:sldMk cId="0" sldId="16776352"/>
            <ac:cxnSpMk id="43" creationId="{F3370940-4D84-9F8D-5781-4C738154AA47}"/>
          </ac:cxnSpMkLst>
        </pc:cxnChg>
      </pc:sldChg>
      <pc:sldChg chg="modSp del mod">
        <pc:chgData name="he zhendong/0494938/何　振東" userId="022da341-ef73-48fb-bc20-f47322bbf998" providerId="ADAL" clId="{9E891F1E-6875-4812-ACD0-C456DB8467F3}" dt="2025-09-19T06:21:32.369" v="6978" actId="47"/>
        <pc:sldMkLst>
          <pc:docMk/>
          <pc:sldMk cId="490570015" sldId="16776353"/>
        </pc:sldMkLst>
        <pc:graphicFrameChg chg="mod">
          <ac:chgData name="he zhendong/0494938/何　振東" userId="022da341-ef73-48fb-bc20-f47322bbf998" providerId="ADAL" clId="{9E891F1E-6875-4812-ACD0-C456DB8467F3}" dt="2025-09-18T16:16:32.361" v="6871" actId="1076"/>
          <ac:graphicFrameMkLst>
            <pc:docMk/>
            <pc:sldMk cId="490570015" sldId="16776353"/>
            <ac:graphicFrameMk id="7" creationId="{12C87BA9-C0B9-D7F8-6EC4-F7BD151BE9A3}"/>
          </ac:graphicFrameMkLst>
        </pc:graphicFrameChg>
      </pc:sldChg>
      <pc:sldChg chg="modSp del mod">
        <pc:chgData name="he zhendong/0494938/何　振東" userId="022da341-ef73-48fb-bc20-f47322bbf998" providerId="ADAL" clId="{9E891F1E-6875-4812-ACD0-C456DB8467F3}" dt="2025-09-19T06:21:32.369" v="6978" actId="47"/>
        <pc:sldMkLst>
          <pc:docMk/>
          <pc:sldMk cId="670289832" sldId="16776354"/>
        </pc:sldMkLst>
        <pc:graphicFrameChg chg="mod">
          <ac:chgData name="he zhendong/0494938/何　振東" userId="022da341-ef73-48fb-bc20-f47322bbf998" providerId="ADAL" clId="{9E891F1E-6875-4812-ACD0-C456DB8467F3}" dt="2025-09-18T16:16:26.824" v="6870" actId="1076"/>
          <ac:graphicFrameMkLst>
            <pc:docMk/>
            <pc:sldMk cId="670289832" sldId="16776354"/>
            <ac:graphicFrameMk id="5" creationId="{0972F7E1-D324-7C95-AAA8-6DD6247E2C6E}"/>
          </ac:graphicFrameMkLst>
        </pc:graphicFrameChg>
      </pc:sldChg>
      <pc:sldChg chg="modSp del mod">
        <pc:chgData name="he zhendong/0494938/何　振東" userId="022da341-ef73-48fb-bc20-f47322bbf998" providerId="ADAL" clId="{9E891F1E-6875-4812-ACD0-C456DB8467F3}" dt="2025-09-19T06:21:32.369" v="6978" actId="47"/>
        <pc:sldMkLst>
          <pc:docMk/>
          <pc:sldMk cId="3766533062" sldId="16776355"/>
        </pc:sldMkLst>
        <pc:graphicFrameChg chg="mod">
          <ac:chgData name="he zhendong/0494938/何　振東" userId="022da341-ef73-48fb-bc20-f47322bbf998" providerId="ADAL" clId="{9E891F1E-6875-4812-ACD0-C456DB8467F3}" dt="2025-09-18T16:16:19.891" v="6869" actId="1076"/>
          <ac:graphicFrameMkLst>
            <pc:docMk/>
            <pc:sldMk cId="3766533062" sldId="16776355"/>
            <ac:graphicFrameMk id="6" creationId="{222F90E7-C603-055B-C149-663D0397BE88}"/>
          </ac:graphicFrameMkLst>
        </pc:graphicFrameChg>
      </pc:sldChg>
      <pc:sldChg chg="modSp del mod">
        <pc:chgData name="he zhendong/0494938/何　振東" userId="022da341-ef73-48fb-bc20-f47322bbf998" providerId="ADAL" clId="{9E891F1E-6875-4812-ACD0-C456DB8467F3}" dt="2025-09-19T06:21:32.369" v="6978" actId="47"/>
        <pc:sldMkLst>
          <pc:docMk/>
          <pc:sldMk cId="2578704490" sldId="16776356"/>
        </pc:sldMkLst>
        <pc:graphicFrameChg chg="mod modGraphic">
          <ac:chgData name="he zhendong/0494938/何　振東" userId="022da341-ef73-48fb-bc20-f47322bbf998" providerId="ADAL" clId="{9E891F1E-6875-4812-ACD0-C456DB8467F3}" dt="2025-09-18T16:16:11.720" v="6868" actId="14100"/>
          <ac:graphicFrameMkLst>
            <pc:docMk/>
            <pc:sldMk cId="2578704490" sldId="16776356"/>
            <ac:graphicFrameMk id="5" creationId="{79886BEB-E96A-6CDA-3769-DFDFF7A883AA}"/>
          </ac:graphicFrameMkLst>
        </pc:graphicFrameChg>
      </pc:sldChg>
      <pc:sldChg chg="del">
        <pc:chgData name="he zhendong/0494938/何　振東" userId="022da341-ef73-48fb-bc20-f47322bbf998" providerId="ADAL" clId="{9E891F1E-6875-4812-ACD0-C456DB8467F3}" dt="2025-09-18T15:07:34.607" v="6661" actId="47"/>
        <pc:sldMkLst>
          <pc:docMk/>
          <pc:sldMk cId="1813203543" sldId="16776357"/>
        </pc:sldMkLst>
      </pc:sldChg>
      <pc:sldChg chg="delSp mod">
        <pc:chgData name="he zhendong/0494938/何　振東" userId="022da341-ef73-48fb-bc20-f47322bbf998" providerId="ADAL" clId="{9E891F1E-6875-4812-ACD0-C456DB8467F3}" dt="2025-09-18T07:28:36.676" v="2410" actId="478"/>
        <pc:sldMkLst>
          <pc:docMk/>
          <pc:sldMk cId="1363248825" sldId="16776359"/>
        </pc:sldMkLst>
        <pc:spChg chg="del">
          <ac:chgData name="he zhendong/0494938/何　振東" userId="022da341-ef73-48fb-bc20-f47322bbf998" providerId="ADAL" clId="{9E891F1E-6875-4812-ACD0-C456DB8467F3}" dt="2025-09-18T07:28:36.676" v="2410" actId="478"/>
          <ac:spMkLst>
            <pc:docMk/>
            <pc:sldMk cId="1363248825" sldId="16776359"/>
            <ac:spMk id="4" creationId="{C5058F42-8AFD-4182-1357-8602C1BBB01F}"/>
          </ac:spMkLst>
        </pc:spChg>
        <pc:spChg chg="del">
          <ac:chgData name="he zhendong/0494938/何　振東" userId="022da341-ef73-48fb-bc20-f47322bbf998" providerId="ADAL" clId="{9E891F1E-6875-4812-ACD0-C456DB8467F3}" dt="2025-09-18T07:28:36.676" v="2410" actId="478"/>
          <ac:spMkLst>
            <pc:docMk/>
            <pc:sldMk cId="1363248825" sldId="16776359"/>
            <ac:spMk id="9" creationId="{16F23AE7-E6A9-D16A-0F93-35862BD2378D}"/>
          </ac:spMkLst>
        </pc:spChg>
        <pc:spChg chg="del">
          <ac:chgData name="he zhendong/0494938/何　振東" userId="022da341-ef73-48fb-bc20-f47322bbf998" providerId="ADAL" clId="{9E891F1E-6875-4812-ACD0-C456DB8467F3}" dt="2025-09-18T07:28:36.676" v="2410" actId="478"/>
          <ac:spMkLst>
            <pc:docMk/>
            <pc:sldMk cId="1363248825" sldId="16776359"/>
            <ac:spMk id="25" creationId="{B470982F-B661-0746-3E94-8A8B330D7CE3}"/>
          </ac:spMkLst>
        </pc:spChg>
      </pc:sldChg>
      <pc:sldChg chg="del">
        <pc:chgData name="he zhendong/0494938/何　振東" userId="022da341-ef73-48fb-bc20-f47322bbf998" providerId="ADAL" clId="{9E891F1E-6875-4812-ACD0-C456DB8467F3}" dt="2025-09-18T15:07:34.607" v="6661" actId="47"/>
        <pc:sldMkLst>
          <pc:docMk/>
          <pc:sldMk cId="1268909425" sldId="16776362"/>
        </pc:sldMkLst>
      </pc:sldChg>
      <pc:sldChg chg="addSp delSp modSp del mod ord modClrScheme chgLayout">
        <pc:chgData name="he zhendong/0494938/何　振東" userId="022da341-ef73-48fb-bc20-f47322bbf998" providerId="ADAL" clId="{9E891F1E-6875-4812-ACD0-C456DB8467F3}" dt="2025-09-18T15:07:34.607" v="6661" actId="47"/>
        <pc:sldMkLst>
          <pc:docMk/>
          <pc:sldMk cId="2881211015" sldId="16776363"/>
        </pc:sldMkLst>
        <pc:spChg chg="add mod ord">
          <ac:chgData name="he zhendong/0494938/何　振東" userId="022da341-ef73-48fb-bc20-f47322bbf998" providerId="ADAL" clId="{9E891F1E-6875-4812-ACD0-C456DB8467F3}" dt="2025-09-18T05:57:47.567" v="2269" actId="700"/>
          <ac:spMkLst>
            <pc:docMk/>
            <pc:sldMk cId="2881211015" sldId="16776363"/>
            <ac:spMk id="2" creationId="{58E6BDEA-FC83-811B-2716-9CBF9335B9BA}"/>
          </ac:spMkLst>
        </pc:spChg>
        <pc:spChg chg="mod ord">
          <ac:chgData name="he zhendong/0494938/何　振東" userId="022da341-ef73-48fb-bc20-f47322bbf998" providerId="ADAL" clId="{9E891F1E-6875-4812-ACD0-C456DB8467F3}" dt="2025-09-18T05:57:47.567" v="2269" actId="700"/>
          <ac:spMkLst>
            <pc:docMk/>
            <pc:sldMk cId="2881211015" sldId="16776363"/>
            <ac:spMk id="4" creationId="{891E8B8E-8486-09C3-9D96-58B3ABABEB25}"/>
          </ac:spMkLst>
        </pc:spChg>
        <pc:spChg chg="del mod ord">
          <ac:chgData name="he zhendong/0494938/何　振東" userId="022da341-ef73-48fb-bc20-f47322bbf998" providerId="ADAL" clId="{9E891F1E-6875-4812-ACD0-C456DB8467F3}" dt="2025-09-18T05:57:47.567" v="2269" actId="700"/>
          <ac:spMkLst>
            <pc:docMk/>
            <pc:sldMk cId="2881211015" sldId="16776363"/>
            <ac:spMk id="5" creationId="{0E153B27-3C44-BC5F-66F9-750D2846250C}"/>
          </ac:spMkLst>
        </pc:spChg>
        <pc:spChg chg="del">
          <ac:chgData name="he zhendong/0494938/何　振東" userId="022da341-ef73-48fb-bc20-f47322bbf998" providerId="ADAL" clId="{9E891F1E-6875-4812-ACD0-C456DB8467F3}" dt="2025-09-18T05:57:47.567" v="2269" actId="700"/>
          <ac:spMkLst>
            <pc:docMk/>
            <pc:sldMk cId="2881211015" sldId="16776363"/>
            <ac:spMk id="6" creationId="{2EDA2163-E56A-11CA-3654-4831D328FDC5}"/>
          </ac:spMkLst>
        </pc:spChg>
      </pc:sldChg>
      <pc:sldChg chg="addSp delSp modSp add del mod">
        <pc:chgData name="he zhendong/0494938/何　振東" userId="022da341-ef73-48fb-bc20-f47322bbf998" providerId="ADAL" clId="{9E891F1E-6875-4812-ACD0-C456DB8467F3}" dt="2025-09-19T06:21:32.369" v="6978" actId="47"/>
        <pc:sldMkLst>
          <pc:docMk/>
          <pc:sldMk cId="1737784919" sldId="16776364"/>
        </pc:sldMkLst>
        <pc:spChg chg="mod">
          <ac:chgData name="he zhendong/0494938/何　振東" userId="022da341-ef73-48fb-bc20-f47322bbf998" providerId="ADAL" clId="{9E891F1E-6875-4812-ACD0-C456DB8467F3}" dt="2025-09-18T08:49:17.047" v="4448" actId="20577"/>
          <ac:spMkLst>
            <pc:docMk/>
            <pc:sldMk cId="1737784919" sldId="16776364"/>
            <ac:spMk id="2" creationId="{E4E7DFC3-2567-C19D-011B-FF966B155ACC}"/>
          </ac:spMkLst>
        </pc:spChg>
        <pc:spChg chg="del">
          <ac:chgData name="he zhendong/0494938/何　振東" userId="022da341-ef73-48fb-bc20-f47322bbf998" providerId="ADAL" clId="{9E891F1E-6875-4812-ACD0-C456DB8467F3}" dt="2025-09-18T16:08:25.800" v="6671" actId="478"/>
          <ac:spMkLst>
            <pc:docMk/>
            <pc:sldMk cId="1737784919" sldId="16776364"/>
            <ac:spMk id="3" creationId="{266040C3-99F6-688E-F0C0-9A7AB40BB3E6}"/>
          </ac:spMkLst>
        </pc:spChg>
        <pc:spChg chg="del">
          <ac:chgData name="he zhendong/0494938/何　振東" userId="022da341-ef73-48fb-bc20-f47322bbf998" providerId="ADAL" clId="{9E891F1E-6875-4812-ACD0-C456DB8467F3}" dt="2025-09-18T08:45:37.057" v="4403" actId="478"/>
          <ac:spMkLst>
            <pc:docMk/>
            <pc:sldMk cId="1737784919" sldId="16776364"/>
            <ac:spMk id="3" creationId="{AB617290-9E2F-04E9-22B4-96CE819B95A6}"/>
          </ac:spMkLst>
        </pc:spChg>
        <pc:spChg chg="add mod">
          <ac:chgData name="he zhendong/0494938/何　振東" userId="022da341-ef73-48fb-bc20-f47322bbf998" providerId="ADAL" clId="{9E891F1E-6875-4812-ACD0-C456DB8467F3}" dt="2025-09-18T08:58:10.338" v="5155" actId="1076"/>
          <ac:spMkLst>
            <pc:docMk/>
            <pc:sldMk cId="1737784919" sldId="16776364"/>
            <ac:spMk id="5" creationId="{07BD27C6-F2DC-7472-D127-616D54BFA62E}"/>
          </ac:spMkLst>
        </pc:spChg>
        <pc:spChg chg="add mod">
          <ac:chgData name="he zhendong/0494938/何　振東" userId="022da341-ef73-48fb-bc20-f47322bbf998" providerId="ADAL" clId="{9E891F1E-6875-4812-ACD0-C456DB8467F3}" dt="2025-09-18T16:17:24.248" v="6892" actId="1076"/>
          <ac:spMkLst>
            <pc:docMk/>
            <pc:sldMk cId="1737784919" sldId="16776364"/>
            <ac:spMk id="6" creationId="{9AFC5A8A-1F4E-61BF-A8DA-B444B8655B2C}"/>
          </ac:spMkLst>
        </pc:spChg>
        <pc:spChg chg="mod">
          <ac:chgData name="he zhendong/0494938/何　振東" userId="022da341-ef73-48fb-bc20-f47322bbf998" providerId="ADAL" clId="{9E891F1E-6875-4812-ACD0-C456DB8467F3}" dt="2025-09-18T16:16:45.758" v="6873" actId="14100"/>
          <ac:spMkLst>
            <pc:docMk/>
            <pc:sldMk cId="1737784919" sldId="16776364"/>
            <ac:spMk id="15" creationId="{3FD1C739-5DD0-ADCD-D9FB-6440AEDE687F}"/>
          </ac:spMkLst>
        </pc:spChg>
        <pc:graphicFrameChg chg="add mod modGraphic">
          <ac:chgData name="he zhendong/0494938/何　振東" userId="022da341-ef73-48fb-bc20-f47322bbf998" providerId="ADAL" clId="{9E891F1E-6875-4812-ACD0-C456DB8467F3}" dt="2025-09-18T16:17:18.153" v="6891" actId="20577"/>
          <ac:graphicFrameMkLst>
            <pc:docMk/>
            <pc:sldMk cId="1737784919" sldId="16776364"/>
            <ac:graphicFrameMk id="4" creationId="{83EDAD6E-DA98-32A4-512A-FC93FEBFEFD1}"/>
          </ac:graphicFrameMkLst>
        </pc:graphicFrameChg>
        <pc:picChg chg="add mod">
          <ac:chgData name="he zhendong/0494938/何　振東" userId="022da341-ef73-48fb-bc20-f47322bbf998" providerId="ADAL" clId="{9E891F1E-6875-4812-ACD0-C456DB8467F3}" dt="2025-09-18T08:58:13.815" v="5157" actId="1076"/>
          <ac:picMkLst>
            <pc:docMk/>
            <pc:sldMk cId="1737784919" sldId="16776364"/>
            <ac:picMk id="3074" creationId="{2F5C4424-93FB-92F0-8866-02FE9EBA1073}"/>
          </ac:picMkLst>
        </pc:picChg>
      </pc:sldChg>
      <pc:sldChg chg="add">
        <pc:chgData name="he zhendong/0494938/何　振東" userId="022da341-ef73-48fb-bc20-f47322bbf998" providerId="ADAL" clId="{9E891F1E-6875-4812-ACD0-C456DB8467F3}" dt="2025-09-19T06:21:18.702" v="6977"/>
        <pc:sldMkLst>
          <pc:docMk/>
          <pc:sldMk cId="0" sldId="16776365"/>
        </pc:sldMkLst>
      </pc:sldChg>
      <pc:sldChg chg="add">
        <pc:chgData name="he zhendong/0494938/何　振東" userId="022da341-ef73-48fb-bc20-f47322bbf998" providerId="ADAL" clId="{9E891F1E-6875-4812-ACD0-C456DB8467F3}" dt="2025-09-19T06:21:18.702" v="6977"/>
        <pc:sldMkLst>
          <pc:docMk/>
          <pc:sldMk cId="0" sldId="16776366"/>
        </pc:sldMkLst>
      </pc:sldChg>
      <pc:sldChg chg="add">
        <pc:chgData name="he zhendong/0494938/何　振東" userId="022da341-ef73-48fb-bc20-f47322bbf998" providerId="ADAL" clId="{9E891F1E-6875-4812-ACD0-C456DB8467F3}" dt="2025-09-19T06:21:18.702" v="6977"/>
        <pc:sldMkLst>
          <pc:docMk/>
          <pc:sldMk cId="0" sldId="16776367"/>
        </pc:sldMkLst>
      </pc:sldChg>
      <pc:sldChg chg="add">
        <pc:chgData name="he zhendong/0494938/何　振東" userId="022da341-ef73-48fb-bc20-f47322bbf998" providerId="ADAL" clId="{9E891F1E-6875-4812-ACD0-C456DB8467F3}" dt="2025-09-19T06:21:18.702" v="6977"/>
        <pc:sldMkLst>
          <pc:docMk/>
          <pc:sldMk cId="0" sldId="16776368"/>
        </pc:sldMkLst>
      </pc:sldChg>
      <pc:sldChg chg="add">
        <pc:chgData name="he zhendong/0494938/何　振東" userId="022da341-ef73-48fb-bc20-f47322bbf998" providerId="ADAL" clId="{9E891F1E-6875-4812-ACD0-C456DB8467F3}" dt="2025-09-19T06:21:18.702" v="6977"/>
        <pc:sldMkLst>
          <pc:docMk/>
          <pc:sldMk cId="0" sldId="16776369"/>
        </pc:sldMkLst>
      </pc:sldChg>
      <pc:sldChg chg="add">
        <pc:chgData name="he zhendong/0494938/何　振東" userId="022da341-ef73-48fb-bc20-f47322bbf998" providerId="ADAL" clId="{9E891F1E-6875-4812-ACD0-C456DB8467F3}" dt="2025-09-19T06:21:18.702" v="6977"/>
        <pc:sldMkLst>
          <pc:docMk/>
          <pc:sldMk cId="0" sldId="16776370"/>
        </pc:sldMkLst>
      </pc:sldChg>
      <pc:sldChg chg="add">
        <pc:chgData name="he zhendong/0494938/何　振東" userId="022da341-ef73-48fb-bc20-f47322bbf998" providerId="ADAL" clId="{9E891F1E-6875-4812-ACD0-C456DB8467F3}" dt="2025-09-19T06:21:18.702" v="6977"/>
        <pc:sldMkLst>
          <pc:docMk/>
          <pc:sldMk cId="0" sldId="16776371"/>
        </pc:sldMkLst>
      </pc:sldChg>
      <pc:sldChg chg="add">
        <pc:chgData name="he zhendong/0494938/何　振東" userId="022da341-ef73-48fb-bc20-f47322bbf998" providerId="ADAL" clId="{9E891F1E-6875-4812-ACD0-C456DB8467F3}" dt="2025-09-19T06:21:18.702" v="6977"/>
        <pc:sldMkLst>
          <pc:docMk/>
          <pc:sldMk cId="0" sldId="16776372"/>
        </pc:sldMkLst>
      </pc:sldChg>
      <pc:sldChg chg="add">
        <pc:chgData name="he zhendong/0494938/何　振東" userId="022da341-ef73-48fb-bc20-f47322bbf998" providerId="ADAL" clId="{9E891F1E-6875-4812-ACD0-C456DB8467F3}" dt="2025-09-19T06:21:18.702" v="6977"/>
        <pc:sldMkLst>
          <pc:docMk/>
          <pc:sldMk cId="0" sldId="16776373"/>
        </pc:sldMkLst>
      </pc:sldChg>
      <pc:sldChg chg="add">
        <pc:chgData name="he zhendong/0494938/何　振東" userId="022da341-ef73-48fb-bc20-f47322bbf998" providerId="ADAL" clId="{9E891F1E-6875-4812-ACD0-C456DB8467F3}" dt="2025-09-19T06:21:18.702" v="6977"/>
        <pc:sldMkLst>
          <pc:docMk/>
          <pc:sldMk cId="0" sldId="16776374"/>
        </pc:sldMkLst>
      </pc:sldChg>
      <pc:sldChg chg="add">
        <pc:chgData name="he zhendong/0494938/何　振東" userId="022da341-ef73-48fb-bc20-f47322bbf998" providerId="ADAL" clId="{9E891F1E-6875-4812-ACD0-C456DB8467F3}" dt="2025-09-19T06:21:18.702" v="6977"/>
        <pc:sldMkLst>
          <pc:docMk/>
          <pc:sldMk cId="0" sldId="16776375"/>
        </pc:sldMkLst>
      </pc:sldChg>
      <pc:sldChg chg="add">
        <pc:chgData name="he zhendong/0494938/何　振東" userId="022da341-ef73-48fb-bc20-f47322bbf998" providerId="ADAL" clId="{9E891F1E-6875-4812-ACD0-C456DB8467F3}" dt="2025-09-19T06:21:18.702" v="6977"/>
        <pc:sldMkLst>
          <pc:docMk/>
          <pc:sldMk cId="0" sldId="16776376"/>
        </pc:sldMkLst>
      </pc:sldChg>
      <pc:sldChg chg="add">
        <pc:chgData name="he zhendong/0494938/何　振東" userId="022da341-ef73-48fb-bc20-f47322bbf998" providerId="ADAL" clId="{9E891F1E-6875-4812-ACD0-C456DB8467F3}" dt="2025-09-19T06:21:18.702" v="6977"/>
        <pc:sldMkLst>
          <pc:docMk/>
          <pc:sldMk cId="0" sldId="16776377"/>
        </pc:sldMkLst>
      </pc:sldChg>
      <pc:sldChg chg="add">
        <pc:chgData name="he zhendong/0494938/何　振東" userId="022da341-ef73-48fb-bc20-f47322bbf998" providerId="ADAL" clId="{9E891F1E-6875-4812-ACD0-C456DB8467F3}" dt="2025-09-19T06:21:18.702" v="6977"/>
        <pc:sldMkLst>
          <pc:docMk/>
          <pc:sldMk cId="3119632059" sldId="16776378"/>
        </pc:sldMkLst>
      </pc:sldChg>
      <pc:sldChg chg="add">
        <pc:chgData name="he zhendong/0494938/何　振東" userId="022da341-ef73-48fb-bc20-f47322bbf998" providerId="ADAL" clId="{9E891F1E-6875-4812-ACD0-C456DB8467F3}" dt="2025-09-19T06:21:18.702" v="6977"/>
        <pc:sldMkLst>
          <pc:docMk/>
          <pc:sldMk cId="0" sldId="16776379"/>
        </pc:sldMkLst>
      </pc:sldChg>
      <pc:sldChg chg="add">
        <pc:chgData name="he zhendong/0494938/何　振東" userId="022da341-ef73-48fb-bc20-f47322bbf998" providerId="ADAL" clId="{9E891F1E-6875-4812-ACD0-C456DB8467F3}" dt="2025-09-19T06:21:18.702" v="6977"/>
        <pc:sldMkLst>
          <pc:docMk/>
          <pc:sldMk cId="1614550565" sldId="16776380"/>
        </pc:sldMkLst>
      </pc:sldChg>
      <pc:sldChg chg="add">
        <pc:chgData name="he zhendong/0494938/何　振東" userId="022da341-ef73-48fb-bc20-f47322bbf998" providerId="ADAL" clId="{9E891F1E-6875-4812-ACD0-C456DB8467F3}" dt="2025-09-19T06:21:18.702" v="6977"/>
        <pc:sldMkLst>
          <pc:docMk/>
          <pc:sldMk cId="1279511676" sldId="16776381"/>
        </pc:sldMkLst>
      </pc:sldChg>
      <pc:sldChg chg="add">
        <pc:chgData name="he zhendong/0494938/何　振東" userId="022da341-ef73-48fb-bc20-f47322bbf998" providerId="ADAL" clId="{9E891F1E-6875-4812-ACD0-C456DB8467F3}" dt="2025-09-19T06:21:18.702" v="6977"/>
        <pc:sldMkLst>
          <pc:docMk/>
          <pc:sldMk cId="922828371" sldId="16776382"/>
        </pc:sldMkLst>
      </pc:sldChg>
      <pc:sldChg chg="add">
        <pc:chgData name="he zhendong/0494938/何　振東" userId="022da341-ef73-48fb-bc20-f47322bbf998" providerId="ADAL" clId="{9E891F1E-6875-4812-ACD0-C456DB8467F3}" dt="2025-09-19T06:21:18.702" v="6977"/>
        <pc:sldMkLst>
          <pc:docMk/>
          <pc:sldMk cId="1293496054" sldId="16776383"/>
        </pc:sldMkLst>
      </pc:sldChg>
      <pc:sldChg chg="add">
        <pc:chgData name="he zhendong/0494938/何　振東" userId="022da341-ef73-48fb-bc20-f47322bbf998" providerId="ADAL" clId="{9E891F1E-6875-4812-ACD0-C456DB8467F3}" dt="2025-09-19T06:21:18.702" v="6977"/>
        <pc:sldMkLst>
          <pc:docMk/>
          <pc:sldMk cId="0" sldId="16776384"/>
        </pc:sldMkLst>
      </pc:sldChg>
      <pc:sldChg chg="add">
        <pc:chgData name="he zhendong/0494938/何　振東" userId="022da341-ef73-48fb-bc20-f47322bbf998" providerId="ADAL" clId="{9E891F1E-6875-4812-ACD0-C456DB8467F3}" dt="2025-09-19T06:21:18.702" v="6977"/>
        <pc:sldMkLst>
          <pc:docMk/>
          <pc:sldMk cId="0" sldId="16776385"/>
        </pc:sldMkLst>
      </pc:sldChg>
      <pc:sldChg chg="add">
        <pc:chgData name="he zhendong/0494938/何　振東" userId="022da341-ef73-48fb-bc20-f47322bbf998" providerId="ADAL" clId="{9E891F1E-6875-4812-ACD0-C456DB8467F3}" dt="2025-09-19T06:21:18.702" v="6977"/>
        <pc:sldMkLst>
          <pc:docMk/>
          <pc:sldMk cId="0" sldId="16776386"/>
        </pc:sldMkLst>
      </pc:sldChg>
      <pc:sldChg chg="add">
        <pc:chgData name="he zhendong/0494938/何　振東" userId="022da341-ef73-48fb-bc20-f47322bbf998" providerId="ADAL" clId="{9E891F1E-6875-4812-ACD0-C456DB8467F3}" dt="2025-09-19T06:21:18.702" v="6977"/>
        <pc:sldMkLst>
          <pc:docMk/>
          <pc:sldMk cId="0" sldId="16776387"/>
        </pc:sldMkLst>
      </pc:sldChg>
      <pc:sldChg chg="add">
        <pc:chgData name="he zhendong/0494938/何　振東" userId="022da341-ef73-48fb-bc20-f47322bbf998" providerId="ADAL" clId="{9E891F1E-6875-4812-ACD0-C456DB8467F3}" dt="2025-09-19T06:21:18.702" v="6977"/>
        <pc:sldMkLst>
          <pc:docMk/>
          <pc:sldMk cId="0" sldId="16776388"/>
        </pc:sldMkLst>
      </pc:sldChg>
      <pc:sldChg chg="add">
        <pc:chgData name="he zhendong/0494938/何　振東" userId="022da341-ef73-48fb-bc20-f47322bbf998" providerId="ADAL" clId="{9E891F1E-6875-4812-ACD0-C456DB8467F3}" dt="2025-09-19T06:21:18.702" v="6977"/>
        <pc:sldMkLst>
          <pc:docMk/>
          <pc:sldMk cId="2965009188" sldId="16776389"/>
        </pc:sldMkLst>
      </pc:sldChg>
      <pc:sldChg chg="add">
        <pc:chgData name="he zhendong/0494938/何　振東" userId="022da341-ef73-48fb-bc20-f47322bbf998" providerId="ADAL" clId="{9E891F1E-6875-4812-ACD0-C456DB8467F3}" dt="2025-09-19T06:21:18.702" v="6977"/>
        <pc:sldMkLst>
          <pc:docMk/>
          <pc:sldMk cId="3084720929" sldId="16776390"/>
        </pc:sldMkLst>
      </pc:sldChg>
      <pc:sldChg chg="add">
        <pc:chgData name="he zhendong/0494938/何　振東" userId="022da341-ef73-48fb-bc20-f47322bbf998" providerId="ADAL" clId="{9E891F1E-6875-4812-ACD0-C456DB8467F3}" dt="2025-09-19T06:21:18.702" v="6977"/>
        <pc:sldMkLst>
          <pc:docMk/>
          <pc:sldMk cId="0" sldId="16776391"/>
        </pc:sldMkLst>
      </pc:sldChg>
      <pc:sldMasterChg chg="addSp modSp mod">
        <pc:chgData name="he zhendong/0494938/何　振東" userId="022da341-ef73-48fb-bc20-f47322bbf998" providerId="ADAL" clId="{9E891F1E-6875-4812-ACD0-C456DB8467F3}" dt="2025-09-18T16:20:55.234" v="6931" actId="255"/>
        <pc:sldMasterMkLst>
          <pc:docMk/>
          <pc:sldMasterMk cId="0" sldId="2147483648"/>
        </pc:sldMasterMkLst>
        <pc:spChg chg="add mod">
          <ac:chgData name="he zhendong/0494938/何　振東" userId="022da341-ef73-48fb-bc20-f47322bbf998" providerId="ADAL" clId="{9E891F1E-6875-4812-ACD0-C456DB8467F3}" dt="2025-09-18T16:20:51.021" v="6930" actId="403"/>
          <ac:spMkLst>
            <pc:docMk/>
            <pc:sldMasterMk cId="0" sldId="2147483648"/>
            <ac:spMk id="2" creationId="{764A59F0-2069-F9E9-40A7-A1BBAD6E4EFB}"/>
          </ac:spMkLst>
        </pc:spChg>
        <pc:spChg chg="add mod">
          <ac:chgData name="he zhendong/0494938/何　振東" userId="022da341-ef73-48fb-bc20-f47322bbf998" providerId="ADAL" clId="{9E891F1E-6875-4812-ACD0-C456DB8467F3}" dt="2025-09-18T16:20:55.234" v="6931" actId="255"/>
          <ac:spMkLst>
            <pc:docMk/>
            <pc:sldMasterMk cId="0" sldId="2147483648"/>
            <ac:spMk id="4" creationId="{2D5E64BD-8D93-ABED-1728-9D31E5A8E063}"/>
          </ac:spMkLst>
        </pc:spChg>
        <pc:spChg chg="mod">
          <ac:chgData name="he zhendong/0494938/何　振東" userId="022da341-ef73-48fb-bc20-f47322bbf998" providerId="ADAL" clId="{9E891F1E-6875-4812-ACD0-C456DB8467F3}" dt="2025-09-18T16:20:37.955" v="6912" actId="14100"/>
          <ac:spMkLst>
            <pc:docMk/>
            <pc:sldMasterMk cId="0" sldId="2147483648"/>
            <ac:spMk id="5" creationId="{00000000-0000-0000-0000-000000000000}"/>
          </ac:spMkLst>
        </pc:spChg>
        <pc:spChg chg="mod">
          <ac:chgData name="he zhendong/0494938/何　振東" userId="022da341-ef73-48fb-bc20-f47322bbf998" providerId="ADAL" clId="{9E891F1E-6875-4812-ACD0-C456DB8467F3}" dt="2025-09-18T16:20:37.955" v="6912" actId="14100"/>
          <ac:spMkLst>
            <pc:docMk/>
            <pc:sldMasterMk cId="0" sldId="2147483648"/>
            <ac:spMk id="6" creationId="{00000000-0000-0000-0000-000000000000}"/>
          </ac:spMkLst>
        </pc:spChg>
      </pc:sldMasterChg>
      <pc:sldMasterChg chg="addSp modSp delSldLayout">
        <pc:chgData name="he zhendong/0494938/何　振東" userId="022da341-ef73-48fb-bc20-f47322bbf998" providerId="ADAL" clId="{9E891F1E-6875-4812-ACD0-C456DB8467F3}" dt="2025-09-18T16:21:08.467" v="6932"/>
        <pc:sldMasterMkLst>
          <pc:docMk/>
          <pc:sldMasterMk cId="0" sldId="2147483722"/>
        </pc:sldMasterMkLst>
        <pc:spChg chg="add mod">
          <ac:chgData name="he zhendong/0494938/何　振東" userId="022da341-ef73-48fb-bc20-f47322bbf998" providerId="ADAL" clId="{9E891F1E-6875-4812-ACD0-C456DB8467F3}" dt="2025-09-18T16:21:08.467" v="6932"/>
          <ac:spMkLst>
            <pc:docMk/>
            <pc:sldMasterMk cId="0" sldId="2147483722"/>
            <ac:spMk id="11" creationId="{8C885B16-9EFC-FFAE-15EC-36CF30048766}"/>
          </ac:spMkLst>
        </pc:spChg>
        <pc:spChg chg="add mod">
          <ac:chgData name="he zhendong/0494938/何　振東" userId="022da341-ef73-48fb-bc20-f47322bbf998" providerId="ADAL" clId="{9E891F1E-6875-4812-ACD0-C456DB8467F3}" dt="2025-09-18T16:21:08.467" v="6932"/>
          <ac:spMkLst>
            <pc:docMk/>
            <pc:sldMasterMk cId="0" sldId="2147483722"/>
            <ac:spMk id="12" creationId="{DF920A77-A912-E3F9-5C1A-6B4FFC7124D3}"/>
          </ac:spMkLst>
        </pc:spChg>
        <pc:sldLayoutChg chg="del">
          <pc:chgData name="he zhendong/0494938/何　振東" userId="022da341-ef73-48fb-bc20-f47322bbf998" providerId="ADAL" clId="{9E891F1E-6875-4812-ACD0-C456DB8467F3}" dt="2025-09-18T15:07:34.607" v="6661" actId="47"/>
          <pc:sldLayoutMkLst>
            <pc:docMk/>
            <pc:sldMasterMk cId="0" sldId="2147483722"/>
            <pc:sldLayoutMk cId="0" sldId="2147483734"/>
          </pc:sldLayoutMkLst>
        </pc:sldLayoutChg>
      </pc:sldMasterChg>
    </pc:docChg>
  </pc:docChgLst>
  <pc:docChgLst>
    <pc:chgData name="higashiya naoki/0897279/東谷　直樹" userId="ab4885b7-8773-4471-b98b-f744550e344e" providerId="ADAL" clId="{76E4468A-B54F-4416-9B82-E603C92EB1A3}"/>
    <pc:docChg chg="undo custSel modSld">
      <pc:chgData name="higashiya naoki/0897279/東谷　直樹" userId="ab4885b7-8773-4471-b98b-f744550e344e" providerId="ADAL" clId="{76E4468A-B54F-4416-9B82-E603C92EB1A3}" dt="2025-09-18T10:52:08.355" v="161"/>
      <pc:docMkLst>
        <pc:docMk/>
      </pc:docMkLst>
      <pc:sldChg chg="modSp">
        <pc:chgData name="higashiya naoki/0897279/東谷　直樹" userId="ab4885b7-8773-4471-b98b-f744550e344e" providerId="ADAL" clId="{76E4468A-B54F-4416-9B82-E603C92EB1A3}" dt="2025-09-18T05:24:05.920" v="14"/>
        <pc:sldMkLst>
          <pc:docMk/>
          <pc:sldMk cId="0" sldId="16772937"/>
        </pc:sldMkLst>
        <pc:spChg chg="mod">
          <ac:chgData name="higashiya naoki/0897279/東谷　直樹" userId="ab4885b7-8773-4471-b98b-f744550e344e" providerId="ADAL" clId="{76E4468A-B54F-4416-9B82-E603C92EB1A3}" dt="2025-09-18T05:24:05.920" v="14"/>
          <ac:spMkLst>
            <pc:docMk/>
            <pc:sldMk cId="0" sldId="16772937"/>
            <ac:spMk id="5" creationId="{00000000-0000-0000-0000-000000000000}"/>
          </ac:spMkLst>
        </pc:spChg>
      </pc:sldChg>
      <pc:sldChg chg="modSp mod">
        <pc:chgData name="higashiya naoki/0897279/東谷　直樹" userId="ab4885b7-8773-4471-b98b-f744550e344e" providerId="ADAL" clId="{76E4468A-B54F-4416-9B82-E603C92EB1A3}" dt="2025-09-18T10:51:11.834" v="158"/>
        <pc:sldMkLst>
          <pc:docMk/>
          <pc:sldMk cId="0" sldId="16772939"/>
        </pc:sldMkLst>
        <pc:spChg chg="mod">
          <ac:chgData name="higashiya naoki/0897279/東谷　直樹" userId="ab4885b7-8773-4471-b98b-f744550e344e" providerId="ADAL" clId="{76E4468A-B54F-4416-9B82-E603C92EB1A3}" dt="2025-09-18T10:51:11.834" v="158"/>
          <ac:spMkLst>
            <pc:docMk/>
            <pc:sldMk cId="0" sldId="16772939"/>
            <ac:spMk id="4" creationId="{00000000-0000-0000-0000-000000000000}"/>
          </ac:spMkLst>
        </pc:spChg>
      </pc:sldChg>
      <pc:sldChg chg="modSp mod">
        <pc:chgData name="higashiya naoki/0897279/東谷　直樹" userId="ab4885b7-8773-4471-b98b-f744550e344e" providerId="ADAL" clId="{76E4468A-B54F-4416-9B82-E603C92EB1A3}" dt="2025-09-18T05:17:03.935" v="13" actId="20577"/>
        <pc:sldMkLst>
          <pc:docMk/>
          <pc:sldMk cId="0" sldId="16772940"/>
        </pc:sldMkLst>
        <pc:spChg chg="mod">
          <ac:chgData name="higashiya naoki/0897279/東谷　直樹" userId="ab4885b7-8773-4471-b98b-f744550e344e" providerId="ADAL" clId="{76E4468A-B54F-4416-9B82-E603C92EB1A3}" dt="2025-09-18T05:17:03.935" v="13" actId="20577"/>
          <ac:spMkLst>
            <pc:docMk/>
            <pc:sldMk cId="0" sldId="16772940"/>
            <ac:spMk id="15" creationId="{00000000-0000-0000-0000-000000000000}"/>
          </ac:spMkLst>
        </pc:spChg>
      </pc:sldChg>
      <pc:sldChg chg="modSp mod">
        <pc:chgData name="higashiya naoki/0897279/東谷　直樹" userId="ab4885b7-8773-4471-b98b-f744550e344e" providerId="ADAL" clId="{76E4468A-B54F-4416-9B82-E603C92EB1A3}" dt="2025-09-18T05:25:13.093" v="57" actId="6549"/>
        <pc:sldMkLst>
          <pc:docMk/>
          <pc:sldMk cId="0" sldId="16772945"/>
        </pc:sldMkLst>
        <pc:spChg chg="mod">
          <ac:chgData name="higashiya naoki/0897279/東谷　直樹" userId="ab4885b7-8773-4471-b98b-f744550e344e" providerId="ADAL" clId="{76E4468A-B54F-4416-9B82-E603C92EB1A3}" dt="2025-09-18T05:25:13.093" v="57" actId="6549"/>
          <ac:spMkLst>
            <pc:docMk/>
            <pc:sldMk cId="0" sldId="16772945"/>
            <ac:spMk id="15" creationId="{00000000-0000-0000-0000-000000000000}"/>
          </ac:spMkLst>
        </pc:spChg>
      </pc:sldChg>
      <pc:sldChg chg="modSp mod">
        <pc:chgData name="higashiya naoki/0897279/東谷　直樹" userId="ab4885b7-8773-4471-b98b-f744550e344e" providerId="ADAL" clId="{76E4468A-B54F-4416-9B82-E603C92EB1A3}" dt="2025-09-18T05:30:01.337" v="106" actId="1076"/>
        <pc:sldMkLst>
          <pc:docMk/>
          <pc:sldMk cId="0" sldId="16772946"/>
        </pc:sldMkLst>
        <pc:spChg chg="mod">
          <ac:chgData name="higashiya naoki/0897279/東谷　直樹" userId="ab4885b7-8773-4471-b98b-f744550e344e" providerId="ADAL" clId="{76E4468A-B54F-4416-9B82-E603C92EB1A3}" dt="2025-09-18T05:30:01.337" v="106" actId="1076"/>
          <ac:spMkLst>
            <pc:docMk/>
            <pc:sldMk cId="0" sldId="16772946"/>
            <ac:spMk id="3" creationId="{00000000-0000-0000-0000-000000000000}"/>
          </ac:spMkLst>
        </pc:spChg>
        <pc:spChg chg="mod">
          <ac:chgData name="higashiya naoki/0897279/東谷　直樹" userId="ab4885b7-8773-4471-b98b-f744550e344e" providerId="ADAL" clId="{76E4468A-B54F-4416-9B82-E603C92EB1A3}" dt="2025-09-18T05:29:19.516" v="105" actId="20577"/>
          <ac:spMkLst>
            <pc:docMk/>
            <pc:sldMk cId="0" sldId="16772946"/>
            <ac:spMk id="15" creationId="{00000000-0000-0000-0000-000000000000}"/>
          </ac:spMkLst>
        </pc:spChg>
      </pc:sldChg>
      <pc:sldChg chg="modSp">
        <pc:chgData name="higashiya naoki/0897279/東谷　直樹" userId="ab4885b7-8773-4471-b98b-f744550e344e" providerId="ADAL" clId="{76E4468A-B54F-4416-9B82-E603C92EB1A3}" dt="2025-09-18T05:24:05.920" v="14"/>
        <pc:sldMkLst>
          <pc:docMk/>
          <pc:sldMk cId="2515339138" sldId="16772947"/>
        </pc:sldMkLst>
        <pc:spChg chg="mod">
          <ac:chgData name="higashiya naoki/0897279/東谷　直樹" userId="ab4885b7-8773-4471-b98b-f744550e344e" providerId="ADAL" clId="{76E4468A-B54F-4416-9B82-E603C92EB1A3}" dt="2025-09-18T05:24:05.920" v="14"/>
          <ac:spMkLst>
            <pc:docMk/>
            <pc:sldMk cId="2515339138" sldId="16772947"/>
            <ac:spMk id="55" creationId="{00000000-0000-0000-0000-000000000000}"/>
          </ac:spMkLst>
        </pc:spChg>
      </pc:sldChg>
      <pc:sldChg chg="modSp mod">
        <pc:chgData name="higashiya naoki/0897279/東谷　直樹" userId="ab4885b7-8773-4471-b98b-f744550e344e" providerId="ADAL" clId="{76E4468A-B54F-4416-9B82-E603C92EB1A3}" dt="2025-09-18T05:45:05.975" v="135" actId="6549"/>
        <pc:sldMkLst>
          <pc:docMk/>
          <pc:sldMk cId="0" sldId="16772953"/>
        </pc:sldMkLst>
        <pc:spChg chg="mod">
          <ac:chgData name="higashiya naoki/0897279/東谷　直樹" userId="ab4885b7-8773-4471-b98b-f744550e344e" providerId="ADAL" clId="{76E4468A-B54F-4416-9B82-E603C92EB1A3}" dt="2025-09-18T05:45:05.975" v="135" actId="6549"/>
          <ac:spMkLst>
            <pc:docMk/>
            <pc:sldMk cId="0" sldId="16772953"/>
            <ac:spMk id="15" creationId="{00000000-0000-0000-0000-000000000000}"/>
          </ac:spMkLst>
        </pc:spChg>
      </pc:sldChg>
      <pc:sldChg chg="modSp mod">
        <pc:chgData name="higashiya naoki/0897279/東谷　直樹" userId="ab4885b7-8773-4471-b98b-f744550e344e" providerId="ADAL" clId="{76E4468A-B54F-4416-9B82-E603C92EB1A3}" dt="2025-09-18T05:46:54.227" v="141" actId="6549"/>
        <pc:sldMkLst>
          <pc:docMk/>
          <pc:sldMk cId="0" sldId="16772956"/>
        </pc:sldMkLst>
        <pc:spChg chg="mod">
          <ac:chgData name="higashiya naoki/0897279/東谷　直樹" userId="ab4885b7-8773-4471-b98b-f744550e344e" providerId="ADAL" clId="{76E4468A-B54F-4416-9B82-E603C92EB1A3}" dt="2025-09-18T05:46:54.227" v="141" actId="6549"/>
          <ac:spMkLst>
            <pc:docMk/>
            <pc:sldMk cId="0" sldId="16772956"/>
            <ac:spMk id="15" creationId="{00000000-0000-0000-0000-000000000000}"/>
          </ac:spMkLst>
        </pc:spChg>
      </pc:sldChg>
      <pc:sldChg chg="modSp mod">
        <pc:chgData name="higashiya naoki/0897279/東谷　直樹" userId="ab4885b7-8773-4471-b98b-f744550e344e" providerId="ADAL" clId="{76E4468A-B54F-4416-9B82-E603C92EB1A3}" dt="2025-09-18T05:52:51.598" v="154"/>
        <pc:sldMkLst>
          <pc:docMk/>
          <pc:sldMk cId="0" sldId="16772960"/>
        </pc:sldMkLst>
        <pc:graphicFrameChg chg="mod modGraphic">
          <ac:chgData name="higashiya naoki/0897279/東谷　直樹" userId="ab4885b7-8773-4471-b98b-f744550e344e" providerId="ADAL" clId="{76E4468A-B54F-4416-9B82-E603C92EB1A3}" dt="2025-09-18T05:52:51.598" v="154"/>
          <ac:graphicFrameMkLst>
            <pc:docMk/>
            <pc:sldMk cId="0" sldId="16772960"/>
            <ac:graphicFrameMk id="4" creationId="{9364F8F7-8993-8F9F-93B4-950689A63292}"/>
          </ac:graphicFrameMkLst>
        </pc:graphicFrameChg>
      </pc:sldChg>
      <pc:sldChg chg="modSp">
        <pc:chgData name="higashiya naoki/0897279/東谷　直樹" userId="ab4885b7-8773-4471-b98b-f744550e344e" providerId="ADAL" clId="{76E4468A-B54F-4416-9B82-E603C92EB1A3}" dt="2025-09-18T05:52:51.598" v="154"/>
        <pc:sldMkLst>
          <pc:docMk/>
          <pc:sldMk cId="0" sldId="16772961"/>
        </pc:sldMkLst>
        <pc:spChg chg="mod">
          <ac:chgData name="higashiya naoki/0897279/東谷　直樹" userId="ab4885b7-8773-4471-b98b-f744550e344e" providerId="ADAL" clId="{76E4468A-B54F-4416-9B82-E603C92EB1A3}" dt="2025-09-18T05:52:51.598" v="154"/>
          <ac:spMkLst>
            <pc:docMk/>
            <pc:sldMk cId="0" sldId="16772961"/>
            <ac:spMk id="13" creationId="{20F437F9-F1E3-7A6E-D183-3524B7764422}"/>
          </ac:spMkLst>
        </pc:spChg>
        <pc:spChg chg="mod">
          <ac:chgData name="higashiya naoki/0897279/東谷　直樹" userId="ab4885b7-8773-4471-b98b-f744550e344e" providerId="ADAL" clId="{76E4468A-B54F-4416-9B82-E603C92EB1A3}" dt="2025-09-18T05:24:05.920" v="14"/>
          <ac:spMkLst>
            <pc:docMk/>
            <pc:sldMk cId="0" sldId="16772961"/>
            <ac:spMk id="21" creationId="{0185A894-7F68-5B0F-70C1-8F0154D2E469}"/>
          </ac:spMkLst>
        </pc:spChg>
      </pc:sldChg>
      <pc:sldChg chg="modSp">
        <pc:chgData name="higashiya naoki/0897279/東谷　直樹" userId="ab4885b7-8773-4471-b98b-f744550e344e" providerId="ADAL" clId="{76E4468A-B54F-4416-9B82-E603C92EB1A3}" dt="2025-09-18T05:24:05.920" v="14"/>
        <pc:sldMkLst>
          <pc:docMk/>
          <pc:sldMk cId="0" sldId="16772967"/>
        </pc:sldMkLst>
        <pc:spChg chg="mod">
          <ac:chgData name="higashiya naoki/0897279/東谷　直樹" userId="ab4885b7-8773-4471-b98b-f744550e344e" providerId="ADAL" clId="{76E4468A-B54F-4416-9B82-E603C92EB1A3}" dt="2025-09-18T05:24:05.920" v="14"/>
          <ac:spMkLst>
            <pc:docMk/>
            <pc:sldMk cId="0" sldId="16772967"/>
            <ac:spMk id="15" creationId="{00000000-0000-0000-0000-000000000000}"/>
          </ac:spMkLst>
        </pc:spChg>
      </pc:sldChg>
      <pc:sldChg chg="modSp mod">
        <pc:chgData name="higashiya naoki/0897279/東谷　直樹" userId="ab4885b7-8773-4471-b98b-f744550e344e" providerId="ADAL" clId="{76E4468A-B54F-4416-9B82-E603C92EB1A3}" dt="2025-09-18T10:52:08.355" v="161"/>
        <pc:sldMkLst>
          <pc:docMk/>
          <pc:sldMk cId="0" sldId="16772971"/>
        </pc:sldMkLst>
        <pc:spChg chg="mod">
          <ac:chgData name="higashiya naoki/0897279/東谷　直樹" userId="ab4885b7-8773-4471-b98b-f744550e344e" providerId="ADAL" clId="{76E4468A-B54F-4416-9B82-E603C92EB1A3}" dt="2025-09-18T10:52:08.355" v="161"/>
          <ac:spMkLst>
            <pc:docMk/>
            <pc:sldMk cId="0" sldId="16772971"/>
            <ac:spMk id="15" creationId="{00000000-0000-0000-0000-000000000000}"/>
          </ac:spMkLst>
        </pc:spChg>
      </pc:sldChg>
      <pc:sldChg chg="modSp mod">
        <pc:chgData name="higashiya naoki/0897279/東谷　直樹" userId="ab4885b7-8773-4471-b98b-f744550e344e" providerId="ADAL" clId="{76E4468A-B54F-4416-9B82-E603C92EB1A3}" dt="2025-09-18T05:42:14.474" v="134" actId="6549"/>
        <pc:sldMkLst>
          <pc:docMk/>
          <pc:sldMk cId="0" sldId="16772972"/>
        </pc:sldMkLst>
        <pc:spChg chg="mod">
          <ac:chgData name="higashiya naoki/0897279/東谷　直樹" userId="ab4885b7-8773-4471-b98b-f744550e344e" providerId="ADAL" clId="{76E4468A-B54F-4416-9B82-E603C92EB1A3}" dt="2025-09-18T05:41:52.963" v="133" actId="20577"/>
          <ac:spMkLst>
            <pc:docMk/>
            <pc:sldMk cId="0" sldId="16772972"/>
            <ac:spMk id="37" creationId="{7086AD1C-5573-3AA1-6075-7C3D6A53A5E2}"/>
          </ac:spMkLst>
        </pc:spChg>
        <pc:spChg chg="mod">
          <ac:chgData name="higashiya naoki/0897279/東谷　直樹" userId="ab4885b7-8773-4471-b98b-f744550e344e" providerId="ADAL" clId="{76E4468A-B54F-4416-9B82-E603C92EB1A3}" dt="2025-09-18T05:24:05.920" v="14"/>
          <ac:spMkLst>
            <pc:docMk/>
            <pc:sldMk cId="0" sldId="16772972"/>
            <ac:spMk id="55" creationId="{00000000-0000-0000-0000-000000000000}"/>
          </ac:spMkLst>
        </pc:spChg>
        <pc:spChg chg="mod">
          <ac:chgData name="higashiya naoki/0897279/東谷　直樹" userId="ab4885b7-8773-4471-b98b-f744550e344e" providerId="ADAL" clId="{76E4468A-B54F-4416-9B82-E603C92EB1A3}" dt="2025-09-18T05:42:14.474" v="134" actId="6549"/>
          <ac:spMkLst>
            <pc:docMk/>
            <pc:sldMk cId="0" sldId="16772972"/>
            <ac:spMk id="61" creationId="{895BE663-160F-5FA8-247A-EE062F96F349}"/>
          </ac:spMkLst>
        </pc:spChg>
      </pc:sldChg>
      <pc:sldChg chg="modSp mod">
        <pc:chgData name="higashiya naoki/0897279/東谷　直樹" userId="ab4885b7-8773-4471-b98b-f744550e344e" providerId="ADAL" clId="{76E4468A-B54F-4416-9B82-E603C92EB1A3}" dt="2025-09-18T05:47:59.481" v="150" actId="20577"/>
        <pc:sldMkLst>
          <pc:docMk/>
          <pc:sldMk cId="0" sldId="16776352"/>
        </pc:sldMkLst>
        <pc:spChg chg="mod">
          <ac:chgData name="higashiya naoki/0897279/東谷　直樹" userId="ab4885b7-8773-4471-b98b-f744550e344e" providerId="ADAL" clId="{76E4468A-B54F-4416-9B82-E603C92EB1A3}" dt="2025-09-18T05:47:59.481" v="150" actId="20577"/>
          <ac:spMkLst>
            <pc:docMk/>
            <pc:sldMk cId="0" sldId="16776352"/>
            <ac:spMk id="15" creationId="{00000000-0000-0000-0000-000000000000}"/>
          </ac:spMkLst>
        </pc:spChg>
      </pc:sldChg>
    </pc:docChg>
  </pc:docChgLst>
  <pc:docChgLst>
    <pc:chgData name="he zhendong/0494938/何　振東" userId="S::0494938@mchcgr.com::022da341-ef73-48fb-bc20-f47322bbf998" providerId="AD" clId="Web-{5C017211-4FD9-4E05-B20F-919C8812E71E}"/>
    <pc:docChg chg="modSld">
      <pc:chgData name="he zhendong/0494938/何　振東" userId="S::0494938@mchcgr.com::022da341-ef73-48fb-bc20-f47322bbf998" providerId="AD" clId="Web-{5C017211-4FD9-4E05-B20F-919C8812E71E}" dt="2025-09-18T09:13:58.291" v="17" actId="20577"/>
      <pc:docMkLst>
        <pc:docMk/>
      </pc:docMkLst>
      <pc:sldChg chg="modSp">
        <pc:chgData name="he zhendong/0494938/何　振東" userId="S::0494938@mchcgr.com::022da341-ef73-48fb-bc20-f47322bbf998" providerId="AD" clId="Web-{5C017211-4FD9-4E05-B20F-919C8812E71E}" dt="2025-09-18T09:13:58.291" v="17" actId="20577"/>
        <pc:sldMkLst>
          <pc:docMk/>
          <pc:sldMk cId="0" sldId="16772972"/>
        </pc:sldMkLst>
        <pc:spChg chg="mod">
          <ac:chgData name="he zhendong/0494938/何　振東" userId="S::0494938@mchcgr.com::022da341-ef73-48fb-bc20-f47322bbf998" providerId="AD" clId="Web-{5C017211-4FD9-4E05-B20F-919C8812E71E}" dt="2025-09-18T09:13:58.291" v="17" actId="20577"/>
          <ac:spMkLst>
            <pc:docMk/>
            <pc:sldMk cId="0" sldId="16772972"/>
            <ac:spMk id="55" creationId="{00000000-0000-0000-0000-000000000000}"/>
          </ac:spMkLst>
        </pc:spChg>
      </pc:sldChg>
    </pc:docChg>
  </pc:docChgLst>
  <pc:docChgLst>
    <pc:chgData name="zhang lei/0897280/張　磊" userId="da02d54a-4a7c-4aa9-8f53-f33a19c6b65f" providerId="ADAL" clId="{1AAB3108-9881-428E-AC54-A8A160C47117}"/>
    <pc:docChg chg="undo redo custSel delSld modSld modSection">
      <pc:chgData name="zhang lei/0897280/張　磊" userId="da02d54a-4a7c-4aa9-8f53-f33a19c6b65f" providerId="ADAL" clId="{1AAB3108-9881-428E-AC54-A8A160C47117}" dt="2025-09-18T13:58:56.242" v="724" actId="207"/>
      <pc:docMkLst>
        <pc:docMk/>
      </pc:docMkLst>
      <pc:sldChg chg="modSp mod">
        <pc:chgData name="zhang lei/0897280/張　磊" userId="da02d54a-4a7c-4aa9-8f53-f33a19c6b65f" providerId="ADAL" clId="{1AAB3108-9881-428E-AC54-A8A160C47117}" dt="2025-09-18T05:22:35.985" v="12" actId="20577"/>
        <pc:sldMkLst>
          <pc:docMk/>
          <pc:sldMk cId="0" sldId="16772939"/>
        </pc:sldMkLst>
        <pc:spChg chg="mod">
          <ac:chgData name="zhang lei/0897280/張　磊" userId="da02d54a-4a7c-4aa9-8f53-f33a19c6b65f" providerId="ADAL" clId="{1AAB3108-9881-428E-AC54-A8A160C47117}" dt="2025-09-18T05:22:35.985" v="12" actId="20577"/>
          <ac:spMkLst>
            <pc:docMk/>
            <pc:sldMk cId="0" sldId="16772939"/>
            <ac:spMk id="5" creationId="{00000000-0000-0000-0000-000000000000}"/>
          </ac:spMkLst>
        </pc:spChg>
      </pc:sldChg>
      <pc:sldChg chg="modSp mod">
        <pc:chgData name="zhang lei/0897280/張　磊" userId="da02d54a-4a7c-4aa9-8f53-f33a19c6b65f" providerId="ADAL" clId="{1AAB3108-9881-428E-AC54-A8A160C47117}" dt="2025-09-18T13:58:56.242" v="724" actId="207"/>
        <pc:sldMkLst>
          <pc:docMk/>
          <pc:sldMk cId="0" sldId="16772962"/>
        </pc:sldMkLst>
        <pc:spChg chg="mod">
          <ac:chgData name="zhang lei/0897280/張　磊" userId="da02d54a-4a7c-4aa9-8f53-f33a19c6b65f" providerId="ADAL" clId="{1AAB3108-9881-428E-AC54-A8A160C47117}" dt="2025-09-18T13:58:56.242" v="724" actId="207"/>
          <ac:spMkLst>
            <pc:docMk/>
            <pc:sldMk cId="0" sldId="16772962"/>
            <ac:spMk id="5" creationId="{5F2B4342-4843-AA7D-BBBC-EEDC3E1CB57B}"/>
          </ac:spMkLst>
        </pc:spChg>
        <pc:graphicFrameChg chg="mod modGraphic">
          <ac:chgData name="zhang lei/0897280/張　磊" userId="da02d54a-4a7c-4aa9-8f53-f33a19c6b65f" providerId="ADAL" clId="{1AAB3108-9881-428E-AC54-A8A160C47117}" dt="2025-09-18T13:58:01.825" v="712" actId="20577"/>
          <ac:graphicFrameMkLst>
            <pc:docMk/>
            <pc:sldMk cId="0" sldId="16772962"/>
            <ac:graphicFrameMk id="8" creationId="{EA5FED8C-15C3-BBF2-E85B-99DBE2ED9970}"/>
          </ac:graphicFrameMkLst>
        </pc:graphicFrameChg>
      </pc:sldChg>
      <pc:sldChg chg="delSp modSp mod">
        <pc:chgData name="zhang lei/0897280/張　磊" userId="da02d54a-4a7c-4aa9-8f53-f33a19c6b65f" providerId="ADAL" clId="{1AAB3108-9881-428E-AC54-A8A160C47117}" dt="2025-09-18T13:20:08.921" v="400" actId="478"/>
        <pc:sldMkLst>
          <pc:docMk/>
          <pc:sldMk cId="490570015" sldId="16776353"/>
        </pc:sldMkLst>
        <pc:spChg chg="mod">
          <ac:chgData name="zhang lei/0897280/張　磊" userId="da02d54a-4a7c-4aa9-8f53-f33a19c6b65f" providerId="ADAL" clId="{1AAB3108-9881-428E-AC54-A8A160C47117}" dt="2025-09-18T13:19:40.002" v="399" actId="6549"/>
          <ac:spMkLst>
            <pc:docMk/>
            <pc:sldMk cId="490570015" sldId="16776353"/>
            <ac:spMk id="2" creationId="{1E0A3B2A-7E2F-F016-3731-A5F75381D9F3}"/>
          </ac:spMkLst>
        </pc:spChg>
        <pc:spChg chg="del">
          <ac:chgData name="zhang lei/0897280/張　磊" userId="da02d54a-4a7c-4aa9-8f53-f33a19c6b65f" providerId="ADAL" clId="{1AAB3108-9881-428E-AC54-A8A160C47117}" dt="2025-09-18T13:20:08.921" v="400" actId="478"/>
          <ac:spMkLst>
            <pc:docMk/>
            <pc:sldMk cId="490570015" sldId="16776353"/>
            <ac:spMk id="3" creationId="{57EFF51B-B165-8973-04EF-F6D6F76C8E95}"/>
          </ac:spMkLst>
        </pc:spChg>
      </pc:sldChg>
      <pc:sldChg chg="delSp mod">
        <pc:chgData name="zhang lei/0897280/張　磊" userId="da02d54a-4a7c-4aa9-8f53-f33a19c6b65f" providerId="ADAL" clId="{1AAB3108-9881-428E-AC54-A8A160C47117}" dt="2025-09-18T13:20:12.367" v="401" actId="478"/>
        <pc:sldMkLst>
          <pc:docMk/>
          <pc:sldMk cId="670289832" sldId="16776354"/>
        </pc:sldMkLst>
        <pc:spChg chg="del">
          <ac:chgData name="zhang lei/0897280/張　磊" userId="da02d54a-4a7c-4aa9-8f53-f33a19c6b65f" providerId="ADAL" clId="{1AAB3108-9881-428E-AC54-A8A160C47117}" dt="2025-09-18T13:20:12.367" v="401" actId="478"/>
          <ac:spMkLst>
            <pc:docMk/>
            <pc:sldMk cId="670289832" sldId="16776354"/>
            <ac:spMk id="3" creationId="{7631236C-2F20-0ED4-8559-6FCBCD4FF640}"/>
          </ac:spMkLst>
        </pc:spChg>
      </pc:sldChg>
      <pc:sldChg chg="delSp mod">
        <pc:chgData name="zhang lei/0897280/張　磊" userId="da02d54a-4a7c-4aa9-8f53-f33a19c6b65f" providerId="ADAL" clId="{1AAB3108-9881-428E-AC54-A8A160C47117}" dt="2025-09-18T13:20:15.738" v="402" actId="478"/>
        <pc:sldMkLst>
          <pc:docMk/>
          <pc:sldMk cId="3766533062" sldId="16776355"/>
        </pc:sldMkLst>
        <pc:spChg chg="del">
          <ac:chgData name="zhang lei/0897280/張　磊" userId="da02d54a-4a7c-4aa9-8f53-f33a19c6b65f" providerId="ADAL" clId="{1AAB3108-9881-428E-AC54-A8A160C47117}" dt="2025-09-18T13:20:15.738" v="402" actId="478"/>
          <ac:spMkLst>
            <pc:docMk/>
            <pc:sldMk cId="3766533062" sldId="16776355"/>
            <ac:spMk id="3" creationId="{91479D9C-11AA-081A-7A98-032B1F1E7D68}"/>
          </ac:spMkLst>
        </pc:spChg>
      </pc:sldChg>
      <pc:sldChg chg="delSp mod">
        <pc:chgData name="zhang lei/0897280/張　磊" userId="da02d54a-4a7c-4aa9-8f53-f33a19c6b65f" providerId="ADAL" clId="{1AAB3108-9881-428E-AC54-A8A160C47117}" dt="2025-09-18T13:20:38.072" v="403" actId="478"/>
        <pc:sldMkLst>
          <pc:docMk/>
          <pc:sldMk cId="2578704490" sldId="16776356"/>
        </pc:sldMkLst>
        <pc:spChg chg="del">
          <ac:chgData name="zhang lei/0897280/張　磊" userId="da02d54a-4a7c-4aa9-8f53-f33a19c6b65f" providerId="ADAL" clId="{1AAB3108-9881-428E-AC54-A8A160C47117}" dt="2025-09-18T13:20:38.072" v="403" actId="478"/>
          <ac:spMkLst>
            <pc:docMk/>
            <pc:sldMk cId="2578704490" sldId="16776356"/>
            <ac:spMk id="3" creationId="{B617B8EE-3C4C-D766-4A28-7FB6BD2D32DD}"/>
          </ac:spMkLst>
        </pc:spChg>
      </pc:sldChg>
      <pc:sldChg chg="addSp delSp modSp del mod">
        <pc:chgData name="zhang lei/0897280/張　磊" userId="da02d54a-4a7c-4aa9-8f53-f33a19c6b65f" providerId="ADAL" clId="{1AAB3108-9881-428E-AC54-A8A160C47117}" dt="2025-09-18T13:44:32.654" v="460" actId="47"/>
        <pc:sldMkLst>
          <pc:docMk/>
          <pc:sldMk cId="1363248825" sldId="16776359"/>
        </pc:sldMkLst>
        <pc:spChg chg="mod">
          <ac:chgData name="zhang lei/0897280/張　磊" userId="da02d54a-4a7c-4aa9-8f53-f33a19c6b65f" providerId="ADAL" clId="{1AAB3108-9881-428E-AC54-A8A160C47117}" dt="2025-09-18T05:42:47.095" v="42" actId="1076"/>
          <ac:spMkLst>
            <pc:docMk/>
            <pc:sldMk cId="1363248825" sldId="16776359"/>
            <ac:spMk id="2" creationId="{B6B9867A-62C0-BEA9-3502-CE7ABBD69C4C}"/>
          </ac:spMkLst>
        </pc:spChg>
        <pc:spChg chg="mod">
          <ac:chgData name="zhang lei/0897280/張　磊" userId="da02d54a-4a7c-4aa9-8f53-f33a19c6b65f" providerId="ADAL" clId="{1AAB3108-9881-428E-AC54-A8A160C47117}" dt="2025-09-18T05:45:25.247" v="60" actId="1076"/>
          <ac:spMkLst>
            <pc:docMk/>
            <pc:sldMk cId="1363248825" sldId="16776359"/>
            <ac:spMk id="4" creationId="{C5058F42-8AFD-4182-1357-8602C1BBB01F}"/>
          </ac:spMkLst>
        </pc:spChg>
        <pc:spChg chg="mod">
          <ac:chgData name="zhang lei/0897280/張　磊" userId="da02d54a-4a7c-4aa9-8f53-f33a19c6b65f" providerId="ADAL" clId="{1AAB3108-9881-428E-AC54-A8A160C47117}" dt="2025-09-18T05:41:14.828" v="26" actId="1076"/>
          <ac:spMkLst>
            <pc:docMk/>
            <pc:sldMk cId="1363248825" sldId="16776359"/>
            <ac:spMk id="9" creationId="{16F23AE7-E6A9-D16A-0F93-35862BD2378D}"/>
          </ac:spMkLst>
        </pc:spChg>
        <pc:spChg chg="add mod">
          <ac:chgData name="zhang lei/0897280/張　磊" userId="da02d54a-4a7c-4aa9-8f53-f33a19c6b65f" providerId="ADAL" clId="{1AAB3108-9881-428E-AC54-A8A160C47117}" dt="2025-09-18T05:42:54.872" v="58"/>
          <ac:spMkLst>
            <pc:docMk/>
            <pc:sldMk cId="1363248825" sldId="16776359"/>
            <ac:spMk id="13" creationId="{FC011250-1A6B-467E-FBD1-9101488E2647}"/>
          </ac:spMkLst>
        </pc:spChg>
        <pc:spChg chg="add mod">
          <ac:chgData name="zhang lei/0897280/張　磊" userId="da02d54a-4a7c-4aa9-8f53-f33a19c6b65f" providerId="ADAL" clId="{1AAB3108-9881-428E-AC54-A8A160C47117}" dt="2025-09-18T05:56:15.031" v="106" actId="1076"/>
          <ac:spMkLst>
            <pc:docMk/>
            <pc:sldMk cId="1363248825" sldId="16776359"/>
            <ac:spMk id="18" creationId="{3BD1E701-6E02-6916-CFB0-C265881F5A76}"/>
          </ac:spMkLst>
        </pc:spChg>
        <pc:spChg chg="add mod">
          <ac:chgData name="zhang lei/0897280/張　磊" userId="da02d54a-4a7c-4aa9-8f53-f33a19c6b65f" providerId="ADAL" clId="{1AAB3108-9881-428E-AC54-A8A160C47117}" dt="2025-09-18T06:09:13.682" v="148"/>
          <ac:spMkLst>
            <pc:docMk/>
            <pc:sldMk cId="1363248825" sldId="16776359"/>
            <ac:spMk id="24" creationId="{57A1C24C-4317-D323-6D03-BE0C2F0CF743}"/>
          </ac:spMkLst>
        </pc:spChg>
        <pc:spChg chg="add mod">
          <ac:chgData name="zhang lei/0897280/張　磊" userId="da02d54a-4a7c-4aa9-8f53-f33a19c6b65f" providerId="ADAL" clId="{1AAB3108-9881-428E-AC54-A8A160C47117}" dt="2025-09-18T06:09:27.968" v="150" actId="1076"/>
          <ac:spMkLst>
            <pc:docMk/>
            <pc:sldMk cId="1363248825" sldId="16776359"/>
            <ac:spMk id="25" creationId="{B470982F-B661-0746-3E94-8A8B330D7CE3}"/>
          </ac:spMkLst>
        </pc:spChg>
        <pc:graphicFrameChg chg="add mod">
          <ac:chgData name="zhang lei/0897280/張　磊" userId="da02d54a-4a7c-4aa9-8f53-f33a19c6b65f" providerId="ADAL" clId="{1AAB3108-9881-428E-AC54-A8A160C47117}" dt="2025-09-18T05:40:53.587" v="18"/>
          <ac:graphicFrameMkLst>
            <pc:docMk/>
            <pc:sldMk cId="1363248825" sldId="16776359"/>
            <ac:graphicFrameMk id="3" creationId="{BC398D31-BA34-FB93-ADE4-A546EEC0E64D}"/>
          </ac:graphicFrameMkLst>
        </pc:graphicFrameChg>
        <pc:graphicFrameChg chg="add del mod modGraphic">
          <ac:chgData name="zhang lei/0897280/張　磊" userId="da02d54a-4a7c-4aa9-8f53-f33a19c6b65f" providerId="ADAL" clId="{1AAB3108-9881-428E-AC54-A8A160C47117}" dt="2025-09-18T05:41:40.391" v="28" actId="478"/>
          <ac:graphicFrameMkLst>
            <pc:docMk/>
            <pc:sldMk cId="1363248825" sldId="16776359"/>
            <ac:graphicFrameMk id="5" creationId="{5BF77998-F346-D5A6-6620-570ACBA2B13F}"/>
          </ac:graphicFrameMkLst>
        </pc:graphicFrameChg>
        <pc:graphicFrameChg chg="del">
          <ac:chgData name="zhang lei/0897280/張　磊" userId="da02d54a-4a7c-4aa9-8f53-f33a19c6b65f" providerId="ADAL" clId="{1AAB3108-9881-428E-AC54-A8A160C47117}" dt="2025-09-18T05:40:52.071" v="17" actId="478"/>
          <ac:graphicFrameMkLst>
            <pc:docMk/>
            <pc:sldMk cId="1363248825" sldId="16776359"/>
            <ac:graphicFrameMk id="6" creationId="{97CF48F6-2B44-FA45-9017-8712DBF52F9F}"/>
          </ac:graphicFrameMkLst>
        </pc:graphicFrameChg>
        <pc:graphicFrameChg chg="add mod">
          <ac:chgData name="zhang lei/0897280/張　磊" userId="da02d54a-4a7c-4aa9-8f53-f33a19c6b65f" providerId="ADAL" clId="{1AAB3108-9881-428E-AC54-A8A160C47117}" dt="2025-09-18T05:41:41.368" v="29"/>
          <ac:graphicFrameMkLst>
            <pc:docMk/>
            <pc:sldMk cId="1363248825" sldId="16776359"/>
            <ac:graphicFrameMk id="7" creationId="{AD34BA58-DB37-0B1F-9D9A-309191DA180F}"/>
          </ac:graphicFrameMkLst>
        </pc:graphicFrameChg>
        <pc:graphicFrameChg chg="add del mod">
          <ac:chgData name="zhang lei/0897280/張　磊" userId="da02d54a-4a7c-4aa9-8f53-f33a19c6b65f" providerId="ADAL" clId="{1AAB3108-9881-428E-AC54-A8A160C47117}" dt="2025-09-18T05:42:15.296" v="32" actId="478"/>
          <ac:graphicFrameMkLst>
            <pc:docMk/>
            <pc:sldMk cId="1363248825" sldId="16776359"/>
            <ac:graphicFrameMk id="8" creationId="{9926EC64-A4BC-25F3-B676-48558163404F}"/>
          </ac:graphicFrameMkLst>
        </pc:graphicFrameChg>
        <pc:graphicFrameChg chg="del mod">
          <ac:chgData name="zhang lei/0897280/張　磊" userId="da02d54a-4a7c-4aa9-8f53-f33a19c6b65f" providerId="ADAL" clId="{1AAB3108-9881-428E-AC54-A8A160C47117}" dt="2025-09-18T05:45:28.419" v="61" actId="478"/>
          <ac:graphicFrameMkLst>
            <pc:docMk/>
            <pc:sldMk cId="1363248825" sldId="16776359"/>
            <ac:graphicFrameMk id="10" creationId="{B8830024-49FD-84AB-228E-FBAE1232EF4F}"/>
          </ac:graphicFrameMkLst>
        </pc:graphicFrameChg>
        <pc:graphicFrameChg chg="add mod">
          <ac:chgData name="zhang lei/0897280/張　磊" userId="da02d54a-4a7c-4aa9-8f53-f33a19c6b65f" providerId="ADAL" clId="{1AAB3108-9881-428E-AC54-A8A160C47117}" dt="2025-09-18T05:42:17.081" v="33"/>
          <ac:graphicFrameMkLst>
            <pc:docMk/>
            <pc:sldMk cId="1363248825" sldId="16776359"/>
            <ac:graphicFrameMk id="11" creationId="{F19D4691-CC40-E63E-F459-09CB1594FEB2}"/>
          </ac:graphicFrameMkLst>
        </pc:graphicFrameChg>
        <pc:graphicFrameChg chg="add del mod modGraphic">
          <ac:chgData name="zhang lei/0897280/張　磊" userId="da02d54a-4a7c-4aa9-8f53-f33a19c6b65f" providerId="ADAL" clId="{1AAB3108-9881-428E-AC54-A8A160C47117}" dt="2025-09-18T05:55:20.409" v="95" actId="478"/>
          <ac:graphicFrameMkLst>
            <pc:docMk/>
            <pc:sldMk cId="1363248825" sldId="16776359"/>
            <ac:graphicFrameMk id="12" creationId="{CA883945-F808-3F6A-03EC-360C8D3A7602}"/>
          </ac:graphicFrameMkLst>
        </pc:graphicFrameChg>
        <pc:graphicFrameChg chg="add del mod">
          <ac:chgData name="zhang lei/0897280/張　磊" userId="da02d54a-4a7c-4aa9-8f53-f33a19c6b65f" providerId="ADAL" clId="{1AAB3108-9881-428E-AC54-A8A160C47117}" dt="2025-09-18T05:47:09.250" v="63" actId="478"/>
          <ac:graphicFrameMkLst>
            <pc:docMk/>
            <pc:sldMk cId="1363248825" sldId="16776359"/>
            <ac:graphicFrameMk id="14" creationId="{3F84E19F-9402-F53E-25BE-E7DA2E2C18E4}"/>
          </ac:graphicFrameMkLst>
        </pc:graphicFrameChg>
        <pc:graphicFrameChg chg="add mod">
          <ac:chgData name="zhang lei/0897280/張　磊" userId="da02d54a-4a7c-4aa9-8f53-f33a19c6b65f" providerId="ADAL" clId="{1AAB3108-9881-428E-AC54-A8A160C47117}" dt="2025-09-18T05:47:14.528" v="66" actId="1076"/>
          <ac:graphicFrameMkLst>
            <pc:docMk/>
            <pc:sldMk cId="1363248825" sldId="16776359"/>
            <ac:graphicFrameMk id="15" creationId="{727B4619-CC18-EC8B-27F0-198EC0084543}"/>
          </ac:graphicFrameMkLst>
        </pc:graphicFrameChg>
        <pc:graphicFrameChg chg="add mod">
          <ac:chgData name="zhang lei/0897280/張　磊" userId="da02d54a-4a7c-4aa9-8f53-f33a19c6b65f" providerId="ADAL" clId="{1AAB3108-9881-428E-AC54-A8A160C47117}" dt="2025-09-18T05:47:15.794" v="67"/>
          <ac:graphicFrameMkLst>
            <pc:docMk/>
            <pc:sldMk cId="1363248825" sldId="16776359"/>
            <ac:graphicFrameMk id="16" creationId="{BE89AC76-495E-938F-8B49-28A84165E1F1}"/>
          </ac:graphicFrameMkLst>
        </pc:graphicFrameChg>
        <pc:graphicFrameChg chg="add mod modGraphic">
          <ac:chgData name="zhang lei/0897280/張　磊" userId="da02d54a-4a7c-4aa9-8f53-f33a19c6b65f" providerId="ADAL" clId="{1AAB3108-9881-428E-AC54-A8A160C47117}" dt="2025-09-18T05:56:10.515" v="104" actId="255"/>
          <ac:graphicFrameMkLst>
            <pc:docMk/>
            <pc:sldMk cId="1363248825" sldId="16776359"/>
            <ac:graphicFrameMk id="17" creationId="{BF817830-24F0-6F66-6161-A058AF789B31}"/>
          </ac:graphicFrameMkLst>
        </pc:graphicFrameChg>
        <pc:graphicFrameChg chg="add mod">
          <ac:chgData name="zhang lei/0897280/張　磊" userId="da02d54a-4a7c-4aa9-8f53-f33a19c6b65f" providerId="ADAL" clId="{1AAB3108-9881-428E-AC54-A8A160C47117}" dt="2025-09-18T05:55:21.733" v="96"/>
          <ac:graphicFrameMkLst>
            <pc:docMk/>
            <pc:sldMk cId="1363248825" sldId="16776359"/>
            <ac:graphicFrameMk id="19" creationId="{45F37A75-2A01-0C59-57EF-5308941CD83B}"/>
          </ac:graphicFrameMkLst>
        </pc:graphicFrameChg>
        <pc:graphicFrameChg chg="add mod modGraphic">
          <ac:chgData name="zhang lei/0897280/張　磊" userId="da02d54a-4a7c-4aa9-8f53-f33a19c6b65f" providerId="ADAL" clId="{1AAB3108-9881-428E-AC54-A8A160C47117}" dt="2025-09-18T05:56:07.183" v="103" actId="255"/>
          <ac:graphicFrameMkLst>
            <pc:docMk/>
            <pc:sldMk cId="1363248825" sldId="16776359"/>
            <ac:graphicFrameMk id="20" creationId="{96D562C3-A786-E870-61D8-369E792AF00A}"/>
          </ac:graphicFrameMkLst>
        </pc:graphicFrameChg>
        <pc:graphicFrameChg chg="add mod">
          <ac:chgData name="zhang lei/0897280/張　磊" userId="da02d54a-4a7c-4aa9-8f53-f33a19c6b65f" providerId="ADAL" clId="{1AAB3108-9881-428E-AC54-A8A160C47117}" dt="2025-09-18T06:07:58.744" v="107"/>
          <ac:graphicFrameMkLst>
            <pc:docMk/>
            <pc:sldMk cId="1363248825" sldId="16776359"/>
            <ac:graphicFrameMk id="21" creationId="{EEE32097-24D8-C9BC-E2D7-1DC6BC212A4A}"/>
          </ac:graphicFrameMkLst>
        </pc:graphicFrameChg>
        <pc:graphicFrameChg chg="add mod">
          <ac:chgData name="zhang lei/0897280/張　磊" userId="da02d54a-4a7c-4aa9-8f53-f33a19c6b65f" providerId="ADAL" clId="{1AAB3108-9881-428E-AC54-A8A160C47117}" dt="2025-09-18T06:08:29.196" v="108"/>
          <ac:graphicFrameMkLst>
            <pc:docMk/>
            <pc:sldMk cId="1363248825" sldId="16776359"/>
            <ac:graphicFrameMk id="22" creationId="{8A09421D-333A-2767-4BD5-FFEA5551D7A0}"/>
          </ac:graphicFrameMkLst>
        </pc:graphicFrameChg>
        <pc:graphicFrameChg chg="add mod modGraphic">
          <ac:chgData name="zhang lei/0897280/張　磊" userId="da02d54a-4a7c-4aa9-8f53-f33a19c6b65f" providerId="ADAL" clId="{1AAB3108-9881-428E-AC54-A8A160C47117}" dt="2025-09-18T06:09:03.575" v="114" actId="1076"/>
          <ac:graphicFrameMkLst>
            <pc:docMk/>
            <pc:sldMk cId="1363248825" sldId="16776359"/>
            <ac:graphicFrameMk id="23" creationId="{3306E5EF-AE46-5DBC-E850-DDED2E4D8E2B}"/>
          </ac:graphicFrameMkLst>
        </pc:graphicFrameChg>
      </pc:sldChg>
      <pc:sldChg chg="del">
        <pc:chgData name="zhang lei/0897280/張　磊" userId="da02d54a-4a7c-4aa9-8f53-f33a19c6b65f" providerId="ADAL" clId="{1AAB3108-9881-428E-AC54-A8A160C47117}" dt="2025-09-18T06:09:34.130" v="151" actId="47"/>
        <pc:sldMkLst>
          <pc:docMk/>
          <pc:sldMk cId="38579905" sldId="16776361"/>
        </pc:sldMkLst>
      </pc:sldChg>
      <pc:sldChg chg="addSp modSp mod">
        <pc:chgData name="zhang lei/0897280/張　磊" userId="da02d54a-4a7c-4aa9-8f53-f33a19c6b65f" providerId="ADAL" clId="{1AAB3108-9881-428E-AC54-A8A160C47117}" dt="2025-09-18T13:14:41.786" v="349" actId="14100"/>
        <pc:sldMkLst>
          <pc:docMk/>
          <pc:sldMk cId="1737784919" sldId="16776364"/>
        </pc:sldMkLst>
        <pc:spChg chg="add mod">
          <ac:chgData name="zhang lei/0897280/張　磊" userId="da02d54a-4a7c-4aa9-8f53-f33a19c6b65f" providerId="ADAL" clId="{1AAB3108-9881-428E-AC54-A8A160C47117}" dt="2025-09-18T13:14:41.786" v="349" actId="14100"/>
          <ac:spMkLst>
            <pc:docMk/>
            <pc:sldMk cId="1737784919" sldId="16776364"/>
            <ac:spMk id="3" creationId="{266040C3-99F6-688E-F0C0-9A7AB40BB3E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02A3B7-46B2-E94A-9EF8-D8D874E780F7}" type="datetimeFigureOut">
              <a:rPr kumimoji="1" lang="ja-JP" altLang="en-US" smtClean="0"/>
              <a:t>2025/9/29</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6C1043-B07B-A34C-A6AD-E266C03B38C1}"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F1F98-6922-D549-90B4-4FEE2DCA453F}" type="datetimeFigureOut">
              <a:rPr kumimoji="1" lang="ja-JP" altLang="en-US" smtClean="0"/>
              <a:t>2025/9/29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9B8F7-F11D-7247-854D-760B01224C6A}"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a:t>
            </a:fld>
            <a:endParaRPr kumimoji="1" lang="ja-JP" altLang="en-US"/>
          </a:p>
        </p:txBody>
      </p:sp>
    </p:spTree>
    <p:extLst>
      <p:ext uri="{BB962C8B-B14F-4D97-AF65-F5344CB8AC3E}">
        <p14:creationId xmlns:p14="http://schemas.microsoft.com/office/powerpoint/2010/main" val="1072502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3</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4</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5</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6</a:t>
            </a:fld>
            <a:endParaRPr kumimoji="1"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図</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アーキテクチャ図を挿入（</a:t>
            </a:r>
            <a:r>
              <a:rPr kumimoji="1" lang="en-US" altLang="ja-JP">
                <a:latin typeface="Yu Gothic UI" panose="020B0500000000000000" pitchFamily="50" charset="-128"/>
                <a:ea typeface="Yu Gothic UI" panose="020B0500000000000000" pitchFamily="50" charset="-128"/>
              </a:rPr>
              <a:t>PowerApps → Dataverse/SQL Server → SharePoint → Office 365</a:t>
            </a:r>
            <a:r>
              <a:rPr kumimoji="1" lang="ja-JP" altLang="en-US">
                <a:latin typeface="Yu Gothic UI" panose="020B0500000000000000" pitchFamily="50" charset="-128"/>
                <a:ea typeface="Yu Gothic UI" panose="020B0500000000000000" pitchFamily="50" charset="-128"/>
              </a:rPr>
              <a:t>）。</a:t>
            </a:r>
            <a:endParaRPr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a:latin typeface="Yu Gothic UI" panose="020B0500000000000000" pitchFamily="50" charset="-128"/>
                <a:ea typeface="Yu Gothic UI" panose="020B0500000000000000" pitchFamily="50" charset="-128"/>
              </a:rPr>
            </a:br>
            <a:r>
              <a:rPr kumimoji="1" lang="ja-JP" altLang="en-US">
                <a:latin typeface="Yu Gothic UI" panose="020B0500000000000000" pitchFamily="50" charset="-128"/>
                <a:ea typeface="Yu Gothic UI" panose="020B0500000000000000" pitchFamily="50" charset="-128"/>
              </a:rPr>
              <a:t>なぜ添付ファイルは</a:t>
            </a:r>
            <a:r>
              <a:rPr kumimoji="1" lang="en-US" altLang="ja-JP" err="1">
                <a:latin typeface="Yu Gothic UI" panose="020B0500000000000000" pitchFamily="50" charset="-128"/>
                <a:ea typeface="Yu Gothic UI" panose="020B0500000000000000" pitchFamily="50" charset="-128"/>
              </a:rPr>
              <a:t>ShraePoint</a:t>
            </a:r>
            <a:r>
              <a:rPr kumimoji="1" lang="ja-JP" altLang="en-US">
                <a:latin typeface="Yu Gothic UI" panose="020B0500000000000000" pitchFamily="50" charset="-128"/>
                <a:ea typeface="Yu Gothic UI" panose="020B0500000000000000" pitchFamily="50" charset="-128"/>
              </a:rPr>
              <a:t>にお薦めなのか：</a:t>
            </a:r>
            <a:br>
              <a:rPr kumimoji="1" lang="en-US" altLang="ja-JP">
                <a:latin typeface="Yu Gothic UI" panose="020B0500000000000000" pitchFamily="50" charset="-128"/>
                <a:ea typeface="Yu Gothic UI" panose="020B0500000000000000" pitchFamily="50" charset="-128"/>
              </a:rPr>
            </a:br>
            <a:r>
              <a:rPr kumimoji="1" lang="ja-JP" altLang="en-US">
                <a:latin typeface="Yu Gothic UI" panose="020B0500000000000000" pitchFamily="50" charset="-128"/>
                <a:ea typeface="Yu Gothic UI" panose="020B0500000000000000" pitchFamily="50" charset="-128"/>
              </a:rPr>
              <a:t>１．</a:t>
            </a:r>
            <a:r>
              <a:rPr kumimoji="1" lang="en-US" altLang="ja-JP">
                <a:latin typeface="Yu Gothic UI" panose="020B0500000000000000" pitchFamily="50" charset="-128"/>
                <a:ea typeface="Yu Gothic UI" panose="020B0500000000000000" pitchFamily="50" charset="-128"/>
              </a:rPr>
              <a:t>SPO</a:t>
            </a:r>
            <a:r>
              <a:rPr kumimoji="1" lang="ja-JP" altLang="en-US">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err="1">
                <a:latin typeface="Yu Gothic UI" panose="020B0500000000000000" pitchFamily="50" charset="-128"/>
                <a:ea typeface="Yu Gothic UI" panose="020B0500000000000000" pitchFamily="50" charset="-128"/>
              </a:rPr>
              <a:t>A.GraphAPI</a:t>
            </a:r>
            <a:r>
              <a:rPr kumimoji="1" lang="ja-JP" altLang="en-US">
                <a:latin typeface="Yu Gothic UI" panose="020B0500000000000000" pitchFamily="50" charset="-128"/>
                <a:ea typeface="Yu Gothic UI" panose="020B0500000000000000" pitchFamily="50" charset="-128"/>
              </a:rPr>
              <a:t>経由で必要 </a:t>
            </a:r>
            <a:r>
              <a:rPr kumimoji="1" lang="en-US" altLang="ja-JP">
                <a:latin typeface="Yu Gothic UI" panose="020B0500000000000000" pitchFamily="50" charset="-128"/>
                <a:ea typeface="Yu Gothic UI" panose="020B0500000000000000" pitchFamily="50" charset="-128"/>
              </a:rPr>
              <a:t>B.</a:t>
            </a:r>
            <a:r>
              <a:rPr kumimoji="1" lang="ja-JP" altLang="en-US">
                <a:latin typeface="Yu Gothic UI" panose="020B0500000000000000" pitchFamily="50" charset="-128"/>
                <a:ea typeface="Yu Gothic UI" panose="020B0500000000000000" pitchFamily="50" charset="-128"/>
              </a:rPr>
              <a:t>）</a:t>
            </a:r>
            <a:endParaRPr kumimoji="1"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２．</a:t>
            </a:r>
            <a:r>
              <a:rPr kumimoji="1" lang="en-US" altLang="zh-CN" err="1">
                <a:latin typeface="Yu Gothic UI" panose="020B0500000000000000" pitchFamily="50" charset="-128"/>
                <a:ea typeface="Yu Gothic UI" panose="020B0500000000000000" pitchFamily="50" charset="-128"/>
              </a:rPr>
              <a:t>Sqlserver</a:t>
            </a:r>
            <a:r>
              <a:rPr kumimoji="1" lang="ja-JP" altLang="en-US">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a:latin typeface="Yu Gothic UI" panose="020B0500000000000000" pitchFamily="50" charset="-128"/>
                <a:ea typeface="Yu Gothic UI" panose="020B0500000000000000" pitchFamily="50" charset="-128"/>
              </a:rPr>
              <a:t>t</a:t>
            </a:r>
            <a:r>
              <a:rPr kumimoji="1" lang="ja-JP" altLang="en-US">
                <a:latin typeface="Yu Gothic UI" panose="020B0500000000000000" pitchFamily="50" charset="-128"/>
                <a:ea typeface="Yu Gothic UI" panose="020B0500000000000000" pitchFamily="50" charset="-128"/>
              </a:rPr>
              <a:t>的に検証が必要。</a:t>
            </a:r>
            <a:r>
              <a:rPr kumimoji="1" lang="en-US" altLang="ja-JP">
                <a:latin typeface="Yu Gothic UI" panose="020B0500000000000000" pitchFamily="50" charset="-128"/>
                <a:ea typeface="Yu Gothic UI" panose="020B0500000000000000" pitchFamily="50" charset="-128"/>
              </a:rPr>
              <a:t>POC</a:t>
            </a:r>
            <a:r>
              <a:rPr kumimoji="1" lang="ja-JP" altLang="en-US">
                <a:latin typeface="Yu Gothic UI" panose="020B0500000000000000" pitchFamily="50" charset="-128"/>
                <a:ea typeface="Yu Gothic UI" panose="020B0500000000000000" pitchFamily="50" charset="-128"/>
              </a:rPr>
              <a:t>の作業範囲が広がる、性能などの考慮・評価は複雑</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7</a:t>
            </a:fld>
            <a:endParaRPr kumimoji="1" lang="ja-JP"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8</a:t>
            </a:fld>
            <a:endParaRPr kumimoji="1"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9</a:t>
            </a:fld>
            <a:endParaRPr kumimoji="1"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116B3-02E6-5531-FD14-4BA82832C6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A21B6ED-0BD7-552D-76CE-20F5124440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B93DB54-2C25-00C4-8E39-F2E72BE56D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DFE514B-AD19-0581-C615-B3B70697539D}"/>
              </a:ext>
            </a:extLst>
          </p:cNvPr>
          <p:cNvSpPr>
            <a:spLocks noGrp="1"/>
          </p:cNvSpPr>
          <p:nvPr>
            <p:ph type="sldNum" sz="quarter" idx="5"/>
          </p:nvPr>
        </p:nvSpPr>
        <p:spPr/>
        <p:txBody>
          <a:bodyPr/>
          <a:lstStyle/>
          <a:p>
            <a:fld id="{C3E9B8F7-F11D-7247-854D-760B01224C6A}" type="slidenum">
              <a:rPr kumimoji="1" lang="ja-JP" altLang="en-US" smtClean="0"/>
              <a:t>10</a:t>
            </a:fld>
            <a:endParaRPr kumimoji="1" lang="ja-JP" altLang="en-US"/>
          </a:p>
        </p:txBody>
      </p:sp>
    </p:spTree>
    <p:extLst>
      <p:ext uri="{BB962C8B-B14F-4D97-AF65-F5344CB8AC3E}">
        <p14:creationId xmlns:p14="http://schemas.microsoft.com/office/powerpoint/2010/main" val="4257033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11</a:t>
            </a:fld>
            <a:endParaRPr kumimoji="1"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59C32-8A3B-7807-60D1-CDAF42CBCE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7FA402-AFB8-30DA-D7D1-F36F5A303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926BE4C-7293-47D6-EC8C-A01DEC10E3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7C8940F-77BE-467D-3121-4830BE0CB5B0}"/>
              </a:ext>
            </a:extLst>
          </p:cNvPr>
          <p:cNvSpPr>
            <a:spLocks noGrp="1"/>
          </p:cNvSpPr>
          <p:nvPr>
            <p:ph type="sldNum" sz="quarter" idx="5"/>
          </p:nvPr>
        </p:nvSpPr>
        <p:spPr/>
        <p:txBody>
          <a:bodyPr/>
          <a:lstStyle/>
          <a:p>
            <a:fld id="{C3E9B8F7-F11D-7247-854D-760B01224C6A}" type="slidenum">
              <a:rPr kumimoji="1" lang="ja-JP" altLang="en-US" smtClean="0"/>
              <a:t>12</a:t>
            </a:fld>
            <a:endParaRPr kumimoji="1" lang="ja-JP" altLang="en-US"/>
          </a:p>
        </p:txBody>
      </p:sp>
    </p:spTree>
    <p:extLst>
      <p:ext uri="{BB962C8B-B14F-4D97-AF65-F5344CB8AC3E}">
        <p14:creationId xmlns:p14="http://schemas.microsoft.com/office/powerpoint/2010/main" val="1754736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5284F-B645-3F3C-7AF9-49EF25B3BE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BEBA80-3587-5AA4-4CDA-0870DC478E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1F2C7C9-2FF7-6A1B-C742-37D8D520A5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643018EB-835C-A3EF-6808-851B94574BD5}"/>
              </a:ext>
            </a:extLst>
          </p:cNvPr>
          <p:cNvSpPr>
            <a:spLocks noGrp="1"/>
          </p:cNvSpPr>
          <p:nvPr>
            <p:ph type="sldNum" sz="quarter" idx="5"/>
          </p:nvPr>
        </p:nvSpPr>
        <p:spPr/>
        <p:txBody>
          <a:bodyPr/>
          <a:lstStyle/>
          <a:p>
            <a:fld id="{C3E9B8F7-F11D-7247-854D-760B01224C6A}" type="slidenum">
              <a:rPr kumimoji="1" lang="ja-JP" altLang="en-US" smtClean="0"/>
              <a:t>13</a:t>
            </a:fld>
            <a:endParaRPr kumimoji="1" lang="ja-JP" altLang="en-US"/>
          </a:p>
        </p:txBody>
      </p:sp>
    </p:spTree>
    <p:extLst>
      <p:ext uri="{BB962C8B-B14F-4D97-AF65-F5344CB8AC3E}">
        <p14:creationId xmlns:p14="http://schemas.microsoft.com/office/powerpoint/2010/main" val="3035114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E5086-FEA4-8182-2DF2-FF3B3976E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ACD8B2-9A7D-CF27-A365-EB162C4203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F2687B-A564-6CED-8233-7882E19CD62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B2DFC9A-279A-72CE-EF09-26DED9FFACAF}"/>
              </a:ext>
            </a:extLst>
          </p:cNvPr>
          <p:cNvSpPr>
            <a:spLocks noGrp="1"/>
          </p:cNvSpPr>
          <p:nvPr>
            <p:ph type="sldNum" sz="quarter" idx="5"/>
          </p:nvPr>
        </p:nvSpPr>
        <p:spPr/>
        <p:txBody>
          <a:bodyPr/>
          <a:lstStyle/>
          <a:p>
            <a:fld id="{C3E9B8F7-F11D-7247-854D-760B01224C6A}" type="slidenum">
              <a:rPr kumimoji="1" lang="ja-JP" altLang="en-US" smtClean="0"/>
              <a:t>14</a:t>
            </a:fld>
            <a:endParaRPr kumimoji="1" lang="ja-JP" altLang="en-US"/>
          </a:p>
        </p:txBody>
      </p:sp>
    </p:spTree>
    <p:extLst>
      <p:ext uri="{BB962C8B-B14F-4D97-AF65-F5344CB8AC3E}">
        <p14:creationId xmlns:p14="http://schemas.microsoft.com/office/powerpoint/2010/main" val="4040426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BE7A-3C1E-9A27-A2F6-50CD11243B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6904EF-56EB-9A0B-B830-0D83ECFDAE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16E471-B3B9-FC93-63F0-F1DA4A80F65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69D541E9-F7A5-B336-66A3-026D0C49E825}"/>
              </a:ext>
            </a:extLst>
          </p:cNvPr>
          <p:cNvSpPr>
            <a:spLocks noGrp="1"/>
          </p:cNvSpPr>
          <p:nvPr>
            <p:ph type="sldNum" sz="quarter" idx="5"/>
          </p:nvPr>
        </p:nvSpPr>
        <p:spPr/>
        <p:txBody>
          <a:bodyPr/>
          <a:lstStyle/>
          <a:p>
            <a:fld id="{C3E9B8F7-F11D-7247-854D-760B01224C6A}" type="slidenum">
              <a:rPr kumimoji="1" lang="ja-JP" altLang="en-US" smtClean="0"/>
              <a:t>15</a:t>
            </a:fld>
            <a:endParaRPr kumimoji="1" lang="ja-JP" altLang="en-US"/>
          </a:p>
        </p:txBody>
      </p:sp>
    </p:spTree>
    <p:extLst>
      <p:ext uri="{BB962C8B-B14F-4D97-AF65-F5344CB8AC3E}">
        <p14:creationId xmlns:p14="http://schemas.microsoft.com/office/powerpoint/2010/main" val="4625891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1E99A-065A-53FB-B12C-86B3C4D07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6AF1F1-8381-54D6-0E16-CF6BAEAEFF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181877-2622-72DC-060B-FF82D2E9E2EC}"/>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349C3147-29AC-D045-6432-1C879D945198}"/>
              </a:ext>
            </a:extLst>
          </p:cNvPr>
          <p:cNvSpPr>
            <a:spLocks noGrp="1"/>
          </p:cNvSpPr>
          <p:nvPr>
            <p:ph type="sldNum" sz="quarter" idx="5"/>
          </p:nvPr>
        </p:nvSpPr>
        <p:spPr/>
        <p:txBody>
          <a:bodyPr/>
          <a:lstStyle/>
          <a:p>
            <a:fld id="{C3E9B8F7-F11D-7247-854D-760B01224C6A}" type="slidenum">
              <a:rPr kumimoji="1" lang="ja-JP" altLang="en-US" smtClean="0"/>
              <a:t>16</a:t>
            </a:fld>
            <a:endParaRPr kumimoji="1" lang="ja-JP" altLang="en-US"/>
          </a:p>
        </p:txBody>
      </p:sp>
    </p:spTree>
    <p:extLst>
      <p:ext uri="{BB962C8B-B14F-4D97-AF65-F5344CB8AC3E}">
        <p14:creationId xmlns:p14="http://schemas.microsoft.com/office/powerpoint/2010/main" val="947950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F5477-B9C5-968F-8267-C2722AF412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1F8CEE-F089-E7D4-4B8F-5A86B257C8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8F5C9-8CC9-63C1-BA40-5CEC62274C2F}"/>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F7B5F1B-CF62-86D7-B33B-1AEF7EE1D0E7}"/>
              </a:ext>
            </a:extLst>
          </p:cNvPr>
          <p:cNvSpPr>
            <a:spLocks noGrp="1"/>
          </p:cNvSpPr>
          <p:nvPr>
            <p:ph type="sldNum" sz="quarter" idx="5"/>
          </p:nvPr>
        </p:nvSpPr>
        <p:spPr/>
        <p:txBody>
          <a:bodyPr/>
          <a:lstStyle/>
          <a:p>
            <a:fld id="{C3E9B8F7-F11D-7247-854D-760B01224C6A}" type="slidenum">
              <a:rPr kumimoji="1" lang="ja-JP" altLang="en-US" smtClean="0"/>
              <a:t>17</a:t>
            </a:fld>
            <a:endParaRPr kumimoji="1" lang="ja-JP" altLang="en-US"/>
          </a:p>
        </p:txBody>
      </p:sp>
    </p:spTree>
    <p:extLst>
      <p:ext uri="{BB962C8B-B14F-4D97-AF65-F5344CB8AC3E}">
        <p14:creationId xmlns:p14="http://schemas.microsoft.com/office/powerpoint/2010/main" val="3585641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1E50-EC1A-D8DF-4FF3-368A7A33B6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AD0F3-5045-CDA6-7FC3-4849CEFD81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F9E384-5044-AC7D-8004-E99519885718}"/>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7B00E4D0-281F-5A87-1DC2-3EF8459EBBE5}"/>
              </a:ext>
            </a:extLst>
          </p:cNvPr>
          <p:cNvSpPr>
            <a:spLocks noGrp="1"/>
          </p:cNvSpPr>
          <p:nvPr>
            <p:ph type="sldNum" sz="quarter" idx="5"/>
          </p:nvPr>
        </p:nvSpPr>
        <p:spPr/>
        <p:txBody>
          <a:bodyPr/>
          <a:lstStyle/>
          <a:p>
            <a:fld id="{C3E9B8F7-F11D-7247-854D-760B01224C6A}" type="slidenum">
              <a:rPr kumimoji="1" lang="ja-JP" altLang="en-US" smtClean="0"/>
              <a:t>18</a:t>
            </a:fld>
            <a:endParaRPr kumimoji="1" lang="ja-JP" altLang="en-US"/>
          </a:p>
        </p:txBody>
      </p:sp>
    </p:spTree>
    <p:extLst>
      <p:ext uri="{BB962C8B-B14F-4D97-AF65-F5344CB8AC3E}">
        <p14:creationId xmlns:p14="http://schemas.microsoft.com/office/powerpoint/2010/main" val="3282858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19</a:t>
            </a:fld>
            <a:endParaRPr kumimoji="1" lang="ja-JP"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20</a:t>
            </a:fld>
            <a:endParaRPr kumimoji="1" lang="ja-JP"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21</a:t>
            </a:fld>
            <a:endParaRPr kumimoji="1" lang="ja-JP"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22</a:t>
            </a:fld>
            <a:endParaRPr kumimoji="1" lang="ja-JP"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24</a:t>
            </a:fld>
            <a:endParaRPr kumimoji="1" lang="ja-JP" altLang="en-US"/>
          </a:p>
        </p:txBody>
      </p:sp>
    </p:spTree>
    <p:extLst>
      <p:ext uri="{BB962C8B-B14F-4D97-AF65-F5344CB8AC3E}">
        <p14:creationId xmlns:p14="http://schemas.microsoft.com/office/powerpoint/2010/main" val="38132605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25</a:t>
            </a:fld>
            <a:endParaRPr kumimoji="1" lang="ja-JP" altLang="en-US"/>
          </a:p>
        </p:txBody>
      </p:sp>
    </p:spTree>
    <p:extLst>
      <p:ext uri="{BB962C8B-B14F-4D97-AF65-F5344CB8AC3E}">
        <p14:creationId xmlns:p14="http://schemas.microsoft.com/office/powerpoint/2010/main" val="8930628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26</a:t>
            </a:fld>
            <a:endParaRPr kumimoji="1" lang="ja-JP"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117EE-F15E-5D18-2F0E-AF89AD5A67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8987159-3156-E079-2780-9770AD7BB9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F440938-8E9A-75B1-0C75-EB6636C755E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26543A4-683C-DF6E-5789-84644A6BD34B}"/>
              </a:ext>
            </a:extLst>
          </p:cNvPr>
          <p:cNvSpPr>
            <a:spLocks noGrp="1"/>
          </p:cNvSpPr>
          <p:nvPr>
            <p:ph type="sldNum" sz="quarter" idx="5"/>
          </p:nvPr>
        </p:nvSpPr>
        <p:spPr/>
        <p:txBody>
          <a:bodyPr/>
          <a:lstStyle/>
          <a:p>
            <a:fld id="{C3E9B8F7-F11D-7247-854D-760B01224C6A}" type="slidenum">
              <a:rPr kumimoji="1" lang="ja-JP" altLang="en-US" smtClean="0"/>
              <a:t>28</a:t>
            </a:fld>
            <a:endParaRPr kumimoji="1" lang="ja-JP" altLang="en-US"/>
          </a:p>
        </p:txBody>
      </p:sp>
    </p:spTree>
    <p:extLst>
      <p:ext uri="{BB962C8B-B14F-4D97-AF65-F5344CB8AC3E}">
        <p14:creationId xmlns:p14="http://schemas.microsoft.com/office/powerpoint/2010/main" val="4857636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29</a:t>
            </a:fld>
            <a:endParaRPr kumimoji="1" lang="ja-JP" altLang="en-US"/>
          </a:p>
        </p:txBody>
      </p:sp>
    </p:spTree>
    <p:extLst>
      <p:ext uri="{BB962C8B-B14F-4D97-AF65-F5344CB8AC3E}">
        <p14:creationId xmlns:p14="http://schemas.microsoft.com/office/powerpoint/2010/main" val="38132605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F42B9-7C8C-DA96-F45B-07132E4CB2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0E1872-356F-77A7-D991-9D4A0A70D6F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4E4875-54FD-DC25-CECE-422EF828A6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9C1D6-6594-6F85-9B3B-6C55DA521FAA}"/>
              </a:ext>
            </a:extLst>
          </p:cNvPr>
          <p:cNvSpPr>
            <a:spLocks noGrp="1"/>
          </p:cNvSpPr>
          <p:nvPr>
            <p:ph type="sldNum" sz="quarter" idx="5"/>
          </p:nvPr>
        </p:nvSpPr>
        <p:spPr/>
        <p:txBody>
          <a:bodyPr/>
          <a:lstStyle/>
          <a:p>
            <a:fld id="{C3E9B8F7-F11D-7247-854D-760B01224C6A}" type="slidenum">
              <a:rPr kumimoji="1" lang="ja-JP" altLang="en-US" smtClean="0"/>
              <a:t>30</a:t>
            </a:fld>
            <a:endParaRPr kumimoji="1" lang="ja-JP" altLang="en-US"/>
          </a:p>
        </p:txBody>
      </p:sp>
    </p:spTree>
    <p:extLst>
      <p:ext uri="{BB962C8B-B14F-4D97-AF65-F5344CB8AC3E}">
        <p14:creationId xmlns:p14="http://schemas.microsoft.com/office/powerpoint/2010/main" val="963295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362E5-4871-7464-E76E-7EBBD249C3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3064D67-DEB4-2391-EB01-3D2A079324B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7F9907-5BFD-1DB3-76A8-78330D1EA4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72D7A7E-BE9F-1988-8883-8126098DE607}"/>
              </a:ext>
            </a:extLst>
          </p:cNvPr>
          <p:cNvSpPr>
            <a:spLocks noGrp="1"/>
          </p:cNvSpPr>
          <p:nvPr>
            <p:ph type="sldNum" sz="quarter" idx="5"/>
          </p:nvPr>
        </p:nvSpPr>
        <p:spPr/>
        <p:txBody>
          <a:bodyPr/>
          <a:lstStyle/>
          <a:p>
            <a:fld id="{C3E9B8F7-F11D-7247-854D-760B01224C6A}" type="slidenum">
              <a:rPr kumimoji="1" lang="ja-JP" altLang="en-US" smtClean="0"/>
              <a:t>31</a:t>
            </a:fld>
            <a:endParaRPr kumimoji="1" lang="ja-JP" altLang="en-US"/>
          </a:p>
        </p:txBody>
      </p:sp>
    </p:spTree>
    <p:extLst>
      <p:ext uri="{BB962C8B-B14F-4D97-AF65-F5344CB8AC3E}">
        <p14:creationId xmlns:p14="http://schemas.microsoft.com/office/powerpoint/2010/main" val="17797590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14940-466A-11D8-218A-C6657DAB0E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2B41076-8E73-249E-ABDB-FBE7C3E0FFA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0DD9E5-5AD0-1F1F-D305-8F8E5DA4C2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F4685A3-20D4-9B05-53A4-2D257F3FEC25}"/>
              </a:ext>
            </a:extLst>
          </p:cNvPr>
          <p:cNvSpPr>
            <a:spLocks noGrp="1"/>
          </p:cNvSpPr>
          <p:nvPr>
            <p:ph type="sldNum" sz="quarter" idx="5"/>
          </p:nvPr>
        </p:nvSpPr>
        <p:spPr/>
        <p:txBody>
          <a:bodyPr/>
          <a:lstStyle/>
          <a:p>
            <a:fld id="{C3E9B8F7-F11D-7247-854D-760B01224C6A}" type="slidenum">
              <a:rPr kumimoji="1" lang="ja-JP" altLang="en-US" smtClean="0"/>
              <a:t>32</a:t>
            </a:fld>
            <a:endParaRPr kumimoji="1" lang="ja-JP" altLang="en-US"/>
          </a:p>
        </p:txBody>
      </p:sp>
    </p:spTree>
    <p:extLst>
      <p:ext uri="{BB962C8B-B14F-4D97-AF65-F5344CB8AC3E}">
        <p14:creationId xmlns:p14="http://schemas.microsoft.com/office/powerpoint/2010/main" val="359374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4240-8CA6-86C3-8942-6EBC170CF5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753FEA-BE07-31C7-074A-E4B3F78112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DB7DF9-F30E-6CBC-B622-6B25C6FA5D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0B701767-6879-95AC-9312-13A76FCF7227}"/>
              </a:ext>
            </a:extLst>
          </p:cNvPr>
          <p:cNvSpPr>
            <a:spLocks noGrp="1"/>
          </p:cNvSpPr>
          <p:nvPr>
            <p:ph type="sldNum" sz="quarter" idx="5"/>
          </p:nvPr>
        </p:nvSpPr>
        <p:spPr/>
        <p:txBody>
          <a:bodyPr/>
          <a:lstStyle/>
          <a:p>
            <a:fld id="{C3E9B8F7-F11D-7247-854D-760B01224C6A}" type="slidenum">
              <a:rPr kumimoji="1" lang="ja-JP" altLang="en-US" smtClean="0"/>
              <a:t>33</a:t>
            </a:fld>
            <a:endParaRPr kumimoji="1" lang="ja-JP" altLang="en-US"/>
          </a:p>
        </p:txBody>
      </p:sp>
    </p:spTree>
    <p:extLst>
      <p:ext uri="{BB962C8B-B14F-4D97-AF65-F5344CB8AC3E}">
        <p14:creationId xmlns:p14="http://schemas.microsoft.com/office/powerpoint/2010/main" val="24387458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96A8D-14B0-C798-DA08-6D476153AF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E258D0-936E-8FF3-0D07-8AA5F529E8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94882F-46C0-8C0B-791A-4E63CE4458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9AE44012-F0A5-434F-1C13-C2109E402383}"/>
              </a:ext>
            </a:extLst>
          </p:cNvPr>
          <p:cNvSpPr>
            <a:spLocks noGrp="1"/>
          </p:cNvSpPr>
          <p:nvPr>
            <p:ph type="sldNum" sz="quarter" idx="5"/>
          </p:nvPr>
        </p:nvSpPr>
        <p:spPr/>
        <p:txBody>
          <a:bodyPr/>
          <a:lstStyle/>
          <a:p>
            <a:fld id="{C3E9B8F7-F11D-7247-854D-760B01224C6A}" type="slidenum">
              <a:rPr kumimoji="1" lang="ja-JP" altLang="en-US" smtClean="0"/>
              <a:t>34</a:t>
            </a:fld>
            <a:endParaRPr kumimoji="1" lang="ja-JP" altLang="en-US"/>
          </a:p>
        </p:txBody>
      </p:sp>
    </p:spTree>
    <p:extLst>
      <p:ext uri="{BB962C8B-B14F-4D97-AF65-F5344CB8AC3E}">
        <p14:creationId xmlns:p14="http://schemas.microsoft.com/office/powerpoint/2010/main" val="1612007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22DEF-6B2A-24BC-0DF9-E741C829346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93B81C-4F80-BACC-D0FC-005D522CF7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3E690B8-C38A-F85C-9E64-A9348D4F4D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dirty="0" err="1">
                <a:latin typeface="Yu Gothic UI" panose="020B0500000000000000" pitchFamily="50" charset="-128"/>
                <a:ea typeface="Yu Gothic UI" panose="020B0500000000000000" pitchFamily="50" charset="-128"/>
              </a:rPr>
              <a:t>SharePont</a:t>
            </a:r>
            <a:r>
              <a:rPr kumimoji="1" lang="ja-JP" altLang="en-US" dirty="0">
                <a:latin typeface="Yu Gothic UI" panose="020B0500000000000000" pitchFamily="50" charset="-128"/>
                <a:ea typeface="Yu Gothic UI" panose="020B0500000000000000" pitchFamily="50" charset="-128"/>
              </a:rPr>
              <a:t>の権限</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D82D4A-100C-02EA-90B2-0F17465E86DB}"/>
              </a:ext>
            </a:extLst>
          </p:cNvPr>
          <p:cNvSpPr>
            <a:spLocks noGrp="1"/>
          </p:cNvSpPr>
          <p:nvPr>
            <p:ph type="sldNum" sz="quarter" idx="5"/>
          </p:nvPr>
        </p:nvSpPr>
        <p:spPr/>
        <p:txBody>
          <a:bodyPr/>
          <a:lstStyle/>
          <a:p>
            <a:fld id="{C3E9B8F7-F11D-7247-854D-760B01224C6A}" type="slidenum">
              <a:rPr kumimoji="1" lang="ja-JP" altLang="en-US" smtClean="0"/>
              <a:t>35</a:t>
            </a:fld>
            <a:endParaRPr kumimoji="1" lang="ja-JP" altLang="en-US"/>
          </a:p>
        </p:txBody>
      </p:sp>
    </p:spTree>
    <p:extLst>
      <p:ext uri="{BB962C8B-B14F-4D97-AF65-F5344CB8AC3E}">
        <p14:creationId xmlns:p14="http://schemas.microsoft.com/office/powerpoint/2010/main" val="23478408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C2F0-DB98-8850-D7B8-2B10C5AF46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16B8738-439E-BF4B-C4EA-C26A30073F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D58C4D-63B9-0D5B-9AB1-58ECD0A9C0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4FC7D84-3E58-37E1-553A-CB56DA191924}"/>
              </a:ext>
            </a:extLst>
          </p:cNvPr>
          <p:cNvSpPr>
            <a:spLocks noGrp="1"/>
          </p:cNvSpPr>
          <p:nvPr>
            <p:ph type="sldNum" sz="quarter" idx="5"/>
          </p:nvPr>
        </p:nvSpPr>
        <p:spPr/>
        <p:txBody>
          <a:bodyPr/>
          <a:lstStyle/>
          <a:p>
            <a:fld id="{C3E9B8F7-F11D-7247-854D-760B01224C6A}" type="slidenum">
              <a:rPr kumimoji="1" lang="ja-JP" altLang="en-US" smtClean="0"/>
              <a:t>36</a:t>
            </a:fld>
            <a:endParaRPr kumimoji="1" lang="ja-JP" altLang="en-US"/>
          </a:p>
        </p:txBody>
      </p:sp>
    </p:spTree>
    <p:extLst>
      <p:ext uri="{BB962C8B-B14F-4D97-AF65-F5344CB8AC3E}">
        <p14:creationId xmlns:p14="http://schemas.microsoft.com/office/powerpoint/2010/main" val="29368888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F1F27-8204-D00B-96CB-3B463C4138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F4DFF3-5113-931D-B4B6-D217D8728B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FE867B-3586-4F08-D552-314C77903D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A6B741F5-0052-7977-A1DD-DCC941A5891D}"/>
              </a:ext>
            </a:extLst>
          </p:cNvPr>
          <p:cNvSpPr>
            <a:spLocks noGrp="1"/>
          </p:cNvSpPr>
          <p:nvPr>
            <p:ph type="sldNum" sz="quarter" idx="5"/>
          </p:nvPr>
        </p:nvSpPr>
        <p:spPr/>
        <p:txBody>
          <a:bodyPr/>
          <a:lstStyle/>
          <a:p>
            <a:fld id="{C3E9B8F7-F11D-7247-854D-760B01224C6A}" type="slidenum">
              <a:rPr kumimoji="1" lang="ja-JP" altLang="en-US" smtClean="0"/>
              <a:t>37</a:t>
            </a:fld>
            <a:endParaRPr kumimoji="1" lang="ja-JP" altLang="en-US"/>
          </a:p>
        </p:txBody>
      </p:sp>
    </p:spTree>
    <p:extLst>
      <p:ext uri="{BB962C8B-B14F-4D97-AF65-F5344CB8AC3E}">
        <p14:creationId xmlns:p14="http://schemas.microsoft.com/office/powerpoint/2010/main" val="1748727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ACDAE-8A20-B4A8-7F82-532E6504A8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B507A45-E7BE-7DDA-7653-3DFF9CA33F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E845254-1FEB-C636-55BC-D96F85A9E8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ECC65-C19B-790F-AF32-79453886436C}"/>
              </a:ext>
            </a:extLst>
          </p:cNvPr>
          <p:cNvSpPr>
            <a:spLocks noGrp="1"/>
          </p:cNvSpPr>
          <p:nvPr>
            <p:ph type="sldNum" sz="quarter" idx="5"/>
          </p:nvPr>
        </p:nvSpPr>
        <p:spPr/>
        <p:txBody>
          <a:bodyPr/>
          <a:lstStyle/>
          <a:p>
            <a:fld id="{C3E9B8F7-F11D-7247-854D-760B01224C6A}" type="slidenum">
              <a:rPr kumimoji="1" lang="ja-JP" altLang="en-US" smtClean="0"/>
              <a:t>38</a:t>
            </a:fld>
            <a:endParaRPr kumimoji="1" lang="ja-JP" altLang="en-US"/>
          </a:p>
        </p:txBody>
      </p:sp>
    </p:spTree>
    <p:extLst>
      <p:ext uri="{BB962C8B-B14F-4D97-AF65-F5344CB8AC3E}">
        <p14:creationId xmlns:p14="http://schemas.microsoft.com/office/powerpoint/2010/main" val="16056198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FDE2-613A-974F-A925-9B3A703062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C1B383-0C34-89D2-D60C-C9BCD6BD97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1244CE-266C-B514-4A3F-D30EAD6CC8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356CC1-2DE3-F188-2429-200B7AAB3BCB}"/>
              </a:ext>
            </a:extLst>
          </p:cNvPr>
          <p:cNvSpPr>
            <a:spLocks noGrp="1"/>
          </p:cNvSpPr>
          <p:nvPr>
            <p:ph type="sldNum" sz="quarter" idx="5"/>
          </p:nvPr>
        </p:nvSpPr>
        <p:spPr/>
        <p:txBody>
          <a:bodyPr/>
          <a:lstStyle/>
          <a:p>
            <a:fld id="{C3E9B8F7-F11D-7247-854D-760B01224C6A}" type="slidenum">
              <a:rPr kumimoji="1" lang="ja-JP" altLang="en-US" smtClean="0"/>
              <a:t>39</a:t>
            </a:fld>
            <a:endParaRPr kumimoji="1" lang="ja-JP" altLang="en-US"/>
          </a:p>
        </p:txBody>
      </p:sp>
    </p:spTree>
    <p:extLst>
      <p:ext uri="{BB962C8B-B14F-4D97-AF65-F5344CB8AC3E}">
        <p14:creationId xmlns:p14="http://schemas.microsoft.com/office/powerpoint/2010/main" val="3823616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42</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8.xml"/><Relationship Id="rId5" Type="http://schemas.openxmlformats.org/officeDocument/2006/relationships/image" Target="../media/image7.png"/><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5.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4.xml"/><Relationship Id="rId1" Type="http://schemas.openxmlformats.org/officeDocument/2006/relationships/tags" Target="../tags/tag26.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2.emf"/><Relationship Id="rId4" Type="http://schemas.openxmlformats.org/officeDocument/2006/relationships/oleObject" Target="../embeddings/oleObject26.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1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4.xml"/><Relationship Id="rId1" Type="http://schemas.openxmlformats.org/officeDocument/2006/relationships/tags" Target="../tags/tag30.xml"/><Relationship Id="rId4" Type="http://schemas.openxmlformats.org/officeDocument/2006/relationships/image" Target="../media/image1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31.xml"/><Relationship Id="rId4" Type="http://schemas.openxmlformats.org/officeDocument/2006/relationships/image" Target="../media/image1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1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1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4.xml"/><Relationship Id="rId1" Type="http://schemas.openxmlformats.org/officeDocument/2006/relationships/tags" Target="../tags/tag36.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4.xml"/><Relationship Id="rId1" Type="http://schemas.openxmlformats.org/officeDocument/2006/relationships/tags" Target="../tags/tag3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4.xml"/><Relationship Id="rId1" Type="http://schemas.openxmlformats.org/officeDocument/2006/relationships/tags" Target="../tags/tag3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4.xml"/><Relationship Id="rId1" Type="http://schemas.openxmlformats.org/officeDocument/2006/relationships/tags" Target="../tags/tag39.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3.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3.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4.xml"/><Relationship Id="rId1" Type="http://schemas.openxmlformats.org/officeDocument/2006/relationships/tags" Target="../tags/tag44.xml"/><Relationship Id="rId4" Type="http://schemas.openxmlformats.org/officeDocument/2006/relationships/image" Target="../media/image3.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15.jpeg"/><Relationship Id="rId2" Type="http://schemas.openxmlformats.org/officeDocument/2006/relationships/slideMaster" Target="../slideMasters/slideMaster4.xml"/><Relationship Id="rId1" Type="http://schemas.openxmlformats.org/officeDocument/2006/relationships/tags" Target="../tags/tag4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5.xml"/><Relationship Id="rId1" Type="http://schemas.openxmlformats.org/officeDocument/2006/relationships/tags" Target="../tags/tag48.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12.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5.xml"/><Relationship Id="rId1" Type="http://schemas.openxmlformats.org/officeDocument/2006/relationships/tags" Target="../tags/tag50.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2.emf"/><Relationship Id="rId4" Type="http://schemas.openxmlformats.org/officeDocument/2006/relationships/oleObject" Target="../embeddings/oleObject50.bin"/></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2.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2.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5.xml"/><Relationship Id="rId1" Type="http://schemas.openxmlformats.org/officeDocument/2006/relationships/tags" Target="../tags/tag58.xml"/><Relationship Id="rId4" Type="http://schemas.openxmlformats.org/officeDocument/2006/relationships/image" Target="../media/image12.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5.xml"/><Relationship Id="rId1" Type="http://schemas.openxmlformats.org/officeDocument/2006/relationships/tags" Target="../tags/tag59.xml"/><Relationship Id="rId4" Type="http://schemas.openxmlformats.org/officeDocument/2006/relationships/image" Target="../media/image12.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5.xml"/><Relationship Id="rId1" Type="http://schemas.openxmlformats.org/officeDocument/2006/relationships/tags" Target="../tags/tag6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5.xml"/><Relationship Id="rId1" Type="http://schemas.openxmlformats.org/officeDocument/2006/relationships/tags" Target="../tags/tag6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5.xml"/><Relationship Id="rId1" Type="http://schemas.openxmlformats.org/officeDocument/2006/relationships/tags" Target="../tags/tag6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5.xml"/><Relationship Id="rId1" Type="http://schemas.openxmlformats.org/officeDocument/2006/relationships/tags" Target="../tags/tag6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5.xml"/><Relationship Id="rId1" Type="http://schemas.openxmlformats.org/officeDocument/2006/relationships/tags" Target="../tags/tag6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5.xml"/><Relationship Id="rId1" Type="http://schemas.openxmlformats.org/officeDocument/2006/relationships/tags" Target="../tags/tag65.xml"/><Relationship Id="rId4" Type="http://schemas.openxmlformats.org/officeDocument/2006/relationships/image" Target="../media/image3.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5.xml"/><Relationship Id="rId1" Type="http://schemas.openxmlformats.org/officeDocument/2006/relationships/tags" Target="../tags/tag66.xml"/><Relationship Id="rId4" Type="http://schemas.openxmlformats.org/officeDocument/2006/relationships/image" Target="../media/image3.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5.xml"/><Relationship Id="rId1" Type="http://schemas.openxmlformats.org/officeDocument/2006/relationships/tags" Target="../tags/tag67.xml"/><Relationship Id="rId4" Type="http://schemas.openxmlformats.org/officeDocument/2006/relationships/image" Target="../media/image3.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5.xml"/><Relationship Id="rId1" Type="http://schemas.openxmlformats.org/officeDocument/2006/relationships/tags" Target="../tags/tag68.xml"/><Relationship Id="rId4" Type="http://schemas.openxmlformats.org/officeDocument/2006/relationships/image" Target="../media/image3.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5.xml"/><Relationship Id="rId1" Type="http://schemas.openxmlformats.org/officeDocument/2006/relationships/tags" Target="../tags/tag69.xml"/><Relationship Id="rId4" Type="http://schemas.openxmlformats.org/officeDocument/2006/relationships/image" Target="../media/image3.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5.xml"/><Relationship Id="rId1" Type="http://schemas.openxmlformats.org/officeDocument/2006/relationships/tags" Target="../tags/tag70.xml"/><Relationship Id="rId4" Type="http://schemas.openxmlformats.org/officeDocument/2006/relationships/image" Target="../media/image3.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8.bin"/><Relationship Id="rId7" Type="http://schemas.openxmlformats.org/officeDocument/2006/relationships/image" Target="../media/image15.jpeg"/><Relationship Id="rId2" Type="http://schemas.openxmlformats.org/officeDocument/2006/relationships/slideMaster" Target="../slideMasters/slideMaster5.xml"/><Relationship Id="rId1" Type="http://schemas.openxmlformats.org/officeDocument/2006/relationships/tags" Target="../tags/tag7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13" name="テキスト ボックス 12"/>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02344" y="117337"/>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sp>
        <p:nvSpPr>
          <p:cNvPr id="2" name="テキスト ボックス 1"/>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3"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45290" y="117337"/>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37340" y="133192"/>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Power Library &amp; Appendix</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pic>
        <p:nvPicPr>
          <p:cNvPr id="3" name="図 2"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pic>
        <p:nvPicPr>
          <p:cNvPr id="5" name="図 4"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65415"/>
            <a:ext cx="11550650" cy="5371874"/>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pic>
        <p:nvPicPr>
          <p:cNvPr id="3" name="図 2" descr="アイコン&#10;&#10;低い精度で自動的に生成された説明"/>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2610" y="432000"/>
            <a:ext cx="2304000" cy="587972"/>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69" y="432000"/>
            <a:ext cx="2304000" cy="581488"/>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3"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3231" y="180000"/>
            <a:ext cx="11165538"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2611" y="684000"/>
            <a:ext cx="11165538" cy="615600"/>
          </a:xfrm>
        </p:spPr>
        <p:txBody>
          <a:bodyPr vert="horz" anchor="t"/>
          <a:lstStyle>
            <a:lvl1pPr>
              <a:defRPr sz="1800" b="0" baseline="0">
                <a:latin typeface="+mn-lt"/>
                <a:ea typeface="+mn-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t>‹#›</a:t>
            </a:fld>
            <a:endParaRPr lang="ja-JP" altLang="en-US"/>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2"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600"/>
              </a:spcBef>
              <a:buFont typeface="Arial" panose="020B0604020202020204" pitchFamily="34" charset="0"/>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4"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3969" y="432000"/>
            <a:ext cx="2304000" cy="587972"/>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4" name="図 3"/>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1"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71" y="432000"/>
            <a:ext cx="2302096" cy="586800"/>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6" name="図 5"/>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rcRect/>
          <a:stretch>
            <a:fillRect/>
          </a:stretch>
        </p:blipFill>
        <p:spPr bwMode="gray">
          <a:xfrm>
            <a:off x="512610" y="431005"/>
            <a:ext cx="4243429" cy="586800"/>
          </a:xfrm>
          <a:prstGeom prst="rect">
            <a:avLst/>
          </a:prstGeom>
          <a:noFill/>
          <a:ln>
            <a:noFill/>
          </a:ln>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tretch>
            <a:fillRect/>
          </a:stretch>
        </p:blipFill>
        <p:spPr bwMode="gray">
          <a:xfrm>
            <a:off x="513969" y="432000"/>
            <a:ext cx="4246090" cy="586076"/>
          </a:xfrm>
          <a:prstGeom prst="rect">
            <a:avLst/>
          </a:prstGeom>
        </p:spPr>
      </p:pic>
      <p:sp>
        <p:nvSpPr>
          <p:cNvPr id="9"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2024.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zh-CN" altLang="en-US"/>
              <a:t>单击此处编辑母版标题样式</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zh-CN" altLang="en-US"/>
              <a:t>单击此处编辑母版标题样式</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447191" y="2824269"/>
            <a:ext cx="4645152" cy="264445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412362" y="2821491"/>
            <a:ext cx="4645152" cy="263737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zh-CN" altLang="en-US"/>
              <a:t>单击此处编辑母版标题样式</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t>9/29/2025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37640" y="656890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38272" y="91514"/>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emf"/><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tags" Target="../tags/tag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ags" Target="../tags/tag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theme" Target="../theme/theme3.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3.e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oleObject" Target="../embeddings/oleObject4.bin"/><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oleObject" Target="../embeddings/oleObject21.bin"/><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ags" Target="../tags/tag2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2.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oleObject" Target="../embeddings/oleObject45.bin"/><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tags" Target="../tags/tag47.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theme" Target="../theme/theme5.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image" Target="../media/image1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image" Target="../media/image1.emf"/><Relationship Id="rId2" Type="http://schemas.openxmlformats.org/officeDocument/2006/relationships/slideLayout" Target="../slideLayouts/slideLayout71.xml"/><Relationship Id="rId16" Type="http://schemas.openxmlformats.org/officeDocument/2006/relationships/oleObject" Target="../embeddings/oleObject69.bin"/><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6.jpe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ags" Target="../tags/tag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7" imgW="5715" imgH="5715" progId="TCLayout.ActiveDocument.1">
                  <p:embed/>
                </p:oleObj>
              </mc:Choice>
              <mc:Fallback>
                <p:oleObj name="think-cellスライド" r:id="rId7" imgW="5715" imgH="5715" progId="TCLayout.ActiveDocument.1">
                  <p:embed/>
                  <p:pic>
                    <p:nvPicPr>
                      <p:cNvPr id="3" name="オブジェクト 2"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スライド番号プレースホルダ 8">
            <a:extLst>
              <a:ext uri="{FF2B5EF4-FFF2-40B4-BE49-F238E27FC236}">
                <a16:creationId xmlns:a16="http://schemas.microsoft.com/office/drawing/2014/main" id="{764A59F0-2069-F9E9-40A7-A1BBAD6E4EFB}"/>
              </a:ext>
            </a:extLst>
          </p:cNvPr>
          <p:cNvSpPr>
            <a:spLocks noGrp="1"/>
          </p:cNvSpPr>
          <p:nvPr>
            <p:ph type="sldNum" sz="quarter" idx="4"/>
          </p:nvPr>
        </p:nvSpPr>
        <p:spPr bwMode="gray">
          <a:xfrm>
            <a:off x="480000" y="6588000"/>
            <a:ext cx="363280" cy="169200"/>
          </a:xfrm>
          <a:prstGeom prst="rect">
            <a:avLst/>
          </a:prstGeom>
        </p:spPr>
        <p:txBody>
          <a:bodyPr/>
          <a:lstStyle>
            <a:lvl1pPr>
              <a:defRPr sz="1000"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a:p>
        </p:txBody>
      </p:sp>
      <p:sp>
        <p:nvSpPr>
          <p:cNvPr id="4" name="フッター プレースホルダ 9">
            <a:extLst>
              <a:ext uri="{FF2B5EF4-FFF2-40B4-BE49-F238E27FC236}">
                <a16:creationId xmlns:a16="http://schemas.microsoft.com/office/drawing/2014/main" id="{2D5E64BD-8D93-ABED-1728-9D31E5A8E063}"/>
              </a:ext>
            </a:extLst>
          </p:cNvPr>
          <p:cNvSpPr>
            <a:spLocks noGrp="1"/>
          </p:cNvSpPr>
          <p:nvPr>
            <p:ph type="ftr" sz="quarter" idx="3"/>
          </p:nvPr>
        </p:nvSpPr>
        <p:spPr bwMode="gray">
          <a:xfrm>
            <a:off x="964480" y="6588000"/>
            <a:ext cx="5184000" cy="169200"/>
          </a:xfrm>
          <a:prstGeom prst="rect">
            <a:avLst/>
          </a:prstGeom>
        </p:spPr>
        <p:txBody>
          <a:bodyPr/>
          <a:lstStyle>
            <a:lvl1pPr>
              <a:defRPr sz="1000"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kumimoji="1" sz="1600" kern="1200" baseline="0">
          <a:solidFill>
            <a:schemeClr val="tx1"/>
          </a:solidFill>
          <a:latin typeface="+mn-lt"/>
          <a:ea typeface="+mn-ea"/>
          <a:cs typeface="+mn-cs"/>
        </a:defRPr>
      </a:lvl1pPr>
      <a:lvl2pPr marL="64579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2pPr>
      <a:lvl3pPr marL="100584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3pPr>
      <a:lvl4pPr marL="136588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4pPr>
      <a:lvl5pPr marL="172593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5715" imgH="5715" progId="TCLayout.ActiveDocument.1">
                  <p:embed/>
                </p:oleObj>
              </mc:Choice>
              <mc:Fallback>
                <p:oleObj name="think-cellスライド" r:id="rId6" imgW="5715" imgH="5715" progId="TCLayout.ActiveDocument.1">
                  <p:embed/>
                  <p:pic>
                    <p:nvPicPr>
                      <p:cNvPr id="3" name="オブジェクト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マスター テキストの書式設定</a:t>
            </a:r>
          </a:p>
          <a:p>
            <a:pPr marL="645795"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2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00584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3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365885"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4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72593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5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4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9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13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18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8"/>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19" imgW="5080" imgH="5080" progId="TCLayout.ActiveDocument.1">
                  <p:embed/>
                </p:oleObj>
              </mc:Choice>
              <mc:Fallback>
                <p:oleObj name="think-cellスライド" r:id="rId19" imgW="5080" imgH="5080" progId="TCLayout.ActiveDocument.1">
                  <p:embed/>
                  <p:pic>
                    <p:nvPicPr>
                      <p:cNvPr id="4" name="オブジェクト 3" hidden="1"/>
                      <p:cNvPicPr/>
                      <p:nvPr/>
                    </p:nvPicPr>
                    <p:blipFill>
                      <a:blip r:embed="rId20"/>
                      <a:stretch>
                        <a:fillRect/>
                      </a:stretch>
                    </p:blipFill>
                    <p:spPr>
                      <a:xfrm>
                        <a:off x="1955" y="1588"/>
                        <a:ext cx="1954" cy="1588"/>
                      </a:xfrm>
                      <a:prstGeom prst="rect">
                        <a:avLst/>
                      </a:prstGeom>
                    </p:spPr>
                  </p:pic>
                </p:oleObj>
              </mc:Fallback>
            </mc:AlternateContent>
          </a:graphicData>
        </a:graphic>
      </p:graphicFrame>
      <p:sp>
        <p:nvSpPr>
          <p:cNvPr id="2" name="Title Placeholder 1"/>
          <p:cNvSpPr>
            <a:spLocks noGrp="1"/>
          </p:cNvSpPr>
          <p:nvPr>
            <p:ph type="title"/>
          </p:nvPr>
        </p:nvSpPr>
        <p:spPr bwMode="gray">
          <a:xfrm>
            <a:off x="513231" y="180000"/>
            <a:ext cx="11165538" cy="6156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868432" y="6588000"/>
            <a:ext cx="5006769"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p>
        </p:txBody>
      </p:sp>
      <p:sp>
        <p:nvSpPr>
          <p:cNvPr id="9" name="スライド番号プレースホルダ 9"/>
          <p:cNvSpPr>
            <a:spLocks noGrp="1"/>
          </p:cNvSpPr>
          <p:nvPr>
            <p:ph type="sldNum" sz="quarter" idx="4"/>
          </p:nvPr>
        </p:nvSpPr>
        <p:spPr bwMode="gray">
          <a:xfrm>
            <a:off x="513969" y="6588000"/>
            <a:ext cx="221538"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317538" y="6588000"/>
            <a:ext cx="5361231"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513231" y="1476000"/>
            <a:ext cx="11166862" cy="4824000"/>
          </a:xfrm>
          <a:prstGeom prst="rect">
            <a:avLst/>
          </a:prstGeom>
        </p:spPr>
        <p:txBody>
          <a:bodyPr vert="horz" lIns="0" tIns="0" rIns="0" bIns="0" rtlCol="0">
            <a:noAutofit/>
          </a:bodyPr>
          <a:lstStyle/>
          <a:p>
            <a:pPr lvl="0"/>
            <a:r>
              <a:rPr kumimoji="1" lang="ja-JP" altLang="en-US"/>
              <a:t>マスター テキストの書式設定</a:t>
            </a:r>
            <a:endParaRPr kumimoji="1" lang="en-US" altLang="ja-JP"/>
          </a:p>
          <a:p>
            <a:pPr lvl="1"/>
            <a:r>
              <a:rPr kumimoji="1" lang="ja-JP" altLang="en-US"/>
              <a:t>第 </a:t>
            </a:r>
            <a:r>
              <a:rPr kumimoji="1" lang="en-US" altLang="ja-JP"/>
              <a:t>1 </a:t>
            </a:r>
            <a:r>
              <a:rPr kumimoji="1" lang="ja-JP" altLang="en-US"/>
              <a:t>レベル</a:t>
            </a:r>
            <a:endParaRPr kumimoji="1" lang="en-US" altLang="ja-JP"/>
          </a:p>
          <a:p>
            <a:pPr lvl="2"/>
            <a:r>
              <a:rPr kumimoji="1" lang="ja-JP" altLang="en-US"/>
              <a:t>第 </a:t>
            </a:r>
            <a:r>
              <a:rPr kumimoji="1" lang="en-US" altLang="ja-JP"/>
              <a:t>2 </a:t>
            </a:r>
            <a:r>
              <a:rPr kumimoji="1" lang="ja-JP" altLang="en-US"/>
              <a:t>レベル</a:t>
            </a:r>
            <a:endParaRPr kumimoji="1" lang="en-US" altLang="ja-JP"/>
          </a:p>
          <a:p>
            <a:pPr lvl="3"/>
            <a:r>
              <a:rPr kumimoji="1" lang="ja-JP" altLang="en-US"/>
              <a:t>第 </a:t>
            </a:r>
            <a:r>
              <a:rPr kumimoji="1" lang="en-US" altLang="ja-JP"/>
              <a:t>3 </a:t>
            </a:r>
            <a:r>
              <a:rPr kumimoji="1" lang="ja-JP" altLang="en-US"/>
              <a:t>レベル</a:t>
            </a:r>
            <a:endParaRPr kumimoji="1" lang="en-US" altLang="ja-JP"/>
          </a:p>
        </p:txBody>
      </p:sp>
      <p:sp>
        <p:nvSpPr>
          <p:cNvPr id="5" name="日付プレースホルダー 4"/>
          <p:cNvSpPr>
            <a:spLocks noGrp="1"/>
          </p:cNvSpPr>
          <p:nvPr>
            <p:ph type="dt" sz="half" idx="2"/>
          </p:nvPr>
        </p:nvSpPr>
        <p:spPr bwMode="gray">
          <a:xfrm>
            <a:off x="5651170" y="6444006"/>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hf hdr="0"/>
  <p:txStyles>
    <p:titleStyle>
      <a:lvl1pPr algn="l" defTabSz="990600"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7970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4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190" marR="0" indent="-14414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3895" indent="-17970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200" kern="1200" baseline="0" dirty="0" smtClean="0">
          <a:solidFill>
            <a:schemeClr val="tx1"/>
          </a:solidFill>
          <a:latin typeface="+mn-lt"/>
          <a:ea typeface="+mn-ea"/>
          <a:cs typeface="+mn-cs"/>
        </a:defRPr>
      </a:lvl5pPr>
      <a:lvl6pPr marL="864235" indent="-179705" algn="l" defTabSz="990600"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2024.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50815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a:fillRect/>
          </a:stretch>
        </p:blipFill>
        <p:spPr bwMode="black">
          <a:xfrm>
            <a:off x="0" y="6527630"/>
            <a:ext cx="12192000" cy="34180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t>9/29/2025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t>‹#›</a:t>
            </a:fld>
            <a:endParaRPr lang="en-US"/>
          </a:p>
        </p:txBody>
      </p:sp>
      <p:cxnSp>
        <p:nvCxnSpPr>
          <p:cNvPr id="10" name="Straight Connector 9"/>
          <p:cNvCxnSpPr/>
          <p:nvPr/>
        </p:nvCxnSpPr>
        <p:spPr>
          <a:xfrm>
            <a:off x="0" y="651703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9" name="オブジェクト 2"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5715" imgH="5715" progId="TCLayout.ActiveDocument.1">
                  <p:embed/>
                </p:oleObj>
              </mc:Choice>
              <mc:Fallback>
                <p:oleObj name="think-cellスライド" r:id="rId16" imgW="5715" imgH="5715" progId="TCLayout.ActiveDocument.1">
                  <p:embed/>
                  <p:pic>
                    <p:nvPicPr>
                      <p:cNvPr id="9" name="オブジェクト 2" hidden="1"/>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11" name="スライド番号プレースホルダ 8">
            <a:extLst>
              <a:ext uri="{FF2B5EF4-FFF2-40B4-BE49-F238E27FC236}">
                <a16:creationId xmlns:a16="http://schemas.microsoft.com/office/drawing/2014/main" id="{8C885B16-9EFC-FFAE-15EC-36CF30048766}"/>
              </a:ext>
            </a:extLst>
          </p:cNvPr>
          <p:cNvSpPr txBox="1">
            <a:spLocks/>
          </p:cNvSpPr>
          <p:nvPr userDrawn="1"/>
        </p:nvSpPr>
        <p:spPr bwMode="gray">
          <a:xfrm>
            <a:off x="480000" y="6588000"/>
            <a:ext cx="36328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43A0986-838B-4D2A-A95C-8CB1738263FE}" type="slidenum">
              <a:rPr lang="ja-JP" altLang="en-US" smtClean="0"/>
              <a:pPr/>
              <a:t>‹#›</a:t>
            </a:fld>
            <a:endParaRPr lang="ja-JP" altLang="en-US"/>
          </a:p>
        </p:txBody>
      </p:sp>
      <p:sp>
        <p:nvSpPr>
          <p:cNvPr id="12" name="フッター プレースホルダ 9">
            <a:extLst>
              <a:ext uri="{FF2B5EF4-FFF2-40B4-BE49-F238E27FC236}">
                <a16:creationId xmlns:a16="http://schemas.microsoft.com/office/drawing/2014/main" id="{DF920A77-A912-E3F9-5C1A-6B4FFC7124D3}"/>
              </a:ext>
            </a:extLst>
          </p:cNvPr>
          <p:cNvSpPr txBox="1">
            <a:spLocks/>
          </p:cNvSpPr>
          <p:nvPr userDrawn="1"/>
        </p:nvSpPr>
        <p:spPr bwMode="gray">
          <a:xfrm>
            <a:off x="964480" y="6588000"/>
            <a:ext cx="518400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8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hyperlink" Target="https://office.com/edit?url=%5bfile_url" TargetMode="External"/><Relationship Id="rId2" Type="http://schemas.openxmlformats.org/officeDocument/2006/relationships/notesSlide" Target="../notesSlides/notesSlide8.xml"/><Relationship Id="rId1" Type="http://schemas.openxmlformats.org/officeDocument/2006/relationships/slideLayout" Target="../slideLayouts/slideLayout81.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81.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ja-jp/graph/auth/" TargetMode="External"/><Relationship Id="rId2" Type="http://schemas.openxmlformats.org/officeDocument/2006/relationships/notesSlide" Target="../notesSlides/notesSlide10.xml"/><Relationship Id="rId1" Type="http://schemas.openxmlformats.org/officeDocument/2006/relationships/slideLayout" Target="../slideLayouts/slideLayout81.xml"/><Relationship Id="rId5" Type="http://schemas.openxmlformats.org/officeDocument/2006/relationships/image" Target="../media/image29.png"/><Relationship Id="rId4" Type="http://schemas.openxmlformats.org/officeDocument/2006/relationships/hyperlink" Target="https://learn.microsoft.com/ja-jp/graph/search-concept-overview"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1.xml"/></Relationships>
</file>

<file path=ppt/slides/_rels/slide1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2.xml"/><Relationship Id="rId1" Type="http://schemas.openxmlformats.org/officeDocument/2006/relationships/slideLayout" Target="../slideLayouts/slideLayout81.xml"/></Relationships>
</file>

<file path=ppt/slides/_rels/slide1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3.xml"/><Relationship Id="rId1" Type="http://schemas.openxmlformats.org/officeDocument/2006/relationships/slideLayout" Target="../slideLayouts/slideLayout81.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1.xml"/></Relationships>
</file>

<file path=ppt/slides/_rels/slide22.xml.rels><?xml version="1.0" encoding="UTF-8" standalone="yes"?>
<Relationships xmlns="http://schemas.openxmlformats.org/package/2006/relationships"><Relationship Id="rId3" Type="http://schemas.openxmlformats.org/officeDocument/2006/relationships/hyperlink" Target="mailto:yli@gcsoft-jp.com" TargetMode="External"/><Relationship Id="rId2" Type="http://schemas.openxmlformats.org/officeDocument/2006/relationships/notesSlide" Target="../notesSlides/notesSlide22.xml"/><Relationship Id="rId1" Type="http://schemas.openxmlformats.org/officeDocument/2006/relationships/slideLayout" Target="../slideLayouts/slideLayout8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34.png"/><Relationship Id="rId12" Type="http://schemas.openxmlformats.org/officeDocument/2006/relationships/image" Target="../media/image22.png"/><Relationship Id="rId2" Type="http://schemas.openxmlformats.org/officeDocument/2006/relationships/notesSlide" Target="../notesSlides/notesSlide23.xml"/><Relationship Id="rId16" Type="http://schemas.openxmlformats.org/officeDocument/2006/relationships/image" Target="../media/image26.png"/><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openxmlformats.org/officeDocument/2006/relationships/image" Target="../media/image37.png"/><Relationship Id="rId4" Type="http://schemas.openxmlformats.org/officeDocument/2006/relationships/image" Target="../media/image33.png"/><Relationship Id="rId9" Type="http://schemas.openxmlformats.org/officeDocument/2006/relationships/image" Target="../media/image36.png"/><Relationship Id="rId14"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34.png"/><Relationship Id="rId12" Type="http://schemas.openxmlformats.org/officeDocument/2006/relationships/image" Target="../media/image22.png"/><Relationship Id="rId2" Type="http://schemas.openxmlformats.org/officeDocument/2006/relationships/notesSlide" Target="../notesSlides/notesSlide26.xml"/><Relationship Id="rId16" Type="http://schemas.openxmlformats.org/officeDocument/2006/relationships/image" Target="../media/image26.png"/><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openxmlformats.org/officeDocument/2006/relationships/image" Target="../media/image37.png"/><Relationship Id="rId4" Type="http://schemas.openxmlformats.org/officeDocument/2006/relationships/image" Target="../media/image33.png"/><Relationship Id="rId9" Type="http://schemas.openxmlformats.org/officeDocument/2006/relationships/image" Target="../media/image36.png"/><Relationship Id="rId14" Type="http://schemas.openxmlformats.org/officeDocument/2006/relationships/image" Target="../media/image24.png"/></Relationships>
</file>

<file path=ppt/slides/_rels/slide29.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34.png"/><Relationship Id="rId12" Type="http://schemas.openxmlformats.org/officeDocument/2006/relationships/image" Target="../media/image22.png"/><Relationship Id="rId2" Type="http://schemas.openxmlformats.org/officeDocument/2006/relationships/notesSlide" Target="../notesSlides/notesSlide27.xml"/><Relationship Id="rId16" Type="http://schemas.openxmlformats.org/officeDocument/2006/relationships/image" Target="../media/image26.png"/><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openxmlformats.org/officeDocument/2006/relationships/image" Target="../media/image37.png"/><Relationship Id="rId4" Type="http://schemas.openxmlformats.org/officeDocument/2006/relationships/image" Target="../media/image33.png"/><Relationship Id="rId9" Type="http://schemas.openxmlformats.org/officeDocument/2006/relationships/image" Target="../media/image36.png"/><Relationship Id="rId1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1.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81.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hyperlink" Target="https://office.com/edit?url=%5Bfile_url%5D%EF%BC%89%E3%80%82" TargetMode="External"/><Relationship Id="rId2" Type="http://schemas.openxmlformats.org/officeDocument/2006/relationships/notesSlide" Target="../notesSlides/notesSlide30.xml"/><Relationship Id="rId1" Type="http://schemas.openxmlformats.org/officeDocument/2006/relationships/slideLayout" Target="../slideLayouts/slideLayout81.xml"/><Relationship Id="rId4" Type="http://schemas.openxmlformats.org/officeDocument/2006/relationships/hyperlink" Target="https://office.com/edit?url=%5bfile_url" TargetMode="External"/></Relationships>
</file>

<file path=ppt/slides/_rels/slide3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8.png"/><Relationship Id="rId7"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81.xml"/><Relationship Id="rId6" Type="http://schemas.openxmlformats.org/officeDocument/2006/relationships/image" Target="../media/image33.png"/><Relationship Id="rId5" Type="http://schemas.openxmlformats.org/officeDocument/2006/relationships/image" Target="../media/image23.png"/><Relationship Id="rId4" Type="http://schemas.openxmlformats.org/officeDocument/2006/relationships/image" Target="../media/image1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1.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8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19.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1.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81.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81.xml"/><Relationship Id="rId5" Type="http://schemas.openxmlformats.org/officeDocument/2006/relationships/image" Target="../media/image37.pn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8.png"/><Relationship Id="rId1" Type="http://schemas.openxmlformats.org/officeDocument/2006/relationships/slideLayout" Target="../slideLayouts/slideLayout81.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8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normAutofit/>
          </a:bodyPr>
          <a:lstStyle/>
          <a:p>
            <a:r>
              <a:rPr lang="en-US" altLang="ja-JP" sz="5400" dirty="0"/>
              <a:t>Notes</a:t>
            </a:r>
            <a:r>
              <a:rPr lang="ja-JP" altLang="en-US" sz="5400" dirty="0"/>
              <a:t>アプリ</a:t>
            </a:r>
            <a:r>
              <a:rPr lang="zh-CN" altLang="en-US" sz="5400" dirty="0"/>
              <a:t>刷新</a:t>
            </a:r>
            <a:br>
              <a:rPr lang="en-US" altLang="zh-CN" sz="5400" dirty="0"/>
            </a:br>
            <a:r>
              <a:rPr lang="ja-JP" altLang="en-US" sz="5400" dirty="0"/>
              <a:t>（製品仕様書管理）</a:t>
            </a:r>
            <a:br>
              <a:rPr lang="en-US" altLang="ja-JP" sz="5400" dirty="0"/>
            </a:br>
            <a:r>
              <a:rPr lang="en-US" altLang="ja-JP" sz="3600" dirty="0"/>
              <a:t>Power Apps + </a:t>
            </a:r>
            <a:r>
              <a:rPr lang="en-US" altLang="ja-JP" sz="3600" dirty="0" err="1"/>
              <a:t>Sql</a:t>
            </a:r>
            <a:r>
              <a:rPr lang="en-US" altLang="ja-JP" sz="3600" dirty="0"/>
              <a:t> server </a:t>
            </a:r>
            <a:r>
              <a:rPr lang="ja-JP" altLang="en-US" sz="3600" dirty="0"/>
              <a:t>提案と見積</a:t>
            </a:r>
            <a:endParaRPr lang="ja-JP" altLang="en-US" sz="5400" dirty="0"/>
          </a:p>
        </p:txBody>
      </p:sp>
      <p:sp>
        <p:nvSpPr>
          <p:cNvPr id="5" name="テキスト プレースホルダー 4"/>
          <p:cNvSpPr>
            <a:spLocks noGrp="1"/>
          </p:cNvSpPr>
          <p:nvPr>
            <p:ph type="subTitle" idx="1"/>
          </p:nvPr>
        </p:nvSpPr>
        <p:spPr/>
        <p:txBody>
          <a:bodyPr/>
          <a:lstStyle/>
          <a:p>
            <a:r>
              <a:rPr lang="ja-JP" altLang="en-US"/>
              <a:t>株式会社　</a:t>
            </a:r>
            <a:r>
              <a:rPr lang="en-US" altLang="ja-JP"/>
              <a:t>GCJ</a:t>
            </a:r>
            <a:endParaRPr lang="ja-JP" altLang="en-US"/>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2515" y="108633"/>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前書き</a:t>
            </a:r>
            <a:endParaRPr kumimoji="1" lang="ja-JP" altLang="en-US"/>
          </a:p>
        </p:txBody>
      </p:sp>
      <p:sp>
        <p:nvSpPr>
          <p:cNvPr id="15" name="テキスト ボックス 14"/>
          <p:cNvSpPr txBox="1"/>
          <p:nvPr/>
        </p:nvSpPr>
        <p:spPr>
          <a:xfrm>
            <a:off x="363536" y="1265595"/>
            <a:ext cx="11477943" cy="3624675"/>
          </a:xfrm>
          <a:prstGeom prst="rect">
            <a:avLst/>
          </a:prstGeom>
          <a:noFill/>
          <a:ln w="9525" cap="flat" cmpd="sng" algn="ctr">
            <a:noFill/>
            <a:prstDash val="solid"/>
            <a:round/>
            <a:headEnd type="oval" w="med" len="med"/>
            <a:tailEnd type="oval" w="med" len="med"/>
          </a:ln>
        </p:spPr>
        <p:txBody>
          <a:bodyPr wrap="square" lIns="36000" tIns="36000" rIns="36000" bIns="36000" rtlCol="0" anchor="ctr" anchorCtr="0">
            <a:noAutofit/>
          </a:bodyPr>
          <a:lstStyle/>
          <a:p>
            <a:pPr algn="l"/>
            <a:r>
              <a:rPr kumimoji="1" lang="ja-JP" altLang="en-US">
                <a:latin typeface="Yu Gothic UI" panose="020B0500000000000000" pitchFamily="50" charset="-128"/>
                <a:ea typeface="Yu Gothic UI" panose="020B0500000000000000" pitchFamily="50" charset="-128"/>
              </a:rPr>
              <a:t>貴社ますますご清栄のこととお慶び申し上げます。 </a:t>
            </a:r>
          </a:p>
          <a:p>
            <a:pPr algn="l"/>
            <a:r>
              <a:rPr kumimoji="1" lang="ja-JP" altLang="en-US">
                <a:latin typeface="Yu Gothic UI" panose="020B0500000000000000" pitchFamily="50" charset="-128"/>
                <a:ea typeface="Yu Gothic UI" panose="020B0500000000000000" pitchFamily="50" charset="-128"/>
              </a:rPr>
              <a:t>平素より格別のご高配を賜り、厚く御礼申し上げます。 </a:t>
            </a:r>
          </a:p>
          <a:p>
            <a:pPr algn="l"/>
            <a:endParaRPr kumimoji="1" lang="ja-JP" altLang="en-US">
              <a:latin typeface="Yu Gothic UI" panose="020B0500000000000000" pitchFamily="50" charset="-128"/>
              <a:ea typeface="Yu Gothic UI" panose="020B0500000000000000" pitchFamily="50" charset="-128"/>
            </a:endParaRPr>
          </a:p>
          <a:p>
            <a:r>
              <a:rPr lang="ja-JP" altLang="en-US">
                <a:latin typeface="Yu Gothic UI" panose="020B0500000000000000" pitchFamily="50" charset="-128"/>
                <a:ea typeface="Yu Gothic UI" panose="020B0500000000000000" pitchFamily="50" charset="-128"/>
              </a:rPr>
              <a:t>今回の提案に当たり、貴社が推奨・利用している技術基盤を基に、構築と運用のコストを最小限に抑えることを優先に</a:t>
            </a:r>
            <a:endParaRPr lang="en-US" altLang="ja-JP">
              <a:latin typeface="Yu Gothic UI" panose="020B0500000000000000" pitchFamily="50" charset="-128"/>
              <a:ea typeface="Yu Gothic UI" panose="020B0500000000000000" pitchFamily="50" charset="-128"/>
            </a:endParaRPr>
          </a:p>
          <a:p>
            <a:r>
              <a:rPr lang="en-US" altLang="ja-JP">
                <a:latin typeface="Yu Gothic UI" panose="020B0500000000000000" pitchFamily="50" charset="-128"/>
                <a:ea typeface="Yu Gothic UI" panose="020B0500000000000000" pitchFamily="50" charset="-128"/>
              </a:rPr>
              <a:t>		</a:t>
            </a:r>
            <a:r>
              <a:rPr lang="en-US" altLang="ja-JP" sz="2800">
                <a:latin typeface="Yu Gothic UI" panose="020B0500000000000000" pitchFamily="50" charset="-128"/>
                <a:ea typeface="Yu Gothic UI" panose="020B0500000000000000" pitchFamily="50" charset="-128"/>
              </a:rPr>
              <a:t>PowerPlatform+Office365+SqlServer</a:t>
            </a:r>
          </a:p>
          <a:p>
            <a:r>
              <a:rPr lang="ja-JP" altLang="en-US">
                <a:latin typeface="Yu Gothic UI" panose="020B0500000000000000" pitchFamily="50" charset="-128"/>
                <a:ea typeface="Yu Gothic UI" panose="020B0500000000000000" pitchFamily="50" charset="-128"/>
              </a:rPr>
              <a:t>での構築方法を提案させていただきます。</a:t>
            </a:r>
            <a:endParaRPr lang="en-US" altLang="ja-JP">
              <a:latin typeface="Yu Gothic UI" panose="020B0500000000000000" pitchFamily="50" charset="-128"/>
              <a:ea typeface="Yu Gothic UI" panose="020B0500000000000000" pitchFamily="50" charset="-128"/>
            </a:endParaRPr>
          </a:p>
          <a:p>
            <a:pPr algn="l"/>
            <a:endParaRPr kumimoji="1" lang="ja-JP" altLang="en-US">
              <a:latin typeface="Yu Gothic UI" panose="020B0500000000000000" pitchFamily="50" charset="-128"/>
              <a:ea typeface="Yu Gothic UI" panose="020B0500000000000000" pitchFamily="50" charset="-128"/>
            </a:endParaRPr>
          </a:p>
          <a:p>
            <a:pPr algn="l"/>
            <a:endParaRPr kumimoji="1" lang="ja-JP" altLang="en-US">
              <a:latin typeface="Yu Gothic UI" panose="020B0500000000000000" pitchFamily="50" charset="-128"/>
              <a:ea typeface="Yu Gothic UI" panose="020B0500000000000000" pitchFamily="50" charset="-128"/>
            </a:endParaRPr>
          </a:p>
          <a:p>
            <a:pPr algn="l"/>
            <a:r>
              <a:rPr kumimoji="1" lang="ja-JP" altLang="en-US">
                <a:latin typeface="Yu Gothic UI" panose="020B0500000000000000" pitchFamily="50" charset="-128"/>
                <a:ea typeface="Yu Gothic UI" panose="020B0500000000000000" pitchFamily="50" charset="-128"/>
              </a:rPr>
              <a:t>本提案をご検討いただき、本案件にご協力させていただければ幸いです。 </a:t>
            </a:r>
          </a:p>
          <a:p>
            <a:pPr algn="l"/>
            <a:r>
              <a:rPr kumimoji="1" lang="ja-JP" altLang="en-US">
                <a:latin typeface="Yu Gothic UI" panose="020B0500000000000000" pitchFamily="50" charset="-128"/>
                <a:ea typeface="Yu Gothic UI" panose="020B0500000000000000" pitchFamily="50" charset="-128"/>
              </a:rPr>
              <a:t>何卒よろしくお願い申し上げます。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zh-CN" altLang="en-US"/>
              <a:t>目次</a:t>
            </a:r>
            <a:endParaRPr kumimoji="1" lang="ja-JP" altLang="en-US"/>
          </a:p>
        </p:txBody>
      </p:sp>
      <p:sp>
        <p:nvSpPr>
          <p:cNvPr id="15" name="テキスト ボックス 14"/>
          <p:cNvSpPr txBox="1"/>
          <p:nvPr/>
        </p:nvSpPr>
        <p:spPr>
          <a:xfrm>
            <a:off x="414337" y="904240"/>
            <a:ext cx="11366184" cy="5374640"/>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lang="ja-JP" altLang="en-US" sz="1600"/>
              <a:t>提案の背景</a:t>
            </a:r>
            <a:endParaRPr lang="en-US" altLang="ja-JP" sz="1600"/>
          </a:p>
          <a:p>
            <a:pPr marL="285750" indent="-285750">
              <a:buFont typeface="Arial" panose="020B0604020202020204" pitchFamily="34" charset="0"/>
              <a:buChar char="•"/>
            </a:pPr>
            <a:r>
              <a:rPr lang="ja-JP" altLang="en-US" sz="1600"/>
              <a:t>システム概要</a:t>
            </a:r>
            <a:endParaRPr lang="en-US" altLang="ja-JP" sz="1600"/>
          </a:p>
          <a:p>
            <a:pPr marL="285750" indent="-285750">
              <a:buFont typeface="Arial" panose="020B0604020202020204" pitchFamily="34" charset="0"/>
              <a:buChar char="•"/>
            </a:pPr>
            <a:r>
              <a:rPr lang="ja-JP" altLang="en-US" sz="1600"/>
              <a:t>全体アーキテクチャ（添付ファイルは</a:t>
            </a:r>
            <a:r>
              <a:rPr lang="en-US" altLang="ja-JP" sz="1600"/>
              <a:t>SPO</a:t>
            </a:r>
            <a:r>
              <a:rPr lang="ja-JP" altLang="en-US" sz="1600"/>
              <a:t>へ保存の案）</a:t>
            </a:r>
            <a:endParaRPr lang="en-US" altLang="ja-JP" sz="1600"/>
          </a:p>
          <a:p>
            <a:pPr marL="285750" indent="-285750">
              <a:buFont typeface="Arial" panose="020B0604020202020204" pitchFamily="34" charset="0"/>
              <a:buChar char="•"/>
            </a:pPr>
            <a:r>
              <a:rPr lang="ja-JP" altLang="en-US" sz="1600"/>
              <a:t>文書</a:t>
            </a:r>
            <a:r>
              <a:rPr lang="zh-TW" altLang="en-US" sz="1600"/>
              <a:t>管理機能</a:t>
            </a:r>
            <a:endParaRPr lang="en-US" altLang="zh-TW" sz="1600"/>
          </a:p>
          <a:p>
            <a:pPr marL="285750" indent="-285750">
              <a:buFont typeface="Arial" panose="020B0604020202020204" pitchFamily="34" charset="0"/>
              <a:buChar char="•"/>
            </a:pPr>
            <a:r>
              <a:rPr lang="ja-JP" altLang="en-US" sz="1600"/>
              <a:t>添付ファイル管理</a:t>
            </a:r>
            <a:endParaRPr lang="en-US" altLang="ja-JP" sz="1600"/>
          </a:p>
          <a:p>
            <a:pPr marL="285750" indent="-285750">
              <a:buFont typeface="Arial" panose="020B0604020202020204" pitchFamily="34" charset="0"/>
              <a:buChar char="•"/>
            </a:pPr>
            <a:r>
              <a:rPr lang="ja-JP" altLang="en-US" sz="1600"/>
              <a:t>オンライン編集機能</a:t>
            </a:r>
            <a:endParaRPr lang="en-US" altLang="ja-JP" sz="1600"/>
          </a:p>
          <a:p>
            <a:pPr marL="285750" indent="-285750">
              <a:buFont typeface="Arial" panose="020B0604020202020204" pitchFamily="34" charset="0"/>
              <a:buChar char="•"/>
            </a:pPr>
            <a:r>
              <a:rPr lang="ja-JP" altLang="en-US" sz="1600"/>
              <a:t>一括ダウンロード機能</a:t>
            </a:r>
            <a:endParaRPr lang="en-US" altLang="ja-JP" sz="1600"/>
          </a:p>
          <a:p>
            <a:pPr marL="285750" indent="-285750">
              <a:buFont typeface="Arial" panose="020B0604020202020204" pitchFamily="34" charset="0"/>
              <a:buChar char="•"/>
            </a:pPr>
            <a:r>
              <a:rPr lang="ja-JP" altLang="en-US" sz="1600"/>
              <a:t>検索機能</a:t>
            </a:r>
            <a:endParaRPr lang="en-US" altLang="ja-JP" sz="1600"/>
          </a:p>
          <a:p>
            <a:pPr marL="285750" indent="-285750">
              <a:buFont typeface="Arial" panose="020B0604020202020204" pitchFamily="34" charset="0"/>
              <a:buChar char="•"/>
            </a:pPr>
            <a:r>
              <a:rPr lang="ja-JP" altLang="en-US" sz="1600"/>
              <a:t>パフォーマンス最適化</a:t>
            </a:r>
            <a:endParaRPr lang="en-US" altLang="ja-JP" sz="1600"/>
          </a:p>
          <a:p>
            <a:pPr marL="285750" indent="-285750">
              <a:buFont typeface="Arial" panose="020B0604020202020204" pitchFamily="34" charset="0"/>
              <a:buChar char="•"/>
            </a:pPr>
            <a:r>
              <a:rPr lang="ja-JP" altLang="en-US" sz="1600"/>
              <a:t>権限管理</a:t>
            </a:r>
            <a:endParaRPr lang="en-US" altLang="ja-JP" sz="1600"/>
          </a:p>
          <a:p>
            <a:pPr marL="285750" indent="-285750">
              <a:buFont typeface="Arial" panose="020B0604020202020204" pitchFamily="34" charset="0"/>
              <a:buChar char="•"/>
            </a:pPr>
            <a:r>
              <a:rPr lang="ja-JP" altLang="en-US" sz="1600"/>
              <a:t>ユーザ別の属性管理（</a:t>
            </a:r>
            <a:r>
              <a:rPr lang="en-US" altLang="ja-JP" sz="1600"/>
              <a:t>Option</a:t>
            </a:r>
            <a:r>
              <a:rPr lang="ja-JP" altLang="en-US" sz="1600"/>
              <a:t>）</a:t>
            </a:r>
            <a:endParaRPr lang="en-US" altLang="ja-JP" sz="1600"/>
          </a:p>
          <a:p>
            <a:pPr marL="285750" indent="-285750">
              <a:buFont typeface="Arial" panose="020B0604020202020204" pitchFamily="34" charset="0"/>
              <a:buChar char="•"/>
            </a:pPr>
            <a:r>
              <a:rPr lang="ja-JP" altLang="en-US" sz="1600"/>
              <a:t>データ移行</a:t>
            </a:r>
            <a:endParaRPr lang="en-US" altLang="ja-JP" sz="1600"/>
          </a:p>
          <a:p>
            <a:pPr marL="285750" indent="-285750">
              <a:buFont typeface="Arial" panose="020B0604020202020204" pitchFamily="34" charset="0"/>
              <a:buChar char="•"/>
            </a:pPr>
            <a:r>
              <a:rPr lang="ja-JP" altLang="en-US" sz="1600"/>
              <a:t>機能一覧</a:t>
            </a:r>
            <a:endParaRPr lang="en-US" altLang="ja-JP" sz="1600"/>
          </a:p>
          <a:p>
            <a:pPr marL="285750" indent="-285750">
              <a:buFont typeface="Arial" panose="020B0604020202020204" pitchFamily="34" charset="0"/>
              <a:buChar char="•"/>
            </a:pPr>
            <a:r>
              <a:rPr lang="ja-JP" altLang="en-US" sz="1600"/>
              <a:t>プロジェクトリスク</a:t>
            </a:r>
            <a:endParaRPr lang="en-US" altLang="ja-JP" sz="1600"/>
          </a:p>
          <a:p>
            <a:pPr marL="285750" indent="-285750">
              <a:buFont typeface="Arial" panose="020B0604020202020204" pitchFamily="34" charset="0"/>
              <a:buChar char="•"/>
            </a:pPr>
            <a:r>
              <a:rPr lang="ja-JP" altLang="en-US" sz="1600"/>
              <a:t>スケジュール</a:t>
            </a:r>
            <a:endParaRPr lang="en-US" altLang="ja-JP" sz="1600"/>
          </a:p>
          <a:p>
            <a:pPr marL="285750" indent="-285750">
              <a:buFont typeface="Arial" panose="020B0604020202020204" pitchFamily="34" charset="0"/>
              <a:buChar char="•"/>
            </a:pPr>
            <a:r>
              <a:rPr lang="ja-JP" altLang="en-US" sz="1600"/>
              <a:t>見積もり</a:t>
            </a:r>
            <a:endParaRPr lang="en-US" altLang="ja-JP" sz="1600"/>
          </a:p>
          <a:p>
            <a:pPr marL="285750" indent="-285750">
              <a:buFont typeface="Arial" panose="020B0604020202020204" pitchFamily="34" charset="0"/>
              <a:buChar char="•"/>
            </a:pPr>
            <a:r>
              <a:rPr lang="ja-JP" altLang="en-US" sz="1600"/>
              <a:t>備考</a:t>
            </a:r>
            <a:endParaRPr lang="en-US" altLang="ja-JP" sz="1600"/>
          </a:p>
          <a:p>
            <a:pPr marL="742950" lvl="1" indent="-285750">
              <a:buFont typeface="Arial" panose="020B0604020202020204" pitchFamily="34" charset="0"/>
              <a:buChar char="•"/>
            </a:pPr>
            <a:r>
              <a:rPr lang="ja-JP" altLang="en-US" sz="1600"/>
              <a:t>案</a:t>
            </a:r>
            <a:r>
              <a:rPr lang="en-US" altLang="ja-JP" sz="1600"/>
              <a:t>B</a:t>
            </a:r>
            <a:r>
              <a:rPr lang="ja-JP" altLang="en-US" sz="1600"/>
              <a:t>（添付ファイルは</a:t>
            </a:r>
            <a:r>
              <a:rPr lang="en-US" altLang="ja-JP" sz="1600"/>
              <a:t>Dataverse</a:t>
            </a:r>
            <a:r>
              <a:rPr lang="ja-JP" altLang="en-US" sz="1600"/>
              <a:t>へ保存の案）</a:t>
            </a:r>
            <a:endParaRPr lang="en-US" altLang="ja-JP" sz="1600"/>
          </a:p>
          <a:p>
            <a:pPr marL="742950" lvl="1" indent="-285750">
              <a:buFont typeface="Arial" panose="020B0604020202020204" pitchFamily="34" charset="0"/>
              <a:buChar char="•"/>
            </a:pPr>
            <a:r>
              <a:rPr lang="en-US" altLang="ja-JP" sz="1600"/>
              <a:t>POC</a:t>
            </a:r>
            <a:r>
              <a:rPr lang="ja-JP" altLang="en-US" sz="1600"/>
              <a:t>範囲</a:t>
            </a:r>
            <a:endParaRPr lang="en-US" altLang="ja-JP" sz="1600"/>
          </a:p>
          <a:p>
            <a:pPr marL="742950" lvl="1" indent="-285750">
              <a:buFont typeface="Arial" panose="020B0604020202020204" pitchFamily="34" charset="0"/>
              <a:buChar char="•"/>
            </a:pPr>
            <a:r>
              <a:rPr lang="ja-JP" altLang="en-US" sz="1600"/>
              <a:t>サポートとメンテナンス－瑕疵範囲、保守提案</a:t>
            </a:r>
            <a:endParaRPr lang="en-US" altLang="ja-JP"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提案の背景</a:t>
            </a:r>
            <a:endParaRPr kumimoji="1" lang="ja-JP" altLang="en-US"/>
          </a:p>
        </p:txBody>
      </p:sp>
      <p:sp>
        <p:nvSpPr>
          <p:cNvPr id="15" name="テキスト ボックス 14"/>
          <p:cNvSpPr txBox="1"/>
          <p:nvPr/>
        </p:nvSpPr>
        <p:spPr>
          <a:xfrm>
            <a:off x="414337" y="782995"/>
            <a:ext cx="11411904" cy="5541605"/>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a:lnSpc>
                <a:spcPct val="150000"/>
              </a:lnSpc>
            </a:pPr>
            <a:r>
              <a:rPr lang="ja-JP" altLang="en-US" sz="1600">
                <a:latin typeface="Yu Gothic UI" panose="020B0500000000000000" pitchFamily="50" charset="-128"/>
                <a:ea typeface="Yu Gothic UI" panose="020B0500000000000000" pitchFamily="50" charset="-128"/>
              </a:rPr>
              <a:t>提案の背景</a:t>
            </a:r>
            <a:r>
              <a:rPr lang="en-US" altLang="ja-JP" sz="1600">
                <a:latin typeface="Yu Gothic UI" panose="020B0500000000000000" pitchFamily="50" charset="-128"/>
                <a:ea typeface="Yu Gothic UI" panose="020B0500000000000000" pitchFamily="50" charset="-128"/>
              </a:rPr>
              <a:t>:</a:t>
            </a:r>
          </a:p>
          <a:p>
            <a:pPr marL="800100" lvl="1" indent="-342900">
              <a:lnSpc>
                <a:spcPct val="150000"/>
              </a:lnSpc>
              <a:buFont typeface="+mj-lt"/>
              <a:buAutoNum type="arabicPeriod"/>
            </a:pPr>
            <a:r>
              <a:rPr lang="en-US" altLang="ja-JP" sz="1600" err="1">
                <a:latin typeface="Yu Gothic UI" panose="020B0500000000000000" pitchFamily="50" charset="-128"/>
                <a:ea typeface="Yu Gothic UI" panose="020B0500000000000000" pitchFamily="50" charset="-128"/>
              </a:rPr>
              <a:t>LotusNotes</a:t>
            </a:r>
            <a:r>
              <a:rPr lang="ja-JP" altLang="en-US" sz="1600">
                <a:latin typeface="Yu Gothic UI" panose="020B0500000000000000" pitchFamily="50" charset="-128"/>
                <a:ea typeface="Yu Gothic UI" panose="020B0500000000000000" pitchFamily="50" charset="-128"/>
              </a:rPr>
              <a:t>のサポート中止に伴い、</a:t>
            </a:r>
            <a:r>
              <a:rPr lang="en-US" altLang="ja-JP" sz="1600">
                <a:latin typeface="Yu Gothic UI" panose="020B0500000000000000" pitchFamily="50" charset="-128"/>
                <a:ea typeface="Yu Gothic UI" panose="020B0500000000000000" pitchFamily="50" charset="-128"/>
              </a:rPr>
              <a:t>Notes</a:t>
            </a:r>
            <a:r>
              <a:rPr lang="ja-JP" altLang="en-US" sz="1600">
                <a:latin typeface="Yu Gothic UI" panose="020B0500000000000000" pitchFamily="50" charset="-128"/>
                <a:ea typeface="Yu Gothic UI" panose="020B0500000000000000" pitchFamily="50" charset="-128"/>
              </a:rPr>
              <a:t>で構築されている業務アプリケーションを移行・再構築する必要があります。</a:t>
            </a:r>
            <a:endParaRPr lang="en-US" altLang="ja-JP" sz="160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a:latin typeface="Yu Gothic UI" panose="020B0500000000000000" pitchFamily="50" charset="-128"/>
                <a:ea typeface="Yu Gothic UI" panose="020B0500000000000000" pitchFamily="50" charset="-128"/>
              </a:rPr>
              <a:t>今回の再構築対象業務は、文書を管理する業務アプリケーションであり、文書には定型項目と添付ファイルが含まれます。</a:t>
            </a:r>
            <a:r>
              <a:rPr lang="en-US" altLang="ja-JP" sz="1600">
                <a:latin typeface="Yu Gothic UI" panose="020B0500000000000000" pitchFamily="50" charset="-128"/>
                <a:ea typeface="Yu Gothic UI" panose="020B0500000000000000" pitchFamily="50" charset="-128"/>
              </a:rPr>
              <a:t>CMS</a:t>
            </a:r>
            <a:r>
              <a:rPr lang="ja-JP" altLang="en-US" sz="1600">
                <a:latin typeface="Yu Gothic UI" panose="020B0500000000000000" pitchFamily="50" charset="-128"/>
                <a:ea typeface="Yu Gothic UI" panose="020B0500000000000000" pitchFamily="50" charset="-128"/>
              </a:rPr>
              <a:t>（コンテンツ管理システム）の部分機能と類似する機能が求められます。</a:t>
            </a:r>
          </a:p>
          <a:p>
            <a:pPr marL="800100" lvl="1" indent="-342900">
              <a:lnSpc>
                <a:spcPct val="150000"/>
              </a:lnSpc>
              <a:buFont typeface="+mj-lt"/>
              <a:buAutoNum type="arabicPeriod"/>
            </a:pPr>
            <a:r>
              <a:rPr lang="en-US" altLang="ja-JP" sz="1600">
                <a:latin typeface="Yu Gothic UI" panose="020B0500000000000000" pitchFamily="50" charset="-128"/>
                <a:ea typeface="Yu Gothic UI" panose="020B0500000000000000" pitchFamily="50" charset="-128"/>
              </a:rPr>
              <a:t>PowerApps</a:t>
            </a:r>
            <a:r>
              <a:rPr lang="ja-JP" altLang="en-US" sz="1600">
                <a:latin typeface="Yu Gothic UI" panose="020B0500000000000000" pitchFamily="50" charset="-128"/>
                <a:ea typeface="Yu Gothic UI" panose="020B0500000000000000" pitchFamily="50" charset="-128"/>
              </a:rPr>
              <a:t>による実現が制約が多く、困難で、複数のパッケージを検討・評価しました。</a:t>
            </a:r>
          </a:p>
          <a:p>
            <a:pPr marL="800100" lvl="1" indent="-342900">
              <a:lnSpc>
                <a:spcPct val="150000"/>
              </a:lnSpc>
              <a:buFont typeface="+mj-lt"/>
              <a:buAutoNum type="arabicPeriod"/>
            </a:pPr>
            <a:r>
              <a:rPr lang="ja-JP" altLang="en-US" sz="1600">
                <a:latin typeface="Yu Gothic UI" panose="020B0500000000000000" pitchFamily="50" charset="-128"/>
                <a:ea typeface="Yu Gothic UI" panose="020B0500000000000000" pitchFamily="50" charset="-128"/>
              </a:rPr>
              <a:t>検討・評価対象の</a:t>
            </a:r>
            <a:r>
              <a:rPr lang="en-US" altLang="ja-JP" sz="1600">
                <a:latin typeface="Yu Gothic UI" panose="020B0500000000000000" pitchFamily="50" charset="-128"/>
                <a:ea typeface="Yu Gothic UI" panose="020B0500000000000000" pitchFamily="50" charset="-128"/>
              </a:rPr>
              <a:t>CMS</a:t>
            </a:r>
            <a:r>
              <a:rPr lang="ja-JP" altLang="en-US" sz="1600">
                <a:latin typeface="Yu Gothic UI" panose="020B0500000000000000" pitchFamily="50" charset="-128"/>
                <a:ea typeface="Yu Gothic UI" panose="020B0500000000000000" pitchFamily="50" charset="-128"/>
              </a:rPr>
              <a:t>パッケージソリューションを採用した場合、要求されるオンライン編集、承認プロセス（</a:t>
            </a:r>
            <a:r>
              <a:rPr lang="en-US" altLang="ja-JP" sz="1600">
                <a:latin typeface="Yu Gothic UI" panose="020B0500000000000000" pitchFamily="50" charset="-128"/>
                <a:ea typeface="Yu Gothic UI" panose="020B0500000000000000" pitchFamily="50" charset="-128"/>
              </a:rPr>
              <a:t>Workflow</a:t>
            </a:r>
            <a:r>
              <a:rPr lang="ja-JP" altLang="en-US" sz="1600">
                <a:latin typeface="Yu Gothic UI" panose="020B0500000000000000" pitchFamily="50" charset="-128"/>
                <a:ea typeface="Yu Gothic UI" panose="020B0500000000000000" pitchFamily="50" charset="-128"/>
              </a:rPr>
              <a:t>）制御、ファイルダウンロードなど、解決すべきシステム要件がいくつか残ります。</a:t>
            </a:r>
            <a:endParaRPr lang="en-US" altLang="ja-JP" sz="160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a:latin typeface="Yu Gothic UI" panose="020B0500000000000000" pitchFamily="50" charset="-128"/>
                <a:ea typeface="Yu Gothic UI" panose="020B0500000000000000" pitchFamily="50" charset="-128"/>
              </a:rPr>
              <a:t>また、</a:t>
            </a:r>
            <a:r>
              <a:rPr lang="en-US" altLang="ja-JP" sz="1600">
                <a:latin typeface="Yu Gothic UI" panose="020B0500000000000000" pitchFamily="50" charset="-128"/>
                <a:ea typeface="Yu Gothic UI" panose="020B0500000000000000" pitchFamily="50" charset="-128"/>
              </a:rPr>
              <a:t>CMS</a:t>
            </a:r>
            <a:r>
              <a:rPr lang="ja-JP" altLang="en-US" sz="1600">
                <a:latin typeface="Yu Gothic UI" panose="020B0500000000000000" pitchFamily="50" charset="-128"/>
                <a:ea typeface="Yu Gothic UI" panose="020B0500000000000000" pitchFamily="50" charset="-128"/>
              </a:rPr>
              <a:t>パッケージソリューションを採用した場合、 ライセンス費用などにより、運用コストを影響します。</a:t>
            </a:r>
            <a:endParaRPr lang="en-US" altLang="ja-JP" sz="1600">
              <a:latin typeface="Yu Gothic UI" panose="020B0500000000000000" pitchFamily="50" charset="-128"/>
              <a:ea typeface="Yu Gothic UI" panose="020B0500000000000000" pitchFamily="50" charset="-128"/>
            </a:endParaRPr>
          </a:p>
          <a:p>
            <a:pPr>
              <a:lnSpc>
                <a:spcPct val="150000"/>
              </a:lnSpc>
            </a:pPr>
            <a:r>
              <a:rPr lang="ja-JP" altLang="en-US" sz="1600">
                <a:latin typeface="Yu Gothic UI" panose="020B0500000000000000" pitchFamily="50" charset="-128"/>
                <a:ea typeface="Yu Gothic UI" panose="020B0500000000000000" pitchFamily="50" charset="-128"/>
              </a:rPr>
              <a:t>提案</a:t>
            </a:r>
            <a:r>
              <a:rPr lang="en-US" altLang="ja-JP" sz="1600">
                <a:latin typeface="Yu Gothic UI" panose="020B0500000000000000" pitchFamily="50" charset="-128"/>
                <a:ea typeface="Yu Gothic UI" panose="020B0500000000000000" pitchFamily="50" charset="-128"/>
              </a:rPr>
              <a:t>: </a:t>
            </a:r>
          </a:p>
          <a:p>
            <a:pPr lvl="1">
              <a:lnSpc>
                <a:spcPct val="150000"/>
              </a:lnSpc>
            </a:pPr>
            <a:r>
              <a:rPr lang="ja-JP" altLang="en-US" sz="1600">
                <a:latin typeface="Yu Gothic UI" panose="020B0500000000000000" pitchFamily="50" charset="-128"/>
                <a:ea typeface="Yu Gothic UI" panose="020B0500000000000000" pitchFamily="50" charset="-128"/>
              </a:rPr>
              <a:t>効率的な文書管理を実現し、ラインセス費用を抑え、業務生産性向上を考慮し、上記の背景を踏まえて、弊社の技術力は下記のシステム構成で貴社の業務要件を応えられるとの結論に至りました。</a:t>
            </a:r>
            <a:endParaRPr lang="en-US" altLang="ja-JP" sz="1600">
              <a:latin typeface="Yu Gothic UI" panose="020B0500000000000000" pitchFamily="50" charset="-128"/>
              <a:ea typeface="Yu Gothic UI" panose="020B0500000000000000" pitchFamily="50" charset="-128"/>
            </a:endParaRPr>
          </a:p>
          <a:p>
            <a:pPr lvl="1">
              <a:lnSpc>
                <a:spcPct val="150000"/>
              </a:lnSpc>
            </a:pPr>
            <a:r>
              <a:rPr lang="ja-JP" altLang="en-US" sz="1600">
                <a:latin typeface="Yu Gothic UI" panose="020B0500000000000000" pitchFamily="50" charset="-128"/>
                <a:ea typeface="Yu Gothic UI" panose="020B0500000000000000" pitchFamily="50" charset="-128"/>
              </a:rPr>
              <a:t>弊社の提案</a:t>
            </a:r>
            <a:endParaRPr lang="en-US" altLang="ja-JP" sz="1600">
              <a:latin typeface="Yu Gothic UI" panose="020B0500000000000000" pitchFamily="50" charset="-128"/>
              <a:ea typeface="Yu Gothic UI" panose="020B0500000000000000" pitchFamily="50" charset="-128"/>
            </a:endParaRPr>
          </a:p>
          <a:p>
            <a:pPr lvl="1">
              <a:lnSpc>
                <a:spcPct val="150000"/>
              </a:lnSpc>
            </a:pPr>
            <a:r>
              <a:rPr lang="en-US" altLang="ja-JP" sz="1600">
                <a:latin typeface="Yu Gothic UI" panose="020B0500000000000000" pitchFamily="50" charset="-128"/>
                <a:ea typeface="Yu Gothic UI" panose="020B0500000000000000" pitchFamily="50" charset="-128"/>
              </a:rPr>
              <a:t>	PowerPlatform+Office365+SqlServer</a:t>
            </a:r>
          </a:p>
          <a:p>
            <a:pPr lvl="1">
              <a:lnSpc>
                <a:spcPct val="150000"/>
              </a:lnSpc>
            </a:pPr>
            <a:r>
              <a:rPr lang="ja-JP" altLang="en-US" sz="1600">
                <a:latin typeface="Yu Gothic UI" panose="020B0500000000000000" pitchFamily="50" charset="-128"/>
                <a:ea typeface="Yu Gothic UI" panose="020B0500000000000000" pitchFamily="50" charset="-128"/>
              </a:rPr>
              <a:t>で文書を管理する業務アプリケーションの再構築します。</a:t>
            </a:r>
            <a:endParaRPr lang="en-US" altLang="ja-JP" sz="1600">
              <a:latin typeface="Yu Gothic UI" panose="020B0500000000000000" pitchFamily="50" charset="-128"/>
              <a:ea typeface="Yu Gothic UI" panose="020B0500000000000000"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システム概要</a:t>
            </a:r>
            <a:endParaRPr lang="ja-JP" altLang="en-US">
              <a:effectLst/>
            </a:endParaRPr>
          </a:p>
        </p:txBody>
      </p:sp>
      <p:sp>
        <p:nvSpPr>
          <p:cNvPr id="15" name="テキスト ボックス 14"/>
          <p:cNvSpPr txBox="1"/>
          <p:nvPr/>
        </p:nvSpPr>
        <p:spPr>
          <a:xfrm>
            <a:off x="414337" y="782995"/>
            <a:ext cx="11386504" cy="564368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1400" dirty="0">
                <a:latin typeface="Yu Gothic UI" panose="020B0500000000000000" pitchFamily="50" charset="-128"/>
                <a:ea typeface="Yu Gothic UI" panose="020B0500000000000000" pitchFamily="50" charset="-128"/>
              </a:rPr>
              <a:t>システム構成</a:t>
            </a:r>
            <a:r>
              <a:rPr lang="en-US" altLang="ja-JP" sz="1400"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400" dirty="0">
                <a:latin typeface="Yu Gothic UI" panose="020B0500000000000000" pitchFamily="50" charset="-128"/>
                <a:ea typeface="Yu Gothic UI" panose="020B0500000000000000" pitchFamily="50" charset="-128"/>
              </a:rPr>
              <a:t>PowerApps</a:t>
            </a:r>
            <a:r>
              <a:rPr lang="ja-JP" altLang="en-US" sz="1400" dirty="0">
                <a:latin typeface="Yu Gothic UI" panose="020B0500000000000000" pitchFamily="50" charset="-128"/>
                <a:ea typeface="Yu Gothic UI" panose="020B0500000000000000" pitchFamily="50" charset="-128"/>
              </a:rPr>
              <a:t>、</a:t>
            </a:r>
            <a:r>
              <a:rPr lang="en-US" altLang="ja-JP" sz="1400" dirty="0">
                <a:latin typeface="Yu Gothic UI" panose="020B0500000000000000" pitchFamily="50" charset="-128"/>
                <a:ea typeface="Yu Gothic UI" panose="020B0500000000000000" pitchFamily="50" charset="-128"/>
              </a:rPr>
              <a:t>Office365</a:t>
            </a:r>
            <a:r>
              <a:rPr lang="ja-JP" altLang="en-US" sz="1400" dirty="0">
                <a:latin typeface="Yu Gothic UI" panose="020B0500000000000000" pitchFamily="50" charset="-128"/>
                <a:ea typeface="Yu Gothic UI" panose="020B0500000000000000" pitchFamily="50" charset="-128"/>
              </a:rPr>
              <a:t>と</a:t>
            </a:r>
            <a:r>
              <a:rPr lang="en-US" altLang="ja-JP" sz="1400" dirty="0">
                <a:latin typeface="Yu Gothic UI" panose="020B0500000000000000" pitchFamily="50" charset="-128"/>
                <a:ea typeface="Yu Gothic UI" panose="020B0500000000000000" pitchFamily="50" charset="-128"/>
              </a:rPr>
              <a:t>SQL Server</a:t>
            </a:r>
            <a:r>
              <a:rPr lang="ja-JP" altLang="en-US" sz="1400" dirty="0">
                <a:latin typeface="Yu Gothic UI" panose="020B0500000000000000" pitchFamily="50" charset="-128"/>
                <a:ea typeface="Yu Gothic UI" panose="020B0500000000000000" pitchFamily="50" charset="-128"/>
              </a:rPr>
              <a:t>を利用してシステム構築し、パフォーマンスを配慮した上に、添付ファイル管理、オンライン編集、一括ダウンロード、検索機能を実現。</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フロントエンド</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PowerApps Canvas App</a:t>
            </a:r>
            <a:r>
              <a:rPr lang="ja-JP" altLang="en-US" sz="1200" dirty="0">
                <a:latin typeface="Yu Gothic UI" panose="020B0500000000000000" pitchFamily="50" charset="-128"/>
                <a:ea typeface="Yu Gothic UI" panose="020B0500000000000000" pitchFamily="50" charset="-128"/>
              </a:rPr>
              <a:t>で構築。</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ユーザーインターフェースとして、文書の作成</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閲覧</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編集画面を提供。</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データベース</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SQL Server</a:t>
            </a:r>
            <a:r>
              <a:rPr lang="ja-JP" altLang="en-US" sz="1200" dirty="0">
                <a:latin typeface="Yu Gothic UI" panose="020B0500000000000000" pitchFamily="50" charset="-128"/>
                <a:ea typeface="Yu Gothic UI" panose="020B0500000000000000" pitchFamily="50" charset="-128"/>
              </a:rPr>
              <a:t>をメインのデータストレージとして使用し、文書のメタデータ（文書</a:t>
            </a:r>
            <a:r>
              <a:rPr lang="en-US" altLang="ja-JP" sz="1200" dirty="0">
                <a:latin typeface="Yu Gothic UI" panose="020B0500000000000000" pitchFamily="50" charset="-128"/>
                <a:ea typeface="Yu Gothic UI" panose="020B0500000000000000" pitchFamily="50" charset="-128"/>
              </a:rPr>
              <a:t>ID</a:t>
            </a:r>
            <a:r>
              <a:rPr lang="ja-JP" altLang="en-US" sz="1200" dirty="0">
                <a:latin typeface="Yu Gothic UI" panose="020B0500000000000000" pitchFamily="50" charset="-128"/>
                <a:ea typeface="Yu Gothic UI" panose="020B0500000000000000" pitchFamily="50" charset="-128"/>
              </a:rPr>
              <a:t>、日付、ステータスなど）を格納し、</a:t>
            </a:r>
            <a:r>
              <a:rPr lang="en-US" altLang="ja-JP" sz="1200" dirty="0">
                <a:latin typeface="Yu Gothic UI" panose="020B0500000000000000" pitchFamily="50" charset="-128"/>
                <a:ea typeface="Yu Gothic UI" panose="020B0500000000000000" pitchFamily="50" charset="-128"/>
              </a:rPr>
              <a:t>Dataverse</a:t>
            </a:r>
            <a:r>
              <a:rPr lang="ja-JP" altLang="en-US" sz="1200" dirty="0">
                <a:latin typeface="Yu Gothic UI" panose="020B0500000000000000" pitchFamily="50" charset="-128"/>
                <a:ea typeface="Yu Gothic UI" panose="020B0500000000000000" pitchFamily="50" charset="-128"/>
              </a:rPr>
              <a:t>と連携し、</a:t>
            </a:r>
            <a:r>
              <a:rPr lang="en-US" altLang="ja-JP" sz="1200" dirty="0">
                <a:latin typeface="Yu Gothic UI" panose="020B0500000000000000" pitchFamily="50" charset="-128"/>
                <a:ea typeface="Yu Gothic UI" panose="020B0500000000000000" pitchFamily="50" charset="-128"/>
              </a:rPr>
              <a:t>PowerApps</a:t>
            </a:r>
            <a:r>
              <a:rPr lang="ja-JP" altLang="en-US" sz="1200" dirty="0">
                <a:latin typeface="Yu Gothic UI" panose="020B0500000000000000" pitchFamily="50" charset="-128"/>
                <a:ea typeface="Yu Gothic UI" panose="020B0500000000000000" pitchFamily="50" charset="-128"/>
              </a:rPr>
              <a:t>からのアクセス可能に。</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ファイルストレージとしては、</a:t>
            </a:r>
            <a:r>
              <a:rPr lang="en-US" altLang="ja-JP" sz="1200" dirty="0">
                <a:latin typeface="Yu Gothic UI" panose="020B0500000000000000" pitchFamily="50" charset="-128"/>
                <a:ea typeface="Yu Gothic UI" panose="020B0500000000000000" pitchFamily="50" charset="-128"/>
              </a:rPr>
              <a:t>SharePoint</a:t>
            </a:r>
            <a:r>
              <a:rPr lang="ja-JP" altLang="en-US" sz="1200" dirty="0">
                <a:latin typeface="Yu Gothic UI" panose="020B0500000000000000" pitchFamily="50" charset="-128"/>
                <a:ea typeface="Yu Gothic UI" panose="020B0500000000000000" pitchFamily="50" charset="-128"/>
              </a:rPr>
              <a:t>を使用し、</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添付ファイル（</a:t>
            </a:r>
            <a:r>
              <a:rPr lang="en-US" altLang="ja-JP" sz="1200" dirty="0">
                <a:latin typeface="Yu Gothic UI" panose="020B0500000000000000" pitchFamily="50" charset="-128"/>
                <a:ea typeface="Yu Gothic UI" panose="020B0500000000000000" pitchFamily="50" charset="-128"/>
              </a:rPr>
              <a:t>Office</a:t>
            </a:r>
            <a:r>
              <a:rPr lang="ja-JP" altLang="en-US" sz="1200" dirty="0">
                <a:latin typeface="Yu Gothic UI" panose="020B0500000000000000" pitchFamily="50" charset="-128"/>
                <a:ea typeface="Yu Gothic UI" panose="020B0500000000000000" pitchFamily="50" charset="-128"/>
              </a:rPr>
              <a:t>ファイル、</a:t>
            </a:r>
            <a:r>
              <a:rPr lang="en-US" altLang="ja-JP" sz="1200" dirty="0">
                <a:latin typeface="Yu Gothic UI" panose="020B0500000000000000" pitchFamily="50" charset="-128"/>
                <a:ea typeface="Yu Gothic UI" panose="020B0500000000000000" pitchFamily="50" charset="-128"/>
              </a:rPr>
              <a:t>PDF</a:t>
            </a:r>
            <a:r>
              <a:rPr lang="ja-JP" altLang="en-US" sz="1200" dirty="0">
                <a:latin typeface="Yu Gothic UI" panose="020B0500000000000000" pitchFamily="50" charset="-128"/>
                <a:ea typeface="Yu Gothic UI" panose="020B0500000000000000" pitchFamily="50" charset="-128"/>
              </a:rPr>
              <a:t>）を保存。</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ワークフロー</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Automate</a:t>
            </a:r>
            <a:r>
              <a:rPr lang="ja-JP" altLang="en-US" sz="1200" dirty="0">
                <a:latin typeface="Yu Gothic UI" panose="020B0500000000000000" pitchFamily="50" charset="-128"/>
                <a:ea typeface="Yu Gothic UI" panose="020B0500000000000000" pitchFamily="50" charset="-128"/>
              </a:rPr>
              <a:t>で実現（例</a:t>
            </a:r>
            <a:r>
              <a:rPr lang="en-US" altLang="ja-JP" sz="1200" dirty="0">
                <a:latin typeface="Yu Gothic UI" panose="020B0500000000000000" pitchFamily="50" charset="-128"/>
                <a:ea typeface="Yu Gothic UI" panose="020B0500000000000000" pitchFamily="50" charset="-128"/>
              </a:rPr>
              <a:t>: </a:t>
            </a:r>
            <a:r>
              <a:rPr lang="ja-JP" altLang="en-US" sz="1200" dirty="0">
                <a:latin typeface="Yu Gothic UI" panose="020B0500000000000000" pitchFamily="50" charset="-128"/>
                <a:ea typeface="Yu Gothic UI" panose="020B0500000000000000" pitchFamily="50" charset="-128"/>
              </a:rPr>
              <a:t>ファイル編集後の同期、文書の承認プロセス）。</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セキュリティ</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Microsoft Entra ID</a:t>
            </a:r>
            <a:r>
              <a:rPr lang="ja-JP" altLang="en-US" sz="1200" dirty="0">
                <a:latin typeface="Yu Gothic UI" panose="020B0500000000000000" pitchFamily="50" charset="-128"/>
                <a:ea typeface="Yu Gothic UI" panose="020B0500000000000000" pitchFamily="50" charset="-128"/>
              </a:rPr>
              <a:t>（旧</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）で認証。ロールベースアクセス制御（</a:t>
            </a:r>
            <a:r>
              <a:rPr lang="en-US" altLang="ja-JP" sz="1200" dirty="0">
                <a:latin typeface="Yu Gothic UI" panose="020B0500000000000000" pitchFamily="50" charset="-128"/>
                <a:ea typeface="Yu Gothic UI" panose="020B0500000000000000" pitchFamily="50" charset="-128"/>
              </a:rPr>
              <a:t>RBAC</a:t>
            </a:r>
            <a:r>
              <a:rPr lang="ja-JP" altLang="en-US" sz="1200" dirty="0">
                <a:latin typeface="Yu Gothic UI" panose="020B0500000000000000" pitchFamily="50" charset="-128"/>
                <a:ea typeface="Yu Gothic UI" panose="020B0500000000000000" pitchFamily="50" charset="-128"/>
              </a:rPr>
              <a:t>）を適用。</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機能要件</a:t>
            </a:r>
            <a:r>
              <a:rPr lang="en-US" altLang="ja-JP" sz="1400"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オンライン編集</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承認プロセス（</a:t>
            </a:r>
            <a:r>
              <a:rPr lang="en-US" altLang="ja-JP" sz="1200" dirty="0">
                <a:latin typeface="Yu Gothic UI" panose="020B0500000000000000" pitchFamily="50" charset="-128"/>
                <a:ea typeface="Yu Gothic UI" panose="020B0500000000000000" pitchFamily="50" charset="-128"/>
              </a:rPr>
              <a:t>Workflow</a:t>
            </a:r>
            <a:r>
              <a:rPr lang="ja-JP" altLang="en-US" sz="1200" dirty="0">
                <a:latin typeface="Yu Gothic UI" panose="020B0500000000000000" pitchFamily="50" charset="-128"/>
                <a:ea typeface="Yu Gothic UI" panose="020B0500000000000000" pitchFamily="50" charset="-128"/>
              </a:rPr>
              <a:t>）制御</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複数ファイルをユーザローカルへ指定場所にダウンロード</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添付ファイルの内容に指定キーワードで検索</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その他システム要件：</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利用ユーザー数（</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あり）・・・最小利用人数　約５０００ユーザーのケースと、最大利用人数　約１００００ユーザーのケース二つパターン　</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同時接続数・・・約５００人</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オンラインリクエスト件数・・・約</a:t>
            </a:r>
            <a:r>
              <a:rPr lang="en-US" altLang="ja-JP" sz="1200" dirty="0">
                <a:latin typeface="Yu Gothic UI" panose="020B0500000000000000" pitchFamily="50" charset="-128"/>
                <a:ea typeface="Yu Gothic UI" panose="020B0500000000000000" pitchFamily="50" charset="-128"/>
              </a:rPr>
              <a:t>2,000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バッチ処理件数・・・約</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データ容量・・・約</a:t>
            </a:r>
            <a:r>
              <a:rPr lang="en-US" altLang="ja-JP" sz="1200" dirty="0">
                <a:latin typeface="Yu Gothic UI" panose="020B0500000000000000" pitchFamily="50" charset="-128"/>
                <a:ea typeface="Yu Gothic UI" panose="020B0500000000000000" pitchFamily="50" charset="-128"/>
              </a:rPr>
              <a:t>650 GB</a:t>
            </a:r>
            <a:r>
              <a:rPr lang="ja-JP" altLang="en-US" sz="1200" dirty="0">
                <a:latin typeface="Yu Gothic UI" panose="020B0500000000000000" pitchFamily="50" charset="-128"/>
                <a:ea typeface="Yu Gothic UI" panose="020B0500000000000000" pitchFamily="50" charset="-128"/>
              </a:rPr>
              <a:t>　</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現行</a:t>
            </a:r>
            <a:r>
              <a:rPr lang="en-US" altLang="ja-JP" sz="1200" dirty="0" err="1">
                <a:latin typeface="Yu Gothic UI" panose="020B0500000000000000" pitchFamily="50" charset="-128"/>
                <a:ea typeface="Yu Gothic UI" panose="020B0500000000000000" pitchFamily="50" charset="-128"/>
              </a:rPr>
              <a:t>NotesDB</a:t>
            </a:r>
            <a:r>
              <a:rPr lang="ja-JP" altLang="en-US" sz="1200" dirty="0">
                <a:latin typeface="Yu Gothic UI" panose="020B0500000000000000" pitchFamily="50" charset="-128"/>
                <a:ea typeface="Yu Gothic UI" panose="020B0500000000000000" pitchFamily="50" charset="-128"/>
              </a:rPr>
              <a:t>ベースの２倍を想定。添付ファイル含む</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検索性・・・レコードデータだけでなく、添付ファイルの中身のフリーワード検索が可能</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応答時間・・・インデックスありで５秒以内、インデックスなしで</a:t>
            </a:r>
            <a:r>
              <a:rPr lang="en-US" altLang="ja-JP" sz="1200" dirty="0">
                <a:latin typeface="Yu Gothic UI" panose="020B0500000000000000" pitchFamily="50" charset="-128"/>
                <a:ea typeface="Yu Gothic UI" panose="020B0500000000000000" pitchFamily="50" charset="-128"/>
              </a:rPr>
              <a:t>10</a:t>
            </a:r>
            <a:r>
              <a:rPr lang="ja-JP" altLang="en-US" sz="1200" dirty="0">
                <a:latin typeface="Yu Gothic UI" panose="020B0500000000000000" pitchFamily="50" charset="-128"/>
                <a:ea typeface="Yu Gothic UI" panose="020B0500000000000000" pitchFamily="50" charset="-128"/>
              </a:rPr>
              <a:t>秒～</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秒</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添付ファイルの直接編集機能・・・現時点では、</a:t>
            </a:r>
            <a:r>
              <a:rPr lang="en-US" altLang="ja-JP" sz="1200" dirty="0">
                <a:latin typeface="Yu Gothic UI" panose="020B0500000000000000" pitchFamily="50" charset="-128"/>
                <a:ea typeface="Yu Gothic UI" panose="020B0500000000000000" pitchFamily="50" charset="-128"/>
              </a:rPr>
              <a:t>GCJ</a:t>
            </a:r>
            <a:r>
              <a:rPr lang="ja-JP" altLang="en-US" sz="1200" dirty="0">
                <a:latin typeface="Yu Gothic UI" panose="020B0500000000000000" pitchFamily="50" charset="-128"/>
                <a:ea typeface="Yu Gothic UI" panose="020B0500000000000000" pitchFamily="50" charset="-128"/>
              </a:rPr>
              <a:t>社からの提案のパターンと、ユーザー側で添付ファイルをダウンロード＆アップロードで実現するパターンとの</a:t>
            </a:r>
            <a:r>
              <a:rPr lang="en-US" altLang="ja-JP" sz="1200" dirty="0">
                <a:latin typeface="Yu Gothic UI" panose="020B0500000000000000" pitchFamily="50" charset="-128"/>
                <a:ea typeface="Yu Gothic UI" panose="020B0500000000000000" pitchFamily="50" charset="-128"/>
              </a:rPr>
              <a:t>2</a:t>
            </a:r>
            <a:r>
              <a:rPr lang="ja-JP" altLang="en-US" sz="1200" dirty="0">
                <a:latin typeface="Yu Gothic UI" panose="020B0500000000000000" pitchFamily="50" charset="-128"/>
                <a:ea typeface="Yu Gothic UI" panose="020B0500000000000000" pitchFamily="50" charset="-128"/>
              </a:rPr>
              <a:t>パターンを想定</a:t>
            </a:r>
            <a:endParaRPr lang="en-US" altLang="ja-JP" sz="12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ストレージの選定</a:t>
            </a:r>
          </a:p>
        </p:txBody>
      </p:sp>
      <p:graphicFrame>
        <p:nvGraphicFramePr>
          <p:cNvPr id="5" name="表 4">
            <a:extLst>
              <a:ext uri="{FF2B5EF4-FFF2-40B4-BE49-F238E27FC236}">
                <a16:creationId xmlns:a16="http://schemas.microsoft.com/office/drawing/2014/main" id="{483A961F-1847-5E94-91D2-039256550354}"/>
              </a:ext>
            </a:extLst>
          </p:cNvPr>
          <p:cNvGraphicFramePr>
            <a:graphicFrameLocks noGrp="1"/>
          </p:cNvGraphicFramePr>
          <p:nvPr>
            <p:extLst>
              <p:ext uri="{D42A27DB-BD31-4B8C-83A1-F6EECF244321}">
                <p14:modId xmlns:p14="http://schemas.microsoft.com/office/powerpoint/2010/main" val="3196196746"/>
              </p:ext>
            </p:extLst>
          </p:nvPr>
        </p:nvGraphicFramePr>
        <p:xfrm>
          <a:off x="365568" y="704637"/>
          <a:ext cx="11412096" cy="5383426"/>
        </p:xfrm>
        <a:graphic>
          <a:graphicData uri="http://schemas.openxmlformats.org/drawingml/2006/table">
            <a:tbl>
              <a:tblPr firstRow="1">
                <a:tableStyleId>{2D5ABB26-0587-4C30-8999-92F81FD0307C}</a:tableStyleId>
              </a:tblPr>
              <a:tblGrid>
                <a:gridCol w="952376">
                  <a:extLst>
                    <a:ext uri="{9D8B030D-6E8A-4147-A177-3AD203B41FA5}">
                      <a16:colId xmlns:a16="http://schemas.microsoft.com/office/drawing/2014/main" val="20000"/>
                    </a:ext>
                  </a:extLst>
                </a:gridCol>
                <a:gridCol w="1904808">
                  <a:extLst>
                    <a:ext uri="{9D8B030D-6E8A-4147-A177-3AD203B41FA5}">
                      <a16:colId xmlns:a16="http://schemas.microsoft.com/office/drawing/2014/main" val="20001"/>
                    </a:ext>
                  </a:extLst>
                </a:gridCol>
                <a:gridCol w="2125472">
                  <a:extLst>
                    <a:ext uri="{9D8B030D-6E8A-4147-A177-3AD203B41FA5}">
                      <a16:colId xmlns:a16="http://schemas.microsoft.com/office/drawing/2014/main" val="2142441908"/>
                    </a:ext>
                  </a:extLst>
                </a:gridCol>
                <a:gridCol w="1861312">
                  <a:extLst>
                    <a:ext uri="{9D8B030D-6E8A-4147-A177-3AD203B41FA5}">
                      <a16:colId xmlns:a16="http://schemas.microsoft.com/office/drawing/2014/main" val="20002"/>
                    </a:ext>
                  </a:extLst>
                </a:gridCol>
                <a:gridCol w="2251456">
                  <a:extLst>
                    <a:ext uri="{9D8B030D-6E8A-4147-A177-3AD203B41FA5}">
                      <a16:colId xmlns:a16="http://schemas.microsoft.com/office/drawing/2014/main" val="20003"/>
                    </a:ext>
                  </a:extLst>
                </a:gridCol>
                <a:gridCol w="2316672">
                  <a:extLst>
                    <a:ext uri="{9D8B030D-6E8A-4147-A177-3AD203B41FA5}">
                      <a16:colId xmlns:a16="http://schemas.microsoft.com/office/drawing/2014/main" val="20004"/>
                    </a:ext>
                  </a:extLst>
                </a:gridCol>
              </a:tblGrid>
              <a:tr h="214989">
                <a:tc>
                  <a:txBody>
                    <a:bodyPr/>
                    <a:lstStyle/>
                    <a:p>
                      <a:r>
                        <a:rPr lang="ja-JP" altLang="en-US" sz="800" dirty="0"/>
                        <a:t>項目</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SQL Server 2022</a:t>
                      </a:r>
                      <a:r>
                        <a:rPr lang="en-US" altLang="ja-JP" sz="800" dirty="0">
                          <a:effectLst/>
                        </a:rPr>
                        <a:t>(</a:t>
                      </a:r>
                      <a:r>
                        <a:rPr lang="ja-JP" altLang="en-US" sz="800" dirty="0">
                          <a:effectLst/>
                        </a:rPr>
                        <a:t>オンプレミス</a:t>
                      </a:r>
                      <a:r>
                        <a:rPr lang="en-US" altLang="ja-JP" sz="800" dirty="0">
                          <a:effectLst/>
                        </a:rPr>
                        <a:t>DB</a:t>
                      </a:r>
                      <a:r>
                        <a:rPr lang="en-US" sz="800" dirty="0"/>
                        <a:t> - with Full-Text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800" dirty="0">
                          <a:effectLst/>
                        </a:rPr>
                        <a:t>Azure SQL Database (</a:t>
                      </a:r>
                      <a:r>
                        <a:rPr lang="ja-JP" altLang="en-US" sz="800" kern="1200" dirty="0">
                          <a:solidFill>
                            <a:schemeClr val="tx1"/>
                          </a:solidFill>
                          <a:effectLst/>
                          <a:latin typeface="+mn-lt"/>
                          <a:ea typeface="+mn-ea"/>
                          <a:cs typeface="+mn-cs"/>
                        </a:rPr>
                        <a:t>クラウド</a:t>
                      </a:r>
                      <a:r>
                        <a:rPr lang="de-DE" altLang="ja-JP" sz="800" kern="1200" dirty="0">
                          <a:solidFill>
                            <a:schemeClr val="tx1"/>
                          </a:solidFill>
                          <a:effectLst/>
                          <a:latin typeface="+mn-lt"/>
                          <a:ea typeface="+mn-ea"/>
                          <a:cs typeface="+mn-cs"/>
                        </a:rPr>
                        <a:t>PaaS)</a:t>
                      </a:r>
                      <a:r>
                        <a:rPr lang="en-US" altLang="ja-JP" sz="800" kern="1200" dirty="0">
                          <a:solidFill>
                            <a:schemeClr val="tx1"/>
                          </a:solidFill>
                          <a:effectLst/>
                          <a:latin typeface="+mn-lt"/>
                          <a:ea typeface="+mn-ea"/>
                          <a:cs typeface="+mn-cs"/>
                        </a:rPr>
                        <a:t>-</a:t>
                      </a:r>
                      <a:r>
                        <a:rPr lang="ja-JP" altLang="en-US" sz="800" b="1" kern="1200" dirty="0">
                          <a:solidFill>
                            <a:srgbClr val="00B050"/>
                          </a:solidFill>
                          <a:effectLst/>
                          <a:latin typeface="+mn-lt"/>
                          <a:ea typeface="+mn-ea"/>
                          <a:cs typeface="+mn-cs"/>
                        </a:rPr>
                        <a:t>定型データ保存に推奨</a:t>
                      </a:r>
                      <a:endParaRPr lang="de-DE" altLang="ja-JP" sz="800" b="1"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dirty="0"/>
                        <a:t>Dataverse (with relevant features)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dirty="0"/>
                        <a:t>PostgreSQL (with extensions)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b="1" dirty="0"/>
                        <a:t>SharePoint Online</a:t>
                      </a:r>
                      <a:r>
                        <a:rPr lang="en-US" altLang="ja-JP" sz="800" kern="1200" dirty="0">
                          <a:solidFill>
                            <a:schemeClr val="tx1"/>
                          </a:solidFill>
                          <a:effectLst/>
                          <a:latin typeface="+mn-lt"/>
                          <a:ea typeface="+mn-ea"/>
                          <a:cs typeface="+mn-cs"/>
                        </a:rPr>
                        <a:t>-</a:t>
                      </a:r>
                      <a:r>
                        <a:rPr lang="ja-JP" altLang="en-US" sz="800" b="1" dirty="0">
                          <a:solidFill>
                            <a:srgbClr val="00B050"/>
                          </a:solidFill>
                        </a:rPr>
                        <a:t>ファイル保存に</a:t>
                      </a:r>
                      <a:r>
                        <a:rPr kumimoji="1" lang="ja-JP" altLang="en-US" sz="800" b="1" dirty="0">
                          <a:solidFill>
                            <a:srgbClr val="00B050"/>
                          </a:solidFill>
                        </a:rPr>
                        <a:t>推奨</a:t>
                      </a:r>
                      <a:endParaRPr lang="de-DE" sz="800" b="1"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214989">
                <a:tc>
                  <a:txBody>
                    <a:bodyPr/>
                    <a:lstStyle/>
                    <a:p>
                      <a:r>
                        <a:rPr lang="ja-JP" altLang="en-US" sz="800" b="1" dirty="0"/>
                        <a:t>ファイル保存データ型</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t>varbinary(max), varbinary, image, blob, nvarchar(max), varchar(max) </a:t>
                      </a:r>
                      <a:r>
                        <a:rPr lang="ja-JP" altLang="en-US" sz="700" dirty="0"/>
                        <a:t>など</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700" dirty="0"/>
                        <a:t>varbinary(max), varbinary, image, blob, nvarchar(max), varchar(max) </a:t>
                      </a:r>
                      <a:r>
                        <a:rPr lang="ja-JP" altLang="en-US" sz="700" dirty="0"/>
                        <a:t>など</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t>ファイル </a:t>
                      </a:r>
                      <a:r>
                        <a:rPr lang="en-US" altLang="ja-JP" sz="700" dirty="0"/>
                        <a:t>(File) </a:t>
                      </a:r>
                      <a:r>
                        <a:rPr lang="ja-JP" altLang="en-US" sz="700" dirty="0"/>
                        <a:t>データ型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t>bytea</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t>バイナリ </a:t>
                      </a:r>
                      <a:r>
                        <a:rPr lang="en-US" altLang="ja-JP" sz="700" dirty="0"/>
                        <a:t>(Binary) </a:t>
                      </a:r>
                      <a:r>
                        <a:rPr lang="ja-JP" altLang="en-US" sz="700" dirty="0"/>
                        <a:t>またはドキュメントライブラリのファイル</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1"/>
                  </a:ext>
                </a:extLst>
              </a:tr>
              <a:tr h="190888">
                <a:tc>
                  <a:txBody>
                    <a:bodyPr/>
                    <a:lstStyle/>
                    <a:p>
                      <a:r>
                        <a:rPr lang="ja-JP" altLang="en-US" sz="800" b="1" dirty="0"/>
                        <a:t>最大サイズ</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solidFill>
                            <a:srgbClr val="00B050"/>
                          </a:solidFill>
                        </a:rPr>
                        <a:t>データベースサイズに依存 </a:t>
                      </a:r>
                      <a:r>
                        <a:rPr lang="en-US" altLang="ja-JP" sz="700" dirty="0">
                          <a:solidFill>
                            <a:srgbClr val="00B050"/>
                          </a:solidFill>
                        </a:rPr>
                        <a:t>(</a:t>
                      </a:r>
                      <a:r>
                        <a:rPr lang="ja-JP" altLang="en-US" sz="700" dirty="0">
                          <a:solidFill>
                            <a:srgbClr val="00B050"/>
                          </a:solidFill>
                        </a:rPr>
                        <a:t>一般的に非常に大きい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dirty="0">
                          <a:solidFill>
                            <a:srgbClr val="00B050"/>
                          </a:solidFill>
                        </a:rPr>
                        <a:t>データベースサイズに依存 </a:t>
                      </a:r>
                      <a:r>
                        <a:rPr lang="en-US" altLang="ja-JP" sz="700" dirty="0">
                          <a:solidFill>
                            <a:srgbClr val="00B050"/>
                          </a:solidFill>
                        </a:rPr>
                        <a:t>(</a:t>
                      </a:r>
                      <a:r>
                        <a:rPr lang="ja-JP" altLang="en-US" sz="700" dirty="0">
                          <a:solidFill>
                            <a:srgbClr val="00B050"/>
                          </a:solidFill>
                        </a:rPr>
                        <a:t>一般的に非常に大きい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300MB (</a:t>
                      </a:r>
                      <a:r>
                        <a:rPr lang="ja-JP" altLang="en-US" sz="700" dirty="0">
                          <a:solidFill>
                            <a:srgbClr val="00B050"/>
                          </a:solidFill>
                        </a:rPr>
                        <a:t>レコードあたり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solidFill>
                            <a:srgbClr val="00B050"/>
                          </a:solidFill>
                        </a:rPr>
                        <a:t>データベース</a:t>
                      </a:r>
                      <a:r>
                        <a:rPr lang="en-US" altLang="ja-JP" sz="700" dirty="0">
                          <a:solidFill>
                            <a:srgbClr val="00B050"/>
                          </a:solidFill>
                        </a:rPr>
                        <a:t>/</a:t>
                      </a:r>
                      <a:r>
                        <a:rPr lang="ja-JP" altLang="en-US" sz="700" dirty="0">
                          <a:solidFill>
                            <a:srgbClr val="00B050"/>
                          </a:solidFill>
                        </a:rPr>
                        <a:t>サーバー設定に依存 </a:t>
                      </a:r>
                      <a:r>
                        <a:rPr lang="en-US" altLang="ja-JP" sz="700" dirty="0">
                          <a:solidFill>
                            <a:srgbClr val="00B050"/>
                          </a:solidFill>
                        </a:rPr>
                        <a:t>(</a:t>
                      </a:r>
                      <a:r>
                        <a:rPr lang="ja-JP" altLang="en-US" sz="700" dirty="0">
                          <a:solidFill>
                            <a:srgbClr val="00B050"/>
                          </a:solidFill>
                        </a:rPr>
                        <a:t>一般的に大きい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15GB (</a:t>
                      </a:r>
                      <a:r>
                        <a:rPr lang="ja-JP" altLang="en-US" sz="700" dirty="0">
                          <a:solidFill>
                            <a:srgbClr val="00B050"/>
                          </a:solidFill>
                        </a:rPr>
                        <a:t>ファイルあたり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2"/>
                  </a:ext>
                </a:extLst>
              </a:tr>
              <a:tr h="359599">
                <a:tc>
                  <a:txBody>
                    <a:bodyPr/>
                    <a:lstStyle/>
                    <a:p>
                      <a:r>
                        <a:rPr lang="ja-JP" altLang="en-US" sz="800" b="1"/>
                        <a:t>ネイティブ全文検索</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Full-Text Search</a:t>
                      </a:r>
                      <a:r>
                        <a:rPr lang="ja-JP" altLang="en-US" sz="700" dirty="0">
                          <a:solidFill>
                            <a:srgbClr val="00B050"/>
                          </a:solidFill>
                        </a:rPr>
                        <a:t>機能</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B050"/>
                          </a:solidFill>
                          <a:effectLst/>
                        </a:rPr>
                        <a:t>SQL Server 2022</a:t>
                      </a:r>
                      <a:r>
                        <a:rPr lang="ja-JP" altLang="en-US" sz="700" dirty="0">
                          <a:solidFill>
                            <a:srgbClr val="00B050"/>
                          </a:solidFill>
                          <a:effectLst/>
                        </a:rPr>
                        <a:t>はサードパーティ</a:t>
                      </a:r>
                      <a:r>
                        <a:rPr lang="en-US" altLang="ja-JP" sz="700" dirty="0" err="1">
                          <a:solidFill>
                            <a:srgbClr val="00B050"/>
                          </a:solidFill>
                          <a:effectLst/>
                        </a:rPr>
                        <a:t>IFilter</a:t>
                      </a:r>
                      <a:r>
                        <a:rPr lang="ja-JP" altLang="en-US" sz="700" dirty="0">
                          <a:solidFill>
                            <a:srgbClr val="00B050"/>
                          </a:solidFill>
                          <a:effectLst/>
                        </a:rPr>
                        <a:t>やカスタム拡張で柔軟性が高く、大規模</a:t>
                      </a:r>
                      <a:r>
                        <a:rPr lang="en-US" altLang="ja-JP" sz="700" dirty="0">
                          <a:solidFill>
                            <a:srgbClr val="00B050"/>
                          </a:solidFill>
                          <a:effectLst/>
                        </a:rPr>
                        <a:t>/</a:t>
                      </a:r>
                      <a:r>
                        <a:rPr lang="ja-JP" altLang="en-US" sz="700" dirty="0">
                          <a:solidFill>
                            <a:srgbClr val="00B050"/>
                          </a:solidFill>
                          <a:effectLst/>
                        </a:rPr>
                        <a:t>複雑な検索に適。</a:t>
                      </a:r>
                      <a:r>
                        <a:rPr lang="en-US" altLang="ja-JP" sz="700" dirty="0">
                          <a:solidFill>
                            <a:srgbClr val="FF0000"/>
                          </a:solidFill>
                          <a:effectLst/>
                        </a:rPr>
                        <a:t>Azure SQL</a:t>
                      </a:r>
                      <a:r>
                        <a:rPr lang="ja-JP" altLang="en-US" sz="700" dirty="0">
                          <a:solidFill>
                            <a:srgbClr val="FF0000"/>
                          </a:solidFill>
                          <a:effectLst/>
                        </a:rPr>
                        <a:t>は基本に十分だが、カスタマイズ性に欠ける。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Dataverse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kern="1200" dirty="0">
                          <a:solidFill>
                            <a:srgbClr val="00B050"/>
                          </a:solidFill>
                          <a:latin typeface="+mn-lt"/>
                          <a:ea typeface="+mn-ea"/>
                          <a:cs typeface="+mn-cs"/>
                        </a:rPr>
                        <a:t>はい</a:t>
                      </a:r>
                      <a:r>
                        <a:rPr lang="ja-JP" altLang="en-US" sz="700" kern="1200" dirty="0">
                          <a:solidFill>
                            <a:srgbClr val="0070C0"/>
                          </a:solidFill>
                          <a:latin typeface="+mn-lt"/>
                          <a:ea typeface="+mn-ea"/>
                          <a:cs typeface="+mn-cs"/>
                        </a:rPr>
                        <a:t> </a:t>
                      </a:r>
                      <a:r>
                        <a:rPr lang="en-US" altLang="ja-JP" sz="700" kern="1200" dirty="0">
                          <a:solidFill>
                            <a:srgbClr val="0070C0"/>
                          </a:solidFill>
                          <a:latin typeface="+mn-lt"/>
                          <a:ea typeface="+mn-ea"/>
                          <a:cs typeface="+mn-cs"/>
                        </a:rPr>
                        <a:t>(</a:t>
                      </a:r>
                      <a:r>
                        <a:rPr lang="en-US" altLang="ja-JP" sz="700" kern="1200" dirty="0" err="1">
                          <a:solidFill>
                            <a:srgbClr val="0070C0"/>
                          </a:solidFill>
                          <a:latin typeface="+mn-lt"/>
                          <a:ea typeface="+mn-ea"/>
                          <a:cs typeface="+mn-cs"/>
                        </a:rPr>
                        <a:t>pg_trgm</a:t>
                      </a:r>
                      <a:r>
                        <a:rPr lang="en-US" altLang="ja-JP" sz="700" kern="1200" dirty="0">
                          <a:solidFill>
                            <a:srgbClr val="0070C0"/>
                          </a:solidFill>
                          <a:latin typeface="+mn-lt"/>
                          <a:ea typeface="+mn-ea"/>
                          <a:cs typeface="+mn-cs"/>
                        </a:rPr>
                        <a:t> </a:t>
                      </a:r>
                      <a:r>
                        <a:rPr lang="ja-JP" altLang="en-US" sz="700" kern="1200" dirty="0">
                          <a:solidFill>
                            <a:srgbClr val="0070C0"/>
                          </a:solidFill>
                          <a:latin typeface="+mn-lt"/>
                          <a:ea typeface="+mn-ea"/>
                          <a:cs typeface="+mn-cs"/>
                        </a:rPr>
                        <a:t>拡張など</a:t>
                      </a:r>
                      <a:r>
                        <a:rPr lang="en-US" altLang="ja-JP" sz="700" kern="1200" dirty="0">
                          <a:solidFill>
                            <a:srgbClr val="0070C0"/>
                          </a:solidFill>
                          <a:latin typeface="+mn-lt"/>
                          <a:ea typeface="+mn-ea"/>
                          <a:cs typeface="+mn-cs"/>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の検索機能</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3"/>
                  </a:ext>
                </a:extLst>
              </a:tr>
              <a:tr h="275243">
                <a:tc>
                  <a:txBody>
                    <a:bodyPr/>
                    <a:lstStyle/>
                    <a:p>
                      <a:r>
                        <a:rPr lang="ja-JP" altLang="en-US" sz="800" b="1" dirty="0"/>
                        <a:t>テキスト抽出機能</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de-DE" sz="700" dirty="0">
                          <a:solidFill>
                            <a:srgbClr val="FF0000"/>
                          </a:solidFill>
                        </a:rPr>
                        <a:t>SQL Server </a:t>
                      </a:r>
                      <a:r>
                        <a:rPr lang="ja-JP" altLang="en-US" sz="700" dirty="0">
                          <a:solidFill>
                            <a:srgbClr val="FF0000"/>
                          </a:solidFill>
                        </a:rPr>
                        <a:t>の機能に依存</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B050"/>
                          </a:solidFill>
                          <a:effectLst/>
                        </a:rPr>
                        <a:t>Azure SQL</a:t>
                      </a:r>
                      <a:r>
                        <a:rPr lang="ja-JP" altLang="en-US" sz="700" dirty="0">
                          <a:solidFill>
                            <a:srgbClr val="00B050"/>
                          </a:solidFill>
                          <a:effectLst/>
                        </a:rPr>
                        <a:t>はクラウド</a:t>
                      </a:r>
                      <a:r>
                        <a:rPr lang="en-US" altLang="ja-JP" sz="700" dirty="0">
                          <a:solidFill>
                            <a:srgbClr val="00B050"/>
                          </a:solidFill>
                          <a:effectLst/>
                        </a:rPr>
                        <a:t>AI</a:t>
                      </a:r>
                      <a:r>
                        <a:rPr lang="ja-JP" altLang="en-US" sz="700" dirty="0">
                          <a:solidFill>
                            <a:srgbClr val="00B050"/>
                          </a:solidFill>
                          <a:effectLst/>
                        </a:rPr>
                        <a:t>連携で高度な抽出（例</a:t>
                      </a:r>
                      <a:r>
                        <a:rPr lang="en-US" altLang="ja-JP" sz="700" dirty="0">
                          <a:solidFill>
                            <a:srgbClr val="00B050"/>
                          </a:solidFill>
                          <a:effectLst/>
                        </a:rPr>
                        <a:t>: </a:t>
                      </a:r>
                      <a:r>
                        <a:rPr lang="ja-JP" altLang="en-US" sz="700" dirty="0">
                          <a:solidFill>
                            <a:srgbClr val="00B050"/>
                          </a:solidFill>
                          <a:effectLst/>
                        </a:rPr>
                        <a:t>自然言語処理）が可能だ</a:t>
                      </a:r>
                      <a:r>
                        <a:rPr lang="ja-JP" altLang="en-US" sz="700" dirty="0">
                          <a:effectLst/>
                        </a:rPr>
                        <a:t>が、</a:t>
                      </a:r>
                      <a:r>
                        <a:rPr lang="ja-JP" altLang="en-US" sz="700" dirty="0">
                          <a:solidFill>
                            <a:srgbClr val="FF0000"/>
                          </a:solidFill>
                          <a:effectLst/>
                        </a:rPr>
                        <a:t>外部サービス依存で設定が増える。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de-DE" sz="700" dirty="0">
                          <a:solidFill>
                            <a:srgbClr val="FF0000"/>
                          </a:solidFill>
                        </a:rPr>
                        <a:t>Dataverse Search </a:t>
                      </a:r>
                      <a:r>
                        <a:rPr lang="ja-JP" altLang="en-US" sz="700" dirty="0">
                          <a:solidFill>
                            <a:srgbClr val="FF0000"/>
                          </a:solidFill>
                        </a:rPr>
                        <a:t>が内部で行う</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ja-JP" altLang="en-US" sz="700" dirty="0">
                          <a:solidFill>
                            <a:srgbClr val="FF0000"/>
                          </a:solidFill>
                        </a:rPr>
                        <a:t>拡張機能や外部ツールが必要</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の検索機能が自動で行う</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4"/>
                  </a:ext>
                </a:extLst>
              </a:tr>
              <a:tr h="275243">
                <a:tc>
                  <a:txBody>
                    <a:bodyPr/>
                    <a:lstStyle/>
                    <a:p>
                      <a:r>
                        <a:rPr lang="ja-JP" altLang="en-US" sz="800" b="1" dirty="0"/>
                        <a:t>非テキスト検索</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kern="1200" dirty="0">
                          <a:solidFill>
                            <a:srgbClr val="FF0000"/>
                          </a:solidFill>
                        </a:rPr>
                        <a:t>限定的 </a:t>
                      </a:r>
                      <a:r>
                        <a:rPr lang="en-US" altLang="ja-JP" sz="700" kern="1200" dirty="0">
                          <a:solidFill>
                            <a:srgbClr val="FF0000"/>
                          </a:solidFill>
                        </a:rPr>
                        <a:t>(</a:t>
                      </a:r>
                      <a:r>
                        <a:rPr lang="ja-JP" altLang="en-US" sz="700" kern="1200" dirty="0">
                          <a:solidFill>
                            <a:srgbClr val="FF0000"/>
                          </a:solidFill>
                        </a:rPr>
                        <a:t>インデックスやクエリによる</a:t>
                      </a:r>
                      <a:r>
                        <a:rPr lang="en-US" altLang="ja-JP" sz="700" kern="1200" dirty="0">
                          <a:solidFill>
                            <a:srgbClr val="FF0000"/>
                          </a:solidFill>
                        </a:rPr>
                        <a:t>)</a:t>
                      </a:r>
                      <a:r>
                        <a:rPr lang="ja-JP" altLang="en-US" sz="700" kern="1200" dirty="0">
                          <a:solidFill>
                            <a:srgbClr val="FF0000"/>
                          </a:solidFill>
                        </a:rPr>
                        <a:t>　ネイティブでは画像</a:t>
                      </a:r>
                      <a:r>
                        <a:rPr lang="en-US" altLang="ja-JP" sz="700" kern="1200" dirty="0">
                          <a:solidFill>
                            <a:srgbClr val="FF0000"/>
                          </a:solidFill>
                        </a:rPr>
                        <a:t>/</a:t>
                      </a:r>
                      <a:r>
                        <a:rPr lang="ja-JP" altLang="en-US" sz="700" kern="1200" dirty="0">
                          <a:solidFill>
                            <a:srgbClr val="FF0000"/>
                          </a:solidFill>
                        </a:rPr>
                        <a:t>動画内容の認識非対応。カスタム開発に依存。</a:t>
                      </a:r>
                      <a:endParaRPr lang="ja-JP" altLang="en-US" sz="700" kern="1200" dirty="0">
                        <a:solidFill>
                          <a:srgbClr val="FF000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FF0000"/>
                          </a:solidFill>
                          <a:effectLst/>
                        </a:rPr>
                        <a:t>Azure SQL</a:t>
                      </a:r>
                      <a:r>
                        <a:rPr lang="ja-JP" altLang="en-US" sz="700" dirty="0">
                          <a:solidFill>
                            <a:srgbClr val="FF0000"/>
                          </a:solidFill>
                          <a:effectLst/>
                        </a:rPr>
                        <a:t>は</a:t>
                      </a:r>
                      <a:r>
                        <a:rPr lang="en-US" altLang="ja-JP" sz="700" dirty="0">
                          <a:solidFill>
                            <a:srgbClr val="FF0000"/>
                          </a:solidFill>
                          <a:effectLst/>
                        </a:rPr>
                        <a:t>AI Search</a:t>
                      </a:r>
                      <a:r>
                        <a:rPr lang="ja-JP" altLang="en-US" sz="700" dirty="0">
                          <a:solidFill>
                            <a:srgbClr val="FF0000"/>
                          </a:solidFill>
                          <a:effectLst/>
                        </a:rPr>
                        <a:t>連携で高度な非テキスト検索（例</a:t>
                      </a:r>
                      <a:r>
                        <a:rPr lang="en-US" altLang="ja-JP" sz="700" dirty="0">
                          <a:solidFill>
                            <a:srgbClr val="FF0000"/>
                          </a:solidFill>
                          <a:effectLst/>
                        </a:rPr>
                        <a:t>: </a:t>
                      </a:r>
                      <a:r>
                        <a:rPr lang="ja-JP" altLang="en-US" sz="700" dirty="0">
                          <a:solidFill>
                            <a:srgbClr val="FF0000"/>
                          </a:solidFill>
                          <a:effectLst/>
                        </a:rPr>
                        <a:t>画像認識）が容易だが、コスト</a:t>
                      </a:r>
                      <a:r>
                        <a:rPr lang="en-US" altLang="ja-JP" sz="700" dirty="0">
                          <a:solidFill>
                            <a:srgbClr val="FF0000"/>
                          </a:solidFill>
                          <a:effectLst/>
                        </a:rPr>
                        <a:t>/</a:t>
                      </a:r>
                      <a:r>
                        <a:rPr lang="ja-JP" altLang="en-US" sz="700" dirty="0">
                          <a:solidFill>
                            <a:srgbClr val="FF0000"/>
                          </a:solidFill>
                          <a:effectLst/>
                        </a:rPr>
                        <a:t>依存性が増す。</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ja-JP" altLang="en-US" sz="700" dirty="0">
                          <a:solidFill>
                            <a:srgbClr val="FF0000"/>
                          </a:solidFill>
                        </a:rPr>
                        <a:t>メタデータ検索が中心</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ja-JP" altLang="en-US" sz="700" dirty="0">
                          <a:solidFill>
                            <a:srgbClr val="FF0000"/>
                          </a:solidFill>
                        </a:rPr>
                        <a:t>拡張機能や外部ツールが必要</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メタデータ検索、ファイルプロパティ検索</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5"/>
                  </a:ext>
                </a:extLst>
              </a:tr>
              <a:tr h="275243">
                <a:tc>
                  <a:txBody>
                    <a:bodyPr/>
                    <a:lstStyle/>
                    <a:p>
                      <a:r>
                        <a:rPr lang="de-DE" sz="800" b="1" dirty="0"/>
                        <a:t>Power Apps </a:t>
                      </a:r>
                      <a:r>
                        <a:rPr lang="ja-JP" altLang="en-US" sz="800" b="1" dirty="0"/>
                        <a:t>統合</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SQL Server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直接接続（</a:t>
                      </a:r>
                      <a:r>
                        <a:rPr lang="en-US" altLang="ja-JP" sz="700" dirty="0">
                          <a:solidFill>
                            <a:srgbClr val="00B050"/>
                          </a:solidFill>
                          <a:effectLst/>
                        </a:rPr>
                        <a:t>Gateway</a:t>
                      </a:r>
                      <a:r>
                        <a:rPr lang="ja-JP" altLang="en-US" sz="700" dirty="0">
                          <a:solidFill>
                            <a:srgbClr val="00B050"/>
                          </a:solidFill>
                          <a:effectLst/>
                        </a:rPr>
                        <a:t>不要）。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ファイル添付</a:t>
                      </a:r>
                      <a:r>
                        <a:rPr lang="en-US" altLang="ja-JP" sz="700" dirty="0">
                          <a:solidFill>
                            <a:srgbClr val="00B050"/>
                          </a:solidFill>
                          <a:effectLst/>
                        </a:rPr>
                        <a:t>: </a:t>
                      </a:r>
                      <a:r>
                        <a:rPr lang="ja-JP" altLang="en-US" sz="700" dirty="0">
                          <a:solidFill>
                            <a:srgbClr val="00B050"/>
                          </a:solidFill>
                          <a:effectLst/>
                        </a:rPr>
                        <a:t>ネイティブサポート、</a:t>
                      </a:r>
                      <a:r>
                        <a:rPr lang="en-US" altLang="ja-JP" sz="700" dirty="0">
                          <a:solidFill>
                            <a:srgbClr val="00B050"/>
                          </a:solidFill>
                          <a:effectLst/>
                        </a:rPr>
                        <a:t>Blob</a:t>
                      </a:r>
                      <a:r>
                        <a:rPr lang="ja-JP" altLang="en-US" sz="700" dirty="0">
                          <a:solidFill>
                            <a:srgbClr val="00B050"/>
                          </a:solidFill>
                          <a:effectLst/>
                        </a:rPr>
                        <a:t>連携でスムーズ。</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ネイティブコネクタ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PostgreSQL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6"/>
                  </a:ext>
                </a:extLst>
              </a:tr>
              <a:tr h="275243">
                <a:tc>
                  <a:txBody>
                    <a:bodyPr/>
                    <a:lstStyle/>
                    <a:p>
                      <a:r>
                        <a:rPr lang="de-DE" sz="800" b="1" dirty="0"/>
                        <a:t>Power Automate </a:t>
                      </a:r>
                      <a:r>
                        <a:rPr lang="ja-JP" altLang="en-US" sz="800" b="1" dirty="0"/>
                        <a:t>統合</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SQL Server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SQL</a:t>
                      </a:r>
                      <a:r>
                        <a:rPr lang="ja-JP" altLang="en-US" sz="700" dirty="0">
                          <a:solidFill>
                            <a:srgbClr val="00B050"/>
                          </a:solidFill>
                          <a:effectLst/>
                        </a:rPr>
                        <a:t>コネクタ直接使用。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ファイルハンドリング</a:t>
                      </a:r>
                      <a:r>
                        <a:rPr lang="en-US" altLang="ja-JP" sz="700" dirty="0">
                          <a:solidFill>
                            <a:srgbClr val="00B050"/>
                          </a:solidFill>
                          <a:effectLst/>
                        </a:rPr>
                        <a:t>: Blob</a:t>
                      </a:r>
                      <a:r>
                        <a:rPr lang="ja-JP" altLang="en-US" sz="700" dirty="0">
                          <a:solidFill>
                            <a:srgbClr val="00B050"/>
                          </a:solidFill>
                          <a:effectLst/>
                        </a:rPr>
                        <a:t>フロー統合で自動化容易。</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ネイティブコネクタ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PostgreSQL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7"/>
                  </a:ext>
                </a:extLst>
              </a:tr>
              <a:tr h="275243">
                <a:tc>
                  <a:txBody>
                    <a:bodyPr/>
                    <a:lstStyle/>
                    <a:p>
                      <a:r>
                        <a:rPr lang="ja-JP" altLang="en-US" sz="800" b="1" dirty="0"/>
                        <a:t>必要なライセンス</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kern="1200" dirty="0">
                          <a:solidFill>
                            <a:srgbClr val="00B050"/>
                          </a:solidFill>
                          <a:effectLst/>
                        </a:rPr>
                        <a:t>SQL Server Enterprise/Standard (Full-Text Search </a:t>
                      </a:r>
                      <a:r>
                        <a:rPr lang="ja-JP" altLang="en-US" sz="700" kern="1200" dirty="0">
                          <a:solidFill>
                            <a:srgbClr val="00B050"/>
                          </a:solidFill>
                          <a:effectLst/>
                        </a:rPr>
                        <a:t>は追加費用なし</a:t>
                      </a:r>
                      <a:r>
                        <a:rPr lang="en-US" altLang="ja-JP" sz="700" kern="1200" dirty="0">
                          <a:solidFill>
                            <a:srgbClr val="00B050"/>
                          </a:solidFill>
                          <a:effectLst/>
                        </a:rPr>
                        <a:t>)</a:t>
                      </a:r>
                      <a:endParaRPr lang="en-US" altLang="ja-JP" sz="7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従量課金</a:t>
                      </a:r>
                      <a:r>
                        <a:rPr lang="en-US" altLang="ja-JP" sz="700" kern="1200" dirty="0">
                          <a:solidFill>
                            <a:srgbClr val="FF0000"/>
                          </a:solidFill>
                          <a:effectLst/>
                        </a:rPr>
                        <a:t>: Basic $5/</a:t>
                      </a:r>
                      <a:r>
                        <a:rPr lang="ja-JP" altLang="en-US" sz="700" kern="1200" dirty="0">
                          <a:solidFill>
                            <a:srgbClr val="FF0000"/>
                          </a:solidFill>
                          <a:effectLst/>
                        </a:rPr>
                        <a:t>月</a:t>
                      </a:r>
                      <a:r>
                        <a:rPr lang="en-US" altLang="ja-JP" sz="700" kern="1200" dirty="0">
                          <a:solidFill>
                            <a:srgbClr val="FF0000"/>
                          </a:solidFill>
                          <a:effectLst/>
                        </a:rPr>
                        <a:t>〜</a:t>
                      </a:r>
                      <a:r>
                        <a:rPr lang="ja-JP" altLang="en-US" sz="700" kern="1200" dirty="0">
                          <a:solidFill>
                            <a:srgbClr val="FF0000"/>
                          </a:solidFill>
                          <a:effectLst/>
                        </a:rPr>
                        <a:t>、</a:t>
                      </a:r>
                      <a:r>
                        <a:rPr lang="en-US" altLang="ja-JP" sz="700" kern="1200" dirty="0" err="1">
                          <a:solidFill>
                            <a:srgbClr val="FF0000"/>
                          </a:solidFill>
                          <a:effectLst/>
                        </a:rPr>
                        <a:t>vCore</a:t>
                      </a:r>
                      <a:r>
                        <a:rPr lang="en-US" altLang="ja-JP" sz="700" kern="1200" dirty="0">
                          <a:solidFill>
                            <a:srgbClr val="FF0000"/>
                          </a:solidFill>
                          <a:effectLst/>
                        </a:rPr>
                        <a:t> $0.5/</a:t>
                      </a:r>
                      <a:r>
                        <a:rPr lang="ja-JP" altLang="en-US" sz="700" kern="1200" dirty="0">
                          <a:solidFill>
                            <a:srgbClr val="FF0000"/>
                          </a:solidFill>
                          <a:effectLst/>
                        </a:rPr>
                        <a:t>時間</a:t>
                      </a:r>
                      <a:r>
                        <a:rPr lang="en-US" altLang="ja-JP" sz="700" kern="1200" dirty="0">
                          <a:solidFill>
                            <a:srgbClr val="FF0000"/>
                          </a:solidFill>
                          <a:effectLst/>
                        </a:rPr>
                        <a:t>〜</a:t>
                      </a:r>
                      <a:r>
                        <a:rPr lang="ja-JP" altLang="en-US" sz="700" kern="1200" dirty="0">
                          <a:solidFill>
                            <a:srgbClr val="FF0000"/>
                          </a:solidFill>
                          <a:effectLst/>
                        </a:rPr>
                        <a:t>（ストレージ</a:t>
                      </a:r>
                      <a:r>
                        <a:rPr lang="en-US" altLang="ja-JP" sz="700" kern="1200" dirty="0">
                          <a:solidFill>
                            <a:srgbClr val="FF0000"/>
                          </a:solidFill>
                          <a:effectLst/>
                        </a:rPr>
                        <a:t>$0.10/GB/</a:t>
                      </a:r>
                      <a:r>
                        <a:rPr lang="ja-JP" altLang="en-US" sz="700" kern="1200" dirty="0">
                          <a:solidFill>
                            <a:srgbClr val="FF0000"/>
                          </a:solidFill>
                          <a:effectLst/>
                        </a:rPr>
                        <a:t>月）。 </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ファイル</a:t>
                      </a:r>
                      <a:r>
                        <a:rPr lang="en-US" altLang="ja-JP" sz="700" kern="1200" dirty="0">
                          <a:solidFill>
                            <a:srgbClr val="FF0000"/>
                          </a:solidFill>
                          <a:effectLst/>
                        </a:rPr>
                        <a:t>: </a:t>
                      </a:r>
                      <a:r>
                        <a:rPr lang="ja-JP" altLang="en-US" sz="700" kern="1200" dirty="0">
                          <a:solidFill>
                            <a:srgbClr val="FF0000"/>
                          </a:solidFill>
                          <a:effectLst/>
                        </a:rPr>
                        <a:t>標準料金内、</a:t>
                      </a:r>
                      <a:r>
                        <a:rPr lang="en-US" altLang="ja-JP" sz="700" kern="1200" dirty="0">
                          <a:solidFill>
                            <a:srgbClr val="FF0000"/>
                          </a:solidFill>
                          <a:effectLst/>
                        </a:rPr>
                        <a:t>Blob</a:t>
                      </a:r>
                      <a:r>
                        <a:rPr lang="ja-JP" altLang="en-US" sz="700" kern="1200" dirty="0">
                          <a:solidFill>
                            <a:srgbClr val="FF0000"/>
                          </a:solidFill>
                          <a:effectLst/>
                        </a:rPr>
                        <a:t>追加で</a:t>
                      </a:r>
                      <a:r>
                        <a:rPr lang="en-US" altLang="ja-JP" sz="700" kern="1200" dirty="0">
                          <a:solidFill>
                            <a:srgbClr val="FF0000"/>
                          </a:solidFill>
                          <a:effectLst/>
                        </a:rPr>
                        <a:t>$0.02/GB/</a:t>
                      </a:r>
                      <a:r>
                        <a:rPr lang="ja-JP" altLang="en-US" sz="700" kern="1200" dirty="0">
                          <a:solidFill>
                            <a:srgbClr val="FF0000"/>
                          </a:solidFill>
                          <a:effectLst/>
                        </a:rPr>
                        <a:t>月。</a:t>
                      </a:r>
                      <a:endParaRPr lang="en-US" altLang="ja-JP" sz="700" kern="1200" dirty="0">
                        <a:solidFill>
                          <a:srgbClr val="FF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Microsoft Dataverse </a:t>
                      </a:r>
                      <a:r>
                        <a:rPr lang="ja-JP" altLang="en-US" sz="700" dirty="0">
                          <a:solidFill>
                            <a:srgbClr val="00B050"/>
                          </a:solidFill>
                        </a:rPr>
                        <a:t>ライセンス </a:t>
                      </a:r>
                      <a:r>
                        <a:rPr lang="en-US" altLang="ja-JP" sz="700" dirty="0">
                          <a:solidFill>
                            <a:srgbClr val="00B050"/>
                          </a:solidFill>
                        </a:rPr>
                        <a:t>(Dynamics 365 </a:t>
                      </a:r>
                      <a:r>
                        <a:rPr lang="ja-JP" altLang="en-US" sz="700" dirty="0">
                          <a:solidFill>
                            <a:srgbClr val="00B050"/>
                          </a:solidFill>
                        </a:rPr>
                        <a:t>または </a:t>
                      </a:r>
                      <a:r>
                        <a:rPr lang="en-US" altLang="ja-JP" sz="700" dirty="0">
                          <a:solidFill>
                            <a:srgbClr val="00B050"/>
                          </a:solidFill>
                        </a:rPr>
                        <a:t>Power Apps Premium </a:t>
                      </a:r>
                      <a:r>
                        <a:rPr lang="ja-JP" altLang="en-US" sz="700" dirty="0">
                          <a:solidFill>
                            <a:srgbClr val="00B050"/>
                          </a:solidFill>
                        </a:rPr>
                        <a:t>ライセンスに含まれる場合あり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70C0"/>
                          </a:solidFill>
                        </a:rPr>
                        <a:t>PostgreSQL </a:t>
                      </a:r>
                      <a:r>
                        <a:rPr lang="ja-JP" altLang="en-US" sz="700" dirty="0">
                          <a:solidFill>
                            <a:srgbClr val="0070C0"/>
                          </a:solidFill>
                        </a:rPr>
                        <a:t>自体はオープンソース。拡張機能は追加の構成が必要。</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solidFill>
                            <a:srgbClr val="00B050"/>
                          </a:solidFill>
                        </a:rPr>
                        <a:t>Microsoft 365 </a:t>
                      </a:r>
                      <a:r>
                        <a:rPr lang="ja-JP" altLang="en-US" sz="700" dirty="0">
                          <a:solidFill>
                            <a:srgbClr val="00B050"/>
                          </a:solidFill>
                        </a:rPr>
                        <a:t>ライセンス </a:t>
                      </a:r>
                      <a:r>
                        <a:rPr lang="en-US" altLang="ja-JP" sz="700" dirty="0">
                          <a:solidFill>
                            <a:srgbClr val="00B050"/>
                          </a:solidFill>
                        </a:rPr>
                        <a:t>(</a:t>
                      </a:r>
                      <a:r>
                        <a:rPr lang="de-DE" sz="700" dirty="0">
                          <a:solidFill>
                            <a:srgbClr val="00B050"/>
                          </a:solidFill>
                        </a:rPr>
                        <a:t>SharePoint Online </a:t>
                      </a:r>
                      <a:r>
                        <a:rPr lang="ja-JP" altLang="en-US" sz="700" dirty="0">
                          <a:solidFill>
                            <a:srgbClr val="00B050"/>
                          </a:solidFill>
                        </a:rPr>
                        <a:t>を含むプラン</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8"/>
                  </a:ext>
                </a:extLst>
              </a:tr>
              <a:tr h="1203153">
                <a:tc>
                  <a:txBody>
                    <a:bodyPr/>
                    <a:lstStyle/>
                    <a:p>
                      <a:r>
                        <a:rPr lang="ja-JP" altLang="en-US" sz="800" b="1" kern="1200" dirty="0">
                          <a:solidFill>
                            <a:schemeClr val="dk1"/>
                          </a:solidFill>
                        </a:rPr>
                        <a:t>ソリューションの評価</a:t>
                      </a:r>
                      <a:endParaRPr lang="ja-JP" altLang="en-US" sz="8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強力なリレーショナル機能（</a:t>
                      </a:r>
                      <a:r>
                        <a:rPr lang="en-US" altLang="ja-JP" sz="700" kern="1200" dirty="0">
                          <a:solidFill>
                            <a:srgbClr val="00B050"/>
                          </a:solidFill>
                          <a:effectLst/>
                        </a:rPr>
                        <a:t>FILESTREAM</a:t>
                      </a:r>
                      <a:r>
                        <a:rPr lang="ja-JP" altLang="en-US" sz="700" kern="1200" dirty="0">
                          <a:solidFill>
                            <a:srgbClr val="00B050"/>
                          </a:solidFill>
                          <a:effectLst/>
                        </a:rPr>
                        <a:t>でファイルストレージ対応）。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フルテキスト検索でコンテンツ検索が効率的。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高性能で大規模データに強い。</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ライセンスが複雑でコスト高。 </a:t>
                      </a:r>
                      <a:r>
                        <a:rPr lang="en-US" altLang="ja-JP" sz="700" kern="1200" dirty="0">
                          <a:solidFill>
                            <a:srgbClr val="FF0000"/>
                          </a:solidFill>
                          <a:effectLst/>
                        </a:rPr>
                        <a:t>- </a:t>
                      </a:r>
                      <a:r>
                        <a:rPr lang="ja-JP" altLang="en-US" sz="700" kern="1200" dirty="0">
                          <a:solidFill>
                            <a:srgbClr val="FF0000"/>
                          </a:solidFill>
                          <a:effectLst/>
                        </a:rPr>
                        <a:t>ファイルの大容量ストレージに不向き（</a:t>
                      </a:r>
                      <a:r>
                        <a:rPr lang="en-US" altLang="ja-JP" sz="700" kern="1200" dirty="0">
                          <a:solidFill>
                            <a:srgbClr val="FF0000"/>
                          </a:solidFill>
                          <a:effectLst/>
                        </a:rPr>
                        <a:t>Blob</a:t>
                      </a:r>
                      <a:r>
                        <a:rPr lang="ja-JP" altLang="en-US" sz="700" kern="1200" dirty="0">
                          <a:solidFill>
                            <a:srgbClr val="FF0000"/>
                          </a:solidFill>
                          <a:effectLst/>
                        </a:rPr>
                        <a:t>推奨）。 </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バグ報告あり（クエリ結果の不整合）。</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b="1" kern="1200" dirty="0">
                          <a:solidFill>
                            <a:srgbClr val="FF0000"/>
                          </a:solidFill>
                          <a:effectLst/>
                        </a:rPr>
                        <a:t>ネットワークボトルネックが発生しやすい（</a:t>
                      </a:r>
                      <a:r>
                        <a:rPr lang="en-US" altLang="ja-JP" sz="700" b="1" kern="1200" dirty="0">
                          <a:solidFill>
                            <a:srgbClr val="FF0000"/>
                          </a:solidFill>
                          <a:effectLst/>
                        </a:rPr>
                        <a:t>AWS-Azure</a:t>
                      </a:r>
                      <a:r>
                        <a:rPr lang="ja-JP" altLang="en-US" sz="700" b="1" kern="1200" dirty="0">
                          <a:solidFill>
                            <a:srgbClr val="FF0000"/>
                          </a:solidFill>
                          <a:effectLst/>
                        </a:rPr>
                        <a:t>間の遅延</a:t>
                      </a:r>
                      <a:r>
                        <a:rPr lang="en-US" altLang="ja-JP" sz="700" b="1" kern="1200" dirty="0">
                          <a:solidFill>
                            <a:srgbClr val="FF0000"/>
                          </a:solidFill>
                          <a:effectLst/>
                        </a:rPr>
                        <a:t>: 50-200ms</a:t>
                      </a:r>
                      <a:r>
                        <a:rPr lang="ja-JP" altLang="en-US" sz="700" b="1" kern="1200" dirty="0">
                          <a:solidFill>
                            <a:srgbClr val="FF0000"/>
                          </a:solidFill>
                          <a:effectLst/>
                        </a:rPr>
                        <a:t>程度、データ転送量次第でボトルネック）。大規模クエリで顕著。</a:t>
                      </a:r>
                      <a:endParaRPr lang="ja-JP" altLang="en-US" sz="700" b="1" kern="1200" dirty="0">
                        <a:solidFill>
                          <a:srgbClr val="FF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完全マネージドで高可用性・自動バックアップ。 </a:t>
                      </a:r>
                      <a:r>
                        <a:rPr lang="en-US" altLang="ja-JP" sz="700" dirty="0">
                          <a:solidFill>
                            <a:srgbClr val="00B050"/>
                          </a:solidFill>
                          <a:effectLst/>
                        </a:rPr>
                        <a:t>- </a:t>
                      </a:r>
                      <a:r>
                        <a:rPr lang="ja-JP" altLang="en-US" sz="700" dirty="0">
                          <a:solidFill>
                            <a:srgbClr val="00B050"/>
                          </a:solidFill>
                          <a:effectLst/>
                        </a:rPr>
                        <a:t>リレーショナルクエリとコンテンツ検索（フルテキスト）がネイティブサポート。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スケーラビリティが高く、ファイルは</a:t>
                      </a:r>
                      <a:r>
                        <a:rPr lang="en-US" altLang="ja-JP" sz="700" dirty="0">
                          <a:solidFill>
                            <a:srgbClr val="00B050"/>
                          </a:solidFill>
                          <a:effectLst/>
                        </a:rPr>
                        <a:t>Blob</a:t>
                      </a:r>
                      <a:r>
                        <a:rPr lang="ja-JP" altLang="en-US" sz="700" dirty="0">
                          <a:solidFill>
                            <a:srgbClr val="00B050"/>
                          </a:solidFill>
                          <a:effectLst/>
                        </a:rPr>
                        <a:t>統合で拡張。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Azure</a:t>
                      </a:r>
                      <a:r>
                        <a:rPr lang="ja-JP" altLang="en-US" sz="700" dirty="0">
                          <a:solidFill>
                            <a:srgbClr val="00B050"/>
                          </a:solidFill>
                          <a:effectLst/>
                        </a:rPr>
                        <a:t>エコシステムとの親和性抜群。</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kern="1200" dirty="0">
                          <a:solidFill>
                            <a:srgbClr val="FF0000"/>
                          </a:solidFill>
                          <a:effectLst/>
                        </a:rPr>
                        <a:t>SQL Server 2022</a:t>
                      </a:r>
                      <a:r>
                        <a:rPr lang="ja-JP" altLang="en-US" sz="700" kern="1200" dirty="0">
                          <a:solidFill>
                            <a:srgbClr val="FF0000"/>
                          </a:solidFill>
                          <a:effectLst/>
                        </a:rPr>
                        <a:t>はサードパーティ</a:t>
                      </a:r>
                      <a:r>
                        <a:rPr lang="en-US" altLang="ja-JP" sz="700" kern="1200" dirty="0" err="1">
                          <a:solidFill>
                            <a:srgbClr val="FF0000"/>
                          </a:solidFill>
                          <a:effectLst/>
                        </a:rPr>
                        <a:t>IFilter</a:t>
                      </a:r>
                      <a:r>
                        <a:rPr lang="ja-JP" altLang="en-US" sz="700" kern="1200" dirty="0">
                          <a:solidFill>
                            <a:srgbClr val="FF0000"/>
                          </a:solidFill>
                          <a:effectLst/>
                        </a:rPr>
                        <a:t>やカスタム拡張で柔軟性が高く、大規模</a:t>
                      </a:r>
                      <a:r>
                        <a:rPr lang="en-US" altLang="ja-JP" sz="700" kern="1200" dirty="0">
                          <a:solidFill>
                            <a:srgbClr val="FF0000"/>
                          </a:solidFill>
                          <a:effectLst/>
                        </a:rPr>
                        <a:t>/</a:t>
                      </a:r>
                      <a:r>
                        <a:rPr lang="ja-JP" altLang="en-US" sz="700" kern="1200" dirty="0">
                          <a:solidFill>
                            <a:srgbClr val="FF0000"/>
                          </a:solidFill>
                          <a:effectLst/>
                        </a:rPr>
                        <a:t>複雑な検索に適。</a:t>
                      </a:r>
                      <a:r>
                        <a:rPr lang="en-US" altLang="ja-JP" sz="700" kern="1200" dirty="0">
                          <a:solidFill>
                            <a:srgbClr val="FF0000"/>
                          </a:solidFill>
                          <a:effectLst/>
                        </a:rPr>
                        <a:t>Azure SQL</a:t>
                      </a:r>
                      <a:r>
                        <a:rPr lang="ja-JP" altLang="en-US" sz="700" kern="1200" dirty="0">
                          <a:solidFill>
                            <a:srgbClr val="FF0000"/>
                          </a:solidFill>
                          <a:effectLst/>
                        </a:rPr>
                        <a:t>は基本</a:t>
                      </a:r>
                      <a:r>
                        <a:rPr lang="en-US" altLang="ja-JP" sz="700" kern="1200" dirty="0">
                          <a:solidFill>
                            <a:srgbClr val="FF0000"/>
                          </a:solidFill>
                          <a:effectLst/>
                        </a:rPr>
                        <a:t>FTS</a:t>
                      </a:r>
                      <a:r>
                        <a:rPr lang="ja-JP" altLang="en-US" sz="700" kern="1200" dirty="0">
                          <a:solidFill>
                            <a:srgbClr val="FF0000"/>
                          </a:solidFill>
                          <a:effectLst/>
                        </a:rPr>
                        <a:t>で十分だが、カスタマイズ性に欠ける。</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altLang="ja-JP" sz="700" kern="1200" dirty="0">
                        <a:solidFill>
                          <a:schemeClr val="dk1"/>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7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7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低コードでリレーショナルモデル構築容易（テーブル間関係）。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ファイル添付と</a:t>
                      </a:r>
                      <a:r>
                        <a:rPr lang="en-US" altLang="ja-JP" sz="700" kern="1200" dirty="0">
                          <a:solidFill>
                            <a:srgbClr val="00B050"/>
                          </a:solidFill>
                          <a:effectLst/>
                        </a:rPr>
                        <a:t>AI</a:t>
                      </a:r>
                      <a:r>
                        <a:rPr lang="ja-JP" altLang="en-US" sz="700" kern="1200" dirty="0">
                          <a:solidFill>
                            <a:srgbClr val="00B050"/>
                          </a:solidFill>
                          <a:effectLst/>
                        </a:rPr>
                        <a:t>駆動検索（</a:t>
                      </a:r>
                      <a:r>
                        <a:rPr lang="en-US" altLang="ja-JP" sz="700" kern="1200" dirty="0">
                          <a:solidFill>
                            <a:srgbClr val="00B050"/>
                          </a:solidFill>
                          <a:effectLst/>
                        </a:rPr>
                        <a:t>Dataverse Search</a:t>
                      </a:r>
                      <a:r>
                        <a:rPr lang="ja-JP" altLang="en-US" sz="700" kern="1200" dirty="0">
                          <a:solidFill>
                            <a:srgbClr val="00B050"/>
                          </a:solidFill>
                          <a:effectLst/>
                        </a:rPr>
                        <a:t>）が強み。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セキュリティ・スケーラビリティ高く、</a:t>
                      </a:r>
                      <a:r>
                        <a:rPr lang="en-US" altLang="ja-JP" sz="700" kern="1200" dirty="0">
                          <a:solidFill>
                            <a:srgbClr val="00B050"/>
                          </a:solidFill>
                          <a:effectLst/>
                        </a:rPr>
                        <a:t>Power Apps</a:t>
                      </a:r>
                      <a:r>
                        <a:rPr lang="ja-JP" altLang="en-US" sz="700" kern="1200" dirty="0">
                          <a:solidFill>
                            <a:srgbClr val="00B050"/>
                          </a:solidFill>
                          <a:effectLst/>
                        </a:rPr>
                        <a:t>統合。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ビジネスアプリ向けに最適化。</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容量制限（</a:t>
                      </a:r>
                      <a:r>
                        <a:rPr lang="en-US" altLang="ja-JP" sz="700" dirty="0">
                          <a:solidFill>
                            <a:srgbClr val="FF0000"/>
                          </a:solidFill>
                          <a:effectLst/>
                        </a:rPr>
                        <a:t>DB/</a:t>
                      </a:r>
                      <a:r>
                        <a:rPr lang="ja-JP" altLang="en-US" sz="700" dirty="0">
                          <a:solidFill>
                            <a:srgbClr val="FF0000"/>
                          </a:solidFill>
                          <a:effectLst/>
                        </a:rPr>
                        <a:t>ファイル</a:t>
                      </a:r>
                      <a:r>
                        <a:rPr lang="en-US" altLang="ja-JP" sz="700" dirty="0">
                          <a:solidFill>
                            <a:srgbClr val="FF0000"/>
                          </a:solidFill>
                          <a:effectLst/>
                        </a:rPr>
                        <a:t>/</a:t>
                      </a:r>
                      <a:r>
                        <a:rPr lang="ja-JP" altLang="en-US" sz="700" dirty="0">
                          <a:solidFill>
                            <a:srgbClr val="FF0000"/>
                          </a:solidFill>
                          <a:effectLst/>
                        </a:rPr>
                        <a:t>ログ別）と高コスト。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複雑なクエリでパフォーマンス低下。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FF0000"/>
                          </a:solidFill>
                          <a:effectLst/>
                        </a:rPr>
                        <a:t>SharePoint</a:t>
                      </a:r>
                      <a:r>
                        <a:rPr lang="ja-JP" altLang="en-US" sz="700" dirty="0">
                          <a:solidFill>
                            <a:srgbClr val="FF0000"/>
                          </a:solidFill>
                          <a:effectLst/>
                        </a:rPr>
                        <a:t>リストよりスケールするが、</a:t>
                      </a:r>
                      <a:r>
                        <a:rPr lang="en-US" altLang="ja-JP" sz="700" dirty="0">
                          <a:solidFill>
                            <a:srgbClr val="FF0000"/>
                          </a:solidFill>
                          <a:effectLst/>
                        </a:rPr>
                        <a:t>SQL</a:t>
                      </a:r>
                      <a:r>
                        <a:rPr lang="ja-JP" altLang="en-US" sz="700" dirty="0">
                          <a:solidFill>
                            <a:srgbClr val="FF0000"/>
                          </a:solidFill>
                          <a:effectLst/>
                        </a:rPr>
                        <a:t>ほど柔軟でない。</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700" kern="1200" dirty="0">
                        <a:solidFill>
                          <a:schemeClr val="dk1"/>
                        </a:solidFill>
                        <a:effectLst/>
                      </a:endParaRPr>
                    </a:p>
                    <a:p>
                      <a:endParaRPr lang="en-US" altLang="ja-JP"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無料でフルリレーショナル（</a:t>
                      </a:r>
                      <a:r>
                        <a:rPr lang="en-US" altLang="ja-JP" sz="700" dirty="0">
                          <a:solidFill>
                            <a:srgbClr val="00B050"/>
                          </a:solidFill>
                          <a:effectLst/>
                        </a:rPr>
                        <a:t>JSON</a:t>
                      </a:r>
                      <a:r>
                        <a:rPr lang="ja-JP" altLang="en-US" sz="700" dirty="0">
                          <a:solidFill>
                            <a:srgbClr val="00B050"/>
                          </a:solidFill>
                          <a:effectLst/>
                        </a:rPr>
                        <a:t>サポートで柔軟）。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フルテキスト検索（</a:t>
                      </a:r>
                      <a:r>
                        <a:rPr lang="en-US" altLang="ja-JP" sz="700" dirty="0" err="1">
                          <a:solidFill>
                            <a:srgbClr val="00B050"/>
                          </a:solidFill>
                          <a:effectLst/>
                        </a:rPr>
                        <a:t>tsvector</a:t>
                      </a:r>
                      <a:r>
                        <a:rPr lang="ja-JP" altLang="en-US" sz="700" dirty="0">
                          <a:solidFill>
                            <a:srgbClr val="00B050"/>
                          </a:solidFill>
                          <a:effectLst/>
                        </a:rPr>
                        <a:t>）が強力でコンテンツ検索対応。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ACID</a:t>
                      </a:r>
                      <a:r>
                        <a:rPr lang="ja-JP" altLang="en-US" sz="700" dirty="0">
                          <a:solidFill>
                            <a:srgbClr val="00B050"/>
                          </a:solidFill>
                          <a:effectLst/>
                        </a:rPr>
                        <a:t>準拠で信頼性高く、拡張性良好。 </a:t>
                      </a:r>
                      <a:r>
                        <a:rPr lang="en-US" altLang="ja-JP" sz="700" dirty="0">
                          <a:solidFill>
                            <a:srgbClr val="00B050"/>
                          </a:solidFill>
                          <a:effectLst/>
                        </a:rPr>
                        <a:t>- </a:t>
                      </a:r>
                      <a:r>
                        <a:rPr lang="ja-JP" altLang="en-US" sz="700" dirty="0">
                          <a:solidFill>
                            <a:srgbClr val="00B050"/>
                          </a:solidFill>
                          <a:effectLst/>
                        </a:rPr>
                        <a:t>カスタム拡張（</a:t>
                      </a:r>
                      <a:r>
                        <a:rPr lang="en-US" altLang="ja-JP" sz="700" dirty="0" err="1">
                          <a:solidFill>
                            <a:srgbClr val="00B050"/>
                          </a:solidFill>
                          <a:effectLst/>
                        </a:rPr>
                        <a:t>pg_trgm</a:t>
                      </a:r>
                      <a:r>
                        <a:rPr lang="ja-JP" altLang="en-US" sz="700" dirty="0">
                          <a:solidFill>
                            <a:srgbClr val="00B050"/>
                          </a:solidFill>
                          <a:effectLst/>
                        </a:rPr>
                        <a:t>など）でファイル検索強化。</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大容量ファイルストレージに不向き（</a:t>
                      </a:r>
                      <a:r>
                        <a:rPr lang="en-US" altLang="ja-JP" sz="700" dirty="0">
                          <a:solidFill>
                            <a:srgbClr val="FF0000"/>
                          </a:solidFill>
                          <a:effectLst/>
                        </a:rPr>
                        <a:t>TOAST</a:t>
                      </a:r>
                      <a:r>
                        <a:rPr lang="ja-JP" altLang="en-US" sz="700" dirty="0">
                          <a:solidFill>
                            <a:srgbClr val="FF0000"/>
                          </a:solidFill>
                          <a:effectLst/>
                        </a:rPr>
                        <a:t>使用でパフォーマンス低下）。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セットアップ複雑でメンテナンス負荷。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商用サポート別途必要。</a:t>
                      </a:r>
                    </a:p>
                    <a:p>
                      <a:endParaRPr lang="ja-JP" altLang="en-US"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ファイル中心のストレージでメタデータによる関係性管理。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強力な検索（</a:t>
                      </a:r>
                      <a:r>
                        <a:rPr lang="en-US" altLang="ja-JP" sz="700" dirty="0">
                          <a:solidFill>
                            <a:srgbClr val="00B050"/>
                          </a:solidFill>
                          <a:effectLst/>
                        </a:rPr>
                        <a:t>Microsoft Search</a:t>
                      </a:r>
                      <a:r>
                        <a:rPr lang="ja-JP" altLang="en-US" sz="700" dirty="0">
                          <a:solidFill>
                            <a:srgbClr val="00B050"/>
                          </a:solidFill>
                          <a:effectLst/>
                        </a:rPr>
                        <a:t>）でコンテンツ抽出優秀。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コラボレーション・バージョン管理がネイティブ。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M365</a:t>
                      </a:r>
                      <a:r>
                        <a:rPr lang="ja-JP" altLang="en-US" sz="700" dirty="0">
                          <a:solidFill>
                            <a:srgbClr val="00B050"/>
                          </a:solidFill>
                          <a:effectLst/>
                        </a:rPr>
                        <a:t>統合でユーザー友好。</a:t>
                      </a:r>
                    </a:p>
                    <a:p>
                      <a:endParaRPr lang="en-US" altLang="zh-CN"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555614"/>
                  </a:ext>
                </a:extLst>
              </a:tr>
              <a:tr h="697020">
                <a:tc>
                  <a:txBody>
                    <a:bodyPr/>
                    <a:lstStyle/>
                    <a:p>
                      <a:r>
                        <a:rPr lang="ja-JP" altLang="en-US" sz="800" b="1" kern="1200" dirty="0">
                          <a:solidFill>
                            <a:schemeClr val="dk1"/>
                          </a:solidFill>
                        </a:rPr>
                        <a:t>ディリバリー面の評価</a:t>
                      </a:r>
                      <a:endParaRPr lang="ja-JP" altLang="en-US" sz="8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ltLang="ja-JP" sz="700" kern="1200" dirty="0">
                          <a:solidFill>
                            <a:srgbClr val="FF0000"/>
                          </a:solidFill>
                          <a:effectLst/>
                        </a:rPr>
                        <a:t>On-premises data gateway</a:t>
                      </a:r>
                      <a:r>
                        <a:rPr lang="ja-JP" altLang="de-DE" sz="700" kern="1200" dirty="0">
                          <a:solidFill>
                            <a:srgbClr val="FF0000"/>
                          </a:solidFill>
                          <a:effectLst/>
                        </a:rPr>
                        <a:t>（</a:t>
                      </a:r>
                      <a:r>
                        <a:rPr lang="ja-JP" altLang="en-US" sz="700" kern="1200" dirty="0">
                          <a:solidFill>
                            <a:srgbClr val="FF0000"/>
                          </a:solidFill>
                          <a:effectLst/>
                        </a:rPr>
                        <a:t>以下、</a:t>
                      </a:r>
                      <a:r>
                        <a:rPr lang="de-DE" altLang="ja-JP" sz="700" kern="1200" dirty="0">
                          <a:solidFill>
                            <a:srgbClr val="FF0000"/>
                          </a:solidFill>
                          <a:effectLst/>
                        </a:rPr>
                        <a:t>Gateway</a:t>
                      </a:r>
                      <a:r>
                        <a:rPr lang="ja-JP" altLang="de-DE" sz="700" kern="1200" dirty="0">
                          <a:solidFill>
                            <a:srgbClr val="FF0000"/>
                          </a:solidFill>
                          <a:effectLst/>
                        </a:rPr>
                        <a:t>）</a:t>
                      </a:r>
                      <a:r>
                        <a:rPr lang="ja-JP" altLang="en-US" sz="700" kern="1200" dirty="0">
                          <a:solidFill>
                            <a:srgbClr val="FF0000"/>
                          </a:solidFill>
                          <a:effectLst/>
                        </a:rPr>
                        <a:t>のインストールが必要。</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kern="1200" dirty="0">
                          <a:solidFill>
                            <a:srgbClr val="FF0000"/>
                          </a:solidFill>
                          <a:effectLst/>
                        </a:rPr>
                        <a:t>作業量高：サーバー</a:t>
                      </a:r>
                      <a:r>
                        <a:rPr lang="en-US" altLang="ja-JP" sz="700" kern="1200" dirty="0">
                          <a:solidFill>
                            <a:srgbClr val="FF0000"/>
                          </a:solidFill>
                          <a:effectLst/>
                        </a:rPr>
                        <a:t>OS</a:t>
                      </a:r>
                      <a:r>
                        <a:rPr lang="ja-JP" altLang="en-US" sz="700" kern="1200" dirty="0">
                          <a:solidFill>
                            <a:srgbClr val="FF0000"/>
                          </a:solidFill>
                          <a:effectLst/>
                        </a:rPr>
                        <a:t>インストール、</a:t>
                      </a:r>
                      <a:r>
                        <a:rPr lang="en-US" altLang="ja-JP" sz="700" kern="1200" dirty="0">
                          <a:solidFill>
                            <a:srgbClr val="FF0000"/>
                          </a:solidFill>
                          <a:effectLst/>
                        </a:rPr>
                        <a:t>DB</a:t>
                      </a:r>
                      <a:r>
                        <a:rPr lang="ja-JP" altLang="en-US" sz="700" kern="1200" dirty="0">
                          <a:solidFill>
                            <a:srgbClr val="FF0000"/>
                          </a:solidFill>
                          <a:effectLst/>
                        </a:rPr>
                        <a:t>セットアップ、セキュリティ設定、バックアップ構成が必要。デバッグでツール（</a:t>
                      </a:r>
                      <a:r>
                        <a:rPr lang="en-US" altLang="ja-JP" sz="700" kern="1200" dirty="0">
                          <a:solidFill>
                            <a:srgbClr val="FF0000"/>
                          </a:solidFill>
                          <a:effectLst/>
                        </a:rPr>
                        <a:t>SSMS</a:t>
                      </a:r>
                      <a:r>
                        <a:rPr lang="ja-JP" altLang="en-US" sz="700" kern="1200" dirty="0">
                          <a:solidFill>
                            <a:srgbClr val="FF0000"/>
                          </a:solidFill>
                          <a:effectLst/>
                        </a:rPr>
                        <a:t>）導入、テストがすべて必要。</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kern="1200" dirty="0">
                          <a:solidFill>
                            <a:srgbClr val="00B050"/>
                          </a:solidFill>
                          <a:effectLst/>
                        </a:rPr>
                        <a:t>実績があり</a:t>
                      </a:r>
                      <a:endParaRPr lang="ja-JP" altLang="en-US" sz="7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作業量低：</a:t>
                      </a:r>
                      <a:r>
                        <a:rPr lang="en-US" altLang="ja-JP" sz="700" dirty="0">
                          <a:solidFill>
                            <a:srgbClr val="00B050"/>
                          </a:solidFill>
                          <a:effectLst/>
                        </a:rPr>
                        <a:t>Azure</a:t>
                      </a:r>
                      <a:r>
                        <a:rPr lang="ja-JP" altLang="en-US" sz="700" dirty="0">
                          <a:solidFill>
                            <a:srgbClr val="00B050"/>
                          </a:solidFill>
                          <a:effectLst/>
                        </a:rPr>
                        <a:t>ポータルで数分でデプロイ。デバッグは</a:t>
                      </a:r>
                      <a:r>
                        <a:rPr lang="en-US" altLang="ja-JP" sz="700" dirty="0">
                          <a:solidFill>
                            <a:srgbClr val="00B050"/>
                          </a:solidFill>
                          <a:effectLst/>
                        </a:rPr>
                        <a:t>Azure</a:t>
                      </a:r>
                      <a:r>
                        <a:rPr lang="ja-JP" altLang="en-US" sz="700" dirty="0">
                          <a:solidFill>
                            <a:srgbClr val="00B050"/>
                          </a:solidFill>
                          <a:effectLst/>
                        </a:rPr>
                        <a:t>ツールで即時、学習曲線短め（数時間）。</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実績がないが、添付ファイル以外には</a:t>
                      </a:r>
                      <a:r>
                        <a:rPr lang="en-US" altLang="ja-JP" sz="700" dirty="0" err="1">
                          <a:solidFill>
                            <a:srgbClr val="00B050"/>
                          </a:solidFill>
                          <a:effectLst/>
                        </a:rPr>
                        <a:t>Sqlserver</a:t>
                      </a:r>
                      <a:r>
                        <a:rPr lang="ja-JP" altLang="en-US" sz="700" dirty="0">
                          <a:solidFill>
                            <a:srgbClr val="00B050"/>
                          </a:solidFill>
                          <a:effectLst/>
                        </a:rPr>
                        <a:t>　</a:t>
                      </a:r>
                      <a:r>
                        <a:rPr lang="en-US" altLang="ja-JP" sz="700" dirty="0">
                          <a:solidFill>
                            <a:srgbClr val="00B050"/>
                          </a:solidFill>
                          <a:effectLst/>
                        </a:rPr>
                        <a:t>2022</a:t>
                      </a:r>
                      <a:r>
                        <a:rPr lang="ja-JP" altLang="en-US" sz="700" dirty="0">
                          <a:solidFill>
                            <a:srgbClr val="00B050"/>
                          </a:solidFill>
                          <a:effectLst/>
                        </a:rPr>
                        <a:t>とは差異がない</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ja-JP" altLang="en-US" sz="7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作業量低：</a:t>
                      </a:r>
                      <a:r>
                        <a:rPr lang="en-US" altLang="ja-JP" sz="700" dirty="0">
                          <a:solidFill>
                            <a:srgbClr val="00B050"/>
                          </a:solidFill>
                          <a:effectLst/>
                        </a:rPr>
                        <a:t>Microsoft 365</a:t>
                      </a:r>
                      <a:r>
                        <a:rPr lang="ja-JP" altLang="en-US" sz="700" dirty="0">
                          <a:solidFill>
                            <a:srgbClr val="00B050"/>
                          </a:solidFill>
                          <a:effectLst/>
                        </a:rPr>
                        <a:t>統合で即時セットアップ。デバッグは</a:t>
                      </a:r>
                      <a:r>
                        <a:rPr lang="en-US" altLang="ja-JP" sz="700" dirty="0">
                          <a:solidFill>
                            <a:srgbClr val="00B050"/>
                          </a:solidFill>
                          <a:effectLst/>
                        </a:rPr>
                        <a:t>Power Platform</a:t>
                      </a:r>
                      <a:r>
                        <a:rPr lang="ja-JP" altLang="en-US" sz="700" dirty="0">
                          <a:solidFill>
                            <a:srgbClr val="00B050"/>
                          </a:solidFill>
                          <a:effectLst/>
                        </a:rPr>
                        <a:t>ツールで簡単</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弊社実績があり、</a:t>
                      </a:r>
                    </a:p>
                    <a:p>
                      <a:pPr marL="171450" indent="-171450">
                        <a:buFont typeface="Arial" panose="020B0604020202020204" pitchFamily="34" charset="0"/>
                        <a:buChar char="•"/>
                      </a:pPr>
                      <a:endParaRPr lang="en-US" altLang="ja-JP"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FF0000"/>
                          </a:solidFill>
                          <a:effectLst/>
                        </a:rPr>
                        <a:t>作業量中：インストール（</a:t>
                      </a:r>
                      <a:r>
                        <a:rPr lang="en-US" altLang="ja-JP" sz="700" dirty="0">
                          <a:solidFill>
                            <a:srgbClr val="FF0000"/>
                          </a:solidFill>
                          <a:effectLst/>
                        </a:rPr>
                        <a:t>Docker</a:t>
                      </a:r>
                      <a:r>
                        <a:rPr lang="ja-JP" altLang="en-US" sz="700" dirty="0">
                          <a:solidFill>
                            <a:srgbClr val="FF0000"/>
                          </a:solidFill>
                          <a:effectLst/>
                        </a:rPr>
                        <a:t>推奨）で数時間、構成（インデックス</a:t>
                      </a:r>
                      <a:r>
                        <a:rPr lang="en-US" altLang="ja-JP" sz="700" dirty="0">
                          <a:solidFill>
                            <a:srgbClr val="FF0000"/>
                          </a:solidFill>
                          <a:effectLst/>
                        </a:rPr>
                        <a:t>/</a:t>
                      </a:r>
                      <a:r>
                        <a:rPr lang="ja-JP" altLang="en-US" sz="700" dirty="0">
                          <a:solidFill>
                            <a:srgbClr val="FF0000"/>
                          </a:solidFill>
                          <a:effectLst/>
                        </a:rPr>
                        <a:t>検索設定）で複何。</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FF0000"/>
                          </a:solidFill>
                          <a:effectLst/>
                        </a:rPr>
                        <a:t>デバッグツール（</a:t>
                      </a:r>
                      <a:r>
                        <a:rPr lang="en-US" altLang="ja-JP" sz="700" dirty="0" err="1">
                          <a:solidFill>
                            <a:srgbClr val="FF0000"/>
                          </a:solidFill>
                          <a:effectLst/>
                        </a:rPr>
                        <a:t>pgAdmin</a:t>
                      </a:r>
                      <a:r>
                        <a:rPr lang="ja-JP" altLang="en-US" sz="700" dirty="0">
                          <a:solidFill>
                            <a:srgbClr val="FF0000"/>
                          </a:solidFill>
                          <a:effectLst/>
                        </a:rPr>
                        <a:t>）で中程度。</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700" dirty="0">
                          <a:solidFill>
                            <a:srgbClr val="FF0000"/>
                          </a:solidFill>
                          <a:effectLst/>
                        </a:rPr>
                        <a:t>Power</a:t>
                      </a:r>
                      <a:r>
                        <a:rPr lang="ja-JP" altLang="en-US" sz="700" dirty="0">
                          <a:solidFill>
                            <a:srgbClr val="FF0000"/>
                          </a:solidFill>
                          <a:effectLst/>
                        </a:rPr>
                        <a:t> </a:t>
                      </a:r>
                      <a:r>
                        <a:rPr lang="en-US" altLang="ja-JP" sz="700" dirty="0">
                          <a:solidFill>
                            <a:srgbClr val="FF0000"/>
                          </a:solidFill>
                          <a:effectLst/>
                        </a:rPr>
                        <a:t>Platform</a:t>
                      </a:r>
                      <a:r>
                        <a:rPr lang="ja-JP" altLang="en-US" sz="700" dirty="0">
                          <a:solidFill>
                            <a:srgbClr val="FF0000"/>
                          </a:solidFill>
                          <a:effectLst/>
                        </a:rPr>
                        <a:t>との連携には実績がない、</a:t>
                      </a:r>
                      <a:r>
                        <a:rPr lang="en-US" altLang="ja-JP" sz="700" dirty="0">
                          <a:solidFill>
                            <a:srgbClr val="FF0000"/>
                          </a:solidFill>
                          <a:effectLst/>
                        </a:rPr>
                        <a:t>POC</a:t>
                      </a:r>
                      <a:r>
                        <a:rPr lang="ja-JP" altLang="en-US" sz="700" dirty="0">
                          <a:solidFill>
                            <a:srgbClr val="FF0000"/>
                          </a:solidFill>
                          <a:effectLst/>
                        </a:rPr>
                        <a:t>範囲は大枠拡大。</a:t>
                      </a:r>
                      <a:endParaRPr lang="en-US" altLang="ja-JP" sz="700" dirty="0">
                        <a:solidFill>
                          <a:srgbClr val="FF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ja-JP" altLang="en-US" sz="700" dirty="0">
                          <a:solidFill>
                            <a:srgbClr val="00B050"/>
                          </a:solidFill>
                          <a:effectLst/>
                        </a:rPr>
                        <a:t>作業量低（弊社実績があり）</a:t>
                      </a:r>
                      <a:endParaRPr lang="en-US" altLang="ja-JP" sz="700" dirty="0">
                        <a:solidFill>
                          <a:srgbClr val="00B050"/>
                        </a:solidFill>
                        <a:effectLst/>
                      </a:endParaRPr>
                    </a:p>
                    <a:p>
                      <a:pPr marL="171450" indent="-171450">
                        <a:buFont typeface="Arial" panose="020B0604020202020204" pitchFamily="34" charset="0"/>
                        <a:buChar char="•"/>
                      </a:pPr>
                      <a:r>
                        <a:rPr lang="en-US" altLang="ja-JP" sz="700" dirty="0">
                          <a:effectLst/>
                        </a:rPr>
                        <a:t>Microsoft Search</a:t>
                      </a:r>
                      <a:r>
                        <a:rPr lang="ja-JP" altLang="en-US" sz="700" dirty="0">
                          <a:effectLst/>
                        </a:rPr>
                        <a:t>の実現には、</a:t>
                      </a:r>
                      <a:endParaRPr lang="en-US" altLang="ja-JP" sz="700" dirty="0">
                        <a:effectLst/>
                      </a:endParaRPr>
                    </a:p>
                    <a:p>
                      <a:pPr marL="228600" indent="-228600">
                        <a:buFont typeface="+mj-lt"/>
                        <a:buAutoNum type="arabicPeriod"/>
                      </a:pPr>
                      <a:r>
                        <a:rPr lang="en-US" altLang="ja-JP" sz="700" dirty="0">
                          <a:solidFill>
                            <a:srgbClr val="FF0000"/>
                          </a:solidFill>
                        </a:rPr>
                        <a:t>Azure AD</a:t>
                      </a:r>
                      <a:r>
                        <a:rPr lang="ja-JP" altLang="en-US" sz="700" dirty="0">
                          <a:solidFill>
                            <a:srgbClr val="FF0000"/>
                          </a:solidFill>
                        </a:rPr>
                        <a:t>に事前の</a:t>
                      </a:r>
                      <a:r>
                        <a:rPr lang="en-US" altLang="ja-JP" sz="700" dirty="0">
                          <a:solidFill>
                            <a:srgbClr val="FF0000"/>
                          </a:solidFill>
                        </a:rPr>
                        <a:t>App</a:t>
                      </a:r>
                      <a:r>
                        <a:rPr lang="ja-JP" altLang="en-US" sz="700" dirty="0">
                          <a:solidFill>
                            <a:srgbClr val="FF0000"/>
                          </a:solidFill>
                        </a:rPr>
                        <a:t>登録が必須</a:t>
                      </a:r>
                      <a:endParaRPr lang="en-US" altLang="ja-JP" sz="700" dirty="0">
                        <a:solidFill>
                          <a:srgbClr val="FF0000"/>
                        </a:solidFill>
                      </a:endParaRPr>
                    </a:p>
                    <a:p>
                      <a:pPr marL="228600" indent="-228600">
                        <a:buFont typeface="+mj-lt"/>
                        <a:buAutoNum type="arabicPeriod"/>
                      </a:pPr>
                      <a:r>
                        <a:rPr lang="en-US" altLang="zh-CN" sz="700" dirty="0" err="1">
                          <a:solidFill>
                            <a:srgbClr val="FF0000"/>
                          </a:solidFill>
                        </a:rPr>
                        <a:t>GraphAPI</a:t>
                      </a:r>
                      <a:r>
                        <a:rPr lang="ja-JP" altLang="en-US" sz="700" dirty="0">
                          <a:solidFill>
                            <a:srgbClr val="FF0000"/>
                          </a:solidFill>
                        </a:rPr>
                        <a:t>コールが必要</a:t>
                      </a:r>
                      <a:endParaRPr lang="en-US" altLang="ja-JP" sz="700" dirty="0">
                        <a:solidFill>
                          <a:srgbClr val="FF0000"/>
                        </a:solidFill>
                      </a:endParaRPr>
                    </a:p>
                    <a:p>
                      <a:pPr marL="171450" indent="-171450" algn="l" defTabSz="914400" rtl="0" eaLnBrk="1" latinLnBrk="0" hangingPunct="1">
                        <a:buFont typeface="Arial" panose="020B0604020202020204" pitchFamily="34" charset="0"/>
                        <a:buChar char="•"/>
                      </a:pPr>
                      <a:r>
                        <a:rPr lang="en-US" altLang="ja-JP" sz="700" kern="1200" dirty="0">
                          <a:solidFill>
                            <a:srgbClr val="FF0000"/>
                          </a:solidFill>
                          <a:effectLst/>
                          <a:latin typeface="+mn-lt"/>
                          <a:ea typeface="+mn-ea"/>
                          <a:cs typeface="+mn-cs"/>
                        </a:rPr>
                        <a:t>SharePoint</a:t>
                      </a:r>
                      <a:r>
                        <a:rPr lang="ja-JP" altLang="en-US" sz="700" kern="1200" dirty="0">
                          <a:solidFill>
                            <a:srgbClr val="FF0000"/>
                          </a:solidFill>
                          <a:effectLst/>
                          <a:latin typeface="+mn-lt"/>
                          <a:ea typeface="+mn-ea"/>
                          <a:cs typeface="+mn-cs"/>
                        </a:rPr>
                        <a:t>に置いている添付ファイルの権限管理が必要（実績があり）</a:t>
                      </a:r>
                      <a:endParaRPr lang="en-US" altLang="ja-JP" sz="700" kern="1200" dirty="0">
                        <a:solidFill>
                          <a:srgbClr val="FF0000"/>
                        </a:solidFill>
                        <a:effectLst/>
                        <a:latin typeface="+mn-lt"/>
                        <a:ea typeface="+mn-ea"/>
                        <a:cs typeface="+mn-cs"/>
                      </a:endParaRPr>
                    </a:p>
                    <a:p>
                      <a:pPr marL="171450" indent="-171450" algn="l" defTabSz="914400" rtl="0" eaLnBrk="1" latinLnBrk="0" hangingPunct="1">
                        <a:buFont typeface="Arial" panose="020B0604020202020204" pitchFamily="34" charset="0"/>
                        <a:buChar char="•"/>
                      </a:pPr>
                      <a:r>
                        <a:rPr lang="ja-JP" altLang="en-US" sz="700" kern="1200" dirty="0">
                          <a:solidFill>
                            <a:srgbClr val="FF0000"/>
                          </a:solidFill>
                          <a:effectLst/>
                          <a:latin typeface="+mn-lt"/>
                          <a:ea typeface="+mn-ea"/>
                          <a:cs typeface="+mn-cs"/>
                        </a:rPr>
                        <a:t>論理</a:t>
                      </a:r>
                      <a:r>
                        <a:rPr lang="en-US" altLang="ja-JP" sz="700" kern="1200" dirty="0">
                          <a:solidFill>
                            <a:srgbClr val="FF0000"/>
                          </a:solidFill>
                          <a:effectLst/>
                          <a:latin typeface="+mn-lt"/>
                          <a:ea typeface="+mn-ea"/>
                          <a:cs typeface="+mn-cs"/>
                        </a:rPr>
                        <a:t>Group</a:t>
                      </a:r>
                      <a:r>
                        <a:rPr lang="ja-JP" altLang="en-US" sz="700" kern="1200" dirty="0">
                          <a:solidFill>
                            <a:srgbClr val="FF0000"/>
                          </a:solidFill>
                          <a:effectLst/>
                          <a:latin typeface="+mn-lt"/>
                          <a:ea typeface="+mn-ea"/>
                          <a:cs typeface="+mn-cs"/>
                        </a:rPr>
                        <a:t>が変更された場合、登録済みの仕様書添付ファイルに対して再設定が必要</a:t>
                      </a:r>
                      <a:endParaRPr lang="en-US" altLang="ja-JP" sz="700" kern="1200" dirty="0">
                        <a:solidFill>
                          <a:srgbClr val="FF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9198767"/>
                  </a:ext>
                </a:extLst>
              </a:tr>
            </a:tbl>
          </a:graphicData>
        </a:graphic>
      </p:graphicFrame>
      <p:sp>
        <p:nvSpPr>
          <p:cNvPr id="6" name="テキスト ボックス 5">
            <a:extLst>
              <a:ext uri="{FF2B5EF4-FFF2-40B4-BE49-F238E27FC236}">
                <a16:creationId xmlns:a16="http://schemas.microsoft.com/office/drawing/2014/main" id="{A7946F1D-E353-5E80-9B00-F27D13B7E874}"/>
              </a:ext>
            </a:extLst>
          </p:cNvPr>
          <p:cNvSpPr txBox="1"/>
          <p:nvPr/>
        </p:nvSpPr>
        <p:spPr>
          <a:xfrm>
            <a:off x="324719" y="6079517"/>
            <a:ext cx="11412096" cy="469359"/>
          </a:xfrm>
          <a:prstGeom prst="rect">
            <a:avLst/>
          </a:prstGeom>
          <a:noFill/>
        </p:spPr>
        <p:txBody>
          <a:bodyPr wrap="square" rtlCol="0">
            <a:spAutoFit/>
          </a:bodyPr>
          <a:lstStyle/>
          <a:p>
            <a:r>
              <a:rPr kumimoji="1" lang="ja-JP" altLang="en-US" sz="1400" dirty="0">
                <a:solidFill>
                  <a:srgbClr val="0070C0"/>
                </a:solidFill>
              </a:rPr>
              <a:t>推奨：仕様書の定型データ保存先（</a:t>
            </a:r>
            <a:r>
              <a:rPr lang="de-DE" altLang="ja-JP" sz="1400" dirty="0">
                <a:solidFill>
                  <a:srgbClr val="0070C0"/>
                </a:solidFill>
              </a:rPr>
              <a:t>Azure SQL Database</a:t>
            </a:r>
            <a:r>
              <a:rPr kumimoji="1" lang="ja-JP" altLang="en-US" sz="1400" dirty="0">
                <a:solidFill>
                  <a:srgbClr val="0070C0"/>
                </a:solidFill>
              </a:rPr>
              <a:t>）</a:t>
            </a:r>
            <a:r>
              <a:rPr kumimoji="1" lang="en-US" altLang="ja-JP" sz="1400" dirty="0">
                <a:solidFill>
                  <a:srgbClr val="0070C0"/>
                </a:solidFill>
              </a:rPr>
              <a:t>,</a:t>
            </a:r>
            <a:r>
              <a:rPr kumimoji="1" lang="ja-JP" altLang="en-US" sz="1400" dirty="0">
                <a:solidFill>
                  <a:srgbClr val="0070C0"/>
                </a:solidFill>
              </a:rPr>
              <a:t>添付ファイル保存先：</a:t>
            </a:r>
            <a:r>
              <a:rPr kumimoji="1" lang="en-US" altLang="ja-JP" sz="1400" dirty="0">
                <a:solidFill>
                  <a:srgbClr val="0070C0"/>
                </a:solidFill>
              </a:rPr>
              <a:t>SharePoint</a:t>
            </a:r>
          </a:p>
          <a:p>
            <a:r>
              <a:rPr lang="ja-JP" altLang="en-US" sz="1050" dirty="0"/>
              <a:t>以降の案はすべてこの推奨に基づき</a:t>
            </a:r>
            <a:endParaRPr kumimoji="1" lang="en-US" altLang="ja-JP"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4"/>
            <a:ext cx="9327072" cy="765272"/>
          </a:xfrm>
        </p:spPr>
        <p:txBody>
          <a:bodyPr>
            <a:normAutofit/>
          </a:bodyPr>
          <a:lstStyle/>
          <a:p>
            <a:r>
              <a:rPr lang="ja-JP" altLang="en-US" sz="3600" dirty="0"/>
              <a:t>全体アーキテクチャ</a:t>
            </a:r>
            <a:endParaRPr lang="ja-JP" altLang="en-US" sz="2200" dirty="0">
              <a:effectLst/>
            </a:endParaRPr>
          </a:p>
        </p:txBody>
      </p:sp>
      <p:pic>
        <p:nvPicPr>
          <p:cNvPr id="8" name="図 7" descr="アイコン&#10;&#10;AI によって生成されたコンテンツは間違っている可能性があります。">
            <a:extLst>
              <a:ext uri="{FF2B5EF4-FFF2-40B4-BE49-F238E27FC236}">
                <a16:creationId xmlns:a16="http://schemas.microsoft.com/office/drawing/2014/main" id="{08B72080-E595-55AE-DA37-B895B80E9F49}"/>
              </a:ext>
            </a:extLst>
          </p:cNvPr>
          <p:cNvPicPr>
            <a:picLocks noChangeAspect="1"/>
          </p:cNvPicPr>
          <p:nvPr/>
        </p:nvPicPr>
        <p:blipFill>
          <a:blip r:embed="rId3"/>
          <a:stretch>
            <a:fillRect/>
          </a:stretch>
        </p:blipFill>
        <p:spPr>
          <a:xfrm>
            <a:off x="8450035" y="5860997"/>
            <a:ext cx="527498" cy="4572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9A966844-04C8-85D5-67EA-CDEBFF761641}"/>
              </a:ext>
            </a:extLst>
          </p:cNvPr>
          <p:cNvPicPr>
            <a:picLocks noChangeAspect="1"/>
          </p:cNvPicPr>
          <p:nvPr/>
        </p:nvPicPr>
        <p:blipFill>
          <a:blip r:embed="rId4"/>
          <a:stretch>
            <a:fillRect/>
          </a:stretch>
        </p:blipFill>
        <p:spPr>
          <a:xfrm>
            <a:off x="4801274" y="3498609"/>
            <a:ext cx="1877560" cy="1126536"/>
          </a:xfrm>
          <a:prstGeom prst="rect">
            <a:avLst/>
          </a:prstGeom>
        </p:spPr>
      </p:pic>
      <p:pic>
        <p:nvPicPr>
          <p:cNvPr id="12"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57A95851-BDD7-672D-3100-C2B187C29472}"/>
              </a:ext>
            </a:extLst>
          </p:cNvPr>
          <p:cNvPicPr>
            <a:picLocks noChangeAspect="1"/>
          </p:cNvPicPr>
          <p:nvPr/>
        </p:nvPicPr>
        <p:blipFill>
          <a:blip r:embed="rId5"/>
          <a:stretch>
            <a:fillRect/>
          </a:stretch>
        </p:blipFill>
        <p:spPr>
          <a:xfrm>
            <a:off x="7666752" y="5864857"/>
            <a:ext cx="771118" cy="456744"/>
          </a:xfrm>
          <a:prstGeom prst="rect">
            <a:avLst/>
          </a:prstGeom>
        </p:spPr>
      </p:pic>
      <p:pic>
        <p:nvPicPr>
          <p:cNvPr id="13" name="図 12" descr="グラフィカル ユーザー インターフェイス, アプリケーション, テーブル, Excel">
            <a:extLst>
              <a:ext uri="{FF2B5EF4-FFF2-40B4-BE49-F238E27FC236}">
                <a16:creationId xmlns:a16="http://schemas.microsoft.com/office/drawing/2014/main" id="{9AC86EFF-5F42-B9DF-DC43-E9011E90638B}"/>
              </a:ext>
            </a:extLst>
          </p:cNvPr>
          <p:cNvPicPr>
            <a:picLocks noChangeAspect="1"/>
          </p:cNvPicPr>
          <p:nvPr/>
        </p:nvPicPr>
        <p:blipFill>
          <a:blip r:embed="rId6"/>
          <a:stretch>
            <a:fillRect/>
          </a:stretch>
        </p:blipFill>
        <p:spPr>
          <a:xfrm>
            <a:off x="9344188" y="5484980"/>
            <a:ext cx="899975" cy="444385"/>
          </a:xfrm>
          <a:prstGeom prst="rect">
            <a:avLst/>
          </a:prstGeom>
        </p:spPr>
      </p:pic>
      <p:pic>
        <p:nvPicPr>
          <p:cNvPr id="14"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04A5CF27-FD87-CD50-5369-50CF4CF40E3D}"/>
              </a:ext>
            </a:extLst>
          </p:cNvPr>
          <p:cNvPicPr>
            <a:picLocks noChangeAspect="1"/>
          </p:cNvPicPr>
          <p:nvPr/>
        </p:nvPicPr>
        <p:blipFill>
          <a:blip r:embed="rId5"/>
          <a:stretch>
            <a:fillRect/>
          </a:stretch>
        </p:blipFill>
        <p:spPr>
          <a:xfrm>
            <a:off x="2755230" y="3118589"/>
            <a:ext cx="1302261" cy="748800"/>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27DD81B2-908B-ED4A-BE8B-39834D383CD1}"/>
              </a:ext>
            </a:extLst>
          </p:cNvPr>
          <p:cNvPicPr>
            <a:picLocks noChangeAspect="1"/>
          </p:cNvPicPr>
          <p:nvPr/>
        </p:nvPicPr>
        <p:blipFill>
          <a:blip r:embed="rId3"/>
          <a:stretch>
            <a:fillRect/>
          </a:stretch>
        </p:blipFill>
        <p:spPr>
          <a:xfrm>
            <a:off x="2974394" y="4607496"/>
            <a:ext cx="863933" cy="748800"/>
          </a:xfrm>
          <a:prstGeom prst="rect">
            <a:avLst/>
          </a:prstGeom>
        </p:spPr>
      </p:pic>
      <p:cxnSp>
        <p:nvCxnSpPr>
          <p:cNvPr id="16" name="コネクタ: カギ線 15">
            <a:extLst>
              <a:ext uri="{FF2B5EF4-FFF2-40B4-BE49-F238E27FC236}">
                <a16:creationId xmlns:a16="http://schemas.microsoft.com/office/drawing/2014/main" id="{469A6D71-03C3-EB44-E4A4-8A07C5891581}"/>
              </a:ext>
            </a:extLst>
          </p:cNvPr>
          <p:cNvCxnSpPr>
            <a:cxnSpLocks/>
            <a:stCxn id="15" idx="3"/>
            <a:endCxn id="1052" idx="1"/>
          </p:cNvCxnSpPr>
          <p:nvPr/>
        </p:nvCxnSpPr>
        <p:spPr>
          <a:xfrm flipV="1">
            <a:off x="3838327" y="4318263"/>
            <a:ext cx="1374217" cy="66363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A7BA9534-2C53-6864-D865-56ED3C0EAE54}"/>
              </a:ext>
            </a:extLst>
          </p:cNvPr>
          <p:cNvCxnSpPr>
            <a:cxnSpLocks/>
            <a:stCxn id="14" idx="3"/>
          </p:cNvCxnSpPr>
          <p:nvPr/>
        </p:nvCxnSpPr>
        <p:spPr>
          <a:xfrm>
            <a:off x="4057491" y="3492989"/>
            <a:ext cx="1155053" cy="545345"/>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A833CEED-9A98-1F67-6A8E-57160E67060F}"/>
              </a:ext>
            </a:extLst>
          </p:cNvPr>
          <p:cNvSpPr txBox="1"/>
          <p:nvPr/>
        </p:nvSpPr>
        <p:spPr>
          <a:xfrm>
            <a:off x="2533196"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19" name="図 18" descr="電子機器の内部&#10;&#10;AI によって生成されたコンテンツは間違っている可能性があります。">
            <a:extLst>
              <a:ext uri="{FF2B5EF4-FFF2-40B4-BE49-F238E27FC236}">
                <a16:creationId xmlns:a16="http://schemas.microsoft.com/office/drawing/2014/main" id="{76A4987F-45E6-2CB2-0D8D-FC197705CC3F}"/>
              </a:ext>
            </a:extLst>
          </p:cNvPr>
          <p:cNvPicPr>
            <a:picLocks noChangeAspect="1"/>
          </p:cNvPicPr>
          <p:nvPr/>
        </p:nvPicPr>
        <p:blipFill>
          <a:blip r:embed="rId7"/>
          <a:stretch>
            <a:fillRect/>
          </a:stretch>
        </p:blipFill>
        <p:spPr>
          <a:xfrm>
            <a:off x="2753620" y="3589046"/>
            <a:ext cx="480623" cy="270351"/>
          </a:xfrm>
          <a:prstGeom prst="rect">
            <a:avLst/>
          </a:prstGeom>
        </p:spPr>
      </p:pic>
      <p:pic>
        <p:nvPicPr>
          <p:cNvPr id="20" name="図 19" descr="ロゴ, アイコン&#10;&#10;AI によって生成されたコンテンツは間違っている可能性があります。">
            <a:extLst>
              <a:ext uri="{FF2B5EF4-FFF2-40B4-BE49-F238E27FC236}">
                <a16:creationId xmlns:a16="http://schemas.microsoft.com/office/drawing/2014/main" id="{6237D05B-6DAA-F121-7FE3-EE5C1026E7A9}"/>
              </a:ext>
            </a:extLst>
          </p:cNvPr>
          <p:cNvPicPr>
            <a:picLocks noChangeAspect="1"/>
          </p:cNvPicPr>
          <p:nvPr/>
        </p:nvPicPr>
        <p:blipFill>
          <a:blip r:embed="rId8"/>
          <a:stretch>
            <a:fillRect/>
          </a:stretch>
        </p:blipFill>
        <p:spPr>
          <a:xfrm>
            <a:off x="851717" y="1493131"/>
            <a:ext cx="771118" cy="753768"/>
          </a:xfrm>
          <a:prstGeom prst="rect">
            <a:avLst/>
          </a:prstGeom>
        </p:spPr>
      </p:pic>
      <p:sp>
        <p:nvSpPr>
          <p:cNvPr id="21" name="テキスト ボックス 20">
            <a:extLst>
              <a:ext uri="{FF2B5EF4-FFF2-40B4-BE49-F238E27FC236}">
                <a16:creationId xmlns:a16="http://schemas.microsoft.com/office/drawing/2014/main" id="{88B2B401-3A8C-3E1C-F3C2-62AF13591BB9}"/>
              </a:ext>
            </a:extLst>
          </p:cNvPr>
          <p:cNvSpPr txBox="1"/>
          <p:nvPr/>
        </p:nvSpPr>
        <p:spPr>
          <a:xfrm>
            <a:off x="1262799" y="1401592"/>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sp>
        <p:nvSpPr>
          <p:cNvPr id="26" name="テキスト ボックス 25">
            <a:extLst>
              <a:ext uri="{FF2B5EF4-FFF2-40B4-BE49-F238E27FC236}">
                <a16:creationId xmlns:a16="http://schemas.microsoft.com/office/drawing/2014/main" id="{1451EDA9-2653-82EF-0808-398E2FD87A6C}"/>
              </a:ext>
            </a:extLst>
          </p:cNvPr>
          <p:cNvSpPr txBox="1"/>
          <p:nvPr/>
        </p:nvSpPr>
        <p:spPr>
          <a:xfrm>
            <a:off x="2098510" y="1636812"/>
            <a:ext cx="1057324" cy="253916"/>
          </a:xfrm>
          <a:prstGeom prst="rect">
            <a:avLst/>
          </a:prstGeom>
          <a:noFill/>
        </p:spPr>
        <p:txBody>
          <a:bodyPr wrap="square" rtlCol="0">
            <a:spAutoFit/>
          </a:bodyPr>
          <a:lstStyle/>
          <a:p>
            <a:r>
              <a:rPr kumimoji="1" lang="ja-JP" altLang="en-US" sz="1050" dirty="0"/>
              <a:t>添付ファイル</a:t>
            </a:r>
          </a:p>
        </p:txBody>
      </p:sp>
      <p:sp>
        <p:nvSpPr>
          <p:cNvPr id="29" name="テキスト ボックス 28">
            <a:extLst>
              <a:ext uri="{FF2B5EF4-FFF2-40B4-BE49-F238E27FC236}">
                <a16:creationId xmlns:a16="http://schemas.microsoft.com/office/drawing/2014/main" id="{B25FB6C2-2B13-84E1-83F2-1B1C22F77B81}"/>
              </a:ext>
            </a:extLst>
          </p:cNvPr>
          <p:cNvSpPr txBox="1"/>
          <p:nvPr/>
        </p:nvSpPr>
        <p:spPr>
          <a:xfrm>
            <a:off x="5357197" y="2180679"/>
            <a:ext cx="3347747" cy="276999"/>
          </a:xfrm>
          <a:prstGeom prst="rect">
            <a:avLst/>
          </a:prstGeom>
          <a:noFill/>
        </p:spPr>
        <p:txBody>
          <a:bodyPr wrap="square" rtlCol="0">
            <a:spAutoFit/>
          </a:bodyPr>
          <a:lstStyle/>
          <a:p>
            <a:pPr algn="ctr"/>
            <a:r>
              <a:rPr kumimoji="1" lang="en-US" altLang="ja-JP" sz="1200" dirty="0"/>
              <a:t>Table/View/Stored Procedure Access</a:t>
            </a:r>
            <a:endParaRPr kumimoji="1" lang="ja-JP" altLang="en-US" sz="1200" dirty="0"/>
          </a:p>
        </p:txBody>
      </p:sp>
      <p:pic>
        <p:nvPicPr>
          <p:cNvPr id="31" name="図 30"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D2BA7115-BB47-83ED-F9D0-B828AB49EF25}"/>
              </a:ext>
            </a:extLst>
          </p:cNvPr>
          <p:cNvPicPr>
            <a:picLocks noChangeAspect="1"/>
          </p:cNvPicPr>
          <p:nvPr/>
        </p:nvPicPr>
        <p:blipFill>
          <a:blip r:embed="rId9"/>
          <a:stretch>
            <a:fillRect/>
          </a:stretch>
        </p:blipFill>
        <p:spPr>
          <a:xfrm>
            <a:off x="914320" y="3903349"/>
            <a:ext cx="642168" cy="789867"/>
          </a:xfrm>
          <a:prstGeom prst="rect">
            <a:avLst/>
          </a:prstGeom>
        </p:spPr>
      </p:pic>
      <p:cxnSp>
        <p:nvCxnSpPr>
          <p:cNvPr id="32" name="直線コネクタ 31">
            <a:extLst>
              <a:ext uri="{FF2B5EF4-FFF2-40B4-BE49-F238E27FC236}">
                <a16:creationId xmlns:a16="http://schemas.microsoft.com/office/drawing/2014/main" id="{CF3B3C38-800A-F6D3-C156-B29F4B9E89D2}"/>
              </a:ext>
            </a:extLst>
          </p:cNvPr>
          <p:cNvCxnSpPr>
            <a:cxnSpLocks/>
          </p:cNvCxnSpPr>
          <p:nvPr/>
        </p:nvCxnSpPr>
        <p:spPr>
          <a:xfrm>
            <a:off x="7045493" y="713319"/>
            <a:ext cx="0" cy="5720952"/>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33" name="図 32">
            <a:extLst>
              <a:ext uri="{FF2B5EF4-FFF2-40B4-BE49-F238E27FC236}">
                <a16:creationId xmlns:a16="http://schemas.microsoft.com/office/drawing/2014/main" id="{92510209-6328-31B9-3B05-CFBAF8987688}"/>
              </a:ext>
            </a:extLst>
          </p:cNvPr>
          <p:cNvPicPr>
            <a:picLocks noChangeAspect="1"/>
          </p:cNvPicPr>
          <p:nvPr/>
        </p:nvPicPr>
        <p:blipFill>
          <a:blip r:embed="rId10"/>
          <a:stretch>
            <a:fillRect/>
          </a:stretch>
        </p:blipFill>
        <p:spPr>
          <a:xfrm flipH="1">
            <a:off x="8360184" y="5415597"/>
            <a:ext cx="879391" cy="494658"/>
          </a:xfrm>
          <a:prstGeom prst="rect">
            <a:avLst/>
          </a:prstGeom>
        </p:spPr>
      </p:pic>
      <p:pic>
        <p:nvPicPr>
          <p:cNvPr id="35" name="図 34">
            <a:extLst>
              <a:ext uri="{FF2B5EF4-FFF2-40B4-BE49-F238E27FC236}">
                <a16:creationId xmlns:a16="http://schemas.microsoft.com/office/drawing/2014/main" id="{A21BC5E2-2DC7-7435-33BA-0723BB09818E}"/>
              </a:ext>
            </a:extLst>
          </p:cNvPr>
          <p:cNvPicPr>
            <a:picLocks noChangeAspect="1"/>
          </p:cNvPicPr>
          <p:nvPr/>
        </p:nvPicPr>
        <p:blipFill>
          <a:blip r:embed="rId11"/>
          <a:stretch>
            <a:fillRect/>
          </a:stretch>
        </p:blipFill>
        <p:spPr>
          <a:xfrm flipH="1">
            <a:off x="8752439" y="2214310"/>
            <a:ext cx="820738" cy="430887"/>
          </a:xfrm>
          <a:prstGeom prst="rect">
            <a:avLst/>
          </a:prstGeom>
        </p:spPr>
      </p:pic>
      <p:sp>
        <p:nvSpPr>
          <p:cNvPr id="37" name="テキスト ボックス 36">
            <a:extLst>
              <a:ext uri="{FF2B5EF4-FFF2-40B4-BE49-F238E27FC236}">
                <a16:creationId xmlns:a16="http://schemas.microsoft.com/office/drawing/2014/main" id="{EC8B77B1-5BDE-02B7-0C21-6AC53C2169DE}"/>
              </a:ext>
            </a:extLst>
          </p:cNvPr>
          <p:cNvSpPr txBox="1"/>
          <p:nvPr/>
        </p:nvSpPr>
        <p:spPr>
          <a:xfrm>
            <a:off x="8978228" y="5929560"/>
            <a:ext cx="2677573" cy="369332"/>
          </a:xfrm>
          <a:prstGeom prst="rect">
            <a:avLst/>
          </a:prstGeom>
          <a:noFill/>
        </p:spPr>
        <p:txBody>
          <a:bodyPr wrap="square" rtlCol="0">
            <a:spAutoFit/>
          </a:bodyPr>
          <a:lstStyle/>
          <a:p>
            <a:r>
              <a:rPr lang="ja-JP" altLang="en-US" sz="900" dirty="0"/>
              <a:t>システム</a:t>
            </a:r>
            <a:r>
              <a:rPr kumimoji="1" lang="ja-JP" altLang="en-US" sz="900" dirty="0"/>
              <a:t>利用者</a:t>
            </a:r>
            <a:endParaRPr kumimoji="1" lang="en-US" altLang="ja-JP" sz="900" dirty="0"/>
          </a:p>
          <a:p>
            <a:r>
              <a:rPr lang="en-US" altLang="zh-CN" sz="900" dirty="0"/>
              <a:t>PowerApps/Power BI/</a:t>
            </a:r>
            <a:r>
              <a:rPr lang="en-US" altLang="ja-JP" sz="900" dirty="0"/>
              <a:t>Office 365</a:t>
            </a:r>
            <a:r>
              <a:rPr lang="en-US" altLang="zh-CN" sz="900" dirty="0"/>
              <a:t> </a:t>
            </a:r>
            <a:r>
              <a:rPr lang="ja-JP" altLang="en-US" sz="900" dirty="0"/>
              <a:t>画面</a:t>
            </a:r>
            <a:endParaRPr kumimoji="1" lang="ja-JP" altLang="en-US" sz="900" dirty="0"/>
          </a:p>
        </p:txBody>
      </p:sp>
      <p:sp>
        <p:nvSpPr>
          <p:cNvPr id="56" name="テキスト ボックス 55">
            <a:extLst>
              <a:ext uri="{FF2B5EF4-FFF2-40B4-BE49-F238E27FC236}">
                <a16:creationId xmlns:a16="http://schemas.microsoft.com/office/drawing/2014/main" id="{FE55B6E1-0AA8-16FC-8FBA-0A05ADBBC283}"/>
              </a:ext>
            </a:extLst>
          </p:cNvPr>
          <p:cNvSpPr txBox="1"/>
          <p:nvPr/>
        </p:nvSpPr>
        <p:spPr>
          <a:xfrm>
            <a:off x="8497337"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60" name="フローチャート: 判断 59">
            <a:extLst>
              <a:ext uri="{FF2B5EF4-FFF2-40B4-BE49-F238E27FC236}">
                <a16:creationId xmlns:a16="http://schemas.microsoft.com/office/drawing/2014/main" id="{0FD3D497-A213-3525-F994-E55165994060}"/>
              </a:ext>
            </a:extLst>
          </p:cNvPr>
          <p:cNvSpPr/>
          <p:nvPr/>
        </p:nvSpPr>
        <p:spPr>
          <a:xfrm>
            <a:off x="3996960" y="319356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1" name="コネクタ: カギ線 60">
            <a:extLst>
              <a:ext uri="{FF2B5EF4-FFF2-40B4-BE49-F238E27FC236}">
                <a16:creationId xmlns:a16="http://schemas.microsoft.com/office/drawing/2014/main" id="{6412D21D-9C6E-0EF1-9ACD-FCBCCBEB612B}"/>
              </a:ext>
            </a:extLst>
          </p:cNvPr>
          <p:cNvCxnSpPr>
            <a:stCxn id="60" idx="3"/>
            <a:endCxn id="35" idx="3"/>
          </p:cNvCxnSpPr>
          <p:nvPr/>
        </p:nvCxnSpPr>
        <p:spPr>
          <a:xfrm flipV="1">
            <a:off x="4045728" y="2429754"/>
            <a:ext cx="4706711" cy="795506"/>
          </a:xfrm>
          <a:prstGeom prst="bentConnector3">
            <a:avLst>
              <a:gd name="adj1" fmla="val 42833"/>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607145EB-ACAA-C9B6-4011-BCE252C6A05F}"/>
              </a:ext>
            </a:extLst>
          </p:cNvPr>
          <p:cNvCxnSpPr>
            <a:stCxn id="1031" idx="3"/>
            <a:endCxn id="63" idx="1"/>
          </p:cNvCxnSpPr>
          <p:nvPr/>
        </p:nvCxnSpPr>
        <p:spPr>
          <a:xfrm flipV="1">
            <a:off x="3837182" y="2532487"/>
            <a:ext cx="4891523" cy="2605178"/>
          </a:xfrm>
          <a:prstGeom prst="bentConnector3">
            <a:avLst>
              <a:gd name="adj1" fmla="val 5872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フローチャート: 判断 62">
            <a:extLst>
              <a:ext uri="{FF2B5EF4-FFF2-40B4-BE49-F238E27FC236}">
                <a16:creationId xmlns:a16="http://schemas.microsoft.com/office/drawing/2014/main" id="{9170D809-DD80-1BFF-AF24-F9F55AC885E7}"/>
              </a:ext>
            </a:extLst>
          </p:cNvPr>
          <p:cNvSpPr/>
          <p:nvPr/>
        </p:nvSpPr>
        <p:spPr>
          <a:xfrm>
            <a:off x="8728705"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4" name="フローチャート: 判断 1023">
            <a:extLst>
              <a:ext uri="{FF2B5EF4-FFF2-40B4-BE49-F238E27FC236}">
                <a16:creationId xmlns:a16="http://schemas.microsoft.com/office/drawing/2014/main" id="{FBDB4C53-5C34-FBC5-5C99-CCF6FE2E429A}"/>
              </a:ext>
            </a:extLst>
          </p:cNvPr>
          <p:cNvSpPr/>
          <p:nvPr/>
        </p:nvSpPr>
        <p:spPr>
          <a:xfrm>
            <a:off x="3788412" y="52603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29" name="コネクタ: カギ線 1028">
            <a:extLst>
              <a:ext uri="{FF2B5EF4-FFF2-40B4-BE49-F238E27FC236}">
                <a16:creationId xmlns:a16="http://schemas.microsoft.com/office/drawing/2014/main" id="{82A0DAC9-247C-CF0A-0EA8-5E11D28F2423}"/>
              </a:ext>
            </a:extLst>
          </p:cNvPr>
          <p:cNvCxnSpPr>
            <a:cxnSpLocks/>
            <a:stCxn id="1024" idx="3"/>
          </p:cNvCxnSpPr>
          <p:nvPr/>
        </p:nvCxnSpPr>
        <p:spPr>
          <a:xfrm>
            <a:off x="3837180" y="5292087"/>
            <a:ext cx="4510839" cy="523210"/>
          </a:xfrm>
          <a:prstGeom prst="bentConnector3">
            <a:avLst>
              <a:gd name="adj1" fmla="val 54263"/>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1" name="フローチャート: 判断 1030">
            <a:extLst>
              <a:ext uri="{FF2B5EF4-FFF2-40B4-BE49-F238E27FC236}">
                <a16:creationId xmlns:a16="http://schemas.microsoft.com/office/drawing/2014/main" id="{ADCFBD93-CE62-66D5-E110-F4507340DCD7}"/>
              </a:ext>
            </a:extLst>
          </p:cNvPr>
          <p:cNvSpPr/>
          <p:nvPr/>
        </p:nvSpPr>
        <p:spPr>
          <a:xfrm>
            <a:off x="3788414" y="5105968"/>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33" name="コネクタ: カギ線 1032">
            <a:extLst>
              <a:ext uri="{FF2B5EF4-FFF2-40B4-BE49-F238E27FC236}">
                <a16:creationId xmlns:a16="http://schemas.microsoft.com/office/drawing/2014/main" id="{C079CE01-71B5-1D12-A446-D7E72537CC1D}"/>
              </a:ext>
            </a:extLst>
          </p:cNvPr>
          <p:cNvCxnSpPr>
            <a:cxnSpLocks/>
            <a:stCxn id="1034" idx="3"/>
            <a:endCxn id="33" idx="3"/>
          </p:cNvCxnSpPr>
          <p:nvPr/>
        </p:nvCxnSpPr>
        <p:spPr>
          <a:xfrm>
            <a:off x="4049344" y="3335835"/>
            <a:ext cx="4310840" cy="2327091"/>
          </a:xfrm>
          <a:prstGeom prst="bentConnector3">
            <a:avLst>
              <a:gd name="adj1" fmla="val 56641"/>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4" name="フローチャート: 判断 1033">
            <a:extLst>
              <a:ext uri="{FF2B5EF4-FFF2-40B4-BE49-F238E27FC236}">
                <a16:creationId xmlns:a16="http://schemas.microsoft.com/office/drawing/2014/main" id="{6F0B322A-31AE-FABD-95D9-433BBF906203}"/>
              </a:ext>
            </a:extLst>
          </p:cNvPr>
          <p:cNvSpPr/>
          <p:nvPr/>
        </p:nvSpPr>
        <p:spPr>
          <a:xfrm>
            <a:off x="4000576" y="3304138"/>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5" name="テキスト ボックス 1034">
            <a:extLst>
              <a:ext uri="{FF2B5EF4-FFF2-40B4-BE49-F238E27FC236}">
                <a16:creationId xmlns:a16="http://schemas.microsoft.com/office/drawing/2014/main" id="{7A2F762E-1F68-E5B7-EA1D-0E391AEC147C}"/>
              </a:ext>
            </a:extLst>
          </p:cNvPr>
          <p:cNvSpPr txBox="1"/>
          <p:nvPr/>
        </p:nvSpPr>
        <p:spPr>
          <a:xfrm>
            <a:off x="4058591" y="1004858"/>
            <a:ext cx="2848443" cy="369332"/>
          </a:xfrm>
          <a:prstGeom prst="rect">
            <a:avLst/>
          </a:prstGeom>
          <a:noFill/>
        </p:spPr>
        <p:txBody>
          <a:bodyPr wrap="square" rtlCol="0">
            <a:spAutoFit/>
          </a:bodyPr>
          <a:lstStyle/>
          <a:p>
            <a:pPr algn="r"/>
            <a:r>
              <a:rPr kumimoji="1" lang="en-US" altLang="ja-JP" dirty="0">
                <a:ln w="0"/>
                <a:solidFill>
                  <a:schemeClr val="accent1"/>
                </a:solidFill>
                <a:effectLst>
                  <a:outerShdw blurRad="38100" dist="25400" dir="5400000" algn="ctr" rotWithShape="0">
                    <a:srgbClr val="6E747A">
                      <a:alpha val="43000"/>
                    </a:srgbClr>
                  </a:outerShdw>
                </a:effectLst>
              </a:rPr>
              <a:t>Microsoft Data Center</a:t>
            </a:r>
            <a:endParaRPr kumimoji="1" lang="ja-JP" altLang="en-US" dirty="0">
              <a:ln w="0"/>
              <a:solidFill>
                <a:schemeClr val="accent1"/>
              </a:solidFill>
              <a:effectLst>
                <a:outerShdw blurRad="38100" dist="25400" dir="5400000" algn="ctr" rotWithShape="0">
                  <a:srgbClr val="6E747A">
                    <a:alpha val="43000"/>
                  </a:srgbClr>
                </a:outerShdw>
              </a:effectLst>
            </a:endParaRPr>
          </a:p>
        </p:txBody>
      </p:sp>
      <p:sp>
        <p:nvSpPr>
          <p:cNvPr id="1037" name="テキスト ボックス 1036">
            <a:extLst>
              <a:ext uri="{FF2B5EF4-FFF2-40B4-BE49-F238E27FC236}">
                <a16:creationId xmlns:a16="http://schemas.microsoft.com/office/drawing/2014/main" id="{F6185404-0BA9-7215-45CA-6EEF2FFAAD24}"/>
              </a:ext>
            </a:extLst>
          </p:cNvPr>
          <p:cNvSpPr txBox="1"/>
          <p:nvPr/>
        </p:nvSpPr>
        <p:spPr>
          <a:xfrm>
            <a:off x="7206510" y="1004858"/>
            <a:ext cx="2848443" cy="369332"/>
          </a:xfrm>
          <a:prstGeom prst="rect">
            <a:avLst/>
          </a:prstGeom>
          <a:noFill/>
        </p:spPr>
        <p:txBody>
          <a:bodyPr wrap="square" lIns="91440" tIns="45720" rIns="91440" bIns="45720" rtlCol="0" anchor="t">
            <a:spAutoFit/>
          </a:bodyPr>
          <a:lstStyle/>
          <a:p>
            <a:r>
              <a:rPr kumimoji="1" lang="en-US" altLang="ja-JP" dirty="0">
                <a:ln w="0"/>
                <a:solidFill>
                  <a:schemeClr val="accent1"/>
                </a:solidFill>
                <a:effectLst>
                  <a:outerShdw blurRad="38100" dist="25400" dir="5400000" algn="ctr" rotWithShape="0">
                    <a:srgbClr val="6E747A">
                      <a:alpha val="43000"/>
                    </a:srgbClr>
                  </a:outerShdw>
                </a:effectLst>
                <a:ea typeface="游ゴシック"/>
              </a:rPr>
              <a:t>MCC</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様</a:t>
            </a:r>
            <a:r>
              <a:rPr kumimoji="1" lang="en-US" altLang="ja-JP" dirty="0">
                <a:ln w="0"/>
                <a:solidFill>
                  <a:schemeClr val="accent1"/>
                </a:solidFill>
                <a:effectLst>
                  <a:outerShdw blurRad="38100" dist="25400" dir="5400000" algn="ctr" rotWithShape="0">
                    <a:srgbClr val="6E747A">
                      <a:alpha val="43000"/>
                    </a:srgbClr>
                  </a:outerShdw>
                </a:effectLst>
                <a:ea typeface="游ゴシック"/>
              </a:rPr>
              <a:t> </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環境</a:t>
            </a:r>
            <a:r>
              <a:rPr lang="ja-JP" altLang="en-US" dirty="0">
                <a:ln w="0"/>
                <a:solidFill>
                  <a:schemeClr val="accent1"/>
                </a:solidFill>
                <a:effectLst>
                  <a:outerShdw blurRad="38100" dist="25400" dir="5400000" algn="ctr" rotWithShape="0">
                    <a:srgbClr val="6E747A">
                      <a:alpha val="43000"/>
                    </a:srgbClr>
                  </a:outerShdw>
                </a:effectLst>
                <a:ea typeface="游ゴシック"/>
              </a:rPr>
              <a:t>（AWS含む）</a:t>
            </a:r>
            <a:endParaRPr kumimoji="1" lang="ja-JP" altLang="en-US" dirty="0">
              <a:ln w="0"/>
              <a:solidFill>
                <a:schemeClr val="accent1"/>
              </a:solidFill>
              <a:effectLst>
                <a:outerShdw blurRad="38100" dist="25400" dir="5400000" algn="ctr" rotWithShape="0">
                  <a:srgbClr val="6E747A">
                    <a:alpha val="43000"/>
                  </a:srgbClr>
                </a:outerShdw>
              </a:effectLst>
            </a:endParaRPr>
          </a:p>
        </p:txBody>
      </p:sp>
      <p:pic>
        <p:nvPicPr>
          <p:cNvPr id="103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A336E591-1A09-4B42-B233-AE9C5C2864F5}"/>
              </a:ext>
            </a:extLst>
          </p:cNvPr>
          <p:cNvPicPr>
            <a:picLocks noChangeAspect="1"/>
          </p:cNvPicPr>
          <p:nvPr/>
        </p:nvPicPr>
        <p:blipFill>
          <a:blip r:embed="rId5"/>
          <a:stretch>
            <a:fillRect/>
          </a:stretch>
        </p:blipFill>
        <p:spPr>
          <a:xfrm>
            <a:off x="8822495" y="2861245"/>
            <a:ext cx="771118" cy="456744"/>
          </a:xfrm>
          <a:prstGeom prst="rect">
            <a:avLst/>
          </a:prstGeom>
        </p:spPr>
      </p:pic>
      <p:pic>
        <p:nvPicPr>
          <p:cNvPr id="1040" name="図 1039" descr="アイコン&#10;&#10;AI によって生成されたコンテンツは間違っている可能性があります。">
            <a:extLst>
              <a:ext uri="{FF2B5EF4-FFF2-40B4-BE49-F238E27FC236}">
                <a16:creationId xmlns:a16="http://schemas.microsoft.com/office/drawing/2014/main" id="{13C8B91D-3012-F34B-3AF8-86CAEEE46785}"/>
              </a:ext>
            </a:extLst>
          </p:cNvPr>
          <p:cNvPicPr>
            <a:picLocks noChangeAspect="1"/>
          </p:cNvPicPr>
          <p:nvPr/>
        </p:nvPicPr>
        <p:blipFill>
          <a:blip r:embed="rId3"/>
          <a:stretch>
            <a:fillRect/>
          </a:stretch>
        </p:blipFill>
        <p:spPr>
          <a:xfrm>
            <a:off x="8245813" y="2867907"/>
            <a:ext cx="527498" cy="457200"/>
          </a:xfrm>
          <a:prstGeom prst="rect">
            <a:avLst/>
          </a:prstGeom>
        </p:spPr>
      </p:pic>
      <p:pic>
        <p:nvPicPr>
          <p:cNvPr id="1041" name="Picture 2" descr="Sql Server Icons For Windows PNG Transparent Background, Free Download  #11351 - FreeIconsPNG">
            <a:extLst>
              <a:ext uri="{FF2B5EF4-FFF2-40B4-BE49-F238E27FC236}">
                <a16:creationId xmlns:a16="http://schemas.microsoft.com/office/drawing/2014/main" id="{0836F7C5-1F1A-7334-F7F2-6E290DE9F4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38320" y="3302887"/>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42" name="テキスト ボックス 1041">
            <a:extLst>
              <a:ext uri="{FF2B5EF4-FFF2-40B4-BE49-F238E27FC236}">
                <a16:creationId xmlns:a16="http://schemas.microsoft.com/office/drawing/2014/main" id="{624BB405-FE59-3A88-24AF-D9950441FEEB}"/>
              </a:ext>
            </a:extLst>
          </p:cNvPr>
          <p:cNvSpPr txBox="1"/>
          <p:nvPr/>
        </p:nvSpPr>
        <p:spPr>
          <a:xfrm>
            <a:off x="4828399" y="4473935"/>
            <a:ext cx="2538877" cy="415498"/>
          </a:xfrm>
          <a:prstGeom prst="rect">
            <a:avLst/>
          </a:prstGeom>
          <a:noFill/>
        </p:spPr>
        <p:txBody>
          <a:bodyPr wrap="square" rtlCol="0">
            <a:spAutoFit/>
          </a:bodyPr>
          <a:lstStyle/>
          <a:p>
            <a:r>
              <a:rPr lang="ja-JP" altLang="en-US" sz="1050" dirty="0"/>
              <a:t>文書</a:t>
            </a:r>
            <a:r>
              <a:rPr lang="en-US" altLang="ja-JP" sz="1050" dirty="0"/>
              <a:t>Transaction</a:t>
            </a:r>
            <a:r>
              <a:rPr lang="ja-JP" altLang="en-US" sz="1050" dirty="0"/>
              <a:t>データ</a:t>
            </a:r>
          </a:p>
          <a:p>
            <a:r>
              <a:rPr lang="ja-JP" altLang="en-US" sz="1050" dirty="0"/>
              <a:t>各種マスタ（属性データ</a:t>
            </a:r>
            <a:r>
              <a:rPr lang="en-US" altLang="ja-JP" sz="1050" dirty="0"/>
              <a:t>/</a:t>
            </a:r>
            <a:r>
              <a:rPr lang="ja-JP" altLang="en-US" sz="1050" dirty="0"/>
              <a:t>定型データ）</a:t>
            </a:r>
            <a:endParaRPr lang="en-US" altLang="ja-JP" sz="1050" dirty="0"/>
          </a:p>
        </p:txBody>
      </p:sp>
      <p:cxnSp>
        <p:nvCxnSpPr>
          <p:cNvPr id="1043" name="コネクタ: カギ線 1042">
            <a:extLst>
              <a:ext uri="{FF2B5EF4-FFF2-40B4-BE49-F238E27FC236}">
                <a16:creationId xmlns:a16="http://schemas.microsoft.com/office/drawing/2014/main" id="{13E6D415-8665-D80B-E632-D1209521E955}"/>
              </a:ext>
            </a:extLst>
          </p:cNvPr>
          <p:cNvCxnSpPr>
            <a:stCxn id="31" idx="3"/>
            <a:endCxn id="1047" idx="2"/>
          </p:cNvCxnSpPr>
          <p:nvPr/>
        </p:nvCxnSpPr>
        <p:spPr>
          <a:xfrm flipV="1">
            <a:off x="1556488"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4" name="テキスト ボックス 1043">
            <a:extLst>
              <a:ext uri="{FF2B5EF4-FFF2-40B4-BE49-F238E27FC236}">
                <a16:creationId xmlns:a16="http://schemas.microsoft.com/office/drawing/2014/main" id="{175BC87F-CEBB-E258-7CE0-581B7474F0CB}"/>
              </a:ext>
            </a:extLst>
          </p:cNvPr>
          <p:cNvSpPr txBox="1"/>
          <p:nvPr/>
        </p:nvSpPr>
        <p:spPr>
          <a:xfrm>
            <a:off x="141187"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sp>
        <p:nvSpPr>
          <p:cNvPr id="1045" name="テキスト ボックス 1044">
            <a:extLst>
              <a:ext uri="{FF2B5EF4-FFF2-40B4-BE49-F238E27FC236}">
                <a16:creationId xmlns:a16="http://schemas.microsoft.com/office/drawing/2014/main" id="{21BB30D2-CC62-8D5D-8A2A-0E794164EE7C}"/>
              </a:ext>
            </a:extLst>
          </p:cNvPr>
          <p:cNvSpPr txBox="1"/>
          <p:nvPr/>
        </p:nvSpPr>
        <p:spPr>
          <a:xfrm>
            <a:off x="1973076" y="4073072"/>
            <a:ext cx="1057324" cy="253916"/>
          </a:xfrm>
          <a:prstGeom prst="rect">
            <a:avLst/>
          </a:prstGeom>
          <a:noFill/>
        </p:spPr>
        <p:txBody>
          <a:bodyPr wrap="square" rtlCol="0">
            <a:spAutoFit/>
          </a:bodyPr>
          <a:lstStyle/>
          <a:p>
            <a:r>
              <a:rPr lang="ja-JP" altLang="en-US" sz="1050" dirty="0"/>
              <a:t>業務処理</a:t>
            </a:r>
            <a:endParaRPr lang="en-US" altLang="ja-JP" sz="1050" dirty="0"/>
          </a:p>
        </p:txBody>
      </p:sp>
      <p:cxnSp>
        <p:nvCxnSpPr>
          <p:cNvPr id="1046" name="コネクタ: カギ線 1045">
            <a:extLst>
              <a:ext uri="{FF2B5EF4-FFF2-40B4-BE49-F238E27FC236}">
                <a16:creationId xmlns:a16="http://schemas.microsoft.com/office/drawing/2014/main" id="{C3FD9102-86F5-C5EF-602D-4D60AFF5A97F}"/>
              </a:ext>
            </a:extLst>
          </p:cNvPr>
          <p:cNvCxnSpPr>
            <a:cxnSpLocks/>
            <a:stCxn id="1053" idx="3"/>
            <a:endCxn id="1049" idx="1"/>
          </p:cNvCxnSpPr>
          <p:nvPr/>
        </p:nvCxnSpPr>
        <p:spPr>
          <a:xfrm flipV="1">
            <a:off x="1596521" y="4180737"/>
            <a:ext cx="3608456" cy="335737"/>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7" name="フローチャート: 判断 1046">
            <a:extLst>
              <a:ext uri="{FF2B5EF4-FFF2-40B4-BE49-F238E27FC236}">
                <a16:creationId xmlns:a16="http://schemas.microsoft.com/office/drawing/2014/main" id="{72C2D57E-527C-E21C-F09E-2723EE50084B}"/>
              </a:ext>
            </a:extLst>
          </p:cNvPr>
          <p:cNvSpPr/>
          <p:nvPr/>
        </p:nvSpPr>
        <p:spPr>
          <a:xfrm>
            <a:off x="3107066"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9" name="フローチャート: 判断 1048">
            <a:extLst>
              <a:ext uri="{FF2B5EF4-FFF2-40B4-BE49-F238E27FC236}">
                <a16:creationId xmlns:a16="http://schemas.microsoft.com/office/drawing/2014/main" id="{7195AADC-8B8F-B2E1-B557-43D0CD685D8A}"/>
              </a:ext>
            </a:extLst>
          </p:cNvPr>
          <p:cNvSpPr/>
          <p:nvPr/>
        </p:nvSpPr>
        <p:spPr>
          <a:xfrm>
            <a:off x="5204977"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2" name="フローチャート: 判断 1051">
            <a:extLst>
              <a:ext uri="{FF2B5EF4-FFF2-40B4-BE49-F238E27FC236}">
                <a16:creationId xmlns:a16="http://schemas.microsoft.com/office/drawing/2014/main" id="{4D0D7CAB-5CDF-BB9A-6414-13E484C92FA6}"/>
              </a:ext>
            </a:extLst>
          </p:cNvPr>
          <p:cNvSpPr/>
          <p:nvPr/>
        </p:nvSpPr>
        <p:spPr>
          <a:xfrm>
            <a:off x="5212544" y="428656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3" name="フローチャート: 判断 1052">
            <a:extLst>
              <a:ext uri="{FF2B5EF4-FFF2-40B4-BE49-F238E27FC236}">
                <a16:creationId xmlns:a16="http://schemas.microsoft.com/office/drawing/2014/main" id="{7D6915FF-99B4-3C46-B1C5-13BE8981332D}"/>
              </a:ext>
            </a:extLst>
          </p:cNvPr>
          <p:cNvSpPr/>
          <p:nvPr/>
        </p:nvSpPr>
        <p:spPr>
          <a:xfrm>
            <a:off x="1547753"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5" name="テキスト ボックス 1054">
            <a:extLst>
              <a:ext uri="{FF2B5EF4-FFF2-40B4-BE49-F238E27FC236}">
                <a16:creationId xmlns:a16="http://schemas.microsoft.com/office/drawing/2014/main" id="{22F2AEEC-8761-5992-DB36-55DE93E4FDA1}"/>
              </a:ext>
            </a:extLst>
          </p:cNvPr>
          <p:cNvSpPr txBox="1"/>
          <p:nvPr/>
        </p:nvSpPr>
        <p:spPr>
          <a:xfrm>
            <a:off x="3496614" y="3908044"/>
            <a:ext cx="1717979" cy="646331"/>
          </a:xfrm>
          <a:prstGeom prst="rect">
            <a:avLst/>
          </a:prstGeom>
          <a:noFill/>
        </p:spPr>
        <p:txBody>
          <a:bodyPr wrap="square" rtlCol="0">
            <a:spAutoFit/>
          </a:bodyPr>
          <a:lstStyle/>
          <a:p>
            <a:pPr algn="ctr"/>
            <a:r>
              <a:rPr kumimoji="1" lang="en-US" altLang="ja-JP" sz="1200" dirty="0"/>
              <a:t>Table/View/</a:t>
            </a:r>
          </a:p>
          <a:p>
            <a:pPr algn="ctr"/>
            <a:r>
              <a:rPr kumimoji="1" lang="en-US" altLang="ja-JP" sz="1200" dirty="0"/>
              <a:t>Stored Procedure </a:t>
            </a:r>
          </a:p>
          <a:p>
            <a:pPr algn="ctr"/>
            <a:r>
              <a:rPr kumimoji="1" lang="en-US" altLang="ja-JP" sz="1200" dirty="0"/>
              <a:t>Access</a:t>
            </a:r>
            <a:endParaRPr kumimoji="1" lang="ja-JP" altLang="en-US" sz="1200" dirty="0"/>
          </a:p>
        </p:txBody>
      </p:sp>
      <p:sp>
        <p:nvSpPr>
          <p:cNvPr id="1057" name="フローチャート: 判断 1056">
            <a:extLst>
              <a:ext uri="{FF2B5EF4-FFF2-40B4-BE49-F238E27FC236}">
                <a16:creationId xmlns:a16="http://schemas.microsoft.com/office/drawing/2014/main" id="{1B5DE344-E23B-2E3E-CBB7-7228D7E1AF20}"/>
              </a:ext>
            </a:extLst>
          </p:cNvPr>
          <p:cNvSpPr/>
          <p:nvPr/>
        </p:nvSpPr>
        <p:spPr>
          <a:xfrm>
            <a:off x="2711259" y="324804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8" name="フローチャート: 判断 1057">
            <a:extLst>
              <a:ext uri="{FF2B5EF4-FFF2-40B4-BE49-F238E27FC236}">
                <a16:creationId xmlns:a16="http://schemas.microsoft.com/office/drawing/2014/main" id="{7FB35478-5841-CDD3-D2A7-6CC9D04371C8}"/>
              </a:ext>
            </a:extLst>
          </p:cNvPr>
          <p:cNvSpPr/>
          <p:nvPr/>
        </p:nvSpPr>
        <p:spPr>
          <a:xfrm>
            <a:off x="2708861" y="3510401"/>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59" name="コネクタ: カギ線 1058">
            <a:extLst>
              <a:ext uri="{FF2B5EF4-FFF2-40B4-BE49-F238E27FC236}">
                <a16:creationId xmlns:a16="http://schemas.microsoft.com/office/drawing/2014/main" id="{98421EEB-B3A5-66ED-DAB2-10E66F7E26AB}"/>
              </a:ext>
            </a:extLst>
          </p:cNvPr>
          <p:cNvCxnSpPr>
            <a:cxnSpLocks/>
            <a:stCxn id="1061" idx="2"/>
            <a:endCxn id="1057" idx="1"/>
          </p:cNvCxnSpPr>
          <p:nvPr/>
        </p:nvCxnSpPr>
        <p:spPr>
          <a:xfrm rot="16200000" flipH="1">
            <a:off x="1520612" y="2089093"/>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0" name="コネクタ: カギ線 1059">
            <a:extLst>
              <a:ext uri="{FF2B5EF4-FFF2-40B4-BE49-F238E27FC236}">
                <a16:creationId xmlns:a16="http://schemas.microsoft.com/office/drawing/2014/main" id="{DE98FAF7-B642-8E12-4246-21A1CF50B52C}"/>
              </a:ext>
            </a:extLst>
          </p:cNvPr>
          <p:cNvCxnSpPr>
            <a:stCxn id="20" idx="2"/>
            <a:endCxn id="31" idx="0"/>
          </p:cNvCxnSpPr>
          <p:nvPr/>
        </p:nvCxnSpPr>
        <p:spPr>
          <a:xfrm rot="5400000">
            <a:off x="408115" y="3074188"/>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1" name="フローチャート: 判断 1060">
            <a:extLst>
              <a:ext uri="{FF2B5EF4-FFF2-40B4-BE49-F238E27FC236}">
                <a16:creationId xmlns:a16="http://schemas.microsoft.com/office/drawing/2014/main" id="{8A8FA419-1D2F-E242-6A89-6A9FFE89A806}"/>
              </a:ext>
            </a:extLst>
          </p:cNvPr>
          <p:cNvSpPr/>
          <p:nvPr/>
        </p:nvSpPr>
        <p:spPr>
          <a:xfrm>
            <a:off x="1340441" y="218148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2" name="コネクタ: カギ線 1061">
            <a:extLst>
              <a:ext uri="{FF2B5EF4-FFF2-40B4-BE49-F238E27FC236}">
                <a16:creationId xmlns:a16="http://schemas.microsoft.com/office/drawing/2014/main" id="{22EAAE7C-D501-4E60-2D12-421629C79A1E}"/>
              </a:ext>
            </a:extLst>
          </p:cNvPr>
          <p:cNvCxnSpPr>
            <a:cxnSpLocks/>
            <a:stCxn id="1041" idx="1"/>
          </p:cNvCxnSpPr>
          <p:nvPr/>
        </p:nvCxnSpPr>
        <p:spPr>
          <a:xfrm rot="10800000" flipV="1">
            <a:off x="5986768" y="3583596"/>
            <a:ext cx="2851552" cy="46035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4" name="コネクタ: カギ線 1063">
            <a:extLst>
              <a:ext uri="{FF2B5EF4-FFF2-40B4-BE49-F238E27FC236}">
                <a16:creationId xmlns:a16="http://schemas.microsoft.com/office/drawing/2014/main" id="{7C52C70A-207E-C8E6-19AA-7825596E8022}"/>
              </a:ext>
            </a:extLst>
          </p:cNvPr>
          <p:cNvCxnSpPr>
            <a:cxnSpLocks/>
            <a:stCxn id="20" idx="3"/>
            <a:endCxn id="13" idx="0"/>
          </p:cNvCxnSpPr>
          <p:nvPr/>
        </p:nvCxnSpPr>
        <p:spPr>
          <a:xfrm>
            <a:off x="1622835" y="1870015"/>
            <a:ext cx="8171341" cy="3614965"/>
          </a:xfrm>
          <a:prstGeom prst="bentConnector2">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5" name="テキスト ボックス 1064">
            <a:extLst>
              <a:ext uri="{FF2B5EF4-FFF2-40B4-BE49-F238E27FC236}">
                <a16:creationId xmlns:a16="http://schemas.microsoft.com/office/drawing/2014/main" id="{B0AAACC8-BA60-F22C-330F-0D31C329A08E}"/>
              </a:ext>
            </a:extLst>
          </p:cNvPr>
          <p:cNvSpPr txBox="1"/>
          <p:nvPr/>
        </p:nvSpPr>
        <p:spPr>
          <a:xfrm>
            <a:off x="957082" y="2576631"/>
            <a:ext cx="1057324" cy="577081"/>
          </a:xfrm>
          <a:prstGeom prst="rect">
            <a:avLst/>
          </a:prstGeom>
          <a:noFill/>
        </p:spPr>
        <p:txBody>
          <a:bodyPr wrap="square" rtlCol="0">
            <a:spAutoFit/>
          </a:bodyPr>
          <a:lstStyle/>
          <a:p>
            <a:r>
              <a:rPr kumimoji="1" lang="ja-JP" altLang="en-US" sz="1050" dirty="0"/>
              <a:t>社員、組織、役職リスト</a:t>
            </a:r>
            <a:endParaRPr kumimoji="1" lang="en-US" altLang="ja-JP" sz="1050" dirty="0"/>
          </a:p>
          <a:p>
            <a:r>
              <a:rPr kumimoji="1" lang="ja-JP" altLang="en-US" sz="1050" dirty="0"/>
              <a:t>添付ファイル</a:t>
            </a:r>
          </a:p>
        </p:txBody>
      </p:sp>
      <p:sp>
        <p:nvSpPr>
          <p:cNvPr id="1066" name="テキスト ボックス 1065">
            <a:extLst>
              <a:ext uri="{FF2B5EF4-FFF2-40B4-BE49-F238E27FC236}">
                <a16:creationId xmlns:a16="http://schemas.microsoft.com/office/drawing/2014/main" id="{355B5D54-E6A0-4CB5-1D34-7914B026E31F}"/>
              </a:ext>
            </a:extLst>
          </p:cNvPr>
          <p:cNvSpPr txBox="1"/>
          <p:nvPr/>
        </p:nvSpPr>
        <p:spPr>
          <a:xfrm>
            <a:off x="3407" y="5998040"/>
            <a:ext cx="6927673" cy="553998"/>
          </a:xfrm>
          <a:prstGeom prst="rect">
            <a:avLst/>
          </a:prstGeom>
          <a:noFill/>
        </p:spPr>
        <p:txBody>
          <a:bodyPr wrap="square" rtlCol="0">
            <a:spAutoFit/>
          </a:bodyPr>
          <a:lstStyle/>
          <a:p>
            <a:r>
              <a:rPr kumimoji="1" lang="ja-JP" altLang="en-US" sz="1600" b="1" dirty="0"/>
              <a:t>前回の提案</a:t>
            </a:r>
            <a:r>
              <a:rPr lang="ja-JP" altLang="en-US" sz="1600" b="1" dirty="0"/>
              <a:t>との変更</a:t>
            </a:r>
            <a:r>
              <a:rPr kumimoji="1" lang="ja-JP" altLang="en-US" sz="1600" b="1" dirty="0"/>
              <a:t>、</a:t>
            </a:r>
            <a:r>
              <a:rPr kumimoji="1" lang="en-US" altLang="ja-JP" sz="1600" b="1" dirty="0"/>
              <a:t>On promise</a:t>
            </a:r>
            <a:r>
              <a:rPr lang="ja-JP" altLang="en-US" sz="1600" b="1" dirty="0"/>
              <a:t> </a:t>
            </a:r>
            <a:r>
              <a:rPr kumimoji="1" lang="en-US" altLang="ja-JP" sz="1600" b="1" dirty="0" err="1"/>
              <a:t>Sqlserver</a:t>
            </a:r>
            <a:r>
              <a:rPr lang="ja-JP" altLang="en-US" sz="1600" b="1" dirty="0"/>
              <a:t> </a:t>
            </a:r>
            <a:r>
              <a:rPr kumimoji="1" lang="en-US" altLang="ja-JP" sz="1600" b="1" dirty="0"/>
              <a:t>2022</a:t>
            </a:r>
            <a:r>
              <a:rPr kumimoji="1" lang="ja-JP" altLang="en-US" sz="1600" b="1" dirty="0"/>
              <a:t>⇒</a:t>
            </a:r>
            <a:r>
              <a:rPr kumimoji="1" lang="en-US" altLang="ja-JP" sz="1600" b="1" dirty="0"/>
              <a:t>Azure SQL</a:t>
            </a:r>
          </a:p>
          <a:p>
            <a:r>
              <a:rPr lang="en-US" altLang="ja-JP" sz="1400" dirty="0"/>
              <a:t>On promise Gateway</a:t>
            </a:r>
            <a:r>
              <a:rPr lang="ja-JP" altLang="en-US" sz="1400" dirty="0"/>
              <a:t>の可能の</a:t>
            </a:r>
            <a:r>
              <a:rPr lang="en-US" altLang="ja-JP" sz="1400" dirty="0"/>
              <a:t>Bottle Neck</a:t>
            </a:r>
            <a:r>
              <a:rPr lang="ja-JP" altLang="en-US" sz="1400" dirty="0"/>
              <a:t>を解除するため</a:t>
            </a:r>
            <a:endParaRPr kumimoji="1" lang="ja-JP" altLang="en-US" sz="1400" dirty="0"/>
          </a:p>
        </p:txBody>
      </p:sp>
      <p:sp>
        <p:nvSpPr>
          <p:cNvPr id="1067" name="四角形: 角を丸くする 1066">
            <a:extLst>
              <a:ext uri="{FF2B5EF4-FFF2-40B4-BE49-F238E27FC236}">
                <a16:creationId xmlns:a16="http://schemas.microsoft.com/office/drawing/2014/main" id="{F5808236-6E93-378C-44B2-CC21D88E6C89}"/>
              </a:ext>
            </a:extLst>
          </p:cNvPr>
          <p:cNvSpPr/>
          <p:nvPr/>
        </p:nvSpPr>
        <p:spPr>
          <a:xfrm>
            <a:off x="10013119" y="755966"/>
            <a:ext cx="2037964" cy="4536121"/>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9" name="テキスト ボックス 1068">
            <a:extLst>
              <a:ext uri="{FF2B5EF4-FFF2-40B4-BE49-F238E27FC236}">
                <a16:creationId xmlns:a16="http://schemas.microsoft.com/office/drawing/2014/main" id="{92523C2A-4A11-2C59-F439-9A2D6A0337F6}"/>
              </a:ext>
            </a:extLst>
          </p:cNvPr>
          <p:cNvSpPr txBox="1"/>
          <p:nvPr/>
        </p:nvSpPr>
        <p:spPr>
          <a:xfrm>
            <a:off x="10069339" y="835870"/>
            <a:ext cx="1112261" cy="307777"/>
          </a:xfrm>
          <a:prstGeom prst="rect">
            <a:avLst/>
          </a:prstGeom>
          <a:noFill/>
        </p:spPr>
        <p:txBody>
          <a:bodyPr wrap="square" rtlCol="0">
            <a:spAutoFit/>
          </a:bodyPr>
          <a:lstStyle/>
          <a:p>
            <a:r>
              <a:rPr kumimoji="1" lang="ja-JP" altLang="en-US" sz="1400" b="1" dirty="0"/>
              <a:t>凡例</a:t>
            </a:r>
          </a:p>
        </p:txBody>
      </p:sp>
      <p:pic>
        <p:nvPicPr>
          <p:cNvPr id="107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95FCFDA0-2F47-1062-03E4-5C0D17765C59}"/>
              </a:ext>
            </a:extLst>
          </p:cNvPr>
          <p:cNvPicPr>
            <a:picLocks noChangeAspect="1"/>
          </p:cNvPicPr>
          <p:nvPr/>
        </p:nvPicPr>
        <p:blipFill>
          <a:blip r:embed="rId5"/>
          <a:stretch>
            <a:fillRect/>
          </a:stretch>
        </p:blipFill>
        <p:spPr>
          <a:xfrm>
            <a:off x="10138198" y="1171575"/>
            <a:ext cx="771118" cy="456744"/>
          </a:xfrm>
          <a:prstGeom prst="rect">
            <a:avLst/>
          </a:prstGeom>
        </p:spPr>
      </p:pic>
      <p:sp>
        <p:nvSpPr>
          <p:cNvPr id="1071" name="テキスト ボックス 1070">
            <a:extLst>
              <a:ext uri="{FF2B5EF4-FFF2-40B4-BE49-F238E27FC236}">
                <a16:creationId xmlns:a16="http://schemas.microsoft.com/office/drawing/2014/main" id="{2CF094C4-A530-4E63-34D1-7C283B62C1A7}"/>
              </a:ext>
            </a:extLst>
          </p:cNvPr>
          <p:cNvSpPr txBox="1"/>
          <p:nvPr/>
        </p:nvSpPr>
        <p:spPr>
          <a:xfrm>
            <a:off x="10902849" y="1265519"/>
            <a:ext cx="1148602" cy="253916"/>
          </a:xfrm>
          <a:prstGeom prst="rect">
            <a:avLst/>
          </a:prstGeom>
          <a:noFill/>
        </p:spPr>
        <p:txBody>
          <a:bodyPr wrap="square" rtlCol="0">
            <a:spAutoFit/>
          </a:bodyPr>
          <a:lstStyle/>
          <a:p>
            <a:r>
              <a:rPr kumimoji="1" lang="en-US" altLang="ja-JP" sz="1050" dirty="0"/>
              <a:t>Power Apps</a:t>
            </a:r>
            <a:r>
              <a:rPr kumimoji="1" lang="ja-JP" altLang="en-US" sz="1050" dirty="0"/>
              <a:t>画面</a:t>
            </a:r>
          </a:p>
        </p:txBody>
      </p:sp>
      <p:pic>
        <p:nvPicPr>
          <p:cNvPr id="1072" name="図 1071"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F8BE9A00-84B5-96FC-B0E7-8105F62A2850}"/>
              </a:ext>
            </a:extLst>
          </p:cNvPr>
          <p:cNvPicPr>
            <a:picLocks noChangeAspect="1"/>
          </p:cNvPicPr>
          <p:nvPr/>
        </p:nvPicPr>
        <p:blipFill>
          <a:blip r:embed="rId9"/>
          <a:stretch>
            <a:fillRect/>
          </a:stretch>
        </p:blipFill>
        <p:spPr>
          <a:xfrm>
            <a:off x="10297694" y="1704517"/>
            <a:ext cx="478111" cy="588077"/>
          </a:xfrm>
          <a:prstGeom prst="rect">
            <a:avLst/>
          </a:prstGeom>
        </p:spPr>
      </p:pic>
      <p:sp>
        <p:nvSpPr>
          <p:cNvPr id="1073" name="テキスト ボックス 1072">
            <a:extLst>
              <a:ext uri="{FF2B5EF4-FFF2-40B4-BE49-F238E27FC236}">
                <a16:creationId xmlns:a16="http://schemas.microsoft.com/office/drawing/2014/main" id="{4C018F88-F44F-2F25-6969-FECF28053E9C}"/>
              </a:ext>
            </a:extLst>
          </p:cNvPr>
          <p:cNvSpPr txBox="1"/>
          <p:nvPr/>
        </p:nvSpPr>
        <p:spPr>
          <a:xfrm>
            <a:off x="10902849" y="1853803"/>
            <a:ext cx="1148602" cy="415498"/>
          </a:xfrm>
          <a:prstGeom prst="rect">
            <a:avLst/>
          </a:prstGeom>
          <a:noFill/>
        </p:spPr>
        <p:txBody>
          <a:bodyPr wrap="square" rtlCol="0">
            <a:spAutoFit/>
          </a:bodyPr>
          <a:lstStyle/>
          <a:p>
            <a:r>
              <a:rPr kumimoji="1" lang="en-US" altLang="ja-JP" sz="1050" dirty="0"/>
              <a:t>Power Automate Flow</a:t>
            </a:r>
            <a:endParaRPr kumimoji="1" lang="ja-JP" altLang="en-US" sz="1050" dirty="0"/>
          </a:p>
        </p:txBody>
      </p:sp>
      <p:pic>
        <p:nvPicPr>
          <p:cNvPr id="1076" name="図 1075" descr="アイコン&#10;&#10;AI によって生成されたコンテンツは間違っている可能性があります。">
            <a:extLst>
              <a:ext uri="{FF2B5EF4-FFF2-40B4-BE49-F238E27FC236}">
                <a16:creationId xmlns:a16="http://schemas.microsoft.com/office/drawing/2014/main" id="{014C6484-9F25-2D3C-1EF7-4D5C4F4E1AFB}"/>
              </a:ext>
            </a:extLst>
          </p:cNvPr>
          <p:cNvPicPr>
            <a:picLocks noChangeAspect="1"/>
          </p:cNvPicPr>
          <p:nvPr/>
        </p:nvPicPr>
        <p:blipFill>
          <a:blip r:embed="rId3"/>
          <a:stretch>
            <a:fillRect/>
          </a:stretch>
        </p:blipFill>
        <p:spPr>
          <a:xfrm>
            <a:off x="10280563" y="2538884"/>
            <a:ext cx="537172" cy="465585"/>
          </a:xfrm>
          <a:prstGeom prst="rect">
            <a:avLst/>
          </a:prstGeom>
        </p:spPr>
      </p:pic>
      <p:sp>
        <p:nvSpPr>
          <p:cNvPr id="1077" name="テキスト ボックス 1076">
            <a:extLst>
              <a:ext uri="{FF2B5EF4-FFF2-40B4-BE49-F238E27FC236}">
                <a16:creationId xmlns:a16="http://schemas.microsoft.com/office/drawing/2014/main" id="{88A4FCF8-9F47-8AE9-416E-F5456F6D96CD}"/>
              </a:ext>
            </a:extLst>
          </p:cNvPr>
          <p:cNvSpPr txBox="1"/>
          <p:nvPr/>
        </p:nvSpPr>
        <p:spPr>
          <a:xfrm>
            <a:off x="10902849" y="2646665"/>
            <a:ext cx="1148602" cy="253916"/>
          </a:xfrm>
          <a:prstGeom prst="rect">
            <a:avLst/>
          </a:prstGeom>
          <a:noFill/>
        </p:spPr>
        <p:txBody>
          <a:bodyPr wrap="square" rtlCol="0">
            <a:spAutoFit/>
          </a:bodyPr>
          <a:lstStyle/>
          <a:p>
            <a:r>
              <a:rPr kumimoji="1" lang="en-US" altLang="ja-JP" sz="1050" dirty="0"/>
              <a:t>Power BI</a:t>
            </a:r>
            <a:endParaRPr kumimoji="1" lang="ja-JP" altLang="en-US" sz="1050" dirty="0"/>
          </a:p>
        </p:txBody>
      </p:sp>
      <p:pic>
        <p:nvPicPr>
          <p:cNvPr id="1094" name="図 1093" descr="ロゴ, アイコン&#10;&#10;AI によって生成されたコンテンツは間違っている可能性があります。">
            <a:extLst>
              <a:ext uri="{FF2B5EF4-FFF2-40B4-BE49-F238E27FC236}">
                <a16:creationId xmlns:a16="http://schemas.microsoft.com/office/drawing/2014/main" id="{3EE7C183-F2A7-1031-CF75-C3BEB9B843B8}"/>
              </a:ext>
            </a:extLst>
          </p:cNvPr>
          <p:cNvPicPr>
            <a:picLocks noChangeAspect="1"/>
          </p:cNvPicPr>
          <p:nvPr/>
        </p:nvPicPr>
        <p:blipFill>
          <a:blip r:embed="rId8"/>
          <a:stretch>
            <a:fillRect/>
          </a:stretch>
        </p:blipFill>
        <p:spPr>
          <a:xfrm>
            <a:off x="10256128" y="3109020"/>
            <a:ext cx="566246" cy="553505"/>
          </a:xfrm>
          <a:prstGeom prst="rect">
            <a:avLst/>
          </a:prstGeom>
        </p:spPr>
      </p:pic>
      <p:sp>
        <p:nvSpPr>
          <p:cNvPr id="1095" name="テキスト ボックス 1094">
            <a:extLst>
              <a:ext uri="{FF2B5EF4-FFF2-40B4-BE49-F238E27FC236}">
                <a16:creationId xmlns:a16="http://schemas.microsoft.com/office/drawing/2014/main" id="{E594B9BA-097A-4AA2-6ED6-6792E9741934}"/>
              </a:ext>
            </a:extLst>
          </p:cNvPr>
          <p:cNvSpPr txBox="1"/>
          <p:nvPr/>
        </p:nvSpPr>
        <p:spPr>
          <a:xfrm>
            <a:off x="10902849" y="3256151"/>
            <a:ext cx="1148602" cy="253916"/>
          </a:xfrm>
          <a:prstGeom prst="rect">
            <a:avLst/>
          </a:prstGeom>
          <a:noFill/>
        </p:spPr>
        <p:txBody>
          <a:bodyPr wrap="square" rtlCol="0">
            <a:spAutoFit/>
          </a:bodyPr>
          <a:lstStyle/>
          <a:p>
            <a:r>
              <a:rPr kumimoji="1" lang="en-US" altLang="ja-JP" sz="1050" dirty="0"/>
              <a:t>Share Point</a:t>
            </a:r>
            <a:endParaRPr kumimoji="1" lang="ja-JP" altLang="en-US" sz="1050" dirty="0"/>
          </a:p>
        </p:txBody>
      </p:sp>
      <p:pic>
        <p:nvPicPr>
          <p:cNvPr id="1096" name="図 1095" descr="アイコン&#10;&#10;AI によって生成されたコンテンツは間違っている可能性があります。">
            <a:extLst>
              <a:ext uri="{FF2B5EF4-FFF2-40B4-BE49-F238E27FC236}">
                <a16:creationId xmlns:a16="http://schemas.microsoft.com/office/drawing/2014/main" id="{A82DF722-B7AE-AAC4-62F6-F610A0E4FE56}"/>
              </a:ext>
            </a:extLst>
          </p:cNvPr>
          <p:cNvPicPr>
            <a:picLocks noChangeAspect="1"/>
          </p:cNvPicPr>
          <p:nvPr/>
        </p:nvPicPr>
        <p:blipFill>
          <a:blip r:embed="rId4"/>
          <a:stretch>
            <a:fillRect/>
          </a:stretch>
        </p:blipFill>
        <p:spPr>
          <a:xfrm>
            <a:off x="10277808" y="3791425"/>
            <a:ext cx="658774" cy="395265"/>
          </a:xfrm>
          <a:prstGeom prst="rect">
            <a:avLst/>
          </a:prstGeom>
        </p:spPr>
      </p:pic>
      <p:sp>
        <p:nvSpPr>
          <p:cNvPr id="1097" name="テキスト ボックス 1096">
            <a:extLst>
              <a:ext uri="{FF2B5EF4-FFF2-40B4-BE49-F238E27FC236}">
                <a16:creationId xmlns:a16="http://schemas.microsoft.com/office/drawing/2014/main" id="{49672E91-AD2A-4718-E3C6-4D3D22DB29E5}"/>
              </a:ext>
            </a:extLst>
          </p:cNvPr>
          <p:cNvSpPr txBox="1"/>
          <p:nvPr/>
        </p:nvSpPr>
        <p:spPr>
          <a:xfrm>
            <a:off x="10902849" y="3826407"/>
            <a:ext cx="1148602" cy="253916"/>
          </a:xfrm>
          <a:prstGeom prst="rect">
            <a:avLst/>
          </a:prstGeom>
          <a:noFill/>
        </p:spPr>
        <p:txBody>
          <a:bodyPr wrap="square" rtlCol="0">
            <a:spAutoFit/>
          </a:bodyPr>
          <a:lstStyle/>
          <a:p>
            <a:r>
              <a:rPr kumimoji="1" lang="en-US" altLang="ja-JP" sz="1050" dirty="0"/>
              <a:t>Azure </a:t>
            </a:r>
            <a:r>
              <a:rPr kumimoji="1" lang="en-US" altLang="ja-JP" sz="1050" dirty="0" err="1"/>
              <a:t>Sql</a:t>
            </a:r>
            <a:r>
              <a:rPr lang="ja-JP" altLang="en-US" sz="1050" dirty="0"/>
              <a:t> </a:t>
            </a:r>
            <a:r>
              <a:rPr lang="en-US" altLang="ja-JP" sz="1050" dirty="0"/>
              <a:t>Service</a:t>
            </a:r>
            <a:endParaRPr kumimoji="1" lang="ja-JP" altLang="en-US" sz="1050" dirty="0"/>
          </a:p>
        </p:txBody>
      </p:sp>
      <p:pic>
        <p:nvPicPr>
          <p:cNvPr id="1098" name="Picture 2" descr="Sql Server Icons For Windows PNG Transparent Background, Free Download  #11351 - FreeIconsPNG">
            <a:extLst>
              <a:ext uri="{FF2B5EF4-FFF2-40B4-BE49-F238E27FC236}">
                <a16:creationId xmlns:a16="http://schemas.microsoft.com/office/drawing/2014/main" id="{B2AB4697-06D6-C6FC-2946-312198B7FDE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32055" y="4336295"/>
            <a:ext cx="414392" cy="414392"/>
          </a:xfrm>
          <a:prstGeom prst="rect">
            <a:avLst/>
          </a:prstGeom>
          <a:noFill/>
          <a:extLst>
            <a:ext uri="{909E8E84-426E-40DD-AFC4-6F175D3DCCD1}">
              <a14:hiddenFill xmlns:a14="http://schemas.microsoft.com/office/drawing/2010/main">
                <a:solidFill>
                  <a:srgbClr val="FFFFFF"/>
                </a:solidFill>
              </a14:hiddenFill>
            </a:ext>
          </a:extLst>
        </p:spPr>
      </p:pic>
      <p:sp>
        <p:nvSpPr>
          <p:cNvPr id="1099" name="テキスト ボックス 1098">
            <a:extLst>
              <a:ext uri="{FF2B5EF4-FFF2-40B4-BE49-F238E27FC236}">
                <a16:creationId xmlns:a16="http://schemas.microsoft.com/office/drawing/2014/main" id="{AA6A1354-D127-4830-5B00-7514FF45A985}"/>
              </a:ext>
            </a:extLst>
          </p:cNvPr>
          <p:cNvSpPr txBox="1"/>
          <p:nvPr/>
        </p:nvSpPr>
        <p:spPr>
          <a:xfrm>
            <a:off x="10915470" y="4405534"/>
            <a:ext cx="1148602" cy="415498"/>
          </a:xfrm>
          <a:prstGeom prst="rect">
            <a:avLst/>
          </a:prstGeom>
          <a:noFill/>
        </p:spPr>
        <p:txBody>
          <a:bodyPr wrap="square" rtlCol="0">
            <a:spAutoFit/>
          </a:bodyPr>
          <a:lstStyle/>
          <a:p>
            <a:r>
              <a:rPr lang="en-US" altLang="ja-JP" sz="1050" dirty="0" err="1"/>
              <a:t>Dvlp</a:t>
            </a:r>
            <a:r>
              <a:rPr lang="en-US" altLang="ja-JP" sz="1050" dirty="0"/>
              <a:t>/Operator Tools</a:t>
            </a:r>
            <a:endParaRPr lang="ja-JP" altLang="en-US" sz="1050" dirty="0"/>
          </a:p>
        </p:txBody>
      </p:sp>
      <p:pic>
        <p:nvPicPr>
          <p:cNvPr id="1100" name="図 1099" descr="グラフィカル ユーザー インターフェイス, アプリケーション, テーブル, Excel">
            <a:extLst>
              <a:ext uri="{FF2B5EF4-FFF2-40B4-BE49-F238E27FC236}">
                <a16:creationId xmlns:a16="http://schemas.microsoft.com/office/drawing/2014/main" id="{261AA832-34A6-FFC5-16C5-6EAEEE42A0E7}"/>
              </a:ext>
            </a:extLst>
          </p:cNvPr>
          <p:cNvPicPr>
            <a:picLocks noChangeAspect="1"/>
          </p:cNvPicPr>
          <p:nvPr/>
        </p:nvPicPr>
        <p:blipFill>
          <a:blip r:embed="rId6"/>
          <a:stretch>
            <a:fillRect/>
          </a:stretch>
        </p:blipFill>
        <p:spPr>
          <a:xfrm>
            <a:off x="10274155" y="4883107"/>
            <a:ext cx="566540" cy="279743"/>
          </a:xfrm>
          <a:prstGeom prst="rect">
            <a:avLst/>
          </a:prstGeom>
        </p:spPr>
      </p:pic>
      <p:sp>
        <p:nvSpPr>
          <p:cNvPr id="1101" name="テキスト ボックス 1100">
            <a:extLst>
              <a:ext uri="{FF2B5EF4-FFF2-40B4-BE49-F238E27FC236}">
                <a16:creationId xmlns:a16="http://schemas.microsoft.com/office/drawing/2014/main" id="{C4C48FEC-0E34-C36E-8626-AC008765BF9B}"/>
              </a:ext>
            </a:extLst>
          </p:cNvPr>
          <p:cNvSpPr txBox="1"/>
          <p:nvPr/>
        </p:nvSpPr>
        <p:spPr>
          <a:xfrm>
            <a:off x="10902481" y="4862939"/>
            <a:ext cx="1148602" cy="253916"/>
          </a:xfrm>
          <a:prstGeom prst="rect">
            <a:avLst/>
          </a:prstGeom>
          <a:noFill/>
        </p:spPr>
        <p:txBody>
          <a:bodyPr wrap="square" rtlCol="0">
            <a:spAutoFit/>
          </a:bodyPr>
          <a:lstStyle/>
          <a:p>
            <a:r>
              <a:rPr lang="en-US" altLang="ja-JP" sz="1050" dirty="0"/>
              <a:t>Office 365</a:t>
            </a:r>
            <a:endParaRPr lang="ja-JP" alt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実現方法－添付ファイル管理（編集含む）</a:t>
            </a:r>
            <a:endParaRPr lang="ja-JP" altLang="en-US" dirty="0">
              <a:effectLst/>
            </a:endParaRPr>
          </a:p>
        </p:txBody>
      </p:sp>
      <p:graphicFrame>
        <p:nvGraphicFramePr>
          <p:cNvPr id="4" name="表 3">
            <a:extLst>
              <a:ext uri="{FF2B5EF4-FFF2-40B4-BE49-F238E27FC236}">
                <a16:creationId xmlns:a16="http://schemas.microsoft.com/office/drawing/2014/main" id="{779030DD-64E8-ACD7-B48D-9E3D2B688ADA}"/>
              </a:ext>
            </a:extLst>
          </p:cNvPr>
          <p:cNvGraphicFramePr>
            <a:graphicFrameLocks noGrp="1"/>
          </p:cNvGraphicFramePr>
          <p:nvPr>
            <p:extLst>
              <p:ext uri="{D42A27DB-BD31-4B8C-83A1-F6EECF244321}">
                <p14:modId xmlns:p14="http://schemas.microsoft.com/office/powerpoint/2010/main" val="3601164215"/>
              </p:ext>
            </p:extLst>
          </p:nvPr>
        </p:nvGraphicFramePr>
        <p:xfrm>
          <a:off x="414335" y="757390"/>
          <a:ext cx="11284857" cy="5591600"/>
        </p:xfrm>
        <a:graphic>
          <a:graphicData uri="http://schemas.openxmlformats.org/drawingml/2006/table">
            <a:tbl>
              <a:tblPr firstRow="1">
                <a:tableStyleId>{2D5ABB26-0587-4C30-8999-92F81FD0307C}</a:tableStyleId>
              </a:tblPr>
              <a:tblGrid>
                <a:gridCol w="2882585">
                  <a:extLst>
                    <a:ext uri="{9D8B030D-6E8A-4147-A177-3AD203B41FA5}">
                      <a16:colId xmlns:a16="http://schemas.microsoft.com/office/drawing/2014/main" val="307087368"/>
                    </a:ext>
                  </a:extLst>
                </a:gridCol>
                <a:gridCol w="8402272">
                  <a:extLst>
                    <a:ext uri="{9D8B030D-6E8A-4147-A177-3AD203B41FA5}">
                      <a16:colId xmlns:a16="http://schemas.microsoft.com/office/drawing/2014/main" val="1007415991"/>
                    </a:ext>
                  </a:extLst>
                </a:gridCol>
              </a:tblGrid>
              <a:tr h="98977">
                <a:tc>
                  <a:txBody>
                    <a:bodyPr/>
                    <a:lstStyle/>
                    <a:p>
                      <a:r>
                        <a:rPr lang="ja-JP" altLang="en-US" sz="1200" b="1"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機能、ソリューション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8977">
                <a:tc>
                  <a:txBody>
                    <a:bodyPr/>
                    <a:lstStyle/>
                    <a:p>
                      <a:r>
                        <a:rPr lang="ja-JP" altLang="en-US" sz="1100" dirty="0"/>
                        <a:t>仕様書と添付ファイルの紐付け</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50" dirty="0"/>
                        <a:t>仕様書の管理</a:t>
                      </a:r>
                      <a:r>
                        <a:rPr lang="en-US" altLang="ja-JP" sz="1050" dirty="0"/>
                        <a:t>DB</a:t>
                      </a:r>
                      <a:r>
                        <a:rPr lang="ja-JP" altLang="en-US" sz="1050" dirty="0"/>
                        <a:t>に、添付ファイル（複数</a:t>
                      </a:r>
                      <a:r>
                        <a:rPr lang="en-US" altLang="ja-JP" sz="1050" dirty="0"/>
                        <a:t>)</a:t>
                      </a:r>
                      <a:r>
                        <a:rPr lang="ja-JP" altLang="en-US" sz="1050" dirty="0"/>
                        <a:t>のファイル</a:t>
                      </a:r>
                      <a:r>
                        <a:rPr lang="en-US" altLang="ja-JP" sz="1050" dirty="0"/>
                        <a:t>ID</a:t>
                      </a:r>
                      <a:r>
                        <a:rPr lang="ja-JP" altLang="en-US" sz="1050" dirty="0"/>
                        <a:t>、ファイル名情報を保存、管理</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70491">
                <a:tc>
                  <a:txBody>
                    <a:bodyPr/>
                    <a:lstStyle/>
                    <a:p>
                      <a:r>
                        <a:rPr lang="ja-JP" altLang="en-US" sz="1100" kern="1200" dirty="0">
                          <a:solidFill>
                            <a:schemeClr val="tx1"/>
                          </a:solidFill>
                          <a:latin typeface="+mn-lt"/>
                          <a:ea typeface="+mn-ea"/>
                          <a:cs typeface="+mn-cs"/>
                        </a:rPr>
                        <a:t>添付ファイル検索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50" kern="1200" dirty="0">
                          <a:solidFill>
                            <a:schemeClr val="tx1"/>
                          </a:solidFill>
                          <a:latin typeface="+mn-lt"/>
                          <a:ea typeface="+mn-ea"/>
                          <a:cs typeface="+mn-cs"/>
                        </a:rPr>
                        <a:t>SharePoint</a:t>
                      </a:r>
                      <a:r>
                        <a:rPr lang="ja-JP" altLang="en-US" sz="1050" kern="1200" dirty="0">
                          <a:solidFill>
                            <a:schemeClr val="tx1"/>
                          </a:solidFill>
                          <a:latin typeface="+mn-lt"/>
                          <a:ea typeface="+mn-ea"/>
                          <a:cs typeface="+mn-cs"/>
                        </a:rPr>
                        <a:t>の</a:t>
                      </a:r>
                      <a:r>
                        <a:rPr lang="en-US" altLang="ja-JP" sz="1050" kern="1200" dirty="0">
                          <a:solidFill>
                            <a:schemeClr val="tx1"/>
                          </a:solidFill>
                          <a:latin typeface="+mn-lt"/>
                          <a:ea typeface="+mn-ea"/>
                          <a:cs typeface="+mn-cs"/>
                        </a:rPr>
                        <a:t>Microsoft Search</a:t>
                      </a:r>
                      <a:r>
                        <a:rPr lang="ja-JP" altLang="en-US" sz="1050" kern="1200" dirty="0">
                          <a:solidFill>
                            <a:schemeClr val="tx1"/>
                          </a:solidFill>
                          <a:latin typeface="+mn-lt"/>
                          <a:ea typeface="+mn-ea"/>
                          <a:cs typeface="+mn-cs"/>
                        </a:rPr>
                        <a:t>機能を利用する実現</a:t>
                      </a:r>
                      <a:endParaRPr lang="en-US" altLang="ja-JP" sz="1050" kern="1200" dirty="0">
                        <a:solidFill>
                          <a:schemeClr val="tx1"/>
                        </a:solidFill>
                        <a:latin typeface="+mn-lt"/>
                        <a:ea typeface="+mn-ea"/>
                        <a:cs typeface="+mn-cs"/>
                      </a:endParaRPr>
                    </a:p>
                    <a:p>
                      <a:pPr marL="171450" indent="-171450">
                        <a:buFont typeface="Arial" panose="020B0604020202020204" pitchFamily="34" charset="0"/>
                        <a:buChar char="•"/>
                      </a:pPr>
                      <a:r>
                        <a:rPr lang="ja-JP" altLang="en-US" sz="1050" kern="1200" dirty="0">
                          <a:solidFill>
                            <a:schemeClr val="tx1"/>
                          </a:solidFill>
                          <a:latin typeface="+mn-lt"/>
                          <a:ea typeface="+mn-ea"/>
                          <a:cs typeface="+mn-cs"/>
                        </a:rPr>
                        <a:t>実装面、</a:t>
                      </a:r>
                      <a:r>
                        <a:rPr lang="en-US" altLang="ja-JP" sz="1050" kern="1200" dirty="0">
                          <a:solidFill>
                            <a:schemeClr val="tx1"/>
                          </a:solidFill>
                          <a:latin typeface="+mn-lt"/>
                          <a:ea typeface="+mn-ea"/>
                          <a:cs typeface="+mn-cs"/>
                        </a:rPr>
                        <a:t>Microsoft</a:t>
                      </a:r>
                      <a:r>
                        <a:rPr lang="ja-JP" altLang="en-US" sz="1050" kern="1200" dirty="0">
                          <a:solidFill>
                            <a:schemeClr val="tx1"/>
                          </a:solidFill>
                          <a:latin typeface="+mn-lt"/>
                          <a:ea typeface="+mn-ea"/>
                          <a:cs typeface="+mn-cs"/>
                        </a:rPr>
                        <a:t> </a:t>
                      </a:r>
                      <a:r>
                        <a:rPr lang="en-US" altLang="ja-JP" sz="1050" kern="1200" dirty="0" err="1">
                          <a:solidFill>
                            <a:schemeClr val="tx1"/>
                          </a:solidFill>
                          <a:latin typeface="+mn-lt"/>
                          <a:ea typeface="+mn-ea"/>
                          <a:cs typeface="+mn-cs"/>
                        </a:rPr>
                        <a:t>GraphAPI</a:t>
                      </a:r>
                      <a:r>
                        <a:rPr lang="ja-JP" altLang="en-US" sz="1050" kern="1200" dirty="0">
                          <a:solidFill>
                            <a:schemeClr val="tx1"/>
                          </a:solidFill>
                          <a:latin typeface="+mn-lt"/>
                          <a:ea typeface="+mn-ea"/>
                          <a:cs typeface="+mn-cs"/>
                        </a:rPr>
                        <a:t>を利用する</a:t>
                      </a:r>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98977">
                <a:tc>
                  <a:txBody>
                    <a:bodyPr/>
                    <a:lstStyle/>
                    <a:p>
                      <a:r>
                        <a:rPr lang="ja-JP" altLang="en-US" sz="1050" kern="1200" dirty="0">
                          <a:solidFill>
                            <a:schemeClr val="tx1"/>
                          </a:solidFill>
                          <a:latin typeface="+mn-lt"/>
                          <a:ea typeface="+mn-ea"/>
                          <a:cs typeface="+mn-cs"/>
                        </a:rPr>
                        <a:t>ファイルの履歴管理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50" kern="1200" dirty="0">
                          <a:solidFill>
                            <a:schemeClr val="tx1"/>
                          </a:solidFill>
                          <a:latin typeface="+mn-lt"/>
                          <a:ea typeface="+mn-ea"/>
                          <a:cs typeface="+mn-cs"/>
                        </a:rPr>
                        <a:t>SharePoint</a:t>
                      </a:r>
                      <a:r>
                        <a:rPr lang="ja-JP" altLang="en-US" sz="1050" kern="1200" dirty="0">
                          <a:solidFill>
                            <a:schemeClr val="tx1"/>
                          </a:solidFill>
                          <a:latin typeface="+mn-lt"/>
                          <a:ea typeface="+mn-ea"/>
                          <a:cs typeface="+mn-cs"/>
                        </a:rPr>
                        <a:t>の履歴管理機能を利用（</a:t>
                      </a:r>
                      <a:r>
                        <a:rPr lang="en-US" altLang="ja-JP" sz="1050" kern="1200" dirty="0">
                          <a:solidFill>
                            <a:schemeClr val="tx1"/>
                          </a:solidFill>
                          <a:latin typeface="+mn-lt"/>
                          <a:ea typeface="+mn-ea"/>
                          <a:cs typeface="+mn-cs"/>
                        </a:rPr>
                        <a:t>Power Automate Flow</a:t>
                      </a:r>
                      <a:r>
                        <a:rPr lang="ja-JP" altLang="en-US" sz="1050" kern="1200" dirty="0">
                          <a:solidFill>
                            <a:schemeClr val="tx1"/>
                          </a:solidFill>
                          <a:latin typeface="+mn-lt"/>
                          <a:ea typeface="+mn-ea"/>
                          <a:cs typeface="+mn-cs"/>
                        </a:rPr>
                        <a:t>サポート）</a:t>
                      </a:r>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84794">
                <a:tc>
                  <a:txBody>
                    <a:bodyPr/>
                    <a:lstStyle/>
                    <a:p>
                      <a:r>
                        <a:rPr lang="ja-JP" altLang="en-US" sz="1050" kern="1200" dirty="0">
                          <a:solidFill>
                            <a:schemeClr val="tx1"/>
                          </a:solidFill>
                          <a:latin typeface="+mn-lt"/>
                          <a:ea typeface="+mn-ea"/>
                          <a:cs typeface="+mn-cs"/>
                        </a:rPr>
                        <a:t>サポートファイルタイプ（</a:t>
                      </a:r>
                      <a:r>
                        <a:rPr lang="en-US" altLang="ja-JP" sz="1050" kern="1200" dirty="0">
                          <a:solidFill>
                            <a:schemeClr val="tx1"/>
                          </a:solidFill>
                          <a:latin typeface="+mn-lt"/>
                          <a:ea typeface="+mn-ea"/>
                          <a:cs typeface="+mn-cs"/>
                        </a:rPr>
                        <a:t>Office</a:t>
                      </a:r>
                      <a:r>
                        <a:rPr lang="ja-JP" altLang="en-US" sz="1050" kern="1200" dirty="0">
                          <a:solidFill>
                            <a:schemeClr val="tx1"/>
                          </a:solidFill>
                          <a:latin typeface="+mn-lt"/>
                          <a:ea typeface="+mn-ea"/>
                          <a:cs typeface="+mn-cs"/>
                        </a:rPr>
                        <a:t>（</a:t>
                      </a:r>
                      <a:r>
                        <a:rPr lang="en-US" altLang="ja-JP" sz="1050" kern="1200" dirty="0">
                          <a:solidFill>
                            <a:schemeClr val="tx1"/>
                          </a:solidFill>
                          <a:latin typeface="+mn-lt"/>
                          <a:ea typeface="+mn-ea"/>
                          <a:cs typeface="+mn-cs"/>
                        </a:rPr>
                        <a:t>Word, Excel, PowerPoint</a:t>
                      </a:r>
                      <a:r>
                        <a:rPr lang="ja-JP" altLang="en-US" sz="1050" kern="1200" dirty="0">
                          <a:solidFill>
                            <a:schemeClr val="tx1"/>
                          </a:solidFill>
                          <a:latin typeface="+mn-lt"/>
                          <a:ea typeface="+mn-ea"/>
                          <a:cs typeface="+mn-cs"/>
                        </a:rPr>
                        <a:t>）、</a:t>
                      </a:r>
                      <a:r>
                        <a:rPr lang="en-US" altLang="ja-JP" sz="1050" kern="1200" dirty="0">
                          <a:solidFill>
                            <a:schemeClr val="tx1"/>
                          </a:solidFill>
                          <a:latin typeface="+mn-lt"/>
                          <a:ea typeface="+mn-ea"/>
                          <a:cs typeface="+mn-cs"/>
                        </a:rPr>
                        <a:t>PDF</a:t>
                      </a:r>
                      <a:r>
                        <a:rPr lang="ja-JP" altLang="en-US" sz="1050" kern="1200" dirty="0">
                          <a:solidFill>
                            <a:schemeClr val="tx1"/>
                          </a:solidFill>
                          <a:latin typeface="+mn-lt"/>
                          <a:ea typeface="+mn-ea"/>
                          <a:cs typeface="+mn-cs"/>
                        </a:rPr>
                        <a:t>をサポート）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50" kern="1200" dirty="0">
                          <a:solidFill>
                            <a:schemeClr val="tx1"/>
                          </a:solidFill>
                          <a:latin typeface="+mn-lt"/>
                          <a:ea typeface="+mn-ea"/>
                          <a:cs typeface="+mn-cs"/>
                        </a:rPr>
                        <a:t>SharePoint</a:t>
                      </a:r>
                      <a:r>
                        <a:rPr lang="ja-JP" altLang="en-US" sz="1050" kern="1200" dirty="0">
                          <a:solidFill>
                            <a:schemeClr val="tx1"/>
                          </a:solidFill>
                          <a:latin typeface="+mn-lt"/>
                          <a:ea typeface="+mn-ea"/>
                          <a:cs typeface="+mn-cs"/>
                        </a:rPr>
                        <a:t>の内蔵機能</a:t>
                      </a:r>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98977">
                <a:tc>
                  <a:txBody>
                    <a:bodyPr/>
                    <a:lstStyle/>
                    <a:p>
                      <a:r>
                        <a:rPr lang="ja-JP" altLang="en-US" sz="1050" kern="1200" dirty="0">
                          <a:solidFill>
                            <a:schemeClr val="tx1"/>
                          </a:solidFill>
                          <a:latin typeface="+mn-lt"/>
                          <a:ea typeface="+mn-ea"/>
                          <a:cs typeface="+mn-cs"/>
                        </a:rPr>
                        <a:t>ファイルサイズ</a:t>
                      </a:r>
                      <a:r>
                        <a:rPr lang="en-US" altLang="ja-JP" sz="1050" kern="1200" dirty="0">
                          <a:solidFill>
                            <a:schemeClr val="tx1"/>
                          </a:solidFill>
                          <a:latin typeface="+mn-lt"/>
                          <a:ea typeface="+mn-ea"/>
                          <a:cs typeface="+mn-cs"/>
                        </a:rPr>
                        <a:t>: 50MB/</a:t>
                      </a:r>
                      <a:r>
                        <a:rPr lang="ja-JP" altLang="en-US" sz="1050" kern="1200" dirty="0">
                          <a:solidFill>
                            <a:schemeClr val="tx1"/>
                          </a:solidFill>
                          <a:latin typeface="+mn-lt"/>
                          <a:ea typeface="+mn-ea"/>
                          <a:cs typeface="+mn-cs"/>
                        </a:rPr>
                        <a:t>ファイル</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50" kern="1200" dirty="0">
                          <a:solidFill>
                            <a:schemeClr val="tx1"/>
                          </a:solidFill>
                          <a:latin typeface="+mn-lt"/>
                          <a:ea typeface="+mn-ea"/>
                          <a:cs typeface="+mn-cs"/>
                        </a:rPr>
                        <a:t>PowerApps</a:t>
                      </a:r>
                      <a:r>
                        <a:rPr lang="ja-JP" altLang="en-US" sz="1050" kern="1200" dirty="0">
                          <a:solidFill>
                            <a:schemeClr val="tx1"/>
                          </a:solidFill>
                          <a:latin typeface="+mn-lt"/>
                          <a:ea typeface="+mn-ea"/>
                          <a:cs typeface="+mn-cs"/>
                        </a:rPr>
                        <a:t>の内蔵</a:t>
                      </a:r>
                      <a:r>
                        <a:rPr lang="en-US" altLang="ja-JP" sz="1050" kern="1200" dirty="0">
                          <a:solidFill>
                            <a:schemeClr val="tx1"/>
                          </a:solidFill>
                          <a:latin typeface="+mn-lt"/>
                          <a:ea typeface="+mn-ea"/>
                          <a:cs typeface="+mn-cs"/>
                        </a:rPr>
                        <a:t>File Download/Upload</a:t>
                      </a:r>
                      <a:r>
                        <a:rPr lang="ja-JP" altLang="en-US" sz="1050" kern="1200" dirty="0">
                          <a:solidFill>
                            <a:schemeClr val="tx1"/>
                          </a:solidFill>
                          <a:latin typeface="+mn-lt"/>
                          <a:ea typeface="+mn-ea"/>
                          <a:cs typeface="+mn-cs"/>
                        </a:rPr>
                        <a:t>コントロールで対応（</a:t>
                      </a:r>
                      <a:r>
                        <a:rPr lang="en-US" altLang="ja-JP" sz="1050" kern="1200" dirty="0">
                          <a:solidFill>
                            <a:schemeClr val="tx1"/>
                          </a:solidFill>
                          <a:latin typeface="+mn-lt"/>
                          <a:ea typeface="+mn-ea"/>
                          <a:cs typeface="+mn-cs"/>
                        </a:rPr>
                        <a:t>Upload</a:t>
                      </a:r>
                      <a:r>
                        <a:rPr lang="ja-JP" altLang="en-US" sz="1050" kern="1200" dirty="0">
                          <a:solidFill>
                            <a:schemeClr val="tx1"/>
                          </a:solidFill>
                          <a:latin typeface="+mn-lt"/>
                          <a:ea typeface="+mn-ea"/>
                          <a:cs typeface="+mn-cs"/>
                        </a:rPr>
                        <a:t>可能ファイルのサイズはカスタマイズ可能）</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98977">
                <a:tc>
                  <a:txBody>
                    <a:bodyPr/>
                    <a:lstStyle/>
                    <a:p>
                      <a:r>
                        <a:rPr lang="ja-JP" altLang="en-US" sz="1050" kern="1200" dirty="0">
                          <a:solidFill>
                            <a:schemeClr val="tx1"/>
                          </a:solidFill>
                          <a:latin typeface="+mn-lt"/>
                          <a:ea typeface="+mn-ea"/>
                          <a:cs typeface="+mn-cs"/>
                        </a:rPr>
                        <a:t>ファイルアクセスのパフォーマンス保証</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50" dirty="0">
                          <a:latin typeface="Yu Gothic UI" panose="020B0500000000000000" pitchFamily="50" charset="-128"/>
                          <a:ea typeface="Yu Gothic UI" panose="020B0500000000000000" pitchFamily="50" charset="-128"/>
                        </a:rPr>
                        <a:t>SPO</a:t>
                      </a:r>
                      <a:r>
                        <a:rPr lang="ja-JP" altLang="en-US" sz="1050" dirty="0">
                          <a:latin typeface="Yu Gothic UI" panose="020B0500000000000000" pitchFamily="50" charset="-128"/>
                          <a:ea typeface="Yu Gothic UI" panose="020B0500000000000000" pitchFamily="50" charset="-128"/>
                        </a:rPr>
                        <a:t>に保存する場合、多階層</a:t>
                      </a:r>
                      <a:r>
                        <a:rPr lang="en-US" altLang="ja-JP" sz="1050" dirty="0">
                          <a:latin typeface="Yu Gothic UI" panose="020B0500000000000000" pitchFamily="50" charset="-128"/>
                          <a:ea typeface="Yu Gothic UI" panose="020B0500000000000000" pitchFamily="50" charset="-128"/>
                        </a:rPr>
                        <a:t>Directory</a:t>
                      </a:r>
                      <a:r>
                        <a:rPr lang="ja-JP" altLang="en-US" sz="1050" dirty="0">
                          <a:latin typeface="Yu Gothic UI" panose="020B0500000000000000" pitchFamily="50" charset="-128"/>
                          <a:ea typeface="Yu Gothic UI" panose="020B0500000000000000" pitchFamily="50" charset="-128"/>
                        </a:rPr>
                        <a:t>構造にし、一つの</a:t>
                      </a:r>
                      <a:r>
                        <a:rPr lang="en-US" altLang="ja-JP" sz="1050" dirty="0">
                          <a:latin typeface="Yu Gothic UI" panose="020B0500000000000000" pitchFamily="50" charset="-128"/>
                          <a:ea typeface="Yu Gothic UI" panose="020B0500000000000000" pitchFamily="50" charset="-128"/>
                        </a:rPr>
                        <a:t>Directory</a:t>
                      </a:r>
                      <a:r>
                        <a:rPr lang="ja-JP" altLang="en-US" sz="1050" dirty="0">
                          <a:latin typeface="Yu Gothic UI" panose="020B0500000000000000" pitchFamily="50" charset="-128"/>
                          <a:ea typeface="Yu Gothic UI" panose="020B0500000000000000" pitchFamily="50" charset="-128"/>
                        </a:rPr>
                        <a:t>にファイルを</a:t>
                      </a:r>
                      <a:r>
                        <a:rPr lang="en-US" altLang="ja-JP" sz="1050" dirty="0">
                          <a:latin typeface="Yu Gothic UI" panose="020B0500000000000000" pitchFamily="50" charset="-128"/>
                          <a:ea typeface="Yu Gothic UI" panose="020B0500000000000000" pitchFamily="50" charset="-128"/>
                        </a:rPr>
                        <a:t>1000</a:t>
                      </a:r>
                      <a:r>
                        <a:rPr lang="ja-JP" altLang="en-US" sz="1050" dirty="0">
                          <a:latin typeface="Yu Gothic UI" panose="020B0500000000000000" pitchFamily="50" charset="-128"/>
                          <a:ea typeface="Yu Gothic UI" panose="020B0500000000000000" pitchFamily="50" charset="-128"/>
                        </a:rPr>
                        <a:t>以内に抑える</a:t>
                      </a:r>
                      <a:endParaRPr lang="en-US" altLang="ja-JP" sz="1050" dirty="0">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170491">
                <a:tc>
                  <a:txBody>
                    <a:bodyPr/>
                    <a:lstStyle/>
                    <a:p>
                      <a:r>
                        <a:rPr lang="ja-JP" altLang="en-US" sz="1050" kern="1200" dirty="0">
                          <a:solidFill>
                            <a:schemeClr val="tx1"/>
                          </a:solidFill>
                          <a:latin typeface="+mn-lt"/>
                          <a:ea typeface="+mn-ea"/>
                          <a:cs typeface="+mn-cs"/>
                        </a:rPr>
                        <a:t>ファイルの</a:t>
                      </a:r>
                      <a:r>
                        <a:rPr lang="en-US" altLang="ja-JP" sz="1050" kern="1200" dirty="0">
                          <a:solidFill>
                            <a:schemeClr val="tx1"/>
                          </a:solidFill>
                          <a:latin typeface="+mn-lt"/>
                          <a:ea typeface="+mn-ea"/>
                          <a:cs typeface="+mn-cs"/>
                        </a:rPr>
                        <a:t>Download/</a:t>
                      </a:r>
                      <a:r>
                        <a:rPr lang="ja-JP" altLang="en-US" sz="1050" kern="1200" dirty="0">
                          <a:solidFill>
                            <a:schemeClr val="tx1"/>
                          </a:solidFill>
                          <a:latin typeface="+mn-lt"/>
                          <a:ea typeface="+mn-ea"/>
                          <a:cs typeface="+mn-cs"/>
                        </a:rPr>
                        <a:t>編集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ja-JP" altLang="en-US" sz="1050" kern="1200" dirty="0">
                          <a:solidFill>
                            <a:schemeClr val="tx1"/>
                          </a:solidFill>
                          <a:latin typeface="+mn-lt"/>
                          <a:ea typeface="+mn-ea"/>
                          <a:cs typeface="+mn-cs"/>
                        </a:rPr>
                        <a:t>データベーステーブルから</a:t>
                      </a:r>
                      <a:r>
                        <a:rPr lang="zh-CN" altLang="zh-CN" sz="1050" kern="1200" dirty="0">
                          <a:solidFill>
                            <a:schemeClr val="tx1"/>
                          </a:solidFill>
                          <a:latin typeface="+mn-lt"/>
                          <a:ea typeface="+mn-ea"/>
                          <a:cs typeface="+mn-cs"/>
                        </a:rPr>
                        <a:t>選択</a:t>
                      </a:r>
                      <a:r>
                        <a:rPr lang="ja-JP" altLang="en-US" sz="1050" kern="1200" dirty="0">
                          <a:solidFill>
                            <a:schemeClr val="tx1"/>
                          </a:solidFill>
                          <a:latin typeface="+mn-lt"/>
                          <a:ea typeface="+mn-ea"/>
                          <a:cs typeface="+mn-cs"/>
                        </a:rPr>
                        <a:t>対象の添付</a:t>
                      </a:r>
                      <a:r>
                        <a:rPr lang="zh-CN" altLang="zh-CN" sz="1050" kern="1200" dirty="0">
                          <a:solidFill>
                            <a:schemeClr val="tx1"/>
                          </a:solidFill>
                          <a:latin typeface="+mn-lt"/>
                          <a:ea typeface="+mn-ea"/>
                          <a:cs typeface="+mn-cs"/>
                        </a:rPr>
                        <a:t>ファイル</a:t>
                      </a:r>
                      <a:r>
                        <a:rPr lang="ja-JP" altLang="en-US" sz="1050" kern="1200" dirty="0">
                          <a:solidFill>
                            <a:schemeClr val="tx1"/>
                          </a:solidFill>
                          <a:latin typeface="+mn-lt"/>
                          <a:ea typeface="+mn-ea"/>
                          <a:cs typeface="+mn-cs"/>
                        </a:rPr>
                        <a:t>の</a:t>
                      </a:r>
                      <a:r>
                        <a:rPr lang="en-US" altLang="ja-JP" sz="1050" kern="1200" dirty="0">
                          <a:solidFill>
                            <a:schemeClr val="tx1"/>
                          </a:solidFill>
                          <a:latin typeface="+mn-lt"/>
                          <a:ea typeface="+mn-ea"/>
                          <a:cs typeface="+mn-cs"/>
                        </a:rPr>
                        <a:t>SPO</a:t>
                      </a:r>
                      <a:r>
                        <a:rPr lang="ja-JP" altLang="en-US" sz="1050" kern="1200" dirty="0">
                          <a:solidFill>
                            <a:schemeClr val="tx1"/>
                          </a:solidFill>
                          <a:latin typeface="+mn-lt"/>
                          <a:ea typeface="+mn-ea"/>
                          <a:cs typeface="+mn-cs"/>
                        </a:rPr>
                        <a:t> </a:t>
                      </a:r>
                      <a:r>
                        <a:rPr lang="zh-CN" altLang="zh-CN" sz="1050" kern="1200" dirty="0">
                          <a:solidFill>
                            <a:schemeClr val="tx1"/>
                          </a:solidFill>
                          <a:latin typeface="+mn-lt"/>
                          <a:ea typeface="+mn-ea"/>
                          <a:cs typeface="+mn-cs"/>
                        </a:rPr>
                        <a:t>URLを取得。 </a:t>
                      </a:r>
                    </a:p>
                    <a:p>
                      <a:pPr marL="228600" lvl="0" indent="-228600" eaLnBrk="0" fontAlgn="base" hangingPunct="0">
                        <a:spcBef>
                          <a:spcPct val="0"/>
                        </a:spcBef>
                        <a:spcAft>
                          <a:spcPct val="0"/>
                        </a:spcAft>
                        <a:buFont typeface="+mj-lt"/>
                        <a:buAutoNum type="arabicPeriod"/>
                      </a:pPr>
                      <a:r>
                        <a:rPr lang="zh-CN" altLang="zh-CN" sz="1050" kern="1200" dirty="0">
                          <a:solidFill>
                            <a:schemeClr val="tx1"/>
                          </a:solidFill>
                          <a:latin typeface="+mn-lt"/>
                          <a:ea typeface="+mn-ea"/>
                          <a:cs typeface="+mn-cs"/>
                        </a:rPr>
                        <a:t>Office Onlineで開く（例: </a:t>
                      </a:r>
                      <a:r>
                        <a:rPr lang="zh-CN" altLang="zh-CN" sz="105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https://office.com/edit?url=[file_url</a:t>
                      </a:r>
                      <a:r>
                        <a:rPr lang="zh-CN" altLang="zh-CN" sz="1050" kern="1200" dirty="0">
                          <a:solidFill>
                            <a:schemeClr val="tx1"/>
                          </a:solidFill>
                          <a:latin typeface="+mn-lt"/>
                          <a:ea typeface="+mn-ea"/>
                          <a:cs typeface="+mn-cs"/>
                        </a:rPr>
                        <a:t>]）</a:t>
                      </a:r>
                      <a:r>
                        <a:rPr lang="en-US" altLang="ja-JP" sz="1050" kern="1200" dirty="0" err="1">
                          <a:solidFill>
                            <a:schemeClr val="tx1"/>
                          </a:solidFill>
                          <a:latin typeface="+mn-lt"/>
                          <a:ea typeface="+mn-ea"/>
                          <a:cs typeface="+mn-cs"/>
                        </a:rPr>
                        <a:t>ReadOnly</a:t>
                      </a:r>
                      <a:r>
                        <a:rPr lang="en-US" altLang="ja-JP" sz="1050" kern="1200" dirty="0">
                          <a:solidFill>
                            <a:schemeClr val="tx1"/>
                          </a:solidFill>
                          <a:latin typeface="+mn-lt"/>
                          <a:ea typeface="+mn-ea"/>
                          <a:cs typeface="+mn-cs"/>
                        </a:rPr>
                        <a:t>/</a:t>
                      </a:r>
                      <a:r>
                        <a:rPr lang="ja-JP" altLang="en-US" sz="1050" kern="1200" dirty="0">
                          <a:solidFill>
                            <a:schemeClr val="tx1"/>
                          </a:solidFill>
                          <a:latin typeface="+mn-lt"/>
                          <a:ea typeface="+mn-ea"/>
                          <a:cs typeface="+mn-cs"/>
                        </a:rPr>
                        <a:t>編集モードは仕様に従い調整可能</a:t>
                      </a:r>
                      <a:endParaRPr lang="en-US" altLang="zh-CN"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86074552"/>
                  </a:ext>
                </a:extLst>
              </a:tr>
              <a:tr h="2491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ファイルの</a:t>
                      </a:r>
                      <a:r>
                        <a:rPr lang="en-US" altLang="ja-JP" sz="1050" kern="1200" dirty="0">
                          <a:solidFill>
                            <a:schemeClr val="tx1"/>
                          </a:solidFill>
                          <a:latin typeface="+mn-lt"/>
                          <a:ea typeface="+mn-ea"/>
                          <a:cs typeface="+mn-cs"/>
                        </a:rPr>
                        <a:t>Upload</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en-US" altLang="ja-JP" sz="1050" kern="1200" dirty="0">
                          <a:solidFill>
                            <a:schemeClr val="tx1"/>
                          </a:solidFill>
                          <a:latin typeface="+mn-lt"/>
                          <a:ea typeface="+mn-ea"/>
                          <a:cs typeface="+mn-cs"/>
                        </a:rPr>
                        <a:t>Upload</a:t>
                      </a:r>
                      <a:r>
                        <a:rPr lang="ja-JP" altLang="en-US" sz="1050" kern="1200" dirty="0">
                          <a:solidFill>
                            <a:schemeClr val="tx1"/>
                          </a:solidFill>
                          <a:latin typeface="+mn-lt"/>
                          <a:ea typeface="+mn-ea"/>
                          <a:cs typeface="+mn-cs"/>
                        </a:rPr>
                        <a:t>された</a:t>
                      </a:r>
                      <a:r>
                        <a:rPr lang="zh-CN" altLang="zh-CN" sz="1050" kern="1200" dirty="0">
                          <a:solidFill>
                            <a:schemeClr val="tx1"/>
                          </a:solidFill>
                          <a:latin typeface="+mn-lt"/>
                          <a:ea typeface="+mn-ea"/>
                          <a:cs typeface="+mn-cs"/>
                        </a:rPr>
                        <a:t>ファイル</a:t>
                      </a:r>
                      <a:r>
                        <a:rPr lang="ja-JP" altLang="en-US" sz="1050" kern="1200" dirty="0">
                          <a:solidFill>
                            <a:schemeClr val="tx1"/>
                          </a:solidFill>
                          <a:latin typeface="+mn-lt"/>
                          <a:ea typeface="+mn-ea"/>
                          <a:cs typeface="+mn-cs"/>
                        </a:rPr>
                        <a:t>の</a:t>
                      </a:r>
                      <a:r>
                        <a:rPr lang="en-US" altLang="ja-JP" sz="1050" kern="1200" dirty="0">
                          <a:solidFill>
                            <a:schemeClr val="tx1"/>
                          </a:solidFill>
                          <a:latin typeface="+mn-lt"/>
                          <a:ea typeface="+mn-ea"/>
                          <a:cs typeface="+mn-cs"/>
                        </a:rPr>
                        <a:t>SPO</a:t>
                      </a:r>
                      <a:r>
                        <a:rPr lang="ja-JP" altLang="en-US" sz="1050" kern="1200" dirty="0">
                          <a:solidFill>
                            <a:schemeClr val="tx1"/>
                          </a:solidFill>
                          <a:latin typeface="+mn-lt"/>
                          <a:ea typeface="+mn-ea"/>
                          <a:cs typeface="+mn-cs"/>
                        </a:rPr>
                        <a:t> </a:t>
                      </a:r>
                      <a:r>
                        <a:rPr lang="zh-CN" altLang="zh-CN" sz="1050" kern="1200" dirty="0">
                          <a:solidFill>
                            <a:schemeClr val="tx1"/>
                          </a:solidFill>
                          <a:latin typeface="+mn-lt"/>
                          <a:ea typeface="+mn-ea"/>
                          <a:cs typeface="+mn-cs"/>
                        </a:rPr>
                        <a:t>URLを</a:t>
                      </a:r>
                      <a:r>
                        <a:rPr lang="ja-JP" altLang="en-US" sz="1050" kern="1200" dirty="0">
                          <a:solidFill>
                            <a:schemeClr val="tx1"/>
                          </a:solidFill>
                          <a:latin typeface="+mn-lt"/>
                          <a:ea typeface="+mn-ea"/>
                          <a:cs typeface="+mn-cs"/>
                        </a:rPr>
                        <a:t>算出</a:t>
                      </a:r>
                      <a:r>
                        <a:rPr lang="zh-CN" altLang="zh-CN" sz="1050" kern="1200" dirty="0">
                          <a:solidFill>
                            <a:schemeClr val="tx1"/>
                          </a:solidFill>
                          <a:latin typeface="+mn-lt"/>
                          <a:ea typeface="+mn-ea"/>
                          <a:cs typeface="+mn-cs"/>
                        </a:rPr>
                        <a:t>。 </a:t>
                      </a:r>
                    </a:p>
                    <a:p>
                      <a:pPr marL="228600" lvl="0" indent="-228600" eaLnBrk="0" fontAlgn="base" hangingPunct="0">
                        <a:spcBef>
                          <a:spcPct val="0"/>
                        </a:spcBef>
                        <a:spcAft>
                          <a:spcPct val="0"/>
                        </a:spcAft>
                        <a:buFont typeface="+mj-lt"/>
                        <a:buAutoNum type="arabicPeriod"/>
                      </a:pPr>
                      <a:r>
                        <a:rPr lang="ja-JP" altLang="en-US" sz="1050" dirty="0"/>
                        <a:t>ファイルを</a:t>
                      </a:r>
                      <a:r>
                        <a:rPr lang="en-US" altLang="ja-JP" sz="1050" dirty="0"/>
                        <a:t>SPO</a:t>
                      </a:r>
                      <a:r>
                        <a:rPr lang="ja-JP" altLang="en-US" sz="1050" dirty="0"/>
                        <a:t>の場所に</a:t>
                      </a:r>
                      <a:r>
                        <a:rPr lang="en-US" altLang="ja-JP" sz="1050" dirty="0"/>
                        <a:t>Upload</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1050" dirty="0"/>
                        <a:t>ファイルの権限を設定（共有相手個人、組織のみに与える）</a:t>
                      </a:r>
                      <a:endParaRPr lang="en-US" altLang="ja-JP" sz="1050" dirty="0"/>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1050" dirty="0"/>
                        <a:t>仕様書</a:t>
                      </a:r>
                      <a:r>
                        <a:rPr lang="en-US" altLang="ja-JP" sz="1050" dirty="0"/>
                        <a:t>Table</a:t>
                      </a:r>
                      <a:r>
                        <a:rPr lang="ja-JP" altLang="en-US" sz="1050" dirty="0"/>
                        <a:t>に添付ファイル情報を登録する</a:t>
                      </a:r>
                      <a:endParaRPr lang="en-US" altLang="ja-JP" sz="105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111963461"/>
                  </a:ext>
                </a:extLst>
              </a:tr>
              <a:tr h="726153">
                <a:tc>
                  <a:txBody>
                    <a:bodyPr/>
                    <a:lstStyle/>
                    <a:p>
                      <a:r>
                        <a:rPr lang="ja-JP" altLang="en-US" sz="1050" kern="1200" dirty="0">
                          <a:solidFill>
                            <a:schemeClr val="tx1"/>
                          </a:solidFill>
                          <a:latin typeface="+mn-lt"/>
                          <a:ea typeface="+mn-ea"/>
                          <a:cs typeface="+mn-cs"/>
                        </a:rPr>
                        <a:t>ソリューションデータフロー</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pic>
        <p:nvPicPr>
          <p:cNvPr id="7" name="図 6">
            <a:extLst>
              <a:ext uri="{FF2B5EF4-FFF2-40B4-BE49-F238E27FC236}">
                <a16:creationId xmlns:a16="http://schemas.microsoft.com/office/drawing/2014/main" id="{D76AAF8F-20C0-8DDE-BA55-5D5417E741CA}"/>
              </a:ext>
            </a:extLst>
          </p:cNvPr>
          <p:cNvPicPr>
            <a:picLocks noChangeAspect="1"/>
          </p:cNvPicPr>
          <p:nvPr/>
        </p:nvPicPr>
        <p:blipFill>
          <a:blip r:embed="rId4"/>
          <a:stretch>
            <a:fillRect/>
          </a:stretch>
        </p:blipFill>
        <p:spPr>
          <a:xfrm>
            <a:off x="5434554" y="3093720"/>
            <a:ext cx="6420079" cy="33001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ソリューション－一括ダウンロード機能</a:t>
            </a:r>
            <a:endParaRPr lang="ja-JP" altLang="en-US" dirty="0">
              <a:effectLst/>
            </a:endParaRPr>
          </a:p>
        </p:txBody>
      </p:sp>
      <p:graphicFrame>
        <p:nvGraphicFramePr>
          <p:cNvPr id="13" name="表 12">
            <a:extLst>
              <a:ext uri="{FF2B5EF4-FFF2-40B4-BE49-F238E27FC236}">
                <a16:creationId xmlns:a16="http://schemas.microsoft.com/office/drawing/2014/main" id="{A60206F5-E460-AEF5-7288-6E12BD5B035C}"/>
              </a:ext>
            </a:extLst>
          </p:cNvPr>
          <p:cNvGraphicFramePr>
            <a:graphicFrameLocks noGrp="1"/>
          </p:cNvGraphicFramePr>
          <p:nvPr>
            <p:extLst>
              <p:ext uri="{D42A27DB-BD31-4B8C-83A1-F6EECF244321}">
                <p14:modId xmlns:p14="http://schemas.microsoft.com/office/powerpoint/2010/main" val="2044203482"/>
              </p:ext>
            </p:extLst>
          </p:nvPr>
        </p:nvGraphicFramePr>
        <p:xfrm>
          <a:off x="414335" y="757390"/>
          <a:ext cx="11284856" cy="5169117"/>
        </p:xfrm>
        <a:graphic>
          <a:graphicData uri="http://schemas.openxmlformats.org/drawingml/2006/table">
            <a:tbl>
              <a:tblPr firstRow="1">
                <a:tableStyleId>{2D5ABB26-0587-4C30-8999-92F81FD0307C}</a:tableStyleId>
              </a:tblPr>
              <a:tblGrid>
                <a:gridCol w="1739205">
                  <a:extLst>
                    <a:ext uri="{9D8B030D-6E8A-4147-A177-3AD203B41FA5}">
                      <a16:colId xmlns:a16="http://schemas.microsoft.com/office/drawing/2014/main" val="307087368"/>
                    </a:ext>
                  </a:extLst>
                </a:gridCol>
                <a:gridCol w="4802737">
                  <a:extLst>
                    <a:ext uri="{9D8B030D-6E8A-4147-A177-3AD203B41FA5}">
                      <a16:colId xmlns:a16="http://schemas.microsoft.com/office/drawing/2014/main" val="1007415991"/>
                    </a:ext>
                  </a:extLst>
                </a:gridCol>
                <a:gridCol w="4742914">
                  <a:extLst>
                    <a:ext uri="{9D8B030D-6E8A-4147-A177-3AD203B41FA5}">
                      <a16:colId xmlns:a16="http://schemas.microsoft.com/office/drawing/2014/main" val="467773725"/>
                    </a:ext>
                  </a:extLst>
                </a:gridCol>
              </a:tblGrid>
              <a:tr h="243570">
                <a:tc>
                  <a:txBody>
                    <a:bodyPr/>
                    <a:lstStyle/>
                    <a:p>
                      <a:r>
                        <a:rPr lang="ja-JP" altLang="en-US" sz="1200" dirty="0"/>
                        <a:t>実現案、評価ポイント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既定案</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向上案</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777777">
                <a:tc>
                  <a:txBody>
                    <a:bodyPr/>
                    <a:lstStyle/>
                    <a:p>
                      <a:r>
                        <a:rPr lang="ja-JP" altLang="en-US" sz="1100" dirty="0"/>
                        <a:t>実現案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Flow</a:t>
                      </a:r>
                      <a:r>
                        <a:rPr lang="ja-JP" altLang="en-US" sz="1000" b="1" dirty="0"/>
                        <a:t>で実現</a:t>
                      </a:r>
                      <a:endParaRPr lang="en-US" altLang="ja-JP" sz="1000" b="1"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から取得したファイル内容を格納</a:t>
                      </a:r>
                      <a:endParaRPr kumimoji="0" lang="en-US" altLang="zh-CN" sz="900" kern="1200" dirty="0">
                        <a:solidFill>
                          <a:schemeClr val="tx1"/>
                        </a:solidFill>
                        <a:latin typeface="Arial" panose="020B0604020202020204" pitchFamily="34" charset="0"/>
                        <a:ea typeface="+mn-ea"/>
                        <a:cs typeface="+mn-cs"/>
                      </a:endParaRP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PowerAppsで選択機能を実装（Checkbox付きGallery）。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ダウンロード処理: Power Automate Flowをトリガー。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Flow詳細: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Trigger: PowerAppsから呼び出し（PowerApps V2 Trigger）。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Action: 選択</a:t>
                      </a:r>
                      <a:r>
                        <a:rPr kumimoji="0" lang="ja-JP" altLang="en-US" sz="900" dirty="0">
                          <a:latin typeface="Arial" panose="020B0604020202020204" pitchFamily="34" charset="0"/>
                        </a:rPr>
                        <a:t>対象添付</a:t>
                      </a:r>
                      <a:r>
                        <a:rPr kumimoji="0" lang="zh-CN" altLang="zh-CN" sz="900" dirty="0">
                          <a:latin typeface="Arial" panose="020B0604020202020204" pitchFamily="34" charset="0"/>
                        </a:rPr>
                        <a:t>ファイルのURLリストを取得 → ZIPファイル作成（OneDrive/SharePointのCreate fileアクション使用） → ダウンロードリンク生成。 </a:t>
                      </a:r>
                    </a:p>
                    <a:p>
                      <a:pPr marL="285750" lvl="0" indent="-285750" eaLnBrk="0" fontAlgn="base" hangingPunct="0">
                        <a:spcBef>
                          <a:spcPct val="0"/>
                        </a:spcBef>
                        <a:spcAft>
                          <a:spcPct val="0"/>
                        </a:spcAft>
                        <a:buFont typeface="Arial" panose="020B0604020202020204" pitchFamily="34" charset="0"/>
                        <a:buChar char="•"/>
                      </a:pPr>
                      <a:r>
                        <a:rPr kumimoji="0" lang="en-US" altLang="ja-JP" sz="900" dirty="0">
                          <a:latin typeface="Arial" panose="020B0604020202020204" pitchFamily="34" charset="0"/>
                        </a:rPr>
                        <a:t>PowerApps</a:t>
                      </a:r>
                      <a:r>
                        <a:rPr kumimoji="0" lang="ja-JP" altLang="en-US" sz="900" dirty="0">
                          <a:latin typeface="Arial" panose="020B0604020202020204" pitchFamily="34" charset="0"/>
                        </a:rPr>
                        <a:t>で</a:t>
                      </a:r>
                      <a:r>
                        <a:rPr kumimoji="0" lang="zh-CN" altLang="zh-CN" sz="900" dirty="0">
                          <a:latin typeface="Arial" panose="020B0604020202020204" pitchFamily="34" charset="0"/>
                        </a:rPr>
                        <a:t>モバイル/デスクトップ対応のため、PowerAppsのDownload関数を使用。</a:t>
                      </a:r>
                      <a:endParaRPr kumimoji="0" lang="en-US" altLang="zh-CN" sz="9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sz="900" dirty="0">
                          <a:latin typeface="Arial" panose="020B0604020202020204" pitchFamily="34" charset="0"/>
                        </a:rPr>
                        <a:t>ファイルの</a:t>
                      </a:r>
                      <a:r>
                        <a:rPr kumimoji="0" lang="zh-CN" altLang="zh-CN" sz="900" dirty="0">
                          <a:latin typeface="Arial" panose="020B0604020202020204" pitchFamily="34" charset="0"/>
                        </a:rPr>
                        <a:t>保存先: ユーザーが指定したディレクトリ（ブラウザダウンロード</a:t>
                      </a:r>
                      <a:r>
                        <a:rPr kumimoji="0" lang="ja-JP" altLang="en-US" sz="900" dirty="0">
                          <a:latin typeface="Arial" panose="020B0604020202020204" pitchFamily="34" charset="0"/>
                        </a:rPr>
                        <a:t>オプションを毎回確認にし、</a:t>
                      </a:r>
                      <a:r>
                        <a:rPr kumimoji="0" lang="zh-CN" altLang="zh-CN" sz="900" dirty="0">
                          <a:latin typeface="Arial" panose="020B0604020202020204" pitchFamily="34" charset="0"/>
                        </a:rPr>
                        <a:t>ユーザーが</a:t>
                      </a:r>
                      <a:r>
                        <a:rPr kumimoji="0" lang="ja-JP" altLang="en-US" sz="900" dirty="0">
                          <a:latin typeface="Arial" panose="020B0604020202020204" pitchFamily="34" charset="0"/>
                        </a:rPr>
                        <a:t>保存先</a:t>
                      </a:r>
                      <a:r>
                        <a:rPr kumimoji="0" lang="zh-CN" altLang="zh-CN" sz="900" dirty="0">
                          <a:latin typeface="Arial" panose="020B0604020202020204" pitchFamily="34" charset="0"/>
                        </a:rPr>
                        <a:t>選択）。</a:t>
                      </a: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a:t>
                      </a:r>
                      <a:r>
                        <a:rPr kumimoji="0" lang="en-US" altLang="ja-JP" sz="900" dirty="0">
                          <a:latin typeface="Arial" panose="020B0604020202020204" pitchFamily="34" charset="0"/>
                        </a:rPr>
                        <a:t>Browser</a:t>
                      </a:r>
                      <a:r>
                        <a:rPr kumimoji="0" lang="ja-JP" altLang="en-US" sz="900" dirty="0">
                          <a:latin typeface="Arial" panose="020B0604020202020204" pitchFamily="34" charset="0"/>
                        </a:rPr>
                        <a:t>で、ファイル保存オプションを事前に設定</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endParaRPr kumimoji="0" lang="zh-CN" altLang="zh-CN" sz="900" dirty="0">
                        <a:latin typeface="Arial" panose="020B0604020202020204" pitchFamily="34" charset="0"/>
                      </a:endParaRPr>
                    </a:p>
                    <a:p>
                      <a:endParaRPr lang="en-US" altLang="ja-JP" sz="1000" dirty="0"/>
                    </a:p>
                    <a:p>
                      <a:endParaRPr lang="ja-JP" altLang="en-US" sz="1000" dirty="0"/>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PowerApps</a:t>
                      </a:r>
                      <a:r>
                        <a:rPr lang="ja-JP" altLang="en-US" sz="1000" b="1" dirty="0"/>
                        <a:t> にて実現</a:t>
                      </a:r>
                      <a:r>
                        <a:rPr lang="ja-JP" altLang="en-US" sz="1000" dirty="0"/>
                        <a:t>。詳細は下記：</a:t>
                      </a:r>
                      <a:endParaRPr lang="en-US" altLang="ja-JP" sz="1000" dirty="0"/>
                    </a:p>
                    <a:p>
                      <a:pPr marL="285750" marR="0" lvl="0" indent="-28575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から取得したファイル内容を格納</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zh-CN" altLang="zh-CN" sz="900" kern="1200" dirty="0">
                          <a:solidFill>
                            <a:schemeClr val="tx1"/>
                          </a:solidFill>
                          <a:latin typeface="Arial" panose="020B0604020202020204" pitchFamily="34" charset="0"/>
                          <a:ea typeface="+mn-ea"/>
                          <a:cs typeface="+mn-cs"/>
                        </a:rPr>
                        <a:t>PowerAppsで選択機能を実装（Checkbox付きGallery）</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に直接</a:t>
                      </a:r>
                      <a:r>
                        <a:rPr kumimoji="0" lang="en-US" altLang="ja-JP" sz="900" kern="1200" dirty="0">
                          <a:solidFill>
                            <a:schemeClr val="tx1"/>
                          </a:solidFill>
                          <a:latin typeface="Arial" panose="020B0604020202020204" pitchFamily="34" charset="0"/>
                          <a:ea typeface="+mn-ea"/>
                          <a:cs typeface="+mn-cs"/>
                        </a:rPr>
                        <a:t>JavaScript</a:t>
                      </a:r>
                      <a:r>
                        <a:rPr kumimoji="0" lang="ja-JP" altLang="en-US" sz="900" kern="1200" dirty="0">
                          <a:solidFill>
                            <a:schemeClr val="tx1"/>
                          </a:solidFill>
                          <a:latin typeface="Arial" panose="020B0604020202020204" pitchFamily="34" charset="0"/>
                          <a:ea typeface="+mn-ea"/>
                          <a:cs typeface="+mn-cs"/>
                        </a:rPr>
                        <a:t>が埋められないため、</a:t>
                      </a:r>
                      <a:r>
                        <a:rPr kumimoji="0" lang="zh-CN" altLang="zh-CN" sz="900" kern="1200" dirty="0">
                          <a:solidFill>
                            <a:schemeClr val="tx1"/>
                          </a:solidFill>
                          <a:latin typeface="Arial" panose="020B0604020202020204" pitchFamily="34" charset="0"/>
                          <a:ea typeface="+mn-ea"/>
                          <a:cs typeface="+mn-cs"/>
                        </a:rPr>
                        <a:t>PowerAppsで</a:t>
                      </a:r>
                      <a:r>
                        <a:rPr lang="en-US" altLang="ja-JP" sz="900" dirty="0">
                          <a:latin typeface="Yu Gothic UI" panose="020B0500000000000000" pitchFamily="50" charset="-128"/>
                          <a:ea typeface="Yu Gothic UI" panose="020B0500000000000000" pitchFamily="50" charset="-128"/>
                        </a:rPr>
                        <a:t>Web </a:t>
                      </a:r>
                      <a:r>
                        <a:rPr lang="ja-JP" altLang="en-US" sz="900" dirty="0">
                          <a:latin typeface="Yu Gothic UI" panose="020B0500000000000000" pitchFamily="50" charset="-128"/>
                          <a:ea typeface="Yu Gothic UI" panose="020B0500000000000000" pitchFamily="50" charset="-128"/>
                        </a:rPr>
                        <a:t>ページを埋め込むの</a:t>
                      </a:r>
                      <a:r>
                        <a:rPr lang="en-US" altLang="ja-JP" sz="900" dirty="0">
                          <a:latin typeface="Yu Gothic UI" panose="020B0500000000000000" pitchFamily="50" charset="-128"/>
                          <a:ea typeface="Yu Gothic UI" panose="020B0500000000000000" pitchFamily="50" charset="-128"/>
                        </a:rPr>
                        <a:t>WebView </a:t>
                      </a:r>
                      <a:r>
                        <a:rPr lang="ja-JP" altLang="en-US" sz="900" dirty="0">
                          <a:latin typeface="Yu Gothic UI" panose="020B0500000000000000" pitchFamily="50" charset="-128"/>
                          <a:ea typeface="Yu Gothic UI" panose="020B0500000000000000" pitchFamily="50" charset="-128"/>
                        </a:rPr>
                        <a:t>コントロール（または </a:t>
                      </a:r>
                      <a:r>
                        <a:rPr lang="en-US" altLang="ja-JP" sz="900" dirty="0">
                          <a:latin typeface="Yu Gothic UI" panose="020B0500000000000000" pitchFamily="50" charset="-128"/>
                          <a:ea typeface="Yu Gothic UI" panose="020B0500000000000000" pitchFamily="50" charset="-128"/>
                        </a:rPr>
                        <a:t>HTML text </a:t>
                      </a:r>
                      <a:r>
                        <a:rPr lang="ja-JP" altLang="en-US" sz="900" dirty="0">
                          <a:latin typeface="Yu Gothic UI" panose="020B0500000000000000" pitchFamily="50" charset="-128"/>
                          <a:ea typeface="Yu Gothic UI" panose="020B0500000000000000" pitchFamily="50" charset="-128"/>
                        </a:rPr>
                        <a:t>）により</a:t>
                      </a:r>
                      <a:r>
                        <a:rPr lang="en-US" altLang="ja-JP" sz="900" dirty="0">
                          <a:latin typeface="Yu Gothic UI" panose="020B0500000000000000" pitchFamily="50" charset="-128"/>
                          <a:ea typeface="Yu Gothic UI" panose="020B0500000000000000" pitchFamily="50" charset="-128"/>
                        </a:rPr>
                        <a:t>Java Script</a:t>
                      </a:r>
                      <a:r>
                        <a:rPr lang="ja-JP" altLang="en-US" sz="900" dirty="0">
                          <a:latin typeface="Yu Gothic UI" panose="020B0500000000000000" pitchFamily="50" charset="-128"/>
                          <a:ea typeface="Yu Gothic UI" panose="020B0500000000000000" pitchFamily="50" charset="-128"/>
                        </a:rPr>
                        <a:t>を導入</a:t>
                      </a:r>
                      <a:endParaRPr lang="en-US" altLang="ja-JP" sz="900" dirty="0">
                        <a:latin typeface="Yu Gothic UI" panose="020B0500000000000000" pitchFamily="50" charset="-128"/>
                        <a:ea typeface="Yu Gothic UI" panose="020B0500000000000000" pitchFamily="50" charset="-128"/>
                      </a:endParaRPr>
                    </a:p>
                    <a:p>
                      <a:pPr marL="285750" lvl="0" indent="-285750" eaLnBrk="0" fontAlgn="base" hangingPunct="0">
                        <a:spcBef>
                          <a:spcPct val="0"/>
                        </a:spcBef>
                        <a:spcAft>
                          <a:spcPct val="0"/>
                        </a:spcAft>
                        <a:buFont typeface="+mj-lt"/>
                        <a:buAutoNum type="arabicPeriod"/>
                      </a:pPr>
                      <a:r>
                        <a:rPr kumimoji="0" lang="ja-JP" altLang="en-US" sz="900" dirty="0">
                          <a:latin typeface="Arial" panose="020B0604020202020204" pitchFamily="34" charset="0"/>
                        </a:rPr>
                        <a:t>上記</a:t>
                      </a:r>
                      <a:r>
                        <a:rPr kumimoji="0" lang="en-US" altLang="ja-JP" sz="900" dirty="0">
                          <a:latin typeface="Arial" panose="020B0604020202020204" pitchFamily="34" charset="0"/>
                        </a:rPr>
                        <a:t>No.3</a:t>
                      </a:r>
                      <a:r>
                        <a:rPr kumimoji="0" lang="ja-JP" altLang="en-US" sz="900" dirty="0">
                          <a:latin typeface="Arial" panose="020B0604020202020204" pitchFamily="34" charset="0"/>
                        </a:rPr>
                        <a:t>で導入された</a:t>
                      </a:r>
                      <a:r>
                        <a:rPr kumimoji="0" lang="en-US" altLang="ja-JP" sz="900" dirty="0">
                          <a:latin typeface="Arial" panose="020B0604020202020204" pitchFamily="34" charset="0"/>
                        </a:rPr>
                        <a:t>JavaScript</a:t>
                      </a:r>
                      <a:r>
                        <a:rPr kumimoji="0" lang="ja-JP" altLang="en-US" sz="900" dirty="0">
                          <a:latin typeface="Arial" panose="020B0604020202020204" pitchFamily="34" charset="0"/>
                        </a:rPr>
                        <a:t>を利用し、</a:t>
                      </a:r>
                      <a:r>
                        <a:rPr kumimoji="0" lang="en-US" altLang="ja-JP" sz="900" dirty="0">
                          <a:latin typeface="Arial" panose="020B0604020202020204" pitchFamily="34" charset="0"/>
                        </a:rPr>
                        <a:t>No.1</a:t>
                      </a:r>
                      <a:r>
                        <a:rPr kumimoji="0" lang="ja-JP" altLang="en-US" sz="900" dirty="0">
                          <a:latin typeface="Arial" panose="020B0604020202020204" pitchFamily="34" charset="0"/>
                        </a:rPr>
                        <a:t>の添付添付ファイルを</a:t>
                      </a:r>
                      <a:r>
                        <a:rPr kumimoji="0" lang="en-US" altLang="ja-JP" sz="900" dirty="0">
                          <a:latin typeface="Arial" panose="020B0604020202020204" pitchFamily="34" charset="0"/>
                        </a:rPr>
                        <a:t>Local Directory</a:t>
                      </a:r>
                      <a:r>
                        <a:rPr kumimoji="0" lang="ja-JP" altLang="en-US" sz="900" dirty="0">
                          <a:latin typeface="Arial" panose="020B0604020202020204" pitchFamily="34" charset="0"/>
                        </a:rPr>
                        <a:t>に保存する（</a:t>
                      </a:r>
                      <a:r>
                        <a:rPr kumimoji="0" lang="en-US" altLang="ja-JP" sz="900" dirty="0">
                          <a:latin typeface="Arial" panose="020B0604020202020204" pitchFamily="34" charset="0"/>
                        </a:rPr>
                        <a:t>JavaScript </a:t>
                      </a:r>
                      <a:r>
                        <a:rPr kumimoji="0" lang="ja-JP" altLang="en-US" sz="900" dirty="0">
                          <a:latin typeface="Arial" panose="020B0604020202020204" pitchFamily="34" charset="0"/>
                        </a:rPr>
                        <a:t>によりの</a:t>
                      </a:r>
                      <a:r>
                        <a:rPr kumimoji="0" lang="en-US" altLang="ja-JP" sz="900" dirty="0">
                          <a:latin typeface="Arial" panose="020B0604020202020204" pitchFamily="34" charset="0"/>
                        </a:rPr>
                        <a:t>Local File System</a:t>
                      </a:r>
                      <a:r>
                        <a:rPr kumimoji="0" lang="ja-JP" altLang="en-US" sz="900" dirty="0">
                          <a:latin typeface="Arial" panose="020B0604020202020204" pitchFamily="34" charset="0"/>
                        </a:rPr>
                        <a:t>アクセスすための</a:t>
                      </a:r>
                      <a:r>
                        <a:rPr kumimoji="0" lang="en-US" altLang="ja-JP" sz="900" dirty="0">
                          <a:latin typeface="Arial" panose="020B0604020202020204" pitchFamily="34" charset="0"/>
                        </a:rPr>
                        <a:t>Security</a:t>
                      </a:r>
                      <a:r>
                        <a:rPr kumimoji="0" lang="ja-JP" altLang="en-US" sz="900" dirty="0">
                          <a:latin typeface="Arial" panose="020B0604020202020204" pitchFamily="34" charset="0"/>
                        </a:rPr>
                        <a:t>設定が必要）</a:t>
                      </a:r>
                      <a:endParaRPr kumimoji="0" lang="en-US" altLang="zh-CN" sz="900" dirty="0">
                        <a:latin typeface="Arial" panose="020B0604020202020204" pitchFamily="34" charset="0"/>
                      </a:endParaRPr>
                    </a:p>
                    <a:p>
                      <a:pPr marL="0" lvl="0" indent="0" eaLnBrk="0" fontAlgn="base" hangingPunct="0">
                        <a:spcBef>
                          <a:spcPct val="0"/>
                        </a:spcBef>
                        <a:spcAft>
                          <a:spcPct val="0"/>
                        </a:spcAft>
                        <a:buFont typeface="+mj-lt"/>
                        <a:buNone/>
                      </a:pPr>
                      <a:r>
                        <a:rPr kumimoji="0" lang="en-US" altLang="ja-JP" sz="900" dirty="0">
                          <a:latin typeface="Arial" panose="020B0604020202020204" pitchFamily="34" charset="0"/>
                        </a:rPr>
                        <a:t>※</a:t>
                      </a:r>
                      <a:r>
                        <a:rPr kumimoji="0" lang="ja-JP" altLang="en-US" sz="900" dirty="0">
                          <a:latin typeface="Arial" panose="020B0604020202020204" pitchFamily="34" charset="0"/>
                        </a:rPr>
                        <a:t>　</a:t>
                      </a:r>
                      <a:r>
                        <a:rPr kumimoji="0" lang="en-US" altLang="ja-JP" sz="900" dirty="0">
                          <a:latin typeface="Arial" panose="020B0604020202020204" pitchFamily="34" charset="0"/>
                        </a:rPr>
                        <a:t>No.4</a:t>
                      </a:r>
                      <a:r>
                        <a:rPr kumimoji="0" lang="ja-JP" altLang="en-US" sz="900" dirty="0">
                          <a:latin typeface="Arial" panose="020B0604020202020204" pitchFamily="34" charset="0"/>
                        </a:rPr>
                        <a:t>のファイルの</a:t>
                      </a:r>
                      <a:r>
                        <a:rPr kumimoji="0" lang="zh-CN" altLang="zh-CN" sz="900" dirty="0">
                          <a:latin typeface="Arial" panose="020B0604020202020204" pitchFamily="34" charset="0"/>
                        </a:rPr>
                        <a:t>保存先</a:t>
                      </a:r>
                      <a:r>
                        <a:rPr kumimoji="0" lang="ja-JP" altLang="en-US" sz="900" dirty="0">
                          <a:latin typeface="Arial" panose="020B0604020202020204" pitchFamily="34" charset="0"/>
                        </a:rPr>
                        <a:t>取得は複数ファイルでも一回のみ</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a:t>
                      </a:r>
                      <a:r>
                        <a:rPr kumimoji="0" lang="en-US" altLang="zh-CN" sz="900" dirty="0">
                          <a:latin typeface="Arial" panose="020B0604020202020204" pitchFamily="34" charset="0"/>
                        </a:rPr>
                        <a:t>Chrome</a:t>
                      </a:r>
                      <a:r>
                        <a:rPr kumimoji="0" lang="ja-JP" altLang="en-US" sz="900" dirty="0">
                          <a:latin typeface="Arial" panose="020B0604020202020204" pitchFamily="34" charset="0"/>
                        </a:rPr>
                        <a:t>に、</a:t>
                      </a:r>
                      <a:r>
                        <a:rPr kumimoji="0" lang="en-US" altLang="ja-JP" sz="900" dirty="0">
                          <a:latin typeface="Arial" panose="020B0604020202020204" pitchFamily="34" charset="0"/>
                        </a:rPr>
                        <a:t>Java Script</a:t>
                      </a:r>
                      <a:r>
                        <a:rPr kumimoji="0" lang="ja-JP" altLang="en-US" sz="900" dirty="0">
                          <a:latin typeface="Arial" panose="020B0604020202020204" pitchFamily="34" charset="0"/>
                        </a:rPr>
                        <a:t>はローカルディレクトリに書出す、読込権限を付与する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349162">
                <a:tc>
                  <a:txBody>
                    <a:bodyPr/>
                    <a:lstStyle/>
                    <a:p>
                      <a:r>
                        <a:rPr lang="ja-JP" altLang="en-US" sz="1100" dirty="0"/>
                        <a:t>纏めて</a:t>
                      </a:r>
                      <a:r>
                        <a:rPr lang="en-US" altLang="ja-JP" sz="1100" dirty="0"/>
                        <a:t>ZIP</a:t>
                      </a:r>
                      <a:r>
                        <a:rPr lang="ja-JP" altLang="en-US" sz="1100" dirty="0"/>
                        <a:t>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下記のみが可能：</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複数仕様書に紐付いた添付ファイルを纏めて</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ファイル形式でダウンロードする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N/A</a:t>
                      </a: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507550">
                <a:tc>
                  <a:txBody>
                    <a:bodyPr/>
                    <a:lstStyle/>
                    <a:p>
                      <a:r>
                        <a:rPr lang="ja-JP" altLang="en-US" sz="1100" dirty="0"/>
                        <a:t>複数添付ファイルそれぞれダウンロード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不可</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下記が論理的に可能（</a:t>
                      </a:r>
                      <a:r>
                        <a:rPr kumimoji="0" lang="en-US" altLang="ja-JP" sz="900" kern="1200" dirty="0">
                          <a:solidFill>
                            <a:schemeClr val="tx1"/>
                          </a:solidFill>
                          <a:latin typeface="Arial" panose="020B0604020202020204" pitchFamily="34" charset="0"/>
                          <a:ea typeface="+mn-ea"/>
                          <a:cs typeface="+mn-cs"/>
                        </a:rPr>
                        <a:t>POC</a:t>
                      </a:r>
                      <a:r>
                        <a:rPr kumimoji="0" lang="ja-JP" altLang="en-US" sz="900" kern="1200" dirty="0">
                          <a:solidFill>
                            <a:schemeClr val="tx1"/>
                          </a:solidFill>
                          <a:latin typeface="Arial" panose="020B0604020202020204" pitchFamily="34" charset="0"/>
                          <a:ea typeface="+mn-ea"/>
                          <a:cs typeface="+mn-cs"/>
                        </a:rPr>
                        <a:t>が必要）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複数仕様書に紐付いた添付ファイルを指定フォルダに（例：</a:t>
                      </a:r>
                      <a:r>
                        <a:rPr kumimoji="0" lang="en-US" altLang="ja-JP" sz="900" kern="1200" dirty="0">
                          <a:solidFill>
                            <a:schemeClr val="tx1"/>
                          </a:solidFill>
                          <a:latin typeface="Arial" panose="020B0604020202020204" pitchFamily="34" charset="0"/>
                          <a:ea typeface="+mn-ea"/>
                          <a:cs typeface="+mn-cs"/>
                        </a:rPr>
                        <a:t>C:\MccOnline</a:t>
                      </a:r>
                      <a:r>
                        <a:rPr kumimoji="0" lang="ja-JP" altLang="en-US" sz="900" kern="1200" dirty="0">
                          <a:solidFill>
                            <a:schemeClr val="tx1"/>
                          </a:solidFill>
                          <a:latin typeface="Arial" panose="020B0604020202020204" pitchFamily="34" charset="0"/>
                          <a:ea typeface="+mn-ea"/>
                          <a:cs typeface="+mn-cs"/>
                        </a:rPr>
                        <a:t>仕様書管理</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No\</a:t>
                      </a:r>
                      <a:r>
                        <a:rPr kumimoji="0" lang="ja-JP" altLang="en-US" sz="900" kern="1200" dirty="0">
                          <a:solidFill>
                            <a:schemeClr val="tx1"/>
                          </a:solidFill>
                          <a:latin typeface="Arial" panose="020B0604020202020204" pitchFamily="34" charset="0"/>
                          <a:ea typeface="+mn-ea"/>
                          <a:cs typeface="+mn-cs"/>
                        </a:rPr>
                        <a:t>に個別出力する）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17173">
                <a:tc>
                  <a:txBody>
                    <a:bodyPr/>
                    <a:lstStyle/>
                    <a:p>
                      <a:r>
                        <a:rPr kumimoji="0" lang="zh-CN" altLang="zh-CN" sz="1050" dirty="0">
                          <a:latin typeface="Arial" panose="020B0604020202020204" pitchFamily="34" charset="0"/>
                        </a:rPr>
                        <a:t>パフォーマンス考慮</a:t>
                      </a:r>
                      <a:r>
                        <a:rPr kumimoji="0" lang="ja-JP" altLang="en-US" sz="1050" dirty="0">
                          <a:latin typeface="Arial" panose="020B0604020202020204" pitchFamily="34" charset="0"/>
                        </a:rPr>
                        <a:t>の制限</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algn="ctr"/>
                      <a:r>
                        <a:rPr kumimoji="0" lang="zh-CN" altLang="zh-CN" sz="900" dirty="0">
                          <a:latin typeface="Arial" panose="020B0604020202020204" pitchFamily="34" charset="0"/>
                        </a:rPr>
                        <a:t>最大100ファイル/回、合計サイズ500MB</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3491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向上案のメリッド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N/A</a:t>
                      </a: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を経由しないため、ユーザはダウンロード後、独自</a:t>
                      </a:r>
                      <a:r>
                        <a:rPr kumimoji="0" lang="en-US" altLang="ja-JP" sz="900" kern="1200" dirty="0">
                          <a:solidFill>
                            <a:schemeClr val="tx1"/>
                          </a:solidFill>
                          <a:latin typeface="Arial" panose="020B0604020202020204" pitchFamily="34" charset="0"/>
                          <a:ea typeface="+mn-ea"/>
                          <a:cs typeface="+mn-cs"/>
                        </a:rPr>
                        <a:t>Unzip</a:t>
                      </a:r>
                      <a:r>
                        <a:rPr kumimoji="0" lang="ja-JP" altLang="en-US" sz="900" kern="1200" dirty="0">
                          <a:solidFill>
                            <a:schemeClr val="tx1"/>
                          </a:solidFill>
                          <a:latin typeface="Arial" panose="020B0604020202020204" pitchFamily="34" charset="0"/>
                          <a:ea typeface="+mn-ea"/>
                          <a:cs typeface="+mn-cs"/>
                        </a:rPr>
                        <a:t>してからアクセスする手順は不要で、「</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時ファイルと同じ形式」が実現でき、便利性が高められる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507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向上案のデメリッド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N/A</a:t>
                      </a: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ブラザーのセキュリティ設定がが必要</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実現のコードは多く、ロジックも複難</a:t>
                      </a:r>
                      <a:endParaRPr kumimoji="0" lang="en-US" altLang="ja-JP" sz="900" kern="1200" dirty="0">
                        <a:solidFill>
                          <a:srgbClr val="FF0000"/>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論理的に可能だが、</a:t>
                      </a:r>
                      <a:r>
                        <a:rPr kumimoji="0" lang="en-US" altLang="ja-JP" sz="900" kern="1200" dirty="0">
                          <a:solidFill>
                            <a:srgbClr val="FF0000"/>
                          </a:solidFill>
                          <a:latin typeface="Arial" panose="020B0604020202020204" pitchFamily="34" charset="0"/>
                          <a:ea typeface="+mn-ea"/>
                          <a:cs typeface="+mn-cs"/>
                        </a:rPr>
                        <a:t>PowerApps</a:t>
                      </a:r>
                      <a:r>
                        <a:rPr kumimoji="0" lang="ja-JP" altLang="en-US" sz="900" kern="1200" dirty="0">
                          <a:solidFill>
                            <a:srgbClr val="FF0000"/>
                          </a:solidFill>
                          <a:latin typeface="Arial" panose="020B0604020202020204" pitchFamily="34" charset="0"/>
                          <a:ea typeface="+mn-ea"/>
                          <a:cs typeface="+mn-cs"/>
                        </a:rPr>
                        <a:t>にてこいう実績がない、</a:t>
                      </a:r>
                      <a:r>
                        <a:rPr kumimoji="0" lang="en-US" altLang="ja-JP" sz="900" kern="1200" dirty="0">
                          <a:solidFill>
                            <a:srgbClr val="FF0000"/>
                          </a:solidFill>
                          <a:latin typeface="Arial" panose="020B0604020202020204" pitchFamily="34" charset="0"/>
                          <a:ea typeface="+mn-ea"/>
                          <a:cs typeface="+mn-cs"/>
                        </a:rPr>
                        <a:t>POC</a:t>
                      </a:r>
                      <a:r>
                        <a:rPr kumimoji="0" lang="ja-JP" altLang="en-US" sz="900" kern="1200" dirty="0">
                          <a:solidFill>
                            <a:srgbClr val="FF0000"/>
                          </a:solidFill>
                          <a:latin typeface="Arial" panose="020B0604020202020204" pitchFamily="34" charset="0"/>
                          <a:ea typeface="+mn-ea"/>
                          <a:cs typeface="+mn-cs"/>
                        </a:rPr>
                        <a:t>が必要</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87537692"/>
                  </a:ext>
                </a:extLst>
              </a:tr>
              <a:tr h="217173">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14" name="図 13">
            <a:extLst>
              <a:ext uri="{FF2B5EF4-FFF2-40B4-BE49-F238E27FC236}">
                <a16:creationId xmlns:a16="http://schemas.microsoft.com/office/drawing/2014/main" id="{E276B7D7-46A8-2191-847E-D87D9E696578}"/>
              </a:ext>
            </a:extLst>
          </p:cNvPr>
          <p:cNvPicPr>
            <a:picLocks noChangeAspect="1"/>
          </p:cNvPicPr>
          <p:nvPr/>
        </p:nvPicPr>
        <p:blipFill>
          <a:blip r:embed="rId3"/>
          <a:stretch>
            <a:fillRect/>
          </a:stretch>
        </p:blipFill>
        <p:spPr>
          <a:xfrm>
            <a:off x="4065195" y="2991587"/>
            <a:ext cx="2434950" cy="7215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5E855-8A62-0A1B-98AF-DFC2CC659B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BE280D-3950-F734-B87F-94DD25C7A3F9}"/>
              </a:ext>
            </a:extLst>
          </p:cNvPr>
          <p:cNvSpPr>
            <a:spLocks noGrp="1"/>
          </p:cNvSpPr>
          <p:nvPr>
            <p:ph type="title"/>
          </p:nvPr>
        </p:nvSpPr>
        <p:spPr>
          <a:xfrm>
            <a:off x="414336" y="255263"/>
            <a:ext cx="9327072" cy="683629"/>
          </a:xfrm>
        </p:spPr>
        <p:txBody>
          <a:bodyPr>
            <a:normAutofit/>
          </a:bodyPr>
          <a:lstStyle/>
          <a:p>
            <a:r>
              <a:rPr lang="ja-JP" altLang="en-US" dirty="0"/>
              <a:t>ソリューション－検索機能</a:t>
            </a:r>
          </a:p>
        </p:txBody>
      </p:sp>
      <p:sp>
        <p:nvSpPr>
          <p:cNvPr id="5" name="Rectangle 1">
            <a:extLst>
              <a:ext uri="{FF2B5EF4-FFF2-40B4-BE49-F238E27FC236}">
                <a16:creationId xmlns:a16="http://schemas.microsoft.com/office/drawing/2014/main" id="{42A14819-5FD1-0839-145E-66EAAD48AD2E}"/>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3" name="表 2">
            <a:extLst>
              <a:ext uri="{FF2B5EF4-FFF2-40B4-BE49-F238E27FC236}">
                <a16:creationId xmlns:a16="http://schemas.microsoft.com/office/drawing/2014/main" id="{EF0BA90B-B478-1CC0-7733-B06E25EFC338}"/>
              </a:ext>
            </a:extLst>
          </p:cNvPr>
          <p:cNvGraphicFramePr>
            <a:graphicFrameLocks noGrp="1"/>
          </p:cNvGraphicFramePr>
          <p:nvPr>
            <p:extLst>
              <p:ext uri="{D42A27DB-BD31-4B8C-83A1-F6EECF244321}">
                <p14:modId xmlns:p14="http://schemas.microsoft.com/office/powerpoint/2010/main" val="2533636636"/>
              </p:ext>
            </p:extLst>
          </p:nvPr>
        </p:nvGraphicFramePr>
        <p:xfrm>
          <a:off x="453572" y="867272"/>
          <a:ext cx="11284856" cy="5537942"/>
        </p:xfrm>
        <a:graphic>
          <a:graphicData uri="http://schemas.openxmlformats.org/drawingml/2006/table">
            <a:tbl>
              <a:tblPr firstRow="1">
                <a:tableStyleId>{2D5ABB26-0587-4C30-8999-92F81FD0307C}</a:tableStyleId>
              </a:tblPr>
              <a:tblGrid>
                <a:gridCol w="1739204">
                  <a:extLst>
                    <a:ext uri="{9D8B030D-6E8A-4147-A177-3AD203B41FA5}">
                      <a16:colId xmlns:a16="http://schemas.microsoft.com/office/drawing/2014/main" val="307087368"/>
                    </a:ext>
                  </a:extLst>
                </a:gridCol>
                <a:gridCol w="3451721">
                  <a:extLst>
                    <a:ext uri="{9D8B030D-6E8A-4147-A177-3AD203B41FA5}">
                      <a16:colId xmlns:a16="http://schemas.microsoft.com/office/drawing/2014/main" val="1007415991"/>
                    </a:ext>
                  </a:extLst>
                </a:gridCol>
                <a:gridCol w="6093931">
                  <a:extLst>
                    <a:ext uri="{9D8B030D-6E8A-4147-A177-3AD203B41FA5}">
                      <a16:colId xmlns:a16="http://schemas.microsoft.com/office/drawing/2014/main" val="467773725"/>
                    </a:ext>
                  </a:extLst>
                </a:gridCol>
              </a:tblGrid>
              <a:tr h="86423">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altLang="ja-JP"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54563">
                <a:tc>
                  <a:txBody>
                    <a:bodyPr/>
                    <a:lstStyle/>
                    <a:p>
                      <a:r>
                        <a:rPr lang="ja-JP" altLang="en-US" sz="1100" dirty="0"/>
                        <a:t>定型データの検索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定型データ（属性データ）の検索</a:t>
                      </a: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80179">
                <a:tc>
                  <a:txBody>
                    <a:bodyPr/>
                    <a:lstStyle/>
                    <a:p>
                      <a:r>
                        <a:rPr lang="ja-JP" altLang="en-US" sz="1100" dirty="0"/>
                        <a:t>定型データの権限制限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アクセスできる仕様書のみを検索結果から出すようにする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80179">
                <a:tc>
                  <a:txBody>
                    <a:bodyPr/>
                    <a:lstStyle/>
                    <a:p>
                      <a:r>
                        <a:rPr lang="ja-JP" altLang="en-US" sz="1100" dirty="0"/>
                        <a:t>添付ファイルの内容検索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添付ファイルの内容から検索キーワードを含むファイルを検索し、該当ファイルの所有仕様書レコードを画面に表示する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実現面：</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kern="1200" dirty="0">
                          <a:solidFill>
                            <a:schemeClr val="tx1"/>
                          </a:solidFill>
                          <a:latin typeface="Arial" panose="020B0604020202020204" pitchFamily="34" charset="0"/>
                          <a:ea typeface="+mn-ea"/>
                          <a:cs typeface="+mn-cs"/>
                        </a:rPr>
                        <a:t>参照</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kern="1200" dirty="0">
                          <a:solidFill>
                            <a:schemeClr val="tx1"/>
                          </a:solidFill>
                          <a:latin typeface="Arial" panose="020B0604020202020204" pitchFamily="34" charset="0"/>
                          <a:ea typeface="+mn-ea"/>
                          <a:cs typeface="+mn-cs"/>
                        </a:rPr>
                        <a:t>一言で纏めれば、</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770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アクセス権限のある仕様書（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に読込可能のファイルのみが検索対象（</a:t>
                      </a:r>
                      <a:r>
                        <a:rPr kumimoji="0" lang="en-US" altLang="ja-JP" sz="900" kern="1200" dirty="0">
                          <a:solidFill>
                            <a:schemeClr val="tx1"/>
                          </a:solidFill>
                          <a:latin typeface="Arial" panose="020B0604020202020204" pitchFamily="34" charset="0"/>
                          <a:ea typeface="+mn-ea"/>
                          <a:cs typeface="+mn-cs"/>
                        </a:rPr>
                        <a:t>MS</a:t>
                      </a:r>
                      <a:r>
                        <a:rPr kumimoji="0" lang="ja-JP" altLang="en-US" sz="900" kern="1200" dirty="0">
                          <a:solidFill>
                            <a:schemeClr val="tx1"/>
                          </a:solidFill>
                          <a:latin typeface="Arial" panose="020B0604020202020204" pitchFamily="34" charset="0"/>
                          <a:ea typeface="+mn-ea"/>
                          <a:cs typeface="+mn-cs"/>
                        </a:rPr>
                        <a:t>の仕様）</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済のファイルに対して、個別権限処理が必要（複雑）</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770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備考</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は何？</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の仕組み（右図）</a:t>
                      </a:r>
                      <a:endParaRPr kumimoji="0" lang="en-US" altLang="ja-JP" sz="900" kern="1200" dirty="0">
                        <a:solidFill>
                          <a:schemeClr val="tx1"/>
                        </a:solidFill>
                        <a:latin typeface="Arial" panose="020B0604020202020204" pitchFamily="34" charset="0"/>
                        <a:ea typeface="+mn-ea"/>
                        <a:cs typeface="+mn-cs"/>
                      </a:endParaRPr>
                    </a:p>
                    <a:p>
                      <a:r>
                        <a:rPr lang="en-US" altLang="ja-JP" sz="900" dirty="0"/>
                        <a:t>PowerApps </a:t>
                      </a:r>
                      <a:r>
                        <a:rPr lang="ja-JP" altLang="en-US" sz="900" dirty="0"/>
                        <a:t>における **</a:t>
                      </a:r>
                      <a:r>
                        <a:rPr lang="en-US" altLang="ja-JP" sz="900" dirty="0"/>
                        <a:t>Office 365 </a:t>
                      </a:r>
                      <a:r>
                        <a:rPr lang="ja-JP" altLang="en-US" sz="900" dirty="0"/>
                        <a:t>シリーズのデータオブジェクト（コネクタ）**は、</a:t>
                      </a:r>
                      <a:endParaRPr lang="en-US" altLang="ja-JP" sz="900" dirty="0"/>
                    </a:p>
                    <a:p>
                      <a:r>
                        <a:rPr lang="ja-JP" altLang="en-US" sz="900" dirty="0"/>
                        <a:t>主に </a:t>
                      </a:r>
                      <a:r>
                        <a:rPr lang="en-US" altLang="ja-JP" sz="900" b="1" dirty="0"/>
                        <a:t>Microsoft Graph</a:t>
                      </a:r>
                      <a:r>
                        <a:rPr lang="ja-JP" altLang="en-US" sz="900" dirty="0"/>
                        <a:t> という共通の基盤サービスを通じて、</a:t>
                      </a:r>
                      <a:endParaRPr lang="en-US" altLang="ja-JP" sz="900" dirty="0"/>
                    </a:p>
                    <a:p>
                      <a:r>
                        <a:rPr lang="ja-JP" altLang="en-US" sz="900" dirty="0"/>
                        <a:t>ユーザーや組織のデータにアクセスしています。</a:t>
                      </a:r>
                    </a:p>
                    <a:p>
                      <a:r>
                        <a:rPr lang="ja-JP" altLang="en-US" sz="900" dirty="0"/>
                        <a:t>簡単に言えば、これらのコネクタは、</a:t>
                      </a:r>
                      <a:r>
                        <a:rPr lang="en-US" altLang="ja-JP" sz="900" dirty="0"/>
                        <a:t>PowerApps </a:t>
                      </a:r>
                      <a:r>
                        <a:rPr lang="ja-JP" altLang="en-US" sz="900" dirty="0"/>
                        <a:t>アプリが </a:t>
                      </a:r>
                      <a:r>
                        <a:rPr lang="en-US" altLang="ja-JP" sz="900" b="1" dirty="0"/>
                        <a:t>Microsoft 365 (</a:t>
                      </a:r>
                      <a:r>
                        <a:rPr lang="ja-JP" altLang="en-US" sz="900" b="1" dirty="0"/>
                        <a:t>旧 </a:t>
                      </a:r>
                      <a:r>
                        <a:rPr lang="en-US" altLang="ja-JP" sz="900" b="1" dirty="0"/>
                        <a:t>Office 365) </a:t>
                      </a:r>
                    </a:p>
                    <a:p>
                      <a:r>
                        <a:rPr lang="ja-JP" altLang="en-US" sz="900" b="1" dirty="0"/>
                        <a:t>のサービスと「会話」するための「通訳者」</a:t>
                      </a:r>
                      <a:r>
                        <a:rPr lang="ja-JP" altLang="en-US" sz="900" dirty="0"/>
                        <a:t> のようなものです。</a:t>
                      </a:r>
                      <a:endParaRPr lang="en-US" altLang="ja-JP" sz="900" dirty="0"/>
                    </a:p>
                    <a:p>
                      <a:r>
                        <a:rPr lang="en-US" altLang="ja-JP" sz="900" b="1" dirty="0"/>
                        <a:t>Search</a:t>
                      </a:r>
                      <a:r>
                        <a:rPr lang="ja-JP" altLang="en-US" sz="900" b="1" dirty="0"/>
                        <a:t>の</a:t>
                      </a:r>
                      <a:r>
                        <a:rPr lang="en-US" altLang="ja-JP" sz="900" b="1" dirty="0"/>
                        <a:t>Connector</a:t>
                      </a:r>
                      <a:r>
                        <a:rPr lang="ja-JP" altLang="en-US" sz="900" b="1" dirty="0"/>
                        <a:t>が提供されていないため、</a:t>
                      </a:r>
                      <a:r>
                        <a:rPr lang="en-US" altLang="ja-JP" sz="900" b="1" dirty="0"/>
                        <a:t>Power Apps</a:t>
                      </a:r>
                      <a:r>
                        <a:rPr lang="ja-JP" altLang="en-US" sz="900" b="1" dirty="0"/>
                        <a:t>から直接利用するのは必須。</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87537692"/>
                  </a:ext>
                </a:extLst>
              </a:tr>
              <a:tr h="77057">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4" name="Picture 2" descr="Microsoft Graph、Microsoft Graph Data Connect、Copilot コネクタを使用すると、Microsoft 365 エクスペリエンスを拡張し、インテリジェント なアプリを構築できます。">
            <a:extLst>
              <a:ext uri="{FF2B5EF4-FFF2-40B4-BE49-F238E27FC236}">
                <a16:creationId xmlns:a16="http://schemas.microsoft.com/office/drawing/2014/main" id="{4A539BC9-27F8-11C1-74DD-0E247EAFAB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4528" y="3760151"/>
            <a:ext cx="4824856" cy="239281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表 6">
            <a:extLst>
              <a:ext uri="{FF2B5EF4-FFF2-40B4-BE49-F238E27FC236}">
                <a16:creationId xmlns:a16="http://schemas.microsoft.com/office/drawing/2014/main" id="{053A7B1C-9D6B-DD7E-DEB5-B85372EBE02F}"/>
              </a:ext>
            </a:extLst>
          </p:cNvPr>
          <p:cNvGraphicFramePr>
            <a:graphicFrameLocks noGrp="1"/>
          </p:cNvGraphicFramePr>
          <p:nvPr/>
        </p:nvGraphicFramePr>
        <p:xfrm>
          <a:off x="2243271" y="4600805"/>
          <a:ext cx="4537817" cy="1377104"/>
        </p:xfrm>
        <a:graphic>
          <a:graphicData uri="http://schemas.openxmlformats.org/drawingml/2006/table">
            <a:tbl>
              <a:tblPr firstRow="1">
                <a:tableStyleId>{35758FB7-9AC5-4552-8A53-C91805E547FA}</a:tableStyleId>
              </a:tblPr>
              <a:tblGrid>
                <a:gridCol w="573651">
                  <a:extLst>
                    <a:ext uri="{9D8B030D-6E8A-4147-A177-3AD203B41FA5}">
                      <a16:colId xmlns:a16="http://schemas.microsoft.com/office/drawing/2014/main" val="2071358957"/>
                    </a:ext>
                  </a:extLst>
                </a:gridCol>
                <a:gridCol w="1389055">
                  <a:extLst>
                    <a:ext uri="{9D8B030D-6E8A-4147-A177-3AD203B41FA5}">
                      <a16:colId xmlns:a16="http://schemas.microsoft.com/office/drawing/2014/main" val="3815825157"/>
                    </a:ext>
                  </a:extLst>
                </a:gridCol>
                <a:gridCol w="844087">
                  <a:extLst>
                    <a:ext uri="{9D8B030D-6E8A-4147-A177-3AD203B41FA5}">
                      <a16:colId xmlns:a16="http://schemas.microsoft.com/office/drawing/2014/main" val="3610100658"/>
                    </a:ext>
                  </a:extLst>
                </a:gridCol>
                <a:gridCol w="1731024">
                  <a:extLst>
                    <a:ext uri="{9D8B030D-6E8A-4147-A177-3AD203B41FA5}">
                      <a16:colId xmlns:a16="http://schemas.microsoft.com/office/drawing/2014/main" val="2805758698"/>
                    </a:ext>
                  </a:extLst>
                </a:gridCol>
              </a:tblGrid>
              <a:tr h="0">
                <a:tc>
                  <a:txBody>
                    <a:bodyPr/>
                    <a:lstStyle/>
                    <a:p>
                      <a:r>
                        <a:rPr lang="ja-JP" altLang="en-US" sz="400"/>
                        <a:t>コネクタ名</a:t>
                      </a:r>
                    </a:p>
                  </a:txBody>
                  <a:tcPr marL="40112" marR="40112" marT="20056" marB="20056" anchor="ctr"/>
                </a:tc>
                <a:tc>
                  <a:txBody>
                    <a:bodyPr/>
                    <a:lstStyle/>
                    <a:p>
                      <a:r>
                        <a:rPr lang="ja-JP" altLang="en-US" sz="400"/>
                        <a:t>主な役割</a:t>
                      </a:r>
                    </a:p>
                  </a:txBody>
                  <a:tcPr marL="40112" marR="40112" marT="20056" marB="20056" anchor="ctr"/>
                </a:tc>
                <a:tc>
                  <a:txBody>
                    <a:bodyPr/>
                    <a:lstStyle/>
                    <a:p>
                      <a:r>
                        <a:rPr lang="ja-JP" altLang="en-US" sz="400"/>
                        <a:t>データソース</a:t>
                      </a:r>
                    </a:p>
                  </a:txBody>
                  <a:tcPr marL="40112" marR="40112" marT="20056" marB="20056" anchor="ctr"/>
                </a:tc>
                <a:tc>
                  <a:txBody>
                    <a:bodyPr/>
                    <a:lstStyle/>
                    <a:p>
                      <a:r>
                        <a:rPr lang="ja-JP" altLang="en-US" sz="400"/>
                        <a:t>関係性</a:t>
                      </a:r>
                      <a:r>
                        <a:rPr lang="en-US" altLang="ja-JP" sz="400"/>
                        <a:t>/</a:t>
                      </a:r>
                      <a:r>
                        <a:rPr lang="ja-JP" altLang="en-US" sz="400"/>
                        <a:t>共通点</a:t>
                      </a:r>
                    </a:p>
                  </a:txBody>
                  <a:tcPr marL="40112" marR="40112" marT="20056" marB="20056" anchor="ctr"/>
                </a:tc>
                <a:extLst>
                  <a:ext uri="{0D108BD9-81ED-4DB2-BD59-A6C34878D82A}">
                    <a16:rowId xmlns:a16="http://schemas.microsoft.com/office/drawing/2014/main" val="1925658862"/>
                  </a:ext>
                </a:extLst>
              </a:tr>
              <a:tr h="295651">
                <a:tc>
                  <a:txBody>
                    <a:bodyPr/>
                    <a:lstStyle/>
                    <a:p>
                      <a:r>
                        <a:rPr lang="de-DE" sz="400" b="1"/>
                        <a:t>Office 365 Users</a:t>
                      </a:r>
                      <a:endParaRPr lang="de-DE" sz="400"/>
                    </a:p>
                  </a:txBody>
                  <a:tcPr marL="40112" marR="40112" marT="20056" marB="20056" anchor="ctr"/>
                </a:tc>
                <a:tc>
                  <a:txBody>
                    <a:bodyPr/>
                    <a:lstStyle/>
                    <a:p>
                      <a:r>
                        <a:rPr lang="ja-JP" altLang="en-US" sz="400"/>
                        <a:t>組織内のユーザー（名前、メールアドレス、部署など）の</a:t>
                      </a:r>
                      <a:r>
                        <a:rPr lang="ja-JP" altLang="en-US" sz="400" b="1"/>
                        <a:t>読み取り</a:t>
                      </a:r>
                      <a:r>
                        <a:rPr lang="ja-JP" altLang="en-US" sz="400"/>
                        <a:t>。</a:t>
                      </a:r>
                    </a:p>
                  </a:txBody>
                  <a:tcPr marL="40112" marR="40112" marT="20056" marB="20056" anchor="ctr"/>
                </a:tc>
                <a:tc>
                  <a:txBody>
                    <a:bodyPr/>
                    <a:lstStyle/>
                    <a:p>
                      <a:r>
                        <a:rPr lang="de-DE" sz="400"/>
                        <a:t>Microsoft Graph (Azure AD)</a:t>
                      </a:r>
                    </a:p>
                  </a:txBody>
                  <a:tcPr marL="40112" marR="40112" marT="20056" marB="20056" anchor="ctr"/>
                </a:tc>
                <a:tc>
                  <a:txBody>
                    <a:bodyPr/>
                    <a:lstStyle/>
                    <a:p>
                      <a:r>
                        <a:rPr lang="ja-JP" altLang="en-US" sz="400"/>
                        <a:t>ユーザー情報を取得する最も基本的なコネクタ。他の多くのサービスと共通の認証基盤（</a:t>
                      </a:r>
                      <a:r>
                        <a:rPr lang="en-US" altLang="ja-JP" sz="400"/>
                        <a:t>Azure AD</a:t>
                      </a:r>
                      <a:r>
                        <a:rPr lang="ja-JP" altLang="en-US" sz="400"/>
                        <a:t>）を使用します。</a:t>
                      </a:r>
                    </a:p>
                  </a:txBody>
                  <a:tcPr marL="40112" marR="40112" marT="20056" marB="20056" anchor="ctr"/>
                </a:tc>
                <a:extLst>
                  <a:ext uri="{0D108BD9-81ED-4DB2-BD59-A6C34878D82A}">
                    <a16:rowId xmlns:a16="http://schemas.microsoft.com/office/drawing/2014/main" val="3837482820"/>
                  </a:ext>
                </a:extLst>
              </a:tr>
              <a:tr h="295651">
                <a:tc>
                  <a:txBody>
                    <a:bodyPr/>
                    <a:lstStyle/>
                    <a:p>
                      <a:r>
                        <a:rPr lang="de-DE" sz="400" b="1"/>
                        <a:t>Office 365 Outlook</a:t>
                      </a:r>
                      <a:endParaRPr lang="de-DE" sz="400"/>
                    </a:p>
                  </a:txBody>
                  <a:tcPr marL="40112" marR="40112" marT="20056" marB="20056" anchor="ctr"/>
                </a:tc>
                <a:tc>
                  <a:txBody>
                    <a:bodyPr/>
                    <a:lstStyle/>
                    <a:p>
                      <a:r>
                        <a:rPr lang="ja-JP" altLang="en-US" sz="400"/>
                        <a:t>ユーザーの</a:t>
                      </a:r>
                      <a:r>
                        <a:rPr lang="ja-JP" altLang="en-US" sz="400" b="1"/>
                        <a:t>メールボックス、カレンダー</a:t>
                      </a:r>
                      <a:r>
                        <a:rPr lang="ja-JP" altLang="en-US" sz="400"/>
                        <a:t>へのアクセス（メール送信、イベントの読み書き）。</a:t>
                      </a:r>
                    </a:p>
                  </a:txBody>
                  <a:tcPr marL="40112" marR="40112" marT="20056" marB="20056" anchor="ctr"/>
                </a:tc>
                <a:tc>
                  <a:txBody>
                    <a:bodyPr/>
                    <a:lstStyle/>
                    <a:p>
                      <a:r>
                        <a:rPr lang="de-DE" sz="400"/>
                        <a:t>Exchange Online / Microsoft Graph</a:t>
                      </a:r>
                    </a:p>
                  </a:txBody>
                  <a:tcPr marL="40112" marR="40112" marT="20056" marB="20056" anchor="ctr"/>
                </a:tc>
                <a:tc>
                  <a:txBody>
                    <a:bodyPr/>
                    <a:lstStyle/>
                    <a:p>
                      <a:r>
                        <a:rPr lang="ja-JP" altLang="en-US" sz="400"/>
                        <a:t>ユーザー固有のメールやカレンダー操作に特化しています。認証は </a:t>
                      </a:r>
                      <a:r>
                        <a:rPr lang="en-US" altLang="ja-JP" sz="400"/>
                        <a:t>Users </a:t>
                      </a:r>
                      <a:r>
                        <a:rPr lang="ja-JP" altLang="en-US" sz="400"/>
                        <a:t>と同じく </a:t>
                      </a:r>
                      <a:r>
                        <a:rPr lang="en-US" altLang="ja-JP" sz="400"/>
                        <a:t>Microsoft 365 </a:t>
                      </a:r>
                      <a:r>
                        <a:rPr lang="ja-JP" altLang="en-US" sz="400"/>
                        <a:t>ユーザー認証です。</a:t>
                      </a:r>
                    </a:p>
                  </a:txBody>
                  <a:tcPr marL="40112" marR="40112" marT="20056" marB="20056" anchor="ctr"/>
                </a:tc>
                <a:extLst>
                  <a:ext uri="{0D108BD9-81ED-4DB2-BD59-A6C34878D82A}">
                    <a16:rowId xmlns:a16="http://schemas.microsoft.com/office/drawing/2014/main" val="1069455160"/>
                  </a:ext>
                </a:extLst>
              </a:tr>
              <a:tr h="295651">
                <a:tc>
                  <a:txBody>
                    <a:bodyPr/>
                    <a:lstStyle/>
                    <a:p>
                      <a:r>
                        <a:rPr lang="de-DE" sz="400" b="1"/>
                        <a:t>Office 365 Groups</a:t>
                      </a:r>
                      <a:endParaRPr lang="de-DE" sz="400"/>
                    </a:p>
                  </a:txBody>
                  <a:tcPr marL="40112" marR="40112" marT="20056" marB="20056" anchor="ctr"/>
                </a:tc>
                <a:tc>
                  <a:txBody>
                    <a:bodyPr/>
                    <a:lstStyle/>
                    <a:p>
                      <a:r>
                        <a:rPr lang="ja-JP" altLang="en-US" sz="400"/>
                        <a:t>組織内の </a:t>
                      </a:r>
                      <a:r>
                        <a:rPr lang="en-US" altLang="ja-JP" sz="400" b="1"/>
                        <a:t>Microsoft 365 </a:t>
                      </a:r>
                      <a:r>
                        <a:rPr lang="ja-JP" altLang="en-US" sz="400" b="1"/>
                        <a:t>グループ</a:t>
                      </a:r>
                      <a:r>
                        <a:rPr lang="ja-JP" altLang="en-US" sz="400"/>
                        <a:t>の情報取得と管理。</a:t>
                      </a:r>
                    </a:p>
                  </a:txBody>
                  <a:tcPr marL="40112" marR="40112" marT="20056" marB="20056" anchor="ctr"/>
                </a:tc>
                <a:tc>
                  <a:txBody>
                    <a:bodyPr/>
                    <a:lstStyle/>
                    <a:p>
                      <a:r>
                        <a:rPr lang="de-DE" sz="400"/>
                        <a:t>Microsoft Graph</a:t>
                      </a:r>
                    </a:p>
                  </a:txBody>
                  <a:tcPr marL="40112" marR="40112" marT="20056" marB="20056" anchor="ctr"/>
                </a:tc>
                <a:tc>
                  <a:txBody>
                    <a:bodyPr/>
                    <a:lstStyle/>
                    <a:p>
                      <a:r>
                        <a:rPr lang="ja-JP" altLang="en-US" sz="400"/>
                        <a:t>組織構造（グループ単位）の情報にアクセスします。</a:t>
                      </a:r>
                      <a:r>
                        <a:rPr lang="en-US" altLang="ja-JP" sz="400"/>
                        <a:t>Users </a:t>
                      </a:r>
                      <a:r>
                        <a:rPr lang="ja-JP" altLang="en-US" sz="400"/>
                        <a:t>コネクタの情報を拡張したような位置付けです。</a:t>
                      </a:r>
                    </a:p>
                  </a:txBody>
                  <a:tcPr marL="40112" marR="40112" marT="20056" marB="20056" anchor="ctr"/>
                </a:tc>
                <a:extLst>
                  <a:ext uri="{0D108BD9-81ED-4DB2-BD59-A6C34878D82A}">
                    <a16:rowId xmlns:a16="http://schemas.microsoft.com/office/drawing/2014/main" val="1958721351"/>
                  </a:ext>
                </a:extLst>
              </a:tr>
              <a:tr h="389079">
                <a:tc>
                  <a:txBody>
                    <a:bodyPr/>
                    <a:lstStyle/>
                    <a:p>
                      <a:r>
                        <a:rPr lang="de-DE" sz="400" b="1"/>
                        <a:t>SharePoint</a:t>
                      </a:r>
                      <a:endParaRPr lang="de-DE" sz="400"/>
                    </a:p>
                  </a:txBody>
                  <a:tcPr marL="40112" marR="40112" marT="20056" marB="20056" anchor="ctr"/>
                </a:tc>
                <a:tc>
                  <a:txBody>
                    <a:bodyPr/>
                    <a:lstStyle/>
                    <a:p>
                      <a:r>
                        <a:rPr lang="ja-JP" altLang="en-US" sz="400"/>
                        <a:t>組織内の </a:t>
                      </a:r>
                      <a:r>
                        <a:rPr lang="en-US" altLang="ja-JP" sz="400" b="1"/>
                        <a:t>SharePoint </a:t>
                      </a:r>
                      <a:r>
                        <a:rPr lang="ja-JP" altLang="en-US" sz="400" b="1"/>
                        <a:t>サイト、リスト、ドキュメントライブラリ</a:t>
                      </a:r>
                      <a:r>
                        <a:rPr lang="ja-JP" altLang="en-US" sz="400"/>
                        <a:t>へのアクセス。</a:t>
                      </a:r>
                    </a:p>
                  </a:txBody>
                  <a:tcPr marL="40112" marR="40112" marT="20056" marB="20056" anchor="ctr"/>
                </a:tc>
                <a:tc>
                  <a:txBody>
                    <a:bodyPr/>
                    <a:lstStyle/>
                    <a:p>
                      <a:r>
                        <a:rPr lang="de-DE" sz="400"/>
                        <a:t>SharePoint Online</a:t>
                      </a:r>
                    </a:p>
                  </a:txBody>
                  <a:tcPr marL="40112" marR="40112" marT="20056" marB="20056" anchor="ctr"/>
                </a:tc>
                <a:tc>
                  <a:txBody>
                    <a:bodyPr/>
                    <a:lstStyle/>
                    <a:p>
                      <a:r>
                        <a:rPr lang="ja-JP" altLang="en-US" sz="400" dirty="0"/>
                        <a:t>データの保存場所（リスト、ライブラリ）として機能し、</a:t>
                      </a:r>
                      <a:r>
                        <a:rPr lang="en-US" altLang="ja-JP" sz="400" dirty="0"/>
                        <a:t>Users </a:t>
                      </a:r>
                      <a:r>
                        <a:rPr lang="ja-JP" altLang="en-US" sz="400" dirty="0"/>
                        <a:t>コネクタで取得したユーザー情報（例：担当者）と連携することが多いです。</a:t>
                      </a:r>
                    </a:p>
                  </a:txBody>
                  <a:tcPr marL="40112" marR="40112" marT="20056" marB="20056" anchor="ctr"/>
                </a:tc>
                <a:extLst>
                  <a:ext uri="{0D108BD9-81ED-4DB2-BD59-A6C34878D82A}">
                    <a16:rowId xmlns:a16="http://schemas.microsoft.com/office/drawing/2014/main" val="2992468360"/>
                  </a:ext>
                </a:extLst>
              </a:tr>
            </a:tbl>
          </a:graphicData>
        </a:graphic>
      </p:graphicFrame>
    </p:spTree>
    <p:extLst>
      <p:ext uri="{BB962C8B-B14F-4D97-AF65-F5344CB8AC3E}">
        <p14:creationId xmlns:p14="http://schemas.microsoft.com/office/powerpoint/2010/main" val="2925970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ソリューション－パフォーマンス、</a:t>
            </a:r>
            <a:r>
              <a:rPr lang="en-US" altLang="ja-JP" dirty="0"/>
              <a:t>HA</a:t>
            </a:r>
            <a:r>
              <a:rPr lang="ja-JP" altLang="en-US" dirty="0"/>
              <a:t>など</a:t>
            </a:r>
            <a:endParaRPr lang="ja-JP" altLang="en-US" dirty="0">
              <a:effectLst/>
            </a:endParaRPr>
          </a:p>
        </p:txBody>
      </p:sp>
      <p:graphicFrame>
        <p:nvGraphicFramePr>
          <p:cNvPr id="3" name="表 2">
            <a:extLst>
              <a:ext uri="{FF2B5EF4-FFF2-40B4-BE49-F238E27FC236}">
                <a16:creationId xmlns:a16="http://schemas.microsoft.com/office/drawing/2014/main" id="{E7E67724-D206-B572-F611-ED6C3EACD9F5}"/>
              </a:ext>
            </a:extLst>
          </p:cNvPr>
          <p:cNvGraphicFramePr>
            <a:graphicFrameLocks noGrp="1"/>
          </p:cNvGraphicFramePr>
          <p:nvPr/>
        </p:nvGraphicFramePr>
        <p:xfrm>
          <a:off x="414335" y="757388"/>
          <a:ext cx="11284857" cy="5169119"/>
        </p:xfrm>
        <a:graphic>
          <a:graphicData uri="http://schemas.openxmlformats.org/drawingml/2006/table">
            <a:tbl>
              <a:tblPr firstRow="1">
                <a:tableStyleId>{2D5ABB26-0587-4C30-8999-92F81FD0307C}</a:tableStyleId>
              </a:tblPr>
              <a:tblGrid>
                <a:gridCol w="2234861">
                  <a:extLst>
                    <a:ext uri="{9D8B030D-6E8A-4147-A177-3AD203B41FA5}">
                      <a16:colId xmlns:a16="http://schemas.microsoft.com/office/drawing/2014/main" val="307087368"/>
                    </a:ext>
                  </a:extLst>
                </a:gridCol>
                <a:gridCol w="9049996">
                  <a:extLst>
                    <a:ext uri="{9D8B030D-6E8A-4147-A177-3AD203B41FA5}">
                      <a16:colId xmlns:a16="http://schemas.microsoft.com/office/drawing/2014/main" val="1007415991"/>
                    </a:ext>
                  </a:extLst>
                </a:gridCol>
              </a:tblGrid>
              <a:tr h="238695">
                <a:tc>
                  <a:txBody>
                    <a:bodyPr/>
                    <a:lstStyle/>
                    <a:p>
                      <a:r>
                        <a:rPr lang="ja-JP" altLang="en-US" sz="1200" b="1" dirty="0"/>
                        <a:t>システム要件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66520">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データアクセス</a:t>
                      </a:r>
                      <a:endParaRPr lang="ja-JP" altLang="en-US" sz="11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仕様書の定型データ：</a:t>
                      </a:r>
                      <a:endParaRPr lang="en-US" altLang="ja-JP" sz="1000" dirty="0"/>
                    </a:p>
                    <a:p>
                      <a:pPr marL="171450" indent="-171450">
                        <a:buFont typeface="Arial" panose="020B0604020202020204" pitchFamily="34" charset="0"/>
                        <a:buChar char="•"/>
                      </a:pPr>
                      <a:r>
                        <a:rPr kumimoji="0" lang="zh-CN" altLang="zh-CN" sz="1000" dirty="0">
                          <a:latin typeface="Arial" panose="020B0604020202020204" pitchFamily="34" charset="0"/>
                        </a:rPr>
                        <a:t>SQL Serverのクエリ最適化（インデックス、ストアドプロシージャ使用）。</a:t>
                      </a:r>
                      <a:endParaRPr kumimoji="0" lang="en-US" altLang="zh-CN" sz="1000" dirty="0">
                        <a:latin typeface="Arial" panose="020B0604020202020204" pitchFamily="34" charset="0"/>
                      </a:endParaRPr>
                    </a:p>
                    <a:p>
                      <a:pPr marL="171450" indent="-171450">
                        <a:buFont typeface="Arial" panose="020B0604020202020204" pitchFamily="34" charset="0"/>
                        <a:buChar char="•"/>
                      </a:pPr>
                      <a:r>
                        <a:rPr kumimoji="0" lang="zh-CN" altLang="zh-CN" sz="1000" dirty="0">
                          <a:latin typeface="Arial" panose="020B0604020202020204" pitchFamily="34" charset="0"/>
                        </a:rPr>
                        <a:t>PowerAppsのDelegationを活用（Filter/Sortをサーバーサイド処理）</a:t>
                      </a:r>
                      <a:endParaRPr kumimoji="0" lang="en-US" altLang="zh-CN" sz="1000" dirty="0">
                        <a:latin typeface="Arial" panose="020B0604020202020204" pitchFamily="34" charset="0"/>
                      </a:endParaRPr>
                    </a:p>
                    <a:p>
                      <a:pPr marL="0" indent="0">
                        <a:buFont typeface="Arial" panose="020B0604020202020204" pitchFamily="34" charset="0"/>
                        <a:buNone/>
                      </a:pPr>
                      <a:r>
                        <a:rPr kumimoji="0" lang="ja-JP" altLang="en-US" sz="1000" dirty="0">
                          <a:latin typeface="Arial" panose="020B0604020202020204" pitchFamily="34" charset="0"/>
                        </a:rPr>
                        <a:t>添付ファイルの検索</a:t>
                      </a:r>
                      <a:endParaRPr kumimoji="0" lang="en-US" altLang="ja-JP" sz="1000" dirty="0">
                        <a:latin typeface="Arial" panose="020B0604020202020204" pitchFamily="34" charset="0"/>
                      </a:endParaRPr>
                    </a:p>
                    <a:p>
                      <a:pPr marL="171450" indent="-171450">
                        <a:buFont typeface="Arial" panose="020B0604020202020204" pitchFamily="34" charset="0"/>
                        <a:buChar char="•"/>
                      </a:pPr>
                      <a:r>
                        <a:rPr lang="en-US" altLang="ja-JP" sz="1000" dirty="0" err="1"/>
                        <a:t>GraphAPI</a:t>
                      </a:r>
                      <a:r>
                        <a:rPr lang="ja-JP" altLang="en-US" sz="1000" dirty="0"/>
                        <a:t>の検索パフォーマンスに依存（</a:t>
                      </a:r>
                      <a:r>
                        <a:rPr lang="en-US" altLang="ja-JP" sz="1000" dirty="0"/>
                        <a:t>SharePoint UI</a:t>
                      </a:r>
                      <a:r>
                        <a:rPr lang="ja-JP" altLang="en-US" sz="1000" dirty="0"/>
                        <a:t>にての検索と同じ程度）</a:t>
                      </a:r>
                      <a:endParaRPr lang="en-US" altLang="ja-JP" sz="1000" dirty="0"/>
                    </a:p>
                    <a:p>
                      <a:pPr marL="171450" indent="-171450">
                        <a:buFont typeface="Arial" panose="020B0604020202020204" pitchFamily="34" charset="0"/>
                        <a:buChar char="•"/>
                      </a:pPr>
                      <a:r>
                        <a:rPr lang="ja-JP" altLang="en-US" sz="1000" dirty="0"/>
                        <a:t>ページング機能を活用</a:t>
                      </a:r>
                      <a:endParaRPr lang="en-US"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221448">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ファイル扱い</a:t>
                      </a:r>
                      <a:endParaRPr lang="ja-JP" altLang="en-US" sz="11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zh-CN" altLang="zh-CN" sz="1000" dirty="0">
                          <a:latin typeface="Arial" panose="020B0604020202020204" pitchFamily="34" charset="0"/>
                        </a:rPr>
                        <a:t>非同期ロード（PowerAppsのConcurrent関数）。大容量ファイル時はストリーミング</a:t>
                      </a:r>
                      <a:r>
                        <a:rPr kumimoji="0" lang="zh-CN" altLang="zh-CN" sz="1050" dirty="0">
                          <a:latin typeface="Arial" panose="020B0604020202020204" pitchFamily="34" charset="0"/>
                        </a:rPr>
                        <a:t>。</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12825">
                <a:tc>
                  <a:txBody>
                    <a:bodyPr/>
                    <a:lstStyle/>
                    <a:p>
                      <a:r>
                        <a:rPr kumimoji="0" lang="zh-CN" altLang="zh-CN" sz="1050" dirty="0">
                          <a:latin typeface="Arial" panose="020B0604020202020204" pitchFamily="34" charset="0"/>
                        </a:rPr>
                        <a:t>スケーラビリティ</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Azure SQL</a:t>
                      </a:r>
                      <a:r>
                        <a:rPr lang="ja-JP" altLang="en-US" sz="1000" kern="1200" dirty="0">
                          <a:solidFill>
                            <a:schemeClr val="tx1"/>
                          </a:solidFill>
                          <a:latin typeface="+mn-lt"/>
                          <a:ea typeface="+mn-ea"/>
                          <a:cs typeface="+mn-cs"/>
                        </a:rPr>
                        <a:t>で動的に追加可能（</a:t>
                      </a:r>
                      <a:r>
                        <a:rPr lang="de-DE" altLang="ja-JP" sz="1000" kern="1200" dirty="0">
                          <a:solidFill>
                            <a:schemeClr val="tx1"/>
                          </a:solidFill>
                          <a:effectLst/>
                          <a:latin typeface="+mn-lt"/>
                          <a:ea typeface="+mn-ea"/>
                          <a:cs typeface="+mn-cs"/>
                        </a:rPr>
                        <a:t>PaaS</a:t>
                      </a:r>
                      <a:r>
                        <a:rPr lang="ja-JP" altLang="en-US" sz="1000" kern="1200" dirty="0">
                          <a:solidFill>
                            <a:schemeClr val="tx1"/>
                          </a:solidFill>
                          <a:latin typeface="+mn-lt"/>
                          <a:ea typeface="+mn-ea"/>
                          <a:cs typeface="+mn-cs"/>
                        </a:rPr>
                        <a:t>のため）</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791156">
                <a:tc>
                  <a:txBody>
                    <a:bodyPr/>
                    <a:lstStyle/>
                    <a:p>
                      <a:r>
                        <a:rPr lang="ja-JP" altLang="en-US" sz="1050" dirty="0"/>
                        <a:t>高可用性</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リモートストレージ高可用性モデル </a:t>
                      </a:r>
                      <a:r>
                        <a:rPr lang="en-US" altLang="ja-JP" sz="1000" dirty="0"/>
                        <a:t>(</a:t>
                      </a:r>
                      <a:r>
                        <a:rPr lang="de-DE" altLang="ja-JP" sz="1000" dirty="0"/>
                        <a:t>Remote Storage High Availability Model)</a:t>
                      </a:r>
                      <a:r>
                        <a:rPr lang="ja-JP" altLang="en-US" sz="1000" dirty="0"/>
                        <a:t>　汎用 </a:t>
                      </a:r>
                      <a:r>
                        <a:rPr lang="en-US" altLang="ja-JP" sz="1000" dirty="0"/>
                        <a:t>(</a:t>
                      </a:r>
                      <a:r>
                        <a:rPr lang="de-DE" altLang="ja-JP" sz="1000" dirty="0"/>
                        <a:t>General Purpose) </a:t>
                      </a:r>
                      <a:r>
                        <a:rPr lang="ja-JP" altLang="en-US" sz="1000" dirty="0"/>
                        <a:t>サービス階層に適用</a:t>
                      </a:r>
                      <a:endParaRPr lang="en-US"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900" dirty="0"/>
                        <a:t>コンピューティング（</a:t>
                      </a:r>
                      <a:r>
                        <a:rPr lang="en-US" altLang="ja-JP" sz="900" dirty="0"/>
                        <a:t>SQL Server </a:t>
                      </a:r>
                      <a:r>
                        <a:rPr lang="ja-JP" altLang="en-US" sz="900" dirty="0"/>
                        <a:t>プロセス）とストレージが分離されています。</a:t>
                      </a:r>
                      <a:endParaRPr lang="en-US" altLang="ja-JP" sz="9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900" dirty="0"/>
                        <a:t>データファイルは </a:t>
                      </a:r>
                      <a:r>
                        <a:rPr lang="en-US" altLang="ja-JP" sz="900" dirty="0"/>
                        <a:t>Azure Premium Remote Storage </a:t>
                      </a:r>
                      <a:r>
                        <a:rPr lang="ja-JP" altLang="en-US" sz="900" dirty="0"/>
                        <a:t>に格納され、このストレージ自体が高可用性を確保しています（ゾーン冗長またはローカル冗長）。</a:t>
                      </a:r>
                      <a:endParaRPr lang="en-US" altLang="ja-JP" sz="9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900" dirty="0"/>
                        <a:t>プライマリ（主）レプリカに障害が発生した場合、新しい </a:t>
                      </a:r>
                      <a:r>
                        <a:rPr lang="en-US" altLang="ja-JP" sz="900" dirty="0"/>
                        <a:t>SQL Server </a:t>
                      </a:r>
                      <a:r>
                        <a:rPr lang="ja-JP" altLang="en-US" sz="900" dirty="0"/>
                        <a:t>プロセスが稼働し、リモートストレージに再接続してデータベースを復旧します。</a:t>
                      </a:r>
                      <a:endParaRPr lang="en-US" altLang="ja-JP" sz="9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r>
                        <a:rPr lang="en-US" altLang="ja-JP" sz="1000" dirty="0"/>
                        <a:t> </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900" dirty="0"/>
                        <a:t>データベースのコピー（レプリカ）は</a:t>
                      </a:r>
                      <a:r>
                        <a:rPr lang="en-US" altLang="ja-JP" sz="900" dirty="0"/>
                        <a:t>1</a:t>
                      </a:r>
                      <a:r>
                        <a:rPr lang="ja-JP" altLang="en-US" sz="900" dirty="0"/>
                        <a:t>つ（プライマリのみ）ですが、ストレージ側でデータの冗長性が確保されています。フェールオーバー時に新しいノードへの再接続が必要なため、トランザクションのコミット遅延が若干発生する可能性があります。</a:t>
                      </a:r>
                      <a:endParaRPr lang="de-DE" altLang="ja-JP" sz="9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ローカルストレージ高可用性モデル </a:t>
                      </a:r>
                      <a:r>
                        <a:rPr lang="en-US" altLang="ja-JP" sz="1000" dirty="0"/>
                        <a:t>(</a:t>
                      </a:r>
                      <a:r>
                        <a:rPr lang="de-DE" altLang="ja-JP" sz="1000" dirty="0"/>
                        <a:t>Local Storage High Availability Model)- </a:t>
                      </a:r>
                      <a:r>
                        <a:rPr lang="ja-JP" altLang="en-US" sz="1000" b="1" dirty="0"/>
                        <a:t>ビジネスクリティカル </a:t>
                      </a:r>
                      <a:r>
                        <a:rPr lang="en-US" altLang="ja-JP" sz="1000" b="1" dirty="0"/>
                        <a:t>(Business Critical) </a:t>
                      </a:r>
                      <a:r>
                        <a:rPr lang="ja-JP" altLang="en-US" sz="1000" b="1" dirty="0"/>
                        <a:t>サービス階層</a:t>
                      </a:r>
                      <a:r>
                        <a:rPr lang="ja-JP" altLang="en-US" sz="1000" dirty="0"/>
                        <a:t>および </a:t>
                      </a:r>
                      <a:r>
                        <a:rPr lang="en-US" altLang="ja-JP" sz="1000" b="1" dirty="0"/>
                        <a:t>Premium </a:t>
                      </a:r>
                      <a:r>
                        <a:rPr lang="ja-JP" altLang="en-US" sz="1000" b="1" dirty="0"/>
                        <a:t>サービス階層に適用</a:t>
                      </a:r>
                      <a:endParaRPr lang="de-DE"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900" dirty="0"/>
                        <a:t>SQL Server </a:t>
                      </a:r>
                      <a:r>
                        <a:rPr lang="ja-JP" altLang="en-US" sz="900" dirty="0"/>
                        <a:t>の</a:t>
                      </a:r>
                      <a:r>
                        <a:rPr lang="en-US" altLang="ja-JP" sz="900" dirty="0"/>
                        <a:t>Always On </a:t>
                      </a:r>
                      <a:r>
                        <a:rPr lang="ja-JP" altLang="en-US" sz="900" dirty="0"/>
                        <a:t>可用性グループ </a:t>
                      </a:r>
                      <a:r>
                        <a:rPr lang="en-US" altLang="ja-JP" sz="900" dirty="0"/>
                        <a:t>(Always On Availability Groups) </a:t>
                      </a:r>
                      <a:r>
                        <a:rPr lang="ja-JP" altLang="en-US" sz="900" dirty="0"/>
                        <a:t>の技術に基づいています。</a:t>
                      </a:r>
                      <a:endParaRPr lang="en-US" altLang="ja-JP" sz="9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900" dirty="0"/>
                        <a:t>3</a:t>
                      </a:r>
                      <a:r>
                        <a:rPr lang="ja-JP" altLang="en-US" sz="900" dirty="0"/>
                        <a:t>つ以上の高可用性レプリカ（プライマリ </a:t>
                      </a:r>
                      <a:r>
                        <a:rPr lang="en-US" altLang="ja-JP" sz="900" dirty="0"/>
                        <a:t>1</a:t>
                      </a:r>
                      <a:r>
                        <a:rPr lang="ja-JP" altLang="en-US" sz="900" dirty="0"/>
                        <a:t>つ、セカンダリ </a:t>
                      </a:r>
                      <a:r>
                        <a:rPr lang="en-US" altLang="ja-JP" sz="900" dirty="0"/>
                        <a:t>2</a:t>
                      </a:r>
                      <a:r>
                        <a:rPr lang="ja-JP" altLang="en-US" sz="900" dirty="0"/>
                        <a:t>つ以上）が常に同期モードで維持され、各レプリカはローカル </a:t>
                      </a:r>
                      <a:r>
                        <a:rPr lang="en-US" altLang="ja-JP" sz="900" dirty="0"/>
                        <a:t>SSD </a:t>
                      </a:r>
                      <a:r>
                        <a:rPr lang="ja-JP" altLang="en-US" sz="900" dirty="0"/>
                        <a:t>ストレージを持っています。</a:t>
                      </a:r>
                      <a:endParaRPr lang="en-US" altLang="ja-JP" sz="9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900" dirty="0"/>
                        <a:t>データはすべてのレプリカに同時にコミットされるため、**非常に低いレイテンシー（待ち時間）**で高い可用性を実現します。</a:t>
                      </a:r>
                      <a:endParaRPr lang="en-US" altLang="ja-JP" sz="9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900" dirty="0"/>
                        <a:t>プライマリに障害が発生した場合、セカンダリのいずれかが即座に新しいプライマリに昇格するため、**ダウンタイムが最小限（数秒以内）**に抑えられます。セカンダリレプリカは読み取り専用ワークロードにも利用できます。</a:t>
                      </a:r>
                      <a:endParaRPr lang="de-DE"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212825">
                <a:tc>
                  <a:txBody>
                    <a:bodyPr/>
                    <a:lstStyle/>
                    <a:p>
                      <a:r>
                        <a:rPr kumimoji="0" lang="zh-CN" altLang="zh-CN" sz="1050" dirty="0">
                          <a:latin typeface="Arial" panose="020B0604020202020204" pitchFamily="34" charset="0"/>
                        </a:rPr>
                        <a:t>監視</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000" dirty="0">
                          <a:latin typeface="Arial" panose="020B0604020202020204" pitchFamily="34" charset="0"/>
                        </a:rPr>
                        <a:t>Power BIでパフォーマンスレポート作成。ボトルネック検知のためのログ（Application Insights）。 </a:t>
                      </a:r>
                      <a:endParaRPr lang="ja-JP" altLang="en-US"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212825">
                <a:tc>
                  <a:txBody>
                    <a:bodyPr/>
                    <a:lstStyle/>
                    <a:p>
                      <a:r>
                        <a:rPr lang="ja-JP" altLang="en-US" sz="1050" kern="1200" dirty="0">
                          <a:solidFill>
                            <a:schemeClr val="tx1"/>
                          </a:solidFill>
                          <a:latin typeface="+mn-lt"/>
                          <a:ea typeface="+mn-ea"/>
                          <a:cs typeface="+mn-cs"/>
                        </a:rPr>
                        <a:t>バックアップ</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dirty="0">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2128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負荷テスト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zh-CN" altLang="zh-CN" sz="1000" dirty="0">
                          <a:latin typeface="Arial" panose="020B0604020202020204" pitchFamily="34" charset="0"/>
                        </a:rPr>
                        <a:t>負荷テスト（例: 同時</a:t>
                      </a:r>
                      <a:r>
                        <a:rPr kumimoji="0" lang="en-US" altLang="ja-JP" sz="1000" dirty="0">
                          <a:latin typeface="Arial" panose="020B0604020202020204" pitchFamily="34" charset="0"/>
                        </a:rPr>
                        <a:t>50</a:t>
                      </a:r>
                      <a:r>
                        <a:rPr kumimoji="0" lang="zh-CN" altLang="zh-CN" sz="1000" dirty="0">
                          <a:latin typeface="Arial" panose="020B0604020202020204" pitchFamily="34" charset="0"/>
                        </a:rPr>
                        <a:t>ユーザーアクセス</a:t>
                      </a:r>
                      <a:r>
                        <a:rPr kumimoji="0" lang="zh-CN" altLang="en-US" sz="1000" dirty="0">
                          <a:latin typeface="Arial" panose="020B0604020202020204" pitchFamily="34" charset="0"/>
                        </a:rPr>
                        <a:t>，</a:t>
                      </a:r>
                      <a:r>
                        <a:rPr kumimoji="0" lang="en-US" altLang="zh-CN" sz="1000" dirty="0">
                          <a:latin typeface="Arial" panose="020B0604020202020204" pitchFamily="34" charset="0"/>
                        </a:rPr>
                        <a:t>Max 20000 </a:t>
                      </a:r>
                      <a:r>
                        <a:rPr kumimoji="0" lang="ja-JP" altLang="en-US" sz="1000" dirty="0">
                          <a:latin typeface="Arial" panose="020B0604020202020204" pitchFamily="34" charset="0"/>
                        </a:rPr>
                        <a:t>ユーザ、</a:t>
                      </a:r>
                      <a:r>
                        <a:rPr kumimoji="0" lang="en-US" altLang="ja-JP" sz="1000" dirty="0">
                          <a:latin typeface="Arial" panose="020B0604020202020204" pitchFamily="34" charset="0"/>
                        </a:rPr>
                        <a:t>10</a:t>
                      </a:r>
                      <a:r>
                        <a:rPr kumimoji="0" lang="ja-JP" altLang="en-US" sz="1000" dirty="0">
                          <a:latin typeface="Arial" panose="020B0604020202020204" pitchFamily="34" charset="0"/>
                        </a:rPr>
                        <a:t>年データ量ベース</a:t>
                      </a:r>
                      <a:r>
                        <a:rPr kumimoji="0" lang="zh-CN" altLang="zh-CN" sz="1000" dirty="0">
                          <a:latin typeface="Arial" panose="020B0604020202020204" pitchFamily="34" charset="0"/>
                        </a:rPr>
                        <a:t>）を</a:t>
                      </a:r>
                      <a:r>
                        <a:rPr kumimoji="0" lang="ja-JP" altLang="en-US" sz="1000" dirty="0">
                          <a:latin typeface="Arial" panose="020B0604020202020204" pitchFamily="34" charset="0"/>
                        </a:rPr>
                        <a:t>事前に</a:t>
                      </a:r>
                      <a:r>
                        <a:rPr kumimoji="0" lang="en-US" altLang="ja-JP" sz="1000" dirty="0">
                          <a:latin typeface="Arial" panose="020B0604020202020204" pitchFamily="34" charset="0"/>
                        </a:rPr>
                        <a:t>Facility</a:t>
                      </a:r>
                      <a:r>
                        <a:rPr kumimoji="0" lang="ja-JP" altLang="en-US" sz="1000" dirty="0">
                          <a:latin typeface="Arial" panose="020B0604020202020204" pitchFamily="34" charset="0"/>
                        </a:rPr>
                        <a:t>を</a:t>
                      </a:r>
                      <a:r>
                        <a:rPr kumimoji="0" lang="zh-CN" altLang="zh-CN" sz="1000" dirty="0">
                          <a:latin typeface="Arial" panose="020B0604020202020204" pitchFamily="34" charset="0"/>
                        </a:rPr>
                        <a:t>実施 </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AC2E-1FAE-312E-D110-20D395CB17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8C0104-32A6-9C45-287A-3D2D4E0C7071}"/>
              </a:ext>
            </a:extLst>
          </p:cNvPr>
          <p:cNvSpPr>
            <a:spLocks noGrp="1"/>
          </p:cNvSpPr>
          <p:nvPr>
            <p:ph type="title"/>
          </p:nvPr>
        </p:nvSpPr>
        <p:spPr>
          <a:xfrm>
            <a:off x="414336" y="255263"/>
            <a:ext cx="9327072" cy="683629"/>
          </a:xfrm>
        </p:spPr>
        <p:txBody>
          <a:bodyPr>
            <a:normAutofit/>
          </a:bodyPr>
          <a:lstStyle/>
          <a:p>
            <a:r>
              <a:rPr lang="ja-JP" altLang="en-US" dirty="0"/>
              <a:t>ソリューション－権限管理</a:t>
            </a:r>
            <a:endParaRPr lang="ja-JP" altLang="en-US" dirty="0">
              <a:effectLst/>
            </a:endParaRPr>
          </a:p>
        </p:txBody>
      </p:sp>
      <p:graphicFrame>
        <p:nvGraphicFramePr>
          <p:cNvPr id="3" name="表 2">
            <a:extLst>
              <a:ext uri="{FF2B5EF4-FFF2-40B4-BE49-F238E27FC236}">
                <a16:creationId xmlns:a16="http://schemas.microsoft.com/office/drawing/2014/main" id="{47F76232-F63A-F4BC-EE19-C00ABF0AE54F}"/>
              </a:ext>
            </a:extLst>
          </p:cNvPr>
          <p:cNvGraphicFramePr>
            <a:graphicFrameLocks noGrp="1"/>
          </p:cNvGraphicFramePr>
          <p:nvPr/>
        </p:nvGraphicFramePr>
        <p:xfrm>
          <a:off x="453572" y="867271"/>
          <a:ext cx="11284856" cy="5507144"/>
        </p:xfrm>
        <a:graphic>
          <a:graphicData uri="http://schemas.openxmlformats.org/drawingml/2006/table">
            <a:tbl>
              <a:tblPr firstRow="1">
                <a:tableStyleId>{2D5ABB26-0587-4C30-8999-92F81FD0307C}</a:tableStyleId>
              </a:tblPr>
              <a:tblGrid>
                <a:gridCol w="2161441">
                  <a:extLst>
                    <a:ext uri="{9D8B030D-6E8A-4147-A177-3AD203B41FA5}">
                      <a16:colId xmlns:a16="http://schemas.microsoft.com/office/drawing/2014/main" val="307087368"/>
                    </a:ext>
                  </a:extLst>
                </a:gridCol>
                <a:gridCol w="2798748">
                  <a:extLst>
                    <a:ext uri="{9D8B030D-6E8A-4147-A177-3AD203B41FA5}">
                      <a16:colId xmlns:a16="http://schemas.microsoft.com/office/drawing/2014/main" val="1007415991"/>
                    </a:ext>
                  </a:extLst>
                </a:gridCol>
                <a:gridCol w="6324667">
                  <a:extLst>
                    <a:ext uri="{9D8B030D-6E8A-4147-A177-3AD203B41FA5}">
                      <a16:colId xmlns:a16="http://schemas.microsoft.com/office/drawing/2014/main" val="3160565433"/>
                    </a:ext>
                  </a:extLst>
                </a:gridCol>
              </a:tblGrid>
              <a:tr h="202553">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90363">
                <a:tc>
                  <a:txBody>
                    <a:bodyPr/>
                    <a:lstStyle/>
                    <a:p>
                      <a:r>
                        <a:rPr kumimoji="0" lang="ja-JP" altLang="en-US" sz="900" kern="1200" dirty="0">
                          <a:solidFill>
                            <a:schemeClr val="tx1"/>
                          </a:solidFill>
                          <a:latin typeface="Arial" panose="020B0604020202020204" pitchFamily="34" charset="0"/>
                          <a:ea typeface="+mn-ea"/>
                          <a:cs typeface="+mn-cs"/>
                        </a:rPr>
                        <a:t>仕様書管理</a:t>
                      </a: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にアクセス可否がコントロール可能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の管理機能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MCC tenant</a:t>
                      </a:r>
                      <a:r>
                        <a:rPr kumimoji="0" lang="ja-JP" altLang="en-US" sz="900" kern="1200" dirty="0">
                          <a:solidFill>
                            <a:schemeClr val="tx1"/>
                          </a:solidFill>
                          <a:latin typeface="Arial" panose="020B0604020202020204" pitchFamily="34" charset="0"/>
                          <a:ea typeface="+mn-ea"/>
                          <a:cs typeface="+mn-cs"/>
                        </a:rPr>
                        <a:t>既定機能（申請すれば使える）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58648">
                <a:tc rowSpan="4">
                  <a:txBody>
                    <a:bodyPr/>
                    <a:lstStyle/>
                    <a:p>
                      <a:r>
                        <a:rPr kumimoji="0" lang="ja-JP" altLang="en-US" sz="900" kern="1200" dirty="0">
                          <a:solidFill>
                            <a:schemeClr val="tx1"/>
                          </a:solidFill>
                          <a:latin typeface="Arial" panose="020B0604020202020204" pitchFamily="34" charset="0"/>
                          <a:ea typeface="+mn-ea"/>
                          <a:cs typeface="+mn-cs"/>
                        </a:rPr>
                        <a:t>定型データの権限制限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レコード）単位の権限管理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4">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レコード）単位に、権限アクセス</a:t>
                      </a:r>
                      <a:r>
                        <a:rPr kumimoji="0" lang="en-US" altLang="ja-JP" sz="900" kern="1200" dirty="0">
                          <a:solidFill>
                            <a:schemeClr val="tx1"/>
                          </a:solidFill>
                          <a:latin typeface="Arial" panose="020B0604020202020204" pitchFamily="34" charset="0"/>
                          <a:ea typeface="+mn-ea"/>
                          <a:cs typeface="+mn-cs"/>
                        </a:rPr>
                        <a:t>Table</a:t>
                      </a:r>
                      <a:r>
                        <a:rPr kumimoji="0" lang="ja-JP" altLang="en-US" sz="900" kern="1200" dirty="0">
                          <a:solidFill>
                            <a:schemeClr val="tx1"/>
                          </a:solidFill>
                          <a:latin typeface="Arial" panose="020B0604020202020204" pitchFamily="34" charset="0"/>
                          <a:ea typeface="+mn-ea"/>
                          <a:cs typeface="+mn-cs"/>
                        </a:rPr>
                        <a:t>を設計、仕様書（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レコード）単位に、開示範囲（＝参照権限　ユーザ、グループ向け）の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権限の定義可能の画面を提供</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ユーザグループ単位で、画面の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仕様書新規作成機能、仕様書新規作成編集機能と連携、</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en-US" altLang="ja-JP" sz="900" dirty="0">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latin typeface="Arial" panose="020B0604020202020204" pitchFamily="34" charset="0"/>
                        </a:rPr>
                        <a:t>一覧系（検索結果）は、</a:t>
                      </a:r>
                      <a:r>
                        <a:rPr kumimoji="0" lang="en-US" altLang="ja-JP" sz="900" dirty="0" err="1">
                          <a:latin typeface="Arial" panose="020B0604020202020204" pitchFamily="34" charset="0"/>
                        </a:rPr>
                        <a:t>Sql</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条件でアクセス可能の文書のみで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en-US" altLang="ja-JP" sz="900" dirty="0">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latin typeface="Arial" panose="020B0604020202020204" pitchFamily="34" charset="0"/>
                        </a:rPr>
                        <a:t>文書の詳細画面直接開く場合、カレントログインユーザのアクセス可否を再度判断する（直接</a:t>
                      </a:r>
                      <a:r>
                        <a:rPr kumimoji="0" lang="en-US" altLang="ja-JP" sz="900" dirty="0" err="1">
                          <a:latin typeface="Arial" panose="020B0604020202020204" pitchFamily="34" charset="0"/>
                        </a:rPr>
                        <a:t>Url</a:t>
                      </a:r>
                      <a:r>
                        <a:rPr kumimoji="0" lang="ja-JP" altLang="en-US" sz="900" dirty="0">
                          <a:latin typeface="Arial" panose="020B0604020202020204" pitchFamily="34" charset="0"/>
                        </a:rPr>
                        <a:t>修正で不正アクセスを避ける）</a:t>
                      </a: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dirty="0">
                          <a:latin typeface="Arial" panose="020B0604020202020204" pitchFamily="34" charset="0"/>
                        </a:rPr>
                        <a:t>MCC</a:t>
                      </a:r>
                      <a:r>
                        <a:rPr kumimoji="0" lang="ja-JP" altLang="en-US" sz="900" dirty="0">
                          <a:latin typeface="Arial" panose="020B0604020202020204" pitchFamily="34" charset="0"/>
                        </a:rPr>
                        <a:t>様社内の共通リスト（社員情報マスタ、組織情報マスタ）を利用し、既存資産を活用する</a:t>
                      </a:r>
                      <a:endParaRPr kumimoji="0" lang="en-US" altLang="ja-JP"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dirty="0">
                          <a:latin typeface="Arial" panose="020B0604020202020204" pitchFamily="34" charset="0"/>
                        </a:rPr>
                        <a:t>※</a:t>
                      </a:r>
                      <a:r>
                        <a:rPr kumimoji="0" lang="ja-JP" altLang="en-US" sz="900" dirty="0">
                          <a:latin typeface="Arial" panose="020B0604020202020204" pitchFamily="34" charset="0"/>
                        </a:rPr>
                        <a:t>　実現案の一例であり、今回案件の権限管理粒度・組織定義粒度に合わせて構造設計フェーズに、詳細化する予定</a:t>
                      </a:r>
                      <a:endParaRPr kumimoji="0" lang="en-US" altLang="ja-JP"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58648">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複数ユーザ、組織へユーザグループ単位で権限管理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9690395"/>
                  </a:ext>
                </a:extLst>
              </a:tr>
              <a:tr h="290363">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レコード）単位で、開示範囲が定義可能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817482234"/>
                  </a:ext>
                </a:extLst>
              </a:tr>
              <a:tr h="3239010">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検索機能に、権限の与える仕様書のみが検索結果に含まる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01283258"/>
                  </a:ext>
                </a:extLst>
              </a:tr>
              <a:tr h="290363">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添付ファイルのアクセス権限は紐付く仕様書と同じアクセス権限とする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レコード）新規登録</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編集するときに、添付ファイル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処理に、仕様書の開示権限に従い、</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ファイルに該当する権限を付与する（ファイル</a:t>
                      </a:r>
                      <a:r>
                        <a:rPr kumimoji="0" lang="en-US" altLang="ja-JP" sz="900" kern="1200" dirty="0">
                          <a:solidFill>
                            <a:schemeClr val="tx1"/>
                          </a:solidFill>
                          <a:latin typeface="Arial" panose="020B0604020202020204" pitchFamily="34" charset="0"/>
                          <a:ea typeface="+mn-ea"/>
                          <a:cs typeface="+mn-cs"/>
                        </a:rPr>
                        <a:t>Owner:</a:t>
                      </a:r>
                      <a:r>
                        <a:rPr kumimoji="0" lang="ja-JP" altLang="en-US" sz="900" kern="1200" dirty="0">
                          <a:solidFill>
                            <a:schemeClr val="tx1"/>
                          </a:solidFill>
                          <a:latin typeface="Arial" panose="020B0604020202020204" pitchFamily="34" charset="0"/>
                          <a:ea typeface="+mn-ea"/>
                          <a:cs typeface="+mn-cs"/>
                        </a:rPr>
                        <a:t>専用</a:t>
                      </a:r>
                      <a:r>
                        <a:rPr kumimoji="0" lang="en-US" altLang="ja-JP" sz="900" kern="1200" dirty="0">
                          <a:solidFill>
                            <a:schemeClr val="tx1"/>
                          </a:solidFill>
                          <a:latin typeface="Arial" panose="020B0604020202020204" pitchFamily="34" charset="0"/>
                          <a:ea typeface="+mn-ea"/>
                          <a:cs typeface="+mn-cs"/>
                        </a:rPr>
                        <a:t>system User, </a:t>
                      </a:r>
                      <a:r>
                        <a:rPr kumimoji="0" lang="ja-JP" altLang="en-US" sz="900" kern="1200" dirty="0">
                          <a:solidFill>
                            <a:schemeClr val="tx1"/>
                          </a:solidFill>
                          <a:latin typeface="Arial" panose="020B0604020202020204" pitchFamily="34" charset="0"/>
                          <a:ea typeface="+mn-ea"/>
                          <a:cs typeface="+mn-cs"/>
                        </a:rPr>
                        <a:t>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編集可能</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開示対象：読出</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承認完了の場合、作成者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も読出</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に権限変更</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論理</a:t>
                      </a:r>
                      <a:r>
                        <a:rPr kumimoji="0" lang="en-US" altLang="ja-JP" sz="900" kern="1200" dirty="0">
                          <a:solidFill>
                            <a:schemeClr val="tx1"/>
                          </a:solidFill>
                          <a:latin typeface="Arial" panose="020B0604020202020204" pitchFamily="34" charset="0"/>
                          <a:ea typeface="+mn-ea"/>
                          <a:cs typeface="+mn-cs"/>
                        </a:rPr>
                        <a:t>Security Group(Azure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ではなく、</a:t>
                      </a:r>
                      <a:r>
                        <a:rPr kumimoji="0" lang="en-US" altLang="ja-JP" sz="900" kern="1200" dirty="0">
                          <a:solidFill>
                            <a:schemeClr val="tx1"/>
                          </a:solidFill>
                          <a:latin typeface="Arial" panose="020B0604020202020204" pitchFamily="34" charset="0"/>
                          <a:ea typeface="+mn-ea"/>
                          <a:cs typeface="+mn-cs"/>
                        </a:rPr>
                        <a:t>DB</a:t>
                      </a:r>
                      <a:r>
                        <a:rPr kumimoji="0" lang="ja-JP" altLang="en-US" sz="900" kern="1200" dirty="0">
                          <a:solidFill>
                            <a:schemeClr val="tx1"/>
                          </a:solidFill>
                          <a:latin typeface="Arial" panose="020B0604020202020204" pitchFamily="34" charset="0"/>
                          <a:ea typeface="+mn-ea"/>
                          <a:cs typeface="+mn-cs"/>
                        </a:rPr>
                        <a:t>で管理される</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が変更されるときに、すでに登録済みの関係仕様書（</a:t>
                      </a:r>
                      <a:r>
                        <a:rPr kumimoji="0" lang="en-US" altLang="ja-JP" sz="900" kern="1200" dirty="0">
                          <a:solidFill>
                            <a:schemeClr val="tx1"/>
                          </a:solidFill>
                          <a:latin typeface="Arial" panose="020B0604020202020204" pitchFamily="34" charset="0"/>
                          <a:ea typeface="+mn-ea"/>
                          <a:cs typeface="+mn-cs"/>
                        </a:rPr>
                        <a:t>Table</a:t>
                      </a:r>
                      <a:r>
                        <a:rPr kumimoji="0" lang="ja-JP" altLang="en-US" sz="900" kern="1200" dirty="0">
                          <a:solidFill>
                            <a:schemeClr val="tx1"/>
                          </a:solidFill>
                          <a:latin typeface="Arial" panose="020B0604020202020204" pitchFamily="34" charset="0"/>
                          <a:ea typeface="+mn-ea"/>
                          <a:cs typeface="+mn-cs"/>
                        </a:rPr>
                        <a:t>レコード）の添付ファイルに対して、承認フローの状態により</a:t>
                      </a:r>
                      <a:r>
                        <a:rPr kumimoji="0" lang="en-US" altLang="ja-JP" sz="900" kern="1200" dirty="0">
                          <a:solidFill>
                            <a:schemeClr val="tx1"/>
                          </a:solidFill>
                          <a:latin typeface="Arial" panose="020B0604020202020204" pitchFamily="34" charset="0"/>
                          <a:ea typeface="+mn-ea"/>
                          <a:cs typeface="+mn-cs"/>
                        </a:rPr>
                        <a:t>No.1/No.2</a:t>
                      </a:r>
                      <a:r>
                        <a:rPr kumimoji="0" lang="ja-JP" altLang="en-US" sz="900" kern="1200" dirty="0">
                          <a:solidFill>
                            <a:schemeClr val="tx1"/>
                          </a:solidFill>
                          <a:latin typeface="Arial" panose="020B0604020202020204" pitchFamily="34" charset="0"/>
                          <a:ea typeface="+mn-ea"/>
                          <a:cs typeface="+mn-cs"/>
                        </a:rPr>
                        <a:t>で再度権限を設定</a:t>
                      </a:r>
                      <a:r>
                        <a:rPr kumimoji="0" lang="ja-JP" altLang="en-US" sz="900" b="1" kern="1200" dirty="0">
                          <a:solidFill>
                            <a:schemeClr val="tx1"/>
                          </a:solidFill>
                          <a:latin typeface="Arial" panose="020B0604020202020204" pitchFamily="34" charset="0"/>
                          <a:ea typeface="+mn-ea"/>
                          <a:cs typeface="+mn-cs"/>
                        </a:rPr>
                        <a:t>（ここは重いため、</a:t>
                      </a:r>
                      <a:r>
                        <a:rPr kumimoji="0" lang="en-US" altLang="ja-JP" sz="900" b="1" kern="1200" dirty="0">
                          <a:solidFill>
                            <a:schemeClr val="tx1"/>
                          </a:solidFill>
                          <a:latin typeface="Arial" panose="020B0604020202020204" pitchFamily="34" charset="0"/>
                          <a:ea typeface="+mn-ea"/>
                          <a:cs typeface="+mn-cs"/>
                        </a:rPr>
                        <a:t>Batch</a:t>
                      </a:r>
                      <a:r>
                        <a:rPr kumimoji="0" lang="ja-JP" altLang="en-US" sz="900" b="1" kern="1200" dirty="0">
                          <a:solidFill>
                            <a:schemeClr val="tx1"/>
                          </a:solidFill>
                          <a:latin typeface="Arial" panose="020B0604020202020204" pitchFamily="34" charset="0"/>
                          <a:ea typeface="+mn-ea"/>
                          <a:cs typeface="+mn-cs"/>
                        </a:rPr>
                        <a:t>あるいは非同期で動作させる）</a:t>
                      </a:r>
                      <a:endParaRPr kumimoji="0" lang="en-US" altLang="ja-JP" sz="900" b="1"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5025090"/>
                  </a:ext>
                </a:extLst>
              </a:tr>
              <a:tr h="3455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アクセス権限のある仕様書（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72437489"/>
                  </a:ext>
                </a:extLst>
              </a:tr>
              <a:tr h="31303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pic>
        <p:nvPicPr>
          <p:cNvPr id="4" name="図 3">
            <a:extLst>
              <a:ext uri="{FF2B5EF4-FFF2-40B4-BE49-F238E27FC236}">
                <a16:creationId xmlns:a16="http://schemas.microsoft.com/office/drawing/2014/main" id="{789371F3-936E-B9E1-D075-335627DB929E}"/>
              </a:ext>
            </a:extLst>
          </p:cNvPr>
          <p:cNvPicPr>
            <a:picLocks noChangeAspect="1"/>
          </p:cNvPicPr>
          <p:nvPr/>
        </p:nvPicPr>
        <p:blipFill>
          <a:blip r:embed="rId3"/>
          <a:stretch>
            <a:fillRect/>
          </a:stretch>
        </p:blipFill>
        <p:spPr>
          <a:xfrm>
            <a:off x="6244844" y="2712974"/>
            <a:ext cx="4814316" cy="2459878"/>
          </a:xfrm>
          <a:prstGeom prst="rect">
            <a:avLst/>
          </a:prstGeom>
        </p:spPr>
      </p:pic>
    </p:spTree>
    <p:extLst>
      <p:ext uri="{BB962C8B-B14F-4D97-AF65-F5344CB8AC3E}">
        <p14:creationId xmlns:p14="http://schemas.microsoft.com/office/powerpoint/2010/main" val="381509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FD62F-34D8-415B-C407-D0A49B9660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20D0FE-5CDC-B67D-B8FB-1A1CC0F0F359}"/>
              </a:ext>
            </a:extLst>
          </p:cNvPr>
          <p:cNvSpPr>
            <a:spLocks noGrp="1"/>
          </p:cNvSpPr>
          <p:nvPr>
            <p:ph type="title"/>
          </p:nvPr>
        </p:nvSpPr>
        <p:spPr>
          <a:xfrm>
            <a:off x="414336" y="255263"/>
            <a:ext cx="9327072" cy="683629"/>
          </a:xfrm>
        </p:spPr>
        <p:txBody>
          <a:bodyPr>
            <a:normAutofit/>
          </a:bodyPr>
          <a:lstStyle/>
          <a:p>
            <a:r>
              <a:rPr lang="ja-JP" altLang="en-US" dirty="0"/>
              <a:t>ソリューション－ユーザ別の属性管理</a:t>
            </a:r>
            <a:endParaRPr lang="ja-JP" altLang="en-US" dirty="0">
              <a:effectLst/>
            </a:endParaRPr>
          </a:p>
        </p:txBody>
      </p:sp>
      <p:graphicFrame>
        <p:nvGraphicFramePr>
          <p:cNvPr id="3" name="表 2">
            <a:extLst>
              <a:ext uri="{FF2B5EF4-FFF2-40B4-BE49-F238E27FC236}">
                <a16:creationId xmlns:a16="http://schemas.microsoft.com/office/drawing/2014/main" id="{77285F7C-5C95-615B-81FB-6D03F60BA62C}"/>
              </a:ext>
            </a:extLst>
          </p:cNvPr>
          <p:cNvGraphicFramePr>
            <a:graphicFrameLocks noGrp="1"/>
          </p:cNvGraphicFramePr>
          <p:nvPr/>
        </p:nvGraphicFramePr>
        <p:xfrm>
          <a:off x="453572" y="867271"/>
          <a:ext cx="11284856" cy="50560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92919">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46879">
                <a:tc rowSpan="3">
                  <a:txBody>
                    <a:bodyPr/>
                    <a:lstStyle/>
                    <a:p>
                      <a:r>
                        <a:rPr lang="en-US" altLang="ja-JP" sz="900" dirty="0"/>
                        <a:t>i13</a:t>
                      </a:r>
                      <a:r>
                        <a:rPr lang="ja-JP" altLang="en-US" sz="900" dirty="0"/>
                        <a:t>：利用者は必要な項目に応じてビューの設定ができること。</a:t>
                      </a: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900" dirty="0"/>
                        <a:t>Grid</a:t>
                      </a:r>
                      <a:r>
                        <a:rPr lang="ja-JP" altLang="en-US" sz="900" dirty="0"/>
                        <a:t>形式の列の表示／非表示</a:t>
                      </a:r>
                      <a:r>
                        <a:rPr lang="zh-CN" altLang="en-US" sz="900" dirty="0"/>
                        <a:t>，</a:t>
                      </a:r>
                      <a:r>
                        <a:rPr lang="ja-JP" altLang="en-US" sz="900" dirty="0"/>
                        <a:t>表示順、幅情報が設定すること</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2">
                  <a:txBody>
                    <a:bodyPr/>
                    <a:lstStyle/>
                    <a:p>
                      <a:r>
                        <a:rPr lang="en-US" altLang="ja-JP" sz="900" dirty="0"/>
                        <a:t>Grid</a:t>
                      </a:r>
                      <a:r>
                        <a:rPr lang="ja-JP" altLang="en-US" sz="900" dirty="0"/>
                        <a:t>ロード時、表示順、表示要否、幅は</a:t>
                      </a:r>
                      <a:r>
                        <a:rPr lang="de-DE" altLang="ja-JP" sz="900" dirty="0"/>
                        <a:t>Tbl_UserProperityes</a:t>
                      </a:r>
                      <a:r>
                        <a:rPr lang="ja-JP" altLang="en-US" sz="900" dirty="0"/>
                        <a:t> </a:t>
                      </a:r>
                      <a:r>
                        <a:rPr lang="en-US" altLang="ja-JP" sz="900" dirty="0"/>
                        <a:t>Table</a:t>
                      </a:r>
                      <a:r>
                        <a:rPr lang="ja-JP" altLang="en-US" sz="900" dirty="0"/>
                        <a:t>から取得し、動的に設定すること</a:t>
                      </a:r>
                      <a:endParaRPr lang="en-US" altLang="ja-JP" sz="900" dirty="0"/>
                    </a:p>
                    <a:p>
                      <a:r>
                        <a:rPr kumimoji="0" lang="ja-JP" altLang="en-US" sz="900" kern="1200" dirty="0">
                          <a:solidFill>
                            <a:schemeClr val="tx1"/>
                          </a:solidFill>
                          <a:latin typeface="Arial" panose="020B0604020202020204" pitchFamily="34" charset="0"/>
                          <a:ea typeface="+mn-ea"/>
                          <a:cs typeface="+mn-cs"/>
                        </a:rPr>
                        <a:t>ユーザが独自設定（調整）されていない場合、</a:t>
                      </a:r>
                      <a:r>
                        <a:rPr kumimoji="0" lang="en-US" altLang="ja-JP" sz="900" kern="1200" dirty="0">
                          <a:solidFill>
                            <a:schemeClr val="tx1"/>
                          </a:solidFill>
                          <a:latin typeface="Arial" panose="020B0604020202020204" pitchFamily="34" charset="0"/>
                          <a:ea typeface="+mn-ea"/>
                          <a:cs typeface="+mn-cs"/>
                        </a:rPr>
                        <a:t>Grid</a:t>
                      </a:r>
                      <a:r>
                        <a:rPr kumimoji="0" lang="ja-JP" altLang="en-US" sz="900" kern="1200" dirty="0">
                          <a:solidFill>
                            <a:schemeClr val="tx1"/>
                          </a:solidFill>
                          <a:latin typeface="Arial" panose="020B0604020202020204" pitchFamily="34" charset="0"/>
                          <a:ea typeface="+mn-ea"/>
                          <a:cs typeface="+mn-cs"/>
                        </a:rPr>
                        <a:t>毎の</a:t>
                      </a:r>
                      <a:r>
                        <a:rPr kumimoji="0" lang="en-US" altLang="ja-JP" sz="900" kern="1200" dirty="0">
                          <a:solidFill>
                            <a:schemeClr val="tx1"/>
                          </a:solidFill>
                          <a:latin typeface="Arial" panose="020B0604020202020204" pitchFamily="34" charset="0"/>
                          <a:ea typeface="+mn-ea"/>
                          <a:cs typeface="+mn-cs"/>
                        </a:rPr>
                        <a:t>Default</a:t>
                      </a:r>
                      <a:r>
                        <a:rPr kumimoji="0" lang="ja-JP" altLang="en-US" sz="900" kern="1200" dirty="0">
                          <a:solidFill>
                            <a:schemeClr val="tx1"/>
                          </a:solidFill>
                          <a:latin typeface="Arial" panose="020B0604020202020204" pitchFamily="34" charset="0"/>
                          <a:ea typeface="+mn-ea"/>
                          <a:cs typeface="+mn-cs"/>
                        </a:rPr>
                        <a:t>の幅、表示可否で表現する</a:t>
                      </a:r>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801629">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dirty="0"/>
                        <a:t>ユーザは画面</a:t>
                      </a:r>
                      <a:r>
                        <a:rPr lang="en-US" altLang="ja-JP" sz="900" dirty="0"/>
                        <a:t>Grid</a:t>
                      </a:r>
                      <a:r>
                        <a:rPr lang="ja-JP" altLang="en-US" sz="900" dirty="0"/>
                        <a:t>毎に独自設定すること</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91458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性能懸念</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ja-JP" altLang="en-US" sz="900" kern="1200" dirty="0">
                          <a:solidFill>
                            <a:schemeClr val="tx1"/>
                          </a:solidFill>
                          <a:latin typeface="Arial" panose="020B0604020202020204" pitchFamily="34" charset="0"/>
                          <a:ea typeface="+mn-ea"/>
                          <a:cs typeface="+mn-cs"/>
                        </a:rPr>
                        <a:t>すべての利用者・グリッド単位で独自の</a:t>
                      </a:r>
                      <a:r>
                        <a:rPr lang="ja-JP" altLang="en-US" sz="900" dirty="0"/>
                        <a:t>ビューが設定された場合、</a:t>
                      </a:r>
                      <a:r>
                        <a:rPr kumimoji="1" lang="en-US" altLang="ja-JP" sz="900" b="1" dirty="0" err="1"/>
                        <a:t>Tbl_UserProperityes</a:t>
                      </a:r>
                      <a:r>
                        <a:rPr lang="ja-JP" altLang="en-US" sz="900" kern="1200" dirty="0">
                          <a:solidFill>
                            <a:schemeClr val="tx1"/>
                          </a:solidFill>
                          <a:latin typeface="+mn-lt"/>
                          <a:ea typeface="+mn-ea"/>
                          <a:cs typeface="+mn-cs"/>
                        </a:rPr>
                        <a:t>が膨大化し、永続化データの膨大化だけではなく、該当データをサクセスするためのパフォーマンス低下恐れがある。</a:t>
                      </a:r>
                      <a:endParaRPr lang="en-US" altLang="ja-JP" sz="9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ja-JP" altLang="en-US" sz="900" kern="1200" dirty="0">
                          <a:solidFill>
                            <a:schemeClr val="tx1"/>
                          </a:solidFill>
                          <a:latin typeface="+mn-lt"/>
                          <a:ea typeface="+mn-ea"/>
                          <a:cs typeface="+mn-cs"/>
                        </a:rPr>
                        <a:t>技術面で可能ですが、</a:t>
                      </a:r>
                      <a:r>
                        <a:rPr lang="en-US" altLang="ja-JP" sz="900" kern="1200" dirty="0">
                          <a:solidFill>
                            <a:schemeClr val="tx1"/>
                          </a:solidFill>
                          <a:latin typeface="+mn-lt"/>
                          <a:ea typeface="+mn-ea"/>
                          <a:cs typeface="+mn-cs"/>
                        </a:rPr>
                        <a:t>POC</a:t>
                      </a:r>
                      <a:r>
                        <a:rPr lang="ja-JP" altLang="en-US" sz="900" kern="1200" dirty="0">
                          <a:solidFill>
                            <a:schemeClr val="tx1"/>
                          </a:solidFill>
                          <a:latin typeface="+mn-lt"/>
                          <a:ea typeface="+mn-ea"/>
                          <a:cs typeface="+mn-cs"/>
                        </a:rPr>
                        <a:t>フェーズで性能を評価してから最終実施対象とする・としないことを決める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437489"/>
                  </a:ext>
                </a:extLst>
              </a:tr>
            </a:tbl>
          </a:graphicData>
        </a:graphic>
      </p:graphicFrame>
      <p:pic>
        <p:nvPicPr>
          <p:cNvPr id="7" name="図 6">
            <a:extLst>
              <a:ext uri="{FF2B5EF4-FFF2-40B4-BE49-F238E27FC236}">
                <a16:creationId xmlns:a16="http://schemas.microsoft.com/office/drawing/2014/main" id="{B8C41F2B-F63D-FA24-2F2D-CD307EB0192F}"/>
              </a:ext>
            </a:extLst>
          </p:cNvPr>
          <p:cNvPicPr>
            <a:picLocks noChangeAspect="1"/>
          </p:cNvPicPr>
          <p:nvPr/>
        </p:nvPicPr>
        <p:blipFill>
          <a:blip r:embed="rId3"/>
          <a:stretch>
            <a:fillRect/>
          </a:stretch>
        </p:blipFill>
        <p:spPr>
          <a:xfrm>
            <a:off x="4543484" y="2277675"/>
            <a:ext cx="7065400" cy="2245360"/>
          </a:xfrm>
          <a:prstGeom prst="rect">
            <a:avLst/>
          </a:prstGeom>
        </p:spPr>
      </p:pic>
    </p:spTree>
    <p:extLst>
      <p:ext uri="{BB962C8B-B14F-4D97-AF65-F5344CB8AC3E}">
        <p14:creationId xmlns:p14="http://schemas.microsoft.com/office/powerpoint/2010/main" val="1089404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FB307-D22F-8B11-1CFA-D29F9A5C7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34ED7F-5930-BCDC-9035-4769215A66DF}"/>
              </a:ext>
            </a:extLst>
          </p:cNvPr>
          <p:cNvSpPr>
            <a:spLocks noGrp="1"/>
          </p:cNvSpPr>
          <p:nvPr>
            <p:ph type="title"/>
          </p:nvPr>
        </p:nvSpPr>
        <p:spPr>
          <a:xfrm>
            <a:off x="414336" y="255263"/>
            <a:ext cx="9327072" cy="683629"/>
          </a:xfrm>
        </p:spPr>
        <p:txBody>
          <a:bodyPr>
            <a:normAutofit/>
          </a:bodyPr>
          <a:lstStyle/>
          <a:p>
            <a:r>
              <a:rPr lang="ja-JP" altLang="en-US" dirty="0"/>
              <a:t>ソリューションーデータ移行</a:t>
            </a:r>
            <a:endParaRPr lang="ja-JP" altLang="en-US" dirty="0">
              <a:effectLst/>
            </a:endParaRPr>
          </a:p>
        </p:txBody>
      </p:sp>
      <p:graphicFrame>
        <p:nvGraphicFramePr>
          <p:cNvPr id="3" name="表 2">
            <a:extLst>
              <a:ext uri="{FF2B5EF4-FFF2-40B4-BE49-F238E27FC236}">
                <a16:creationId xmlns:a16="http://schemas.microsoft.com/office/drawing/2014/main" id="{DA16FB71-9FF7-3BA5-1FD6-FEAD4D30EABB}"/>
              </a:ext>
            </a:extLst>
          </p:cNvPr>
          <p:cNvGraphicFramePr>
            <a:graphicFrameLocks noGrp="1"/>
          </p:cNvGraphicFramePr>
          <p:nvPr/>
        </p:nvGraphicFramePr>
        <p:xfrm>
          <a:off x="453572" y="867270"/>
          <a:ext cx="11284856" cy="52338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80027">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63929">
                <a:tc rowSpan="3">
                  <a:txBody>
                    <a:bodyPr/>
                    <a:lstStyle/>
                    <a:p>
                      <a:r>
                        <a:rPr kumimoji="0" lang="ja-JP" altLang="en-US" sz="900" kern="1200" dirty="0">
                          <a:solidFill>
                            <a:schemeClr val="tx1"/>
                          </a:solidFill>
                          <a:latin typeface="Arial" panose="020B0604020202020204" pitchFamily="34" charset="0"/>
                          <a:ea typeface="+mn-ea"/>
                          <a:cs typeface="+mn-cs"/>
                        </a:rPr>
                        <a:t>既存</a:t>
                      </a:r>
                      <a:r>
                        <a:rPr kumimoji="0" lang="en-US" altLang="ja-JP" sz="900" kern="1200" dirty="0">
                          <a:solidFill>
                            <a:schemeClr val="tx1"/>
                          </a:solidFill>
                          <a:latin typeface="Arial" panose="020B0604020202020204" pitchFamily="34" charset="0"/>
                          <a:ea typeface="+mn-ea"/>
                          <a:cs typeface="+mn-cs"/>
                        </a:rPr>
                        <a:t>Notes DB</a:t>
                      </a:r>
                      <a:r>
                        <a:rPr kumimoji="0" lang="ja-JP" altLang="en-US" sz="900" kern="1200" dirty="0">
                          <a:solidFill>
                            <a:schemeClr val="tx1"/>
                          </a:solidFill>
                          <a:latin typeface="Arial" panose="020B0604020202020204" pitchFamily="34" charset="0"/>
                          <a:ea typeface="+mn-ea"/>
                          <a:cs typeface="+mn-cs"/>
                        </a:rPr>
                        <a:t>データは新システムにてアクセスできること（添付ファイル含む）</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移行ツール、手順が必須</a:t>
                      </a:r>
                      <a:endParaRPr kumimoji="0" lang="en-US" altLang="ja-JP" sz="900" kern="1200" dirty="0">
                        <a:solidFill>
                          <a:schemeClr val="tx1"/>
                        </a:solidFill>
                        <a:latin typeface="Arial" panose="020B0604020202020204" pitchFamily="34" charset="0"/>
                        <a:ea typeface="+mn-ea"/>
                        <a:cs typeface="+mn-cs"/>
                      </a:endParaRPr>
                    </a:p>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定型データを移行する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r>
                        <a:rPr kumimoji="0" lang="ja-JP" altLang="en-US" sz="900" b="1" kern="1200" dirty="0">
                          <a:solidFill>
                            <a:schemeClr val="tx1"/>
                          </a:solidFill>
                          <a:latin typeface="Arial" panose="020B0604020202020204" pitchFamily="34" charset="0"/>
                          <a:ea typeface="+mn-ea"/>
                          <a:cs typeface="+mn-cs"/>
                        </a:rPr>
                        <a:t>移行対象</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ソリューション</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5751194"/>
                  </a:ext>
                </a:extLst>
              </a:tr>
              <a:tr h="2579641">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の添付ファイルを</a:t>
                      </a:r>
                      <a:r>
                        <a:rPr kumimoji="0" lang="en-US" altLang="ja-JP" sz="900" kern="1200" dirty="0" err="1">
                          <a:solidFill>
                            <a:schemeClr val="tx1"/>
                          </a:solidFill>
                          <a:latin typeface="Arial" panose="020B0604020202020204" pitchFamily="34" charset="0"/>
                          <a:ea typeface="+mn-ea"/>
                          <a:cs typeface="+mn-cs"/>
                        </a:rPr>
                        <a:t>SharePont</a:t>
                      </a:r>
                      <a:r>
                        <a:rPr kumimoji="0" lang="ja-JP" altLang="en-US" sz="900" kern="1200" dirty="0">
                          <a:solidFill>
                            <a:schemeClr val="tx1"/>
                          </a:solidFill>
                          <a:latin typeface="Arial" panose="020B0604020202020204" pitchFamily="34" charset="0"/>
                          <a:ea typeface="+mn-ea"/>
                          <a:cs typeface="+mn-cs"/>
                        </a:rPr>
                        <a:t>に移行する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41021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移行前後のデータの一致性チェックを実行する</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graphicFrame>
        <p:nvGraphicFramePr>
          <p:cNvPr id="4" name="表 3">
            <a:extLst>
              <a:ext uri="{FF2B5EF4-FFF2-40B4-BE49-F238E27FC236}">
                <a16:creationId xmlns:a16="http://schemas.microsoft.com/office/drawing/2014/main" id="{0C47FBC2-C509-F49E-5393-8BF352E94DDB}"/>
              </a:ext>
            </a:extLst>
          </p:cNvPr>
          <p:cNvGraphicFramePr>
            <a:graphicFrameLocks noGrp="1"/>
          </p:cNvGraphicFramePr>
          <p:nvPr/>
        </p:nvGraphicFramePr>
        <p:xfrm>
          <a:off x="4719320" y="1346520"/>
          <a:ext cx="5976620" cy="1584960"/>
        </p:xfrm>
        <a:graphic>
          <a:graphicData uri="http://schemas.openxmlformats.org/drawingml/2006/table">
            <a:tbl>
              <a:tblPr firstRow="1" bandRow="1">
                <a:tableStyleId>{7DF18680-E054-41AD-8BC1-D1AEF772440D}</a:tableStyleId>
              </a:tblPr>
              <a:tblGrid>
                <a:gridCol w="1808480">
                  <a:extLst>
                    <a:ext uri="{9D8B030D-6E8A-4147-A177-3AD203B41FA5}">
                      <a16:colId xmlns:a16="http://schemas.microsoft.com/office/drawing/2014/main" val="2649257964"/>
                    </a:ext>
                  </a:extLst>
                </a:gridCol>
                <a:gridCol w="622850">
                  <a:extLst>
                    <a:ext uri="{9D8B030D-6E8A-4147-A177-3AD203B41FA5}">
                      <a16:colId xmlns:a16="http://schemas.microsoft.com/office/drawing/2014/main" val="3843299209"/>
                    </a:ext>
                  </a:extLst>
                </a:gridCol>
                <a:gridCol w="3545290">
                  <a:extLst>
                    <a:ext uri="{9D8B030D-6E8A-4147-A177-3AD203B41FA5}">
                      <a16:colId xmlns:a16="http://schemas.microsoft.com/office/drawing/2014/main" val="3345850908"/>
                    </a:ext>
                  </a:extLst>
                </a:gridCol>
              </a:tblGrid>
              <a:tr h="196674">
                <a:tc>
                  <a:txBody>
                    <a:bodyPr/>
                    <a:lstStyle/>
                    <a:p>
                      <a:r>
                        <a:rPr kumimoji="1" lang="ja-JP" altLang="en-US" sz="1000" dirty="0"/>
                        <a:t>カテゴリ</a:t>
                      </a:r>
                    </a:p>
                  </a:txBody>
                  <a:tcPr/>
                </a:tc>
                <a:tc>
                  <a:txBody>
                    <a:bodyPr/>
                    <a:lstStyle/>
                    <a:p>
                      <a:r>
                        <a:rPr kumimoji="1" lang="en-US" altLang="ja-JP" sz="1000" dirty="0"/>
                        <a:t>DB</a:t>
                      </a:r>
                      <a:r>
                        <a:rPr kumimoji="1" lang="ja-JP" altLang="en-US" sz="1000" dirty="0"/>
                        <a:t>数</a:t>
                      </a:r>
                    </a:p>
                  </a:txBody>
                  <a:tcPr/>
                </a:tc>
                <a:tc>
                  <a:txBody>
                    <a:bodyPr/>
                    <a:lstStyle/>
                    <a:p>
                      <a:endParaRPr kumimoji="1" lang="ja-JP" altLang="en-US" sz="1000"/>
                    </a:p>
                  </a:txBody>
                  <a:tcPr/>
                </a:tc>
                <a:extLst>
                  <a:ext uri="{0D108BD9-81ED-4DB2-BD59-A6C34878D82A}">
                    <a16:rowId xmlns:a16="http://schemas.microsoft.com/office/drawing/2014/main" val="2208701059"/>
                  </a:ext>
                </a:extLst>
              </a:tr>
              <a:tr h="327790">
                <a:tc>
                  <a:txBody>
                    <a:bodyPr/>
                    <a:lstStyle/>
                    <a:p>
                      <a:r>
                        <a:rPr lang="ja-JP" altLang="en-US" sz="1000" kern="1200" dirty="0">
                          <a:solidFill>
                            <a:schemeClr val="dk1"/>
                          </a:solidFill>
                          <a:latin typeface="+mn-lt"/>
                          <a:ea typeface="+mn-ea"/>
                          <a:cs typeface="+mn-cs"/>
                        </a:rPr>
                        <a:t>製品仕様書管理（黄）</a:t>
                      </a:r>
                    </a:p>
                  </a:txBody>
                  <a:tcPr/>
                </a:tc>
                <a:tc>
                  <a:txBody>
                    <a:bodyPr/>
                    <a:lstStyle/>
                    <a:p>
                      <a:r>
                        <a:rPr lang="en-US" altLang="ja-JP" sz="1000" kern="1200" dirty="0">
                          <a:solidFill>
                            <a:schemeClr val="dk1"/>
                          </a:solidFill>
                          <a:latin typeface="+mn-lt"/>
                          <a:ea typeface="+mn-ea"/>
                          <a:cs typeface="+mn-cs"/>
                        </a:rPr>
                        <a:t>33</a:t>
                      </a:r>
                      <a:endParaRPr lang="ja-JP" altLang="en-US" sz="10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t>3DB</a:t>
                      </a:r>
                      <a:r>
                        <a:rPr lang="ja-JP" altLang="en-US" sz="1000" dirty="0"/>
                        <a:t>で</a:t>
                      </a:r>
                      <a:r>
                        <a:rPr lang="en-US" altLang="ja-JP" sz="1000" dirty="0"/>
                        <a:t>1</a:t>
                      </a:r>
                      <a:r>
                        <a:rPr lang="ja-JP" altLang="en-US" sz="1000" dirty="0"/>
                        <a:t>セットとなる構成（同一設計）</a:t>
                      </a:r>
                      <a:br>
                        <a:rPr lang="en-US" altLang="ja-JP" sz="1000" dirty="0"/>
                      </a:br>
                      <a:r>
                        <a:rPr lang="en-US" altLang="ja-JP" sz="1000" dirty="0"/>
                        <a:t>※</a:t>
                      </a:r>
                      <a:r>
                        <a:rPr kumimoji="1" lang="ja-JP" altLang="en-US" sz="1000" dirty="0"/>
                        <a:t>製品仕様書管理</a:t>
                      </a:r>
                      <a:r>
                        <a:rPr kumimoji="1" lang="en-US" altLang="ja-JP" sz="1000" dirty="0"/>
                        <a:t>DB/</a:t>
                      </a:r>
                      <a:r>
                        <a:rPr lang="ja-JP" altLang="en-US" sz="1000" dirty="0"/>
                        <a:t>関連文書</a:t>
                      </a:r>
                      <a:r>
                        <a:rPr lang="en-US" altLang="ja-JP" sz="1000" dirty="0"/>
                        <a:t>DB/</a:t>
                      </a:r>
                      <a:r>
                        <a:rPr kumimoji="1" lang="ja-JP" altLang="en-US" sz="1000" dirty="0"/>
                        <a:t>品質情報</a:t>
                      </a:r>
                      <a:r>
                        <a:rPr kumimoji="1" lang="en-US" altLang="ja-JP" sz="1000" dirty="0"/>
                        <a:t>M</a:t>
                      </a:r>
                    </a:p>
                  </a:txBody>
                  <a:tcPr/>
                </a:tc>
                <a:extLst>
                  <a:ext uri="{0D108BD9-81ED-4DB2-BD59-A6C34878D82A}">
                    <a16:rowId xmlns:a16="http://schemas.microsoft.com/office/drawing/2014/main" val="3179909173"/>
                  </a:ext>
                </a:extLst>
              </a:tr>
              <a:tr h="476564">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納入仕様書管理（青）</a:t>
                      </a:r>
                      <a:r>
                        <a:rPr lang="en-US" altLang="ja-JP" sz="1000" kern="1200">
                          <a:solidFill>
                            <a:schemeClr val="dk1"/>
                          </a:solidFill>
                          <a:latin typeface="+mn-lt"/>
                          <a:ea typeface="+mn-ea"/>
                          <a:cs typeface="+mn-cs"/>
                        </a:rPr>
                        <a:t>】</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12</a:t>
                      </a:r>
                      <a:endParaRPr lang="ja-JP" altLang="en-US" sz="10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000" dirty="0"/>
                        <a:t>納入仕様書管理</a:t>
                      </a:r>
                      <a:r>
                        <a:rPr lang="en-US" altLang="ja-JP" sz="1000" dirty="0"/>
                        <a:t>1DB</a:t>
                      </a:r>
                      <a:r>
                        <a:rPr lang="ja-JP" altLang="en-US" sz="1000" dirty="0"/>
                        <a:t>を複数の事業部で利用する構成（同一設計）</a:t>
                      </a:r>
                      <a:br>
                        <a:rPr lang="en-US" altLang="ja-JP" sz="1000" dirty="0"/>
                      </a:br>
                      <a:r>
                        <a:rPr lang="en-US" altLang="ja-JP" sz="1000" dirty="0"/>
                        <a:t>※</a:t>
                      </a:r>
                      <a:r>
                        <a:rPr lang="ja-JP" altLang="en-US" sz="1000" dirty="0"/>
                        <a:t>仕様書関連文書</a:t>
                      </a:r>
                      <a:r>
                        <a:rPr lang="en-US" altLang="ja-JP" sz="1000" dirty="0"/>
                        <a:t>DB/</a:t>
                      </a:r>
                      <a:r>
                        <a:rPr lang="ja-JP" altLang="en-US" sz="1000" dirty="0"/>
                        <a:t>品質情報マスター</a:t>
                      </a:r>
                      <a:endParaRPr lang="en-US" altLang="ja-JP" sz="1000" dirty="0"/>
                    </a:p>
                    <a:p>
                      <a:pPr marL="171450" indent="-171450">
                        <a:buFont typeface="Arial" panose="020B0604020202020204" pitchFamily="34" charset="0"/>
                        <a:buChar char="•"/>
                      </a:pPr>
                      <a:r>
                        <a:rPr lang="ja-JP" altLang="en-US" sz="1000" dirty="0"/>
                        <a:t>アーカイブ用の</a:t>
                      </a:r>
                      <a:r>
                        <a:rPr lang="en-US" altLang="ja-JP" sz="1000" dirty="0"/>
                        <a:t>DB</a:t>
                      </a:r>
                      <a:r>
                        <a:rPr lang="ja-JP" altLang="en-US" sz="1000" dirty="0"/>
                        <a:t>を持つ構成</a:t>
                      </a:r>
                      <a:endParaRPr lang="en-US" altLang="ja-JP" sz="1000" dirty="0"/>
                    </a:p>
                  </a:txBody>
                  <a:tcPr/>
                </a:tc>
                <a:extLst>
                  <a:ext uri="{0D108BD9-81ED-4DB2-BD59-A6C34878D82A}">
                    <a16:rowId xmlns:a16="http://schemas.microsoft.com/office/drawing/2014/main" val="3928298953"/>
                  </a:ext>
                </a:extLst>
              </a:tr>
              <a:tr h="196674">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その他個別</a:t>
                      </a:r>
                      <a:r>
                        <a:rPr lang="en-US" altLang="ja-JP" sz="1000" kern="1200">
                          <a:solidFill>
                            <a:schemeClr val="dk1"/>
                          </a:solidFill>
                          <a:latin typeface="+mn-lt"/>
                          <a:ea typeface="+mn-ea"/>
                          <a:cs typeface="+mn-cs"/>
                        </a:rPr>
                        <a:t>DB】</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8</a:t>
                      </a:r>
                      <a:endParaRPr lang="ja-JP" altLang="en-US" sz="10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dirty="0"/>
                        <a:t>それぞれ設計が異なり、独立した構成</a:t>
                      </a:r>
                      <a:endParaRPr lang="en-US" altLang="ja-JP" sz="1000" dirty="0"/>
                    </a:p>
                  </a:txBody>
                  <a:tcPr/>
                </a:tc>
                <a:extLst>
                  <a:ext uri="{0D108BD9-81ED-4DB2-BD59-A6C34878D82A}">
                    <a16:rowId xmlns:a16="http://schemas.microsoft.com/office/drawing/2014/main" val="1289625531"/>
                  </a:ext>
                </a:extLst>
              </a:tr>
            </a:tbl>
          </a:graphicData>
        </a:graphic>
      </p:graphicFrame>
      <p:pic>
        <p:nvPicPr>
          <p:cNvPr id="5" name="図 4">
            <a:extLst>
              <a:ext uri="{FF2B5EF4-FFF2-40B4-BE49-F238E27FC236}">
                <a16:creationId xmlns:a16="http://schemas.microsoft.com/office/drawing/2014/main" id="{838B06EC-7FE0-379D-0073-BE066B992C84}"/>
              </a:ext>
            </a:extLst>
          </p:cNvPr>
          <p:cNvPicPr>
            <a:picLocks noChangeAspect="1"/>
          </p:cNvPicPr>
          <p:nvPr/>
        </p:nvPicPr>
        <p:blipFill>
          <a:blip r:embed="rId3"/>
          <a:stretch>
            <a:fillRect/>
          </a:stretch>
        </p:blipFill>
        <p:spPr>
          <a:xfrm>
            <a:off x="4765651" y="3585944"/>
            <a:ext cx="6628789" cy="1772866"/>
          </a:xfrm>
          <a:prstGeom prst="rect">
            <a:avLst/>
          </a:prstGeom>
        </p:spPr>
      </p:pic>
    </p:spTree>
    <p:extLst>
      <p:ext uri="{BB962C8B-B14F-4D97-AF65-F5344CB8AC3E}">
        <p14:creationId xmlns:p14="http://schemas.microsoft.com/office/powerpoint/2010/main" val="504061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E479-5FC9-9CCA-D99B-70E8795F04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0A3B2A-7E2F-F016-3731-A5F75381D9F3}"/>
              </a:ext>
            </a:extLst>
          </p:cNvPr>
          <p:cNvSpPr>
            <a:spLocks noGrp="1"/>
          </p:cNvSpPr>
          <p:nvPr>
            <p:ph type="title"/>
          </p:nvPr>
        </p:nvSpPr>
        <p:spPr>
          <a:xfrm>
            <a:off x="414336" y="255263"/>
            <a:ext cx="9327072" cy="683629"/>
          </a:xfrm>
        </p:spPr>
        <p:txBody>
          <a:bodyPr>
            <a:normAutofit/>
          </a:bodyPr>
          <a:lstStyle/>
          <a:p>
            <a:r>
              <a:rPr lang="ja-JP" altLang="en-US"/>
              <a:t>機能一覧</a:t>
            </a:r>
            <a:r>
              <a:rPr lang="en-US" altLang="ja-JP" sz="1600">
                <a:solidFill>
                  <a:srgbClr val="FF0000"/>
                </a:solidFill>
              </a:rPr>
              <a:t>※</a:t>
            </a:r>
            <a:r>
              <a:rPr lang="ja-JP" altLang="en-US" sz="1600">
                <a:solidFill>
                  <a:srgbClr val="FF0000"/>
                </a:solidFill>
              </a:rPr>
              <a:t>ご提示頂いた「</a:t>
            </a:r>
            <a:r>
              <a:rPr lang="en-US" altLang="ja-JP" sz="1600">
                <a:solidFill>
                  <a:srgbClr val="FF0000"/>
                </a:solidFill>
              </a:rPr>
              <a:t>【</a:t>
            </a:r>
            <a:r>
              <a:rPr lang="ja-JP" altLang="en-US" sz="1600">
                <a:solidFill>
                  <a:srgbClr val="FF0000"/>
                </a:solidFill>
              </a:rPr>
              <a:t>新アプリ</a:t>
            </a:r>
            <a:r>
              <a:rPr lang="en-US" altLang="ja-JP" sz="1600">
                <a:solidFill>
                  <a:srgbClr val="FF0000"/>
                </a:solidFill>
              </a:rPr>
              <a:t>】</a:t>
            </a:r>
            <a:r>
              <a:rPr lang="ja-JP" altLang="en-US" sz="1600">
                <a:solidFill>
                  <a:srgbClr val="FF0000"/>
                </a:solidFill>
              </a:rPr>
              <a:t>機能要件一覧 </a:t>
            </a:r>
            <a:r>
              <a:rPr lang="en-US" altLang="ja-JP" sz="1600">
                <a:solidFill>
                  <a:srgbClr val="FF0000"/>
                </a:solidFill>
              </a:rPr>
              <a:t>V1.1.xlsx</a:t>
            </a:r>
            <a:r>
              <a:rPr lang="ja-JP" altLang="en-US" sz="1600">
                <a:solidFill>
                  <a:srgbClr val="FF0000"/>
                </a:solidFill>
              </a:rPr>
              <a:t>」の中項目単位で抽出</a:t>
            </a:r>
            <a:endParaRPr lang="ja-JP" altLang="en-US">
              <a:effectLst/>
            </a:endParaRPr>
          </a:p>
        </p:txBody>
      </p:sp>
      <p:graphicFrame>
        <p:nvGraphicFramePr>
          <p:cNvPr id="7" name="表 6">
            <a:extLst>
              <a:ext uri="{FF2B5EF4-FFF2-40B4-BE49-F238E27FC236}">
                <a16:creationId xmlns:a16="http://schemas.microsoft.com/office/drawing/2014/main" id="{12C87BA9-C0B9-D7F8-6EC4-F7BD151BE9A3}"/>
              </a:ext>
            </a:extLst>
          </p:cNvPr>
          <p:cNvGraphicFramePr>
            <a:graphicFrameLocks noGrp="1"/>
          </p:cNvGraphicFramePr>
          <p:nvPr/>
        </p:nvGraphicFramePr>
        <p:xfrm>
          <a:off x="288130" y="779668"/>
          <a:ext cx="11615739" cy="5745816"/>
        </p:xfrm>
        <a:graphic>
          <a:graphicData uri="http://schemas.openxmlformats.org/drawingml/2006/table">
            <a:tbl>
              <a:tblPr/>
              <a:tblGrid>
                <a:gridCol w="219461">
                  <a:extLst>
                    <a:ext uri="{9D8B030D-6E8A-4147-A177-3AD203B41FA5}">
                      <a16:colId xmlns:a16="http://schemas.microsoft.com/office/drawing/2014/main" val="2820677060"/>
                    </a:ext>
                  </a:extLst>
                </a:gridCol>
                <a:gridCol w="2116227">
                  <a:extLst>
                    <a:ext uri="{9D8B030D-6E8A-4147-A177-3AD203B41FA5}">
                      <a16:colId xmlns:a16="http://schemas.microsoft.com/office/drawing/2014/main" val="799914121"/>
                    </a:ext>
                  </a:extLst>
                </a:gridCol>
                <a:gridCol w="1426495">
                  <a:extLst>
                    <a:ext uri="{9D8B030D-6E8A-4147-A177-3AD203B41FA5}">
                      <a16:colId xmlns:a16="http://schemas.microsoft.com/office/drawing/2014/main" val="2402481679"/>
                    </a:ext>
                  </a:extLst>
                </a:gridCol>
                <a:gridCol w="1222709">
                  <a:extLst>
                    <a:ext uri="{9D8B030D-6E8A-4147-A177-3AD203B41FA5}">
                      <a16:colId xmlns:a16="http://schemas.microsoft.com/office/drawing/2014/main" val="2668831253"/>
                    </a:ext>
                  </a:extLst>
                </a:gridCol>
                <a:gridCol w="5361110">
                  <a:extLst>
                    <a:ext uri="{9D8B030D-6E8A-4147-A177-3AD203B41FA5}">
                      <a16:colId xmlns:a16="http://schemas.microsoft.com/office/drawing/2014/main" val="3132363046"/>
                    </a:ext>
                  </a:extLst>
                </a:gridCol>
                <a:gridCol w="1269737">
                  <a:extLst>
                    <a:ext uri="{9D8B030D-6E8A-4147-A177-3AD203B41FA5}">
                      <a16:colId xmlns:a16="http://schemas.microsoft.com/office/drawing/2014/main" val="1933255338"/>
                    </a:ext>
                  </a:extLst>
                </a:gridCol>
              </a:tblGrid>
              <a:tr h="126384">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0060852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納入仕様書（依頼）起票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を新規作成・改定できること。作成・改定時、納入仕様書の各項目を設定されて、システムは関連マスタから承認者情報を取得できること。それに、文書に必要な資料を添付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052579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事業所窓口</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事業部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への回答可否に応じて、ワークフロー有無・直列並列を選択できること。文書の承認ルートを、事前に定義された承認ルートマスタから選択できること。ワークフローの各段階において、現在の担当者や承認者を他の利用者に変更できること。承認プロセス中の文書を、定義されたワークフローの次工程に進めることができること（申請・承認・差戻し等）。</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8678956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ワークフローの各承認段階（例：窓口確認、審査確認）において、担当者は承認をシステム上で実行できること。本文ファイル閲覧し、添付ファイルを直接編集・保存ができること。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26995604"/>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92307590"/>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6136667"/>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920040131"/>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19727665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19278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確認・承認⑥</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最終承認部署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担当者による最終確認後、利用者は文書を次工程（例：部署長確認）に進めることができること。連絡事項の入力、ファイル添付が可能な項目であること。部署長による最終確認後、利用者は文書を次工程（例：顧客提出準備）に進めることができること。システム設定に基づき、通知メールの件名等に文書の補足情報を付加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998445278"/>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顧客提出後処理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が顧客に提出済みであることをシステムに記録できること。文書をワークフローの次工程（例：保管責任部署作業）に進めることができること。必要に応じて上位者の確認プロセスを経ること。所定の承認プロセスが実行され、ワークフローの引継ぎ情報が設定された上で文書が保存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71043778"/>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締結完了処理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保管責任者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契約成立日を入力できること。文書の締結処理を実行できること。改訂の場合、システムは旧版文書のステータスを「旧版」等に更新し、運用停止日等を設定すること。文書種類に応じた開示範囲を設定す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327910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契約不成立処理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関係者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利用者は、文書ステータス（例：制定中・改訂中）によって、任意のタイミングで文書の契約不成立処理を実行できること。所定の承認プロセスが実行されること。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24396125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利用者（例：特定ロール保有者）は、文書の承認状態（承認フラグ、承認者、承認日等）を全てクリアし、承認ステータスを定義された初期状態（例：「製造窓口確認中」）に戻せること。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931013020"/>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プロセス中の文書を、指定した差戻し理由と共に特定の工程（例：事業部・事業所確認中）へ差し戻すことができること。差戻し時には、元の文書が保存・複製（版管理され、フォーム変更・アクセス権変更を伴う）され、差戻し情報（日時、理由、種別等）が記録されること。承認ステータスが適切な状態に戻され、以降の承認情報はクリア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68801831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権限を持った利用者は、文書に削除フラグを設定し、論理削除できること。削除日も記録されること。重複する旧版文書がある場合、それらにも同様に削除フラグが設定されること。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8337629"/>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利用者は、特定の文書に対する督促通知（メール等）の送信を停止するための設定を行えること。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8151725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a:t>
                      </a:r>
                      <a:r>
                        <a:rPr lang="en-US" altLang="zh-TW" sz="800" b="0" i="0" u="none" strike="noStrike">
                          <a:solidFill>
                            <a:srgbClr val="000000"/>
                          </a:solidFill>
                          <a:effectLst/>
                          <a:latin typeface="游ゴシック 本文"/>
                          <a:ea typeface="ＭＳ Ｐゴシック" panose="020B0600070205080204" pitchFamily="50" charset="-128"/>
                        </a:rPr>
                        <a:t>DB</a:t>
                      </a:r>
                      <a:r>
                        <a:rPr lang="zh-TW" altLang="en-US" sz="800" b="0" i="0" u="none" strike="noStrike">
                          <a:solidFill>
                            <a:srgbClr val="000000"/>
                          </a:solidFill>
                          <a:effectLst/>
                          <a:latin typeface="游ゴシック 本文"/>
                          <a:ea typeface="ＭＳ Ｐゴシック" panose="020B0600070205080204" pitchFamily="50" charset="-128"/>
                        </a:rPr>
                        <a:t>参照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15731376"/>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174074060"/>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利用者は、編集中の文書を保存し、編集画面を閉じることができること。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77745692"/>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利用者は、現在開いている文書を印刷プレビューし、指定プリンタから印刷できること。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48505006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利用者は、現在開いている文書へのリンク情報を含む新規メール作成画面を、標準メーラーまたはシステム連携メーラーで表示できること。送付されたメールが受信トレイに格納されること。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9006273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利用者は、本文ファイルに添付された</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を閲覧できること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46865168"/>
                  </a:ext>
                </a:extLst>
              </a:tr>
              <a:tr h="230477">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60506185"/>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締結版閲覧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668222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90109350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626578263"/>
                  </a:ext>
                </a:extLst>
              </a:tr>
            </a:tbl>
          </a:graphicData>
        </a:graphic>
      </p:graphicFrame>
    </p:spTree>
    <p:extLst>
      <p:ext uri="{BB962C8B-B14F-4D97-AF65-F5344CB8AC3E}">
        <p14:creationId xmlns:p14="http://schemas.microsoft.com/office/powerpoint/2010/main" val="1614550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8CF94-ED59-EAD6-EE70-D0C32F0ACB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2185BB-2E8F-0DD6-D588-AE129F70CC88}"/>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0972F7E1-D324-7C95-AAA8-6DD6247E2C6E}"/>
              </a:ext>
            </a:extLst>
          </p:cNvPr>
          <p:cNvGraphicFramePr>
            <a:graphicFrameLocks noGrp="1"/>
          </p:cNvGraphicFramePr>
          <p:nvPr/>
        </p:nvGraphicFramePr>
        <p:xfrm>
          <a:off x="288130" y="830468"/>
          <a:ext cx="11615739" cy="5616078"/>
        </p:xfrm>
        <a:graphic>
          <a:graphicData uri="http://schemas.openxmlformats.org/drawingml/2006/table">
            <a:tbl>
              <a:tblPr/>
              <a:tblGrid>
                <a:gridCol w="219460">
                  <a:extLst>
                    <a:ext uri="{9D8B030D-6E8A-4147-A177-3AD203B41FA5}">
                      <a16:colId xmlns:a16="http://schemas.microsoft.com/office/drawing/2014/main" val="799463105"/>
                    </a:ext>
                  </a:extLst>
                </a:gridCol>
                <a:gridCol w="2116228">
                  <a:extLst>
                    <a:ext uri="{9D8B030D-6E8A-4147-A177-3AD203B41FA5}">
                      <a16:colId xmlns:a16="http://schemas.microsoft.com/office/drawing/2014/main" val="2703095698"/>
                    </a:ext>
                  </a:extLst>
                </a:gridCol>
                <a:gridCol w="1426494">
                  <a:extLst>
                    <a:ext uri="{9D8B030D-6E8A-4147-A177-3AD203B41FA5}">
                      <a16:colId xmlns:a16="http://schemas.microsoft.com/office/drawing/2014/main" val="139665031"/>
                    </a:ext>
                  </a:extLst>
                </a:gridCol>
                <a:gridCol w="1222709">
                  <a:extLst>
                    <a:ext uri="{9D8B030D-6E8A-4147-A177-3AD203B41FA5}">
                      <a16:colId xmlns:a16="http://schemas.microsoft.com/office/drawing/2014/main" val="124102189"/>
                    </a:ext>
                  </a:extLst>
                </a:gridCol>
                <a:gridCol w="5361111">
                  <a:extLst>
                    <a:ext uri="{9D8B030D-6E8A-4147-A177-3AD203B41FA5}">
                      <a16:colId xmlns:a16="http://schemas.microsoft.com/office/drawing/2014/main" val="923264518"/>
                    </a:ext>
                  </a:extLst>
                </a:gridCol>
                <a:gridCol w="1269737">
                  <a:extLst>
                    <a:ext uri="{9D8B030D-6E8A-4147-A177-3AD203B41FA5}">
                      <a16:colId xmlns:a16="http://schemas.microsoft.com/office/drawing/2014/main" val="2764900046"/>
                    </a:ext>
                  </a:extLst>
                </a:gridCol>
              </a:tblGrid>
              <a:tr h="92013">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1965622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利用者は、納入仕様書（締結版）を新規作成・改定できること。文書種類に応じた開示範囲を設定すること。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617520809"/>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利用者は、編集中の締結版文書を保存し、編集画面を閉じることができること。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8896702"/>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0746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58562480"/>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フロー版閲覧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利用者は、締結版文書に対応する承認フロー中の文書（申請・承認過程の文書）を、文書番号等をキーに検索し、読み取り専用で表示できること。対象文書が見つからない場合は、その旨を通知すること。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46641748"/>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ビューアで表示すること。編集中でも保存せず処理を行い、エラー時はメッセージを表示して中断すること。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761750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25996805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利用者が操作を実行すると、確認ダイアログを表示し、「はい」を選択した場合に対象文書のステータスを「廃版処理中」に変更できること。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14444932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権限を持つ利用者（例：特定ロール保有者）は、締結版文書の顧客情報を変更できること。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51333054"/>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削除フラグを設定し、論理削除できること。削除日も記録されること。関連する旧版文書がある場合、それらにも同様に削除フラグが設定されること。文書ステータス（最新版）に応じて機能制限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63278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関連文書</a:t>
                      </a:r>
                      <a:r>
                        <a:rPr lang="en-US" sz="800" b="0" i="0" u="none" strike="noStrike">
                          <a:solidFill>
                            <a:srgbClr val="000000"/>
                          </a:solidFill>
                          <a:effectLst/>
                          <a:latin typeface="游ゴシック 本文"/>
                          <a:ea typeface="ＭＳ Ｐゴシック" panose="020B0600070205080204" pitchFamily="50" charset="-128"/>
                        </a:rPr>
                        <a:t>DB</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941134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93311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63915492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製品規格（制定）依頼書起票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利用者は、製品規格書を新規作成・改定できること。文書種類に応じた開示範囲を設定すること。規格書のワークフローにおいて、各承認段階から次工程に進めることができること。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5865874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事業所作成部署（作成者）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703934722"/>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事業所作成部署（承認者）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757455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規格登録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利用者は、規格書の配布先を設定して登録できること。システム上で配付履歴が管理できること。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4378386"/>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921125180"/>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利用者は、編集中の規格書を保存し、編集画面を閉じることができること。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56899834"/>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1415129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3010315"/>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利用者は、現在開いている規格書（または選択した規格書）に対応する旧版文書を、表示できること。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221153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利用者は、登録済みの規格書を改訂できること。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4376141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廃棄承認ワークフロー実施</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の廃棄処理を開始し、承認ワークフローを実行できること。実行前にシステムは確認メッセージを表示し、利用者の意思確認を行うこと。文書を保存・更新、関連管理文書を起票し更新履歴を追記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09184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文書廃棄</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即廃棄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システム設定に応じて利用者は、規格書を承認ワークフローを経ずに即時廃棄できること。実行前にシステムは確認メッセージを表示し、利用者の意思確認を行うこと。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5341910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廃棄取消</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73223829"/>
                  </a:ext>
                </a:extLst>
              </a:tr>
            </a:tbl>
          </a:graphicData>
        </a:graphic>
      </p:graphicFrame>
    </p:spTree>
    <p:extLst>
      <p:ext uri="{BB962C8B-B14F-4D97-AF65-F5344CB8AC3E}">
        <p14:creationId xmlns:p14="http://schemas.microsoft.com/office/powerpoint/2010/main" val="1279511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F29F4-8089-DCCE-8249-7AAD90C264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5561E9-FB4B-FA8B-FC60-52E0F7E51BD4}"/>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6" name="表 5">
            <a:extLst>
              <a:ext uri="{FF2B5EF4-FFF2-40B4-BE49-F238E27FC236}">
                <a16:creationId xmlns:a16="http://schemas.microsoft.com/office/drawing/2014/main" id="{222F90E7-C603-055B-C149-663D0397BE88}"/>
              </a:ext>
            </a:extLst>
          </p:cNvPr>
          <p:cNvGraphicFramePr>
            <a:graphicFrameLocks noGrp="1"/>
          </p:cNvGraphicFramePr>
          <p:nvPr/>
        </p:nvGraphicFramePr>
        <p:xfrm>
          <a:off x="288130" y="840628"/>
          <a:ext cx="11615740" cy="5420520"/>
        </p:xfrm>
        <a:graphic>
          <a:graphicData uri="http://schemas.openxmlformats.org/drawingml/2006/table">
            <a:tbl>
              <a:tblPr/>
              <a:tblGrid>
                <a:gridCol w="219461">
                  <a:extLst>
                    <a:ext uri="{9D8B030D-6E8A-4147-A177-3AD203B41FA5}">
                      <a16:colId xmlns:a16="http://schemas.microsoft.com/office/drawing/2014/main" val="3538993151"/>
                    </a:ext>
                  </a:extLst>
                </a:gridCol>
                <a:gridCol w="2116228">
                  <a:extLst>
                    <a:ext uri="{9D8B030D-6E8A-4147-A177-3AD203B41FA5}">
                      <a16:colId xmlns:a16="http://schemas.microsoft.com/office/drawing/2014/main" val="1286442542"/>
                    </a:ext>
                  </a:extLst>
                </a:gridCol>
                <a:gridCol w="1426494">
                  <a:extLst>
                    <a:ext uri="{9D8B030D-6E8A-4147-A177-3AD203B41FA5}">
                      <a16:colId xmlns:a16="http://schemas.microsoft.com/office/drawing/2014/main" val="974574590"/>
                    </a:ext>
                  </a:extLst>
                </a:gridCol>
                <a:gridCol w="1222710">
                  <a:extLst>
                    <a:ext uri="{9D8B030D-6E8A-4147-A177-3AD203B41FA5}">
                      <a16:colId xmlns:a16="http://schemas.microsoft.com/office/drawing/2014/main" val="2037760273"/>
                    </a:ext>
                  </a:extLst>
                </a:gridCol>
                <a:gridCol w="5361110">
                  <a:extLst>
                    <a:ext uri="{9D8B030D-6E8A-4147-A177-3AD203B41FA5}">
                      <a16:colId xmlns:a16="http://schemas.microsoft.com/office/drawing/2014/main" val="660889682"/>
                    </a:ext>
                  </a:extLst>
                </a:gridCol>
                <a:gridCol w="1269737">
                  <a:extLst>
                    <a:ext uri="{9D8B030D-6E8A-4147-A177-3AD203B41FA5}">
                      <a16:colId xmlns:a16="http://schemas.microsoft.com/office/drawing/2014/main" val="1927077323"/>
                    </a:ext>
                  </a:extLst>
                </a:gridCol>
              </a:tblGrid>
              <a:tr h="50726">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20975212"/>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権限を持った利用者は、文書に削除フラグを設定し、論理削除できること。削除日も記録されること。関連する旧版文書がある場合、それらにも同様に削除フラグが設定されること。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51579832"/>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利用者は、特定の規格書に対する督促通知（メール等）の送信を停止するための設定を行えること。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03328405"/>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8973141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利用者は、既存の納入仕様書の事業部・事業所情報を一括で変更できること。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51453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58579086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事業所ルートマスタ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利用者は、事業所ルートマスタを作成・登録・削除できること。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24450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146866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a:t>
                      </a:r>
                      <a:r>
                        <a:rPr lang="en-US" altLang="ja-JP"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0101018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利用者は、事業部マスタを作成・登録・削除できること。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8760404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環境マスタ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利用者は、環境マスタを作成・登録・削除できること。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34802843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文書種類マスタ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利用者は、文書種類マスタを作成・登録・削除できること。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266631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システム管理者マスタ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利用者は、システム管理者マスタを作成・登録・削除できること。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8447005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製品情報作成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107450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2352958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3593685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利用者は、複数の既存文書に記録されている事業部情報を一括で変更できること。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586709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74220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データメンテナンス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利用者は、選択した複数の仕様書関連文書に対して、管理部署情報を一括で変更できること。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8498298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利用者は、仕様書関連文書を廃棄処理できること。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05006013"/>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場所マスタ設定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利用者は、場所マスタ編集（または作成）時に、事業所名・事業所コードを文書の所定フィールドに設定できること。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5057189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アナウンス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資料</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お知らせ作成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利用者は、システム上で共有すべき情報を新規作成・改訂できること。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6100986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3198430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一般規格閲覧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8780271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9388823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50333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管理者用閲覧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1210359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閲覧制御</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150139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93185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872851452"/>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納入仕様書（フロー版）閲覧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46789858"/>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05065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利用者は、一覧等で選択された複数の文書情報を、表計算ソフト互換ファイル形式（例：</a:t>
                      </a:r>
                      <a:r>
                        <a:rPr lang="en-US" altLang="ja-JP"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a:t>
                      </a:r>
                      <a:r>
                        <a:rPr lang="en-US" altLang="ja-JP" sz="800" b="0" i="0" u="none" strike="noStrike">
                          <a:solidFill>
                            <a:srgbClr val="000000"/>
                          </a:solidFill>
                          <a:effectLst/>
                          <a:latin typeface="游ゴシック 本文"/>
                          <a:ea typeface="ＭＳ Ｐゴシック" panose="020B0600070205080204" pitchFamily="50" charset="-128"/>
                        </a:rPr>
                        <a:t>CSV</a:t>
                      </a:r>
                      <a:r>
                        <a:rPr lang="ja-JP" altLang="en-US" sz="800" b="0" i="0" u="none" strike="noStrike">
                          <a:solidFill>
                            <a:srgbClr val="000000"/>
                          </a:solidFill>
                          <a:effectLst/>
                          <a:latin typeface="游ゴシック 本文"/>
                          <a:ea typeface="ＭＳ Ｐゴシック" panose="020B0600070205080204" pitchFamily="50" charset="-128"/>
                        </a:rPr>
                        <a:t>）でエクスポートできること。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0171934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検索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利用者は、文書内容や添付ファイルを含めて検索し、該当する文書が表示できること。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0353322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ビュー設定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利用者は必要な項目に応じてビューの設定ができること。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3980018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運用中文書廃棄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利用者が操作を実行すると、対象文書のステータスを「廃版処理中」に変更できること。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83791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7467381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製品規格廃棄開始</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利用者は、規格書を承認ワークフローを経ずに即時廃棄できること。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896536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製品規格廃棄情報の登録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利用者は、規格書の廃版情報に関連する配布先を設定して規格書の廃棄処理を完了できること。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6010509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製品規格廃棄取り消し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731510950"/>
                  </a:ext>
                </a:extLst>
              </a:tr>
            </a:tbl>
          </a:graphicData>
        </a:graphic>
      </p:graphicFrame>
    </p:spTree>
    <p:extLst>
      <p:ext uri="{BB962C8B-B14F-4D97-AF65-F5344CB8AC3E}">
        <p14:creationId xmlns:p14="http://schemas.microsoft.com/office/powerpoint/2010/main" val="922828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DF211-D340-F663-89DC-8951D56340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7AF1DB-F9D5-EE5F-A91D-13DB97041D9B}"/>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79886BEB-E96A-6CDA-3769-DFDFF7A883AA}"/>
              </a:ext>
            </a:extLst>
          </p:cNvPr>
          <p:cNvGraphicFramePr>
            <a:graphicFrameLocks noGrp="1"/>
          </p:cNvGraphicFramePr>
          <p:nvPr/>
        </p:nvGraphicFramePr>
        <p:xfrm>
          <a:off x="327974" y="896508"/>
          <a:ext cx="11615740" cy="5016611"/>
        </p:xfrm>
        <a:graphic>
          <a:graphicData uri="http://schemas.openxmlformats.org/drawingml/2006/table">
            <a:tbl>
              <a:tblPr/>
              <a:tblGrid>
                <a:gridCol w="219460">
                  <a:extLst>
                    <a:ext uri="{9D8B030D-6E8A-4147-A177-3AD203B41FA5}">
                      <a16:colId xmlns:a16="http://schemas.microsoft.com/office/drawing/2014/main" val="4085510554"/>
                    </a:ext>
                  </a:extLst>
                </a:gridCol>
                <a:gridCol w="2116228">
                  <a:extLst>
                    <a:ext uri="{9D8B030D-6E8A-4147-A177-3AD203B41FA5}">
                      <a16:colId xmlns:a16="http://schemas.microsoft.com/office/drawing/2014/main" val="463652928"/>
                    </a:ext>
                  </a:extLst>
                </a:gridCol>
                <a:gridCol w="1426495">
                  <a:extLst>
                    <a:ext uri="{9D8B030D-6E8A-4147-A177-3AD203B41FA5}">
                      <a16:colId xmlns:a16="http://schemas.microsoft.com/office/drawing/2014/main" val="946555260"/>
                    </a:ext>
                  </a:extLst>
                </a:gridCol>
                <a:gridCol w="1222710">
                  <a:extLst>
                    <a:ext uri="{9D8B030D-6E8A-4147-A177-3AD203B41FA5}">
                      <a16:colId xmlns:a16="http://schemas.microsoft.com/office/drawing/2014/main" val="690609709"/>
                    </a:ext>
                  </a:extLst>
                </a:gridCol>
                <a:gridCol w="5361110">
                  <a:extLst>
                    <a:ext uri="{9D8B030D-6E8A-4147-A177-3AD203B41FA5}">
                      <a16:colId xmlns:a16="http://schemas.microsoft.com/office/drawing/2014/main" val="2818717537"/>
                    </a:ext>
                  </a:extLst>
                </a:gridCol>
                <a:gridCol w="1269737">
                  <a:extLst>
                    <a:ext uri="{9D8B030D-6E8A-4147-A177-3AD203B41FA5}">
                      <a16:colId xmlns:a16="http://schemas.microsoft.com/office/drawing/2014/main" val="2040657454"/>
                    </a:ext>
                  </a:extLst>
                </a:gridCol>
              </a:tblGrid>
              <a:tr h="169428">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09240381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92</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競合管理文書削除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不要となった競合管理用の一時文書等を自動的に削除できること。処理結果（例：削除件数、エラー情報）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1162656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93</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回答期限超過連絡メール送信</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に設定された回答期限を超過した案件を検出し、関係者（例：担当者、申請者）及びシステム管理者に自動的に通知（メール等）できること。通知の要否、通知内容（件名への補足情報付加等）、対象期間はシステム設定により制御でき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220742084"/>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94</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システムが送受信したメールログ等のうち、保存期間を経過した不要なメール関連文書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2765339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95</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不要文書削除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完全に不要となった文書（例：削除フラグ設定後、一定期間経過した文書）を物理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0712109"/>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96</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旧版ソースファイル削除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旧版となった文書に添付されているソースファイル等のうち、保管ポリシーに基づき不要と判断されたもの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58513294"/>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97</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督促メール送信＊納入仕様書</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納入仕様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98067126"/>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98</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督促メール送信＊一般規格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一般規格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71382215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99</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廃版置換</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廃版となった文書に対応する旧版文書を自動的に検索し、それらの旧版文書のステータスも「廃版」に更新し、文書種類に応じた開示範囲を再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39079646"/>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100</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補助項目反映</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種類マスター等で設定変更された補助項目情報を、関連する既存の全文書に一括で反映できること。反映対象となる文書種類やタイミングはシステム設定で制御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16497497"/>
                  </a:ext>
                </a:extLst>
              </a:tr>
            </a:tbl>
          </a:graphicData>
        </a:graphic>
      </p:graphicFrame>
    </p:spTree>
    <p:extLst>
      <p:ext uri="{BB962C8B-B14F-4D97-AF65-F5344CB8AC3E}">
        <p14:creationId xmlns:p14="http://schemas.microsoft.com/office/powerpoint/2010/main" val="1293496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プロジェクトリスク</a:t>
            </a:r>
            <a:endParaRPr lang="zh-CN" altLang="en-US" dirty="0"/>
          </a:p>
        </p:txBody>
      </p:sp>
      <p:graphicFrame>
        <p:nvGraphicFramePr>
          <p:cNvPr id="4" name="表 3">
            <a:extLst>
              <a:ext uri="{FF2B5EF4-FFF2-40B4-BE49-F238E27FC236}">
                <a16:creationId xmlns:a16="http://schemas.microsoft.com/office/drawing/2014/main" id="{9364F8F7-8993-8F9F-93B4-950689A63292}"/>
              </a:ext>
            </a:extLst>
          </p:cNvPr>
          <p:cNvGraphicFramePr>
            <a:graphicFrameLocks noGrp="1"/>
          </p:cNvGraphicFramePr>
          <p:nvPr>
            <p:extLst>
              <p:ext uri="{D42A27DB-BD31-4B8C-83A1-F6EECF244321}">
                <p14:modId xmlns:p14="http://schemas.microsoft.com/office/powerpoint/2010/main" val="2412864317"/>
              </p:ext>
            </p:extLst>
          </p:nvPr>
        </p:nvGraphicFramePr>
        <p:xfrm>
          <a:off x="532873" y="938892"/>
          <a:ext cx="11126254" cy="5172346"/>
        </p:xfrm>
        <a:graphic>
          <a:graphicData uri="http://schemas.openxmlformats.org/drawingml/2006/table">
            <a:tbl>
              <a:tblPr firstRow="1" bandRow="1">
                <a:tableStyleId>{7DF18680-E054-41AD-8BC1-D1AEF772440D}</a:tableStyleId>
              </a:tblPr>
              <a:tblGrid>
                <a:gridCol w="467456">
                  <a:extLst>
                    <a:ext uri="{9D8B030D-6E8A-4147-A177-3AD203B41FA5}">
                      <a16:colId xmlns:a16="http://schemas.microsoft.com/office/drawing/2014/main" val="2481844383"/>
                    </a:ext>
                  </a:extLst>
                </a:gridCol>
                <a:gridCol w="2340279">
                  <a:extLst>
                    <a:ext uri="{9D8B030D-6E8A-4147-A177-3AD203B41FA5}">
                      <a16:colId xmlns:a16="http://schemas.microsoft.com/office/drawing/2014/main" val="2412485662"/>
                    </a:ext>
                  </a:extLst>
                </a:gridCol>
                <a:gridCol w="1679091">
                  <a:extLst>
                    <a:ext uri="{9D8B030D-6E8A-4147-A177-3AD203B41FA5}">
                      <a16:colId xmlns:a16="http://schemas.microsoft.com/office/drawing/2014/main" val="1209637643"/>
                    </a:ext>
                  </a:extLst>
                </a:gridCol>
                <a:gridCol w="6639428">
                  <a:extLst>
                    <a:ext uri="{9D8B030D-6E8A-4147-A177-3AD203B41FA5}">
                      <a16:colId xmlns:a16="http://schemas.microsoft.com/office/drawing/2014/main" val="187323411"/>
                    </a:ext>
                  </a:extLst>
                </a:gridCol>
              </a:tblGrid>
              <a:tr h="305092">
                <a:tc>
                  <a:txBody>
                    <a:bodyPr/>
                    <a:lstStyle/>
                    <a:p>
                      <a:pPr marL="0" algn="ctr" defTabSz="914400" rtl="0" eaLnBrk="1" fontAlgn="b" latinLnBrk="0" hangingPunct="1"/>
                      <a:r>
                        <a:rPr lang="en-US" altLang="ja-JP" sz="1100" b="0" i="0" u="none" strike="noStrike" kern="1200">
                          <a:solidFill>
                            <a:schemeClr val="bg1"/>
                          </a:solidFill>
                          <a:effectLst/>
                          <a:latin typeface="Meiryo UI" panose="020B0604030504040204" pitchFamily="50" charset="-128"/>
                          <a:ea typeface="Meiryo UI" panose="020B0604030504040204" pitchFamily="50" charset="-128"/>
                          <a:cs typeface="+mn-cs"/>
                        </a:rPr>
                        <a:t>No.</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リスク内容</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rPr>
                        <a:t>分類</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239716863"/>
                  </a:ext>
                </a:extLst>
              </a:tr>
              <a:tr h="424333">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dirty="0"/>
                        <a:t>データ移行時の整合性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データ</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会社毎の</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UAT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を契約、実施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597438182"/>
                  </a:ext>
                </a:extLst>
              </a:tr>
              <a:tr h="305092">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dirty="0"/>
                        <a:t>Office</a:t>
                      </a:r>
                      <a:r>
                        <a:rPr lang="ja-JP" altLang="en-US" sz="1100" dirty="0"/>
                        <a:t>統合の互換性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rPr>
                        <a:t>様標準業務用機器（予インストールオフィスバージョンに限定）</a:t>
                      </a:r>
                    </a:p>
                  </a:txBody>
                  <a:tcPr marL="0" marR="0" marT="0" marB="0" anchor="ctr"/>
                </a:tc>
                <a:extLst>
                  <a:ext uri="{0D108BD9-81ED-4DB2-BD59-A6C34878D82A}">
                    <a16:rowId xmlns:a16="http://schemas.microsoft.com/office/drawing/2014/main" val="2178132955"/>
                  </a:ext>
                </a:extLst>
              </a:tr>
              <a:tr h="1220365">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各社の具体操作面に差異が出る</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具体業務</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変更</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Buffer</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を事前に用意</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３</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分けて開発計画</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Round1</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には機能主体、すべてのパターンをカバー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Round2,3</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は段階的に展開、個別要望対応、検収</a:t>
                      </a:r>
                    </a:p>
                  </a:txBody>
                  <a:tcPr marL="0" marR="0" marT="0" marB="0" anchor="ctr"/>
                </a:tc>
                <a:extLst>
                  <a:ext uri="{0D108BD9-81ED-4DB2-BD59-A6C34878D82A}">
                    <a16:rowId xmlns:a16="http://schemas.microsoft.com/office/drawing/2014/main" val="2707901240"/>
                  </a:ext>
                </a:extLst>
              </a:tr>
              <a:tr h="305092">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Guest</a:t>
                      </a:r>
                      <a:r>
                        <a:rPr lang="ja-JP" altLang="en-US" sz="1100" b="0" u="none" strike="noStrike" kern="1200">
                          <a:solidFill>
                            <a:schemeClr val="tx1"/>
                          </a:solidFill>
                          <a:effectLst/>
                          <a:latin typeface="+mn-lt"/>
                          <a:ea typeface="+mn-ea"/>
                          <a:cs typeface="+mn-cs"/>
                        </a:rPr>
                        <a:t>ユーザの対応</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非</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 Domain</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ユーザの利用可能性検討。必要な場合、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POC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検証、依存性処理</a:t>
                      </a:r>
                    </a:p>
                  </a:txBody>
                  <a:tcPr marL="0" marR="0" marT="0" marB="0" anchor="ctr"/>
                </a:tc>
                <a:extLst>
                  <a:ext uri="{0D108BD9-81ED-4DB2-BD59-A6C34878D82A}">
                    <a16:rowId xmlns:a16="http://schemas.microsoft.com/office/drawing/2014/main" val="3123786813"/>
                  </a:ext>
                </a:extLst>
              </a:tr>
              <a:tr h="1194176">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添付ファイルの保存</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システム</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に保存する場合、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様全体費用でカバーされるもので、</a:t>
                      </a:r>
                      <a:r>
                        <a:rPr lang="en-US" altLang="ja-JP" sz="1100" b="0" i="0" u="none" strike="noStrike" kern="1200" dirty="0" err="1">
                          <a:solidFill>
                            <a:schemeClr val="tx1"/>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内蔵の検索機能を活用すれば、運用保守へ影響がなく、開発にもリスクも限定（弊社は他社案件で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Dotnet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クライアントから</a:t>
                      </a:r>
                      <a:r>
                        <a:rPr lang="en-US" altLang="ja-JP" sz="1100" b="0" i="0" u="none" strike="noStrike" kern="1200" dirty="0" err="1">
                          <a:solidFill>
                            <a:schemeClr val="tx1"/>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の利用経験があり）</a:t>
                      </a:r>
                    </a:p>
                  </a:txBody>
                  <a:tcPr marL="0" marR="0" marT="0" marB="0" anchor="ctr"/>
                </a:tc>
                <a:extLst>
                  <a:ext uri="{0D108BD9-81ED-4DB2-BD59-A6C34878D82A}">
                    <a16:rowId xmlns:a16="http://schemas.microsoft.com/office/drawing/2014/main" val="2872179259"/>
                  </a:ext>
                </a:extLst>
              </a:tr>
              <a:tr h="305092">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6</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dirty="0">
                          <a:solidFill>
                            <a:schemeClr val="tx1"/>
                          </a:solidFill>
                          <a:effectLst/>
                          <a:latin typeface="+mn-lt"/>
                          <a:ea typeface="+mn-ea"/>
                          <a:cs typeface="+mn-cs"/>
                        </a:rPr>
                        <a:t>SharePoint</a:t>
                      </a:r>
                      <a:r>
                        <a:rPr lang="ja-JP" altLang="en-US" sz="1100" b="0" u="none" strike="noStrike" kern="1200" dirty="0">
                          <a:solidFill>
                            <a:schemeClr val="tx1"/>
                          </a:solidFill>
                          <a:effectLst/>
                          <a:latin typeface="+mn-lt"/>
                          <a:ea typeface="+mn-ea"/>
                          <a:cs typeface="+mn-cs"/>
                        </a:rPr>
                        <a:t>ファイルの権限</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権限</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実績がある下記の処理が思いため、性能観点の確認。</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kumimoji="0" lang="ja-JP" altLang="en-US" sz="1100" kern="1200" dirty="0">
                          <a:solidFill>
                            <a:schemeClr val="tx1"/>
                          </a:solidFill>
                          <a:latin typeface="Arial" panose="020B0604020202020204" pitchFamily="34" charset="0"/>
                          <a:ea typeface="+mn-ea"/>
                          <a:cs typeface="+mn-cs"/>
                        </a:rPr>
                        <a:t>論理</a:t>
                      </a:r>
                      <a:r>
                        <a:rPr kumimoji="0" lang="en-US" altLang="ja-JP" sz="1100" kern="1200" dirty="0">
                          <a:solidFill>
                            <a:schemeClr val="tx1"/>
                          </a:solidFill>
                          <a:latin typeface="Arial" panose="020B0604020202020204" pitchFamily="34" charset="0"/>
                          <a:ea typeface="+mn-ea"/>
                          <a:cs typeface="+mn-cs"/>
                        </a:rPr>
                        <a:t>Security Group(DB</a:t>
                      </a:r>
                      <a:r>
                        <a:rPr kumimoji="0" lang="ja-JP" altLang="en-US" sz="1100" kern="1200" dirty="0">
                          <a:solidFill>
                            <a:schemeClr val="tx1"/>
                          </a:solidFill>
                          <a:latin typeface="Arial" panose="020B0604020202020204" pitchFamily="34" charset="0"/>
                          <a:ea typeface="+mn-ea"/>
                          <a:cs typeface="+mn-cs"/>
                        </a:rPr>
                        <a:t>で管理される</a:t>
                      </a:r>
                      <a:r>
                        <a:rPr kumimoji="0" lang="en-US" altLang="ja-JP" sz="1100" kern="1200" dirty="0">
                          <a:solidFill>
                            <a:schemeClr val="tx1"/>
                          </a:solidFill>
                          <a:latin typeface="Arial" panose="020B0604020202020204" pitchFamily="34" charset="0"/>
                          <a:ea typeface="+mn-ea"/>
                          <a:cs typeface="+mn-cs"/>
                        </a:rPr>
                        <a:t>Group)</a:t>
                      </a:r>
                      <a:r>
                        <a:rPr kumimoji="0" lang="ja-JP" altLang="en-US" sz="1100" kern="1200" dirty="0">
                          <a:solidFill>
                            <a:schemeClr val="tx1"/>
                          </a:solidFill>
                          <a:latin typeface="Arial" panose="020B0604020202020204" pitchFamily="34" charset="0"/>
                          <a:ea typeface="+mn-ea"/>
                          <a:cs typeface="+mn-cs"/>
                        </a:rPr>
                        <a:t>が変更されるときに、すでに登録済みの仕様書の添付ファイルに対して、承認フローの状態に合わせて、添付ファイルの再設定</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36244276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61228384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562567830"/>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1406826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a:t>スケジュール表</a:t>
            </a:r>
            <a:endParaRPr lang="zh-CN" altLang="en-US">
              <a:effectLst/>
            </a:endParaRPr>
          </a:p>
        </p:txBody>
      </p:sp>
      <p:sp>
        <p:nvSpPr>
          <p:cNvPr id="10" name="四角形: 角を丸くする 9">
            <a:extLst>
              <a:ext uri="{FF2B5EF4-FFF2-40B4-BE49-F238E27FC236}">
                <a16:creationId xmlns:a16="http://schemas.microsoft.com/office/drawing/2014/main" id="{E44B76A0-0272-1390-DBE5-63E5B5A913F3}"/>
              </a:ext>
            </a:extLst>
          </p:cNvPr>
          <p:cNvSpPr/>
          <p:nvPr/>
        </p:nvSpPr>
        <p:spPr bwMode="gray">
          <a:xfrm>
            <a:off x="1058675" y="1831368"/>
            <a:ext cx="10398783" cy="4012364"/>
          </a:xfrm>
          <a:prstGeom prst="roundRect">
            <a:avLst>
              <a:gd name="adj" fmla="val 3324"/>
            </a:avLst>
          </a:prstGeom>
          <a:gradFill>
            <a:gsLst>
              <a:gs pos="0">
                <a:srgbClr val="FFC000"/>
              </a:gs>
              <a:gs pos="50000">
                <a:srgbClr val="FDF0CC"/>
              </a:gs>
              <a:gs pos="100000">
                <a:schemeClr val="accent6">
                  <a:lumMod val="105000"/>
                  <a:satMod val="109000"/>
                  <a:tint val="81000"/>
                </a:schemeClr>
              </a:gs>
            </a:gsLst>
          </a:gradFill>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1" lang="ja-JP" altLang="en-US" sz="1200" b="0" i="0" u="none" strike="noStrike" kern="0" cap="none" spc="0" normalizeH="0" baseline="0" noProof="0">
                <a:ln>
                  <a:noFill/>
                </a:ln>
                <a:solidFill>
                  <a:prstClr val="black"/>
                </a:solidFill>
                <a:effectLst/>
                <a:uLnTx/>
                <a:uFillTx/>
                <a:latin typeface="Arial"/>
                <a:ea typeface="Yu Gothic UI"/>
                <a:cs typeface="Arial"/>
              </a:rPr>
              <a:t>UI見直す、DB統合再構築</a:t>
            </a:r>
          </a:p>
        </p:txBody>
      </p:sp>
      <p:sp>
        <p:nvSpPr>
          <p:cNvPr id="11" name="四角形: 角を丸くする 10">
            <a:extLst>
              <a:ext uri="{FF2B5EF4-FFF2-40B4-BE49-F238E27FC236}">
                <a16:creationId xmlns:a16="http://schemas.microsoft.com/office/drawing/2014/main" id="{6A18FCF6-A3B7-3D27-D4BA-7CA8D7ADD3BF}"/>
              </a:ext>
            </a:extLst>
          </p:cNvPr>
          <p:cNvSpPr/>
          <p:nvPr/>
        </p:nvSpPr>
        <p:spPr bwMode="gray">
          <a:xfrm>
            <a:off x="1238487" y="2012697"/>
            <a:ext cx="275496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rPr>
              <a:t>POC</a:t>
            </a:r>
            <a:endParaRPr kumimoji="0" lang="ja-JP" altLang="en-US"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endParaRPr>
          </a:p>
        </p:txBody>
      </p:sp>
      <p:sp>
        <p:nvSpPr>
          <p:cNvPr id="12" name="四角形: 角を丸くする 11">
            <a:extLst>
              <a:ext uri="{FF2B5EF4-FFF2-40B4-BE49-F238E27FC236}">
                <a16:creationId xmlns:a16="http://schemas.microsoft.com/office/drawing/2014/main" id="{99C8C7D3-4385-E7F7-5D50-FB6089D5BD87}"/>
              </a:ext>
            </a:extLst>
          </p:cNvPr>
          <p:cNvSpPr/>
          <p:nvPr/>
        </p:nvSpPr>
        <p:spPr bwMode="gray">
          <a:xfrm>
            <a:off x="1936526" y="3453513"/>
            <a:ext cx="2056925"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詳細設計（画面）</a:t>
            </a:r>
          </a:p>
        </p:txBody>
      </p:sp>
      <p:sp>
        <p:nvSpPr>
          <p:cNvPr id="13" name="四角形: 角を丸くする 12">
            <a:extLst>
              <a:ext uri="{FF2B5EF4-FFF2-40B4-BE49-F238E27FC236}">
                <a16:creationId xmlns:a16="http://schemas.microsoft.com/office/drawing/2014/main" id="{20F437F9-F1E3-7A6E-D183-3524B7764422}"/>
              </a:ext>
            </a:extLst>
          </p:cNvPr>
          <p:cNvSpPr/>
          <p:nvPr/>
        </p:nvSpPr>
        <p:spPr bwMode="gray">
          <a:xfrm>
            <a:off x="4036547" y="3132693"/>
            <a:ext cx="3049502" cy="630763"/>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開発、</a:t>
            </a:r>
            <a:r>
              <a:rPr kumimoji="0" lang="ja-JP" altLang="en-US" sz="1200" kern="0" dirty="0">
                <a:solidFill>
                  <a:prstClr val="black"/>
                </a:solidFill>
                <a:latin typeface="Arial"/>
                <a:ea typeface="Yu Gothic UI"/>
                <a:cs typeface="Arial" panose="020B0604020202020204" pitchFamily="34" charset="0"/>
              </a:rPr>
              <a:t>機能</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試験</a:t>
            </a:r>
            <a:endParaRPr kumimoji="0" lang="en-US" altLang="ja-JP" sz="1200" kern="0" dirty="0">
              <a:solidFill>
                <a:prstClr val="black"/>
              </a:solidFill>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すべてパターン</a:t>
            </a:r>
            <a:r>
              <a:rPr kumimoji="0" lang="ja-JP" altLang="en-US" sz="1200" kern="0" dirty="0">
                <a:solidFill>
                  <a:prstClr val="black"/>
                </a:solidFill>
                <a:latin typeface="Arial"/>
                <a:ea typeface="Yu Gothic UI"/>
                <a:cs typeface="Arial" panose="020B0604020202020204" pitchFamily="34" charset="0"/>
              </a:rPr>
              <a:t>をカバー</a:t>
            </a:r>
            <a:r>
              <a:rPr kumimoji="0" lang="en-US" altLang="ja-JP" sz="1200" kern="0" dirty="0">
                <a:solidFill>
                  <a:prstClr val="black"/>
                </a:solidFill>
                <a:latin typeface="Arial"/>
                <a:ea typeface="Yu Gothic UI"/>
                <a:cs typeface="Arial" panose="020B0604020202020204" pitchFamily="34" charset="0"/>
              </a:rPr>
              <a:t>(10DB</a:t>
            </a:r>
            <a:r>
              <a:rPr kumimoji="0" lang="ja-JP" altLang="en-US" sz="1200" kern="0" dirty="0">
                <a:solidFill>
                  <a:prstClr val="black"/>
                </a:solidFill>
                <a:latin typeface="Arial"/>
                <a:ea typeface="Yu Gothic UI"/>
                <a:cs typeface="Arial" panose="020B0604020202020204" pitchFamily="34" charset="0"/>
              </a:rPr>
              <a:t>程度</a:t>
            </a:r>
            <a:r>
              <a:rPr kumimoji="0" lang="en-US" altLang="ja-JP" sz="1200" kern="0" dirty="0">
                <a:solidFill>
                  <a:prstClr val="black"/>
                </a:solidFill>
                <a:latin typeface="Arial"/>
                <a:ea typeface="Yu Gothic UI"/>
                <a:cs typeface="Arial" panose="020B0604020202020204" pitchFamily="34" charset="0"/>
              </a:rPr>
              <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14" name="四角形: 角を丸くする 13">
            <a:extLst>
              <a:ext uri="{FF2B5EF4-FFF2-40B4-BE49-F238E27FC236}">
                <a16:creationId xmlns:a16="http://schemas.microsoft.com/office/drawing/2014/main" id="{42AE617F-8791-7DF1-3A74-EE8EFFB19FB9}"/>
              </a:ext>
            </a:extLst>
          </p:cNvPr>
          <p:cNvSpPr/>
          <p:nvPr/>
        </p:nvSpPr>
        <p:spPr bwMode="gray">
          <a:xfrm>
            <a:off x="4067773" y="3867352"/>
            <a:ext cx="302477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移行ツールの計画と実装</a:t>
            </a:r>
          </a:p>
        </p:txBody>
      </p:sp>
      <p:sp>
        <p:nvSpPr>
          <p:cNvPr id="21" name="四角形: 角を丸くする 20">
            <a:extLst>
              <a:ext uri="{FF2B5EF4-FFF2-40B4-BE49-F238E27FC236}">
                <a16:creationId xmlns:a16="http://schemas.microsoft.com/office/drawing/2014/main" id="{0185A894-7F68-5B0F-70C1-8F0154D2E469}"/>
              </a:ext>
            </a:extLst>
          </p:cNvPr>
          <p:cNvSpPr/>
          <p:nvPr/>
        </p:nvSpPr>
        <p:spPr bwMode="gray">
          <a:xfrm>
            <a:off x="7131729" y="3130324"/>
            <a:ext cx="1577386" cy="62492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MCC</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様受け入れ、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22" name="四角形: 角を丸くする 21">
            <a:extLst>
              <a:ext uri="{FF2B5EF4-FFF2-40B4-BE49-F238E27FC236}">
                <a16:creationId xmlns:a16="http://schemas.microsoft.com/office/drawing/2014/main" id="{EB6975E9-868C-47F9-4909-53F9D70BFA82}"/>
              </a:ext>
            </a:extLst>
          </p:cNvPr>
          <p:cNvSpPr/>
          <p:nvPr/>
        </p:nvSpPr>
        <p:spPr bwMode="gray">
          <a:xfrm>
            <a:off x="6432858" y="4199344"/>
            <a:ext cx="112089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マニュアル作成</a:t>
            </a:r>
          </a:p>
        </p:txBody>
      </p:sp>
      <p:cxnSp>
        <p:nvCxnSpPr>
          <p:cNvPr id="23" name="直線コネクタ 22">
            <a:extLst>
              <a:ext uri="{FF2B5EF4-FFF2-40B4-BE49-F238E27FC236}">
                <a16:creationId xmlns:a16="http://schemas.microsoft.com/office/drawing/2014/main" id="{7B2622C9-FE18-4EEA-99F0-F0B9566DBAE0}"/>
              </a:ext>
            </a:extLst>
          </p:cNvPr>
          <p:cNvCxnSpPr>
            <a:cxnSpLocks/>
          </p:cNvCxnSpPr>
          <p:nvPr/>
        </p:nvCxnSpPr>
        <p:spPr>
          <a:xfrm>
            <a:off x="966642" y="6042285"/>
            <a:ext cx="108000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AE04A841-4639-C043-F74D-71AD70D00E3D}"/>
              </a:ext>
            </a:extLst>
          </p:cNvPr>
          <p:cNvCxnSpPr>
            <a:cxnSpLocks/>
          </p:cNvCxnSpPr>
          <p:nvPr/>
        </p:nvCxnSpPr>
        <p:spPr>
          <a:xfrm>
            <a:off x="1251467"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CF32C160-0CED-0FB0-17B3-526417809500}"/>
              </a:ext>
            </a:extLst>
          </p:cNvPr>
          <p:cNvCxnSpPr>
            <a:cxnSpLocks/>
          </p:cNvCxnSpPr>
          <p:nvPr/>
        </p:nvCxnSpPr>
        <p:spPr>
          <a:xfrm>
            <a:off x="1131500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9A40DED7-F6C5-1274-5BF1-856D41DBE13F}"/>
              </a:ext>
            </a:extLst>
          </p:cNvPr>
          <p:cNvCxnSpPr>
            <a:cxnSpLocks/>
          </p:cNvCxnSpPr>
          <p:nvPr/>
        </p:nvCxnSpPr>
        <p:spPr>
          <a:xfrm>
            <a:off x="398130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226E2F55-DA54-8165-0877-CB3D3DD429F4}"/>
              </a:ext>
            </a:extLst>
          </p:cNvPr>
          <p:cNvCxnSpPr>
            <a:cxnSpLocks/>
          </p:cNvCxnSpPr>
          <p:nvPr/>
        </p:nvCxnSpPr>
        <p:spPr>
          <a:xfrm>
            <a:off x="7132064"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05949E1F-4FA5-F31B-BEC6-9F4AEDD59826}"/>
              </a:ext>
            </a:extLst>
          </p:cNvPr>
          <p:cNvCxnSpPr>
            <a:cxnSpLocks/>
          </p:cNvCxnSpPr>
          <p:nvPr/>
        </p:nvCxnSpPr>
        <p:spPr>
          <a:xfrm>
            <a:off x="948128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8A4E1765-5EB8-9556-412C-EE2ACFBB11FA}"/>
              </a:ext>
            </a:extLst>
          </p:cNvPr>
          <p:cNvSpPr txBox="1"/>
          <p:nvPr/>
        </p:nvSpPr>
        <p:spPr>
          <a:xfrm>
            <a:off x="1295149"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11/1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2" name="テキスト ボックス 31">
            <a:extLst>
              <a:ext uri="{FF2B5EF4-FFF2-40B4-BE49-F238E27FC236}">
                <a16:creationId xmlns:a16="http://schemas.microsoft.com/office/drawing/2014/main" id="{75D896C3-1B62-79A9-025B-DA7A49AFB8AE}"/>
              </a:ext>
            </a:extLst>
          </p:cNvPr>
          <p:cNvSpPr txBox="1"/>
          <p:nvPr/>
        </p:nvSpPr>
        <p:spPr>
          <a:xfrm>
            <a:off x="4065715" y="5857519"/>
            <a:ext cx="669077" cy="13026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1/6</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3" name="テキスト ボックス 32">
            <a:extLst>
              <a:ext uri="{FF2B5EF4-FFF2-40B4-BE49-F238E27FC236}">
                <a16:creationId xmlns:a16="http://schemas.microsoft.com/office/drawing/2014/main" id="{FDFB3CBF-574A-7598-3BE2-A3A922FB82C2}"/>
              </a:ext>
            </a:extLst>
          </p:cNvPr>
          <p:cNvSpPr txBox="1"/>
          <p:nvPr/>
        </p:nvSpPr>
        <p:spPr>
          <a:xfrm>
            <a:off x="8818224" y="5850414"/>
            <a:ext cx="458043"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8/1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4" name="テキスト ボックス 33">
            <a:extLst>
              <a:ext uri="{FF2B5EF4-FFF2-40B4-BE49-F238E27FC236}">
                <a16:creationId xmlns:a16="http://schemas.microsoft.com/office/drawing/2014/main" id="{ADC1CB54-7557-F51B-A295-A98362CFC3C2}"/>
              </a:ext>
            </a:extLst>
          </p:cNvPr>
          <p:cNvSpPr txBox="1"/>
          <p:nvPr/>
        </p:nvSpPr>
        <p:spPr>
          <a:xfrm>
            <a:off x="7174125" y="5843732"/>
            <a:ext cx="584302" cy="15783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6/1</a:t>
            </a:r>
            <a:endParaRPr kumimoji="1" lang="ja-JP" altLang="en-US" sz="1000" b="0" i="0" u="none" strike="noStrike" kern="1200" cap="none" spc="0" normalizeH="0" baseline="0" noProof="0">
              <a:ln>
                <a:noFill/>
              </a:ln>
              <a:solidFill>
                <a:srgbClr val="000000"/>
              </a:solidFill>
              <a:effectLst/>
              <a:uLnTx/>
              <a:uFillTx/>
              <a:latin typeface="Arial"/>
              <a:ea typeface="游ゴシック Medium"/>
              <a:cs typeface="+mn-cs"/>
            </a:endParaRPr>
          </a:p>
        </p:txBody>
      </p:sp>
      <p:sp>
        <p:nvSpPr>
          <p:cNvPr id="36" name="テキスト ボックス 35">
            <a:extLst>
              <a:ext uri="{FF2B5EF4-FFF2-40B4-BE49-F238E27FC236}">
                <a16:creationId xmlns:a16="http://schemas.microsoft.com/office/drawing/2014/main" id="{DF6ADFB0-EEC2-C0DF-C02A-46809441BAEA}"/>
              </a:ext>
            </a:extLst>
          </p:cNvPr>
          <p:cNvSpPr txBox="1"/>
          <p:nvPr/>
        </p:nvSpPr>
        <p:spPr>
          <a:xfrm>
            <a:off x="9549114" y="5850414"/>
            <a:ext cx="584301" cy="12527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10/1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7" name="テキスト ボックス 36">
            <a:extLst>
              <a:ext uri="{FF2B5EF4-FFF2-40B4-BE49-F238E27FC236}">
                <a16:creationId xmlns:a16="http://schemas.microsoft.com/office/drawing/2014/main" id="{4AABB290-6FE3-0414-F530-6FBE6D132164}"/>
              </a:ext>
            </a:extLst>
          </p:cNvPr>
          <p:cNvSpPr txBox="1"/>
          <p:nvPr/>
        </p:nvSpPr>
        <p:spPr>
          <a:xfrm>
            <a:off x="11396013" y="5850414"/>
            <a:ext cx="584302"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8" name="四角形: 角を丸くする 37">
            <a:extLst>
              <a:ext uri="{FF2B5EF4-FFF2-40B4-BE49-F238E27FC236}">
                <a16:creationId xmlns:a16="http://schemas.microsoft.com/office/drawing/2014/main" id="{174E74FD-E3FA-1108-BF7D-52EF7B2666C1}"/>
              </a:ext>
            </a:extLst>
          </p:cNvPr>
          <p:cNvSpPr/>
          <p:nvPr/>
        </p:nvSpPr>
        <p:spPr bwMode="gray">
          <a:xfrm>
            <a:off x="1933003" y="3128393"/>
            <a:ext cx="2060448" cy="282449"/>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DB</a:t>
            </a: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設計</a:t>
            </a:r>
          </a:p>
        </p:txBody>
      </p:sp>
      <p:sp>
        <p:nvSpPr>
          <p:cNvPr id="43" name="四角形: 角を丸くする 42">
            <a:extLst>
              <a:ext uri="{FF2B5EF4-FFF2-40B4-BE49-F238E27FC236}">
                <a16:creationId xmlns:a16="http://schemas.microsoft.com/office/drawing/2014/main" id="{D521F013-820D-C57C-BFB9-27E05AD16713}"/>
              </a:ext>
            </a:extLst>
          </p:cNvPr>
          <p:cNvSpPr/>
          <p:nvPr/>
        </p:nvSpPr>
        <p:spPr bwMode="gray">
          <a:xfrm>
            <a:off x="1236849" y="2392863"/>
            <a:ext cx="152319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構造設計</a:t>
            </a:r>
          </a:p>
        </p:txBody>
      </p:sp>
      <p:cxnSp>
        <p:nvCxnSpPr>
          <p:cNvPr id="44" name="直線コネクタ 43">
            <a:extLst>
              <a:ext uri="{FF2B5EF4-FFF2-40B4-BE49-F238E27FC236}">
                <a16:creationId xmlns:a16="http://schemas.microsoft.com/office/drawing/2014/main" id="{30EFDE1D-07E8-C61E-BC3B-5714710E8F7A}"/>
              </a:ext>
            </a:extLst>
          </p:cNvPr>
          <p:cNvCxnSpPr>
            <a:cxnSpLocks/>
          </p:cNvCxnSpPr>
          <p:nvPr/>
        </p:nvCxnSpPr>
        <p:spPr>
          <a:xfrm>
            <a:off x="2028729"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正方形/長方形 44">
            <a:extLst>
              <a:ext uri="{FF2B5EF4-FFF2-40B4-BE49-F238E27FC236}">
                <a16:creationId xmlns:a16="http://schemas.microsoft.com/office/drawing/2014/main" id="{B44AFE27-A04B-B1FC-53B4-85B5D558C077}"/>
              </a:ext>
            </a:extLst>
          </p:cNvPr>
          <p:cNvSpPr/>
          <p:nvPr/>
        </p:nvSpPr>
        <p:spPr bwMode="gray">
          <a:xfrm>
            <a:off x="367031" y="1167637"/>
            <a:ext cx="2391122"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a:solidFill>
                  <a:srgbClr val="FF0000"/>
                </a:solidFill>
                <a:latin typeface="Arial"/>
                <a:ea typeface="Yu Gothic UI"/>
                <a:cs typeface="Arial" panose="020B0604020202020204" pitchFamily="34" charset="0"/>
              </a:rPr>
              <a:t>・</a:t>
            </a:r>
            <a:r>
              <a:rPr lang="en-US" altLang="ja-JP" sz="1200" b="1" kern="0">
                <a:solidFill>
                  <a:srgbClr val="FF0000"/>
                </a:solidFill>
                <a:latin typeface="Arial"/>
                <a:ea typeface="Yu Gothic UI"/>
                <a:cs typeface="Arial" panose="020B0604020202020204" pitchFamily="34" charset="0"/>
              </a:rPr>
              <a:t>POC</a:t>
            </a:r>
            <a:r>
              <a:rPr lang="ja-JP" altLang="en-US" sz="1200" b="1" kern="0">
                <a:solidFill>
                  <a:srgbClr val="FF0000"/>
                </a:solidFill>
                <a:latin typeface="Arial"/>
                <a:ea typeface="Yu Gothic UI"/>
                <a:cs typeface="Arial" panose="020B0604020202020204" pitchFamily="34" charset="0"/>
              </a:rPr>
              <a:t>、構造設計</a:t>
            </a:r>
            <a:r>
              <a:rPr kumimoji="0" lang="ja-JP" altLang="en-US" sz="1200" b="1" i="0" u="none" strike="noStrike" kern="0" cap="none" spc="0" normalizeH="0" baseline="0" noProof="0">
                <a:ln>
                  <a:noFill/>
                </a:ln>
                <a:solidFill>
                  <a:srgbClr val="FF0000"/>
                </a:solidFill>
                <a:effectLst/>
                <a:uLnTx/>
                <a:uFillTx/>
                <a:latin typeface="Arial"/>
                <a:ea typeface="Yu Gothic UI"/>
                <a:cs typeface="Arial" panose="020B0604020202020204" pitchFamily="34" charset="0"/>
              </a:rPr>
              <a:t>・製造工程の概算見積</a:t>
            </a:r>
            <a:r>
              <a:rPr lang="ja-JP" altLang="en-US" sz="1200" b="1" kern="0">
                <a:solidFill>
                  <a:srgbClr val="FF0000"/>
                </a:solidFill>
                <a:latin typeface="Arial"/>
                <a:ea typeface="Yu Gothic UI"/>
                <a:cs typeface="Arial" panose="020B0604020202020204" pitchFamily="34" charset="0"/>
              </a:rPr>
              <a:t>⇒社内稟議</a:t>
            </a:r>
            <a:endParaRPr kumimoji="0" lang="en-US" altLang="ja-JP" sz="1200" b="0" i="0" u="none" strike="noStrike" kern="0" cap="none" spc="0" normalizeH="0" baseline="0" noProof="0">
              <a:ln>
                <a:noFill/>
              </a:ln>
              <a:solidFill>
                <a:srgbClr val="FF0000"/>
              </a:solidFill>
              <a:effectLst/>
              <a:uLnTx/>
              <a:uFillTx/>
              <a:latin typeface="Arial"/>
              <a:ea typeface="Yu Gothic UI"/>
              <a:cs typeface="Arial" panose="020B0604020202020204" pitchFamily="34" charset="0"/>
            </a:endParaRPr>
          </a:p>
        </p:txBody>
      </p:sp>
      <p:cxnSp>
        <p:nvCxnSpPr>
          <p:cNvPr id="46" name="直線コネクタ 45">
            <a:extLst>
              <a:ext uri="{FF2B5EF4-FFF2-40B4-BE49-F238E27FC236}">
                <a16:creationId xmlns:a16="http://schemas.microsoft.com/office/drawing/2014/main" id="{B651CEE3-B5BE-6362-8B7A-A62B2B71C8D5}"/>
              </a:ext>
            </a:extLst>
          </p:cNvPr>
          <p:cNvCxnSpPr>
            <a:cxnSpLocks/>
          </p:cNvCxnSpPr>
          <p:nvPr/>
        </p:nvCxnSpPr>
        <p:spPr>
          <a:xfrm>
            <a:off x="3980498"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C0F98B3F-0A08-B70D-6FDD-5CFCD5782A97}"/>
              </a:ext>
            </a:extLst>
          </p:cNvPr>
          <p:cNvSpPr/>
          <p:nvPr/>
        </p:nvSpPr>
        <p:spPr bwMode="gray">
          <a:xfrm>
            <a:off x="3893224" y="1167637"/>
            <a:ext cx="145329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製造工程の正式見積</a:t>
            </a:r>
            <a:endParaRPr kumimoji="0"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dirty="0">
                <a:solidFill>
                  <a:prstClr val="black"/>
                </a:solidFill>
                <a:latin typeface="Arial"/>
                <a:ea typeface="Yu Gothic UI"/>
                <a:cs typeface="Arial" panose="020B0604020202020204" pitchFamily="34" charset="0"/>
              </a:rPr>
              <a:t>⇒ご</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発注</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8" name="直線コネクタ 47">
            <a:extLst>
              <a:ext uri="{FF2B5EF4-FFF2-40B4-BE49-F238E27FC236}">
                <a16:creationId xmlns:a16="http://schemas.microsoft.com/office/drawing/2014/main" id="{34CDE9F9-DF4D-E328-4249-387D2BAF8AE2}"/>
              </a:ext>
            </a:extLst>
          </p:cNvPr>
          <p:cNvCxnSpPr>
            <a:cxnSpLocks/>
          </p:cNvCxnSpPr>
          <p:nvPr/>
        </p:nvCxnSpPr>
        <p:spPr>
          <a:xfrm>
            <a:off x="7086049"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F13DC96F-04BE-10EA-9C42-2EB6895085A9}"/>
              </a:ext>
            </a:extLst>
          </p:cNvPr>
          <p:cNvSpPr/>
          <p:nvPr/>
        </p:nvSpPr>
        <p:spPr bwMode="gray">
          <a:xfrm>
            <a:off x="6407371" y="1167637"/>
            <a:ext cx="1496228"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a:t>
            </a: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検証</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50" name="直線コネクタ 49">
            <a:extLst>
              <a:ext uri="{FF2B5EF4-FFF2-40B4-BE49-F238E27FC236}">
                <a16:creationId xmlns:a16="http://schemas.microsoft.com/office/drawing/2014/main" id="{19F59E26-489D-FE33-1E6B-FEF5FFEE7604}"/>
              </a:ext>
            </a:extLst>
          </p:cNvPr>
          <p:cNvCxnSpPr>
            <a:cxnSpLocks/>
          </p:cNvCxnSpPr>
          <p:nvPr/>
        </p:nvCxnSpPr>
        <p:spPr>
          <a:xfrm>
            <a:off x="11290006" y="1623226"/>
            <a:ext cx="26578"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DE56DBCE-35B5-5363-D554-A7AE280BD8BB}"/>
              </a:ext>
            </a:extLst>
          </p:cNvPr>
          <p:cNvSpPr/>
          <p:nvPr/>
        </p:nvSpPr>
        <p:spPr bwMode="gray">
          <a:xfrm>
            <a:off x="10840563" y="1167637"/>
            <a:ext cx="89924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lvl="0" algn="ctr" fontAlgn="base">
              <a:spcBef>
                <a:spcPct val="0"/>
              </a:spcBef>
              <a:spcAft>
                <a:spcPct val="0"/>
              </a:spcAft>
              <a:defRPr/>
            </a:pPr>
            <a:r>
              <a:rPr kumimoji="0" lang="en-US" altLang="ja-JP" sz="1200" b="1" kern="0">
                <a:solidFill>
                  <a:prstClr val="black"/>
                </a:solidFill>
                <a:latin typeface="Arial"/>
                <a:ea typeface="Yu Gothic UI"/>
                <a:cs typeface="Arial" panose="020B0604020202020204" pitchFamily="34" charset="0"/>
              </a:rPr>
              <a:t>Round3</a:t>
            </a:r>
          </a:p>
          <a:p>
            <a:pPr lvl="0" algn="ctr" fontAlgn="base">
              <a:spcBef>
                <a:spcPct val="0"/>
              </a:spcBef>
              <a:spcAft>
                <a:spcPct val="0"/>
              </a:spcAft>
              <a:defRPr/>
            </a:pPr>
            <a:r>
              <a:rPr kumimoji="0" lang="ja-JP" altLang="en-US" sz="1200" b="1" kern="0">
                <a:solidFill>
                  <a:prstClr val="black"/>
                </a:solidFill>
                <a:latin typeface="Arial"/>
                <a:ea typeface="Yu Gothic UI"/>
                <a:cs typeface="Arial" panose="020B0604020202020204" pitchFamily="34" charset="0"/>
              </a:rPr>
              <a:t>全体</a:t>
            </a:r>
            <a:r>
              <a:rPr kumimoji="0" lang="en-US" altLang="ja-JP" sz="1200" b="1" kern="0">
                <a:solidFill>
                  <a:prstClr val="black"/>
                </a:solidFill>
                <a:latin typeface="Arial"/>
                <a:ea typeface="Yu Gothic UI"/>
                <a:cs typeface="Arial" panose="020B0604020202020204" pitchFamily="34" charset="0"/>
              </a:rPr>
              <a:t>GA</a:t>
            </a:r>
            <a:endParaRPr kumimoji="0" lang="ja-JP" altLang="en-US" sz="1200" kern="0">
              <a:solidFill>
                <a:prstClr val="black"/>
              </a:solidFill>
              <a:latin typeface="Arial"/>
              <a:ea typeface="Yu Gothic UI"/>
              <a:cs typeface="Arial" panose="020B0604020202020204" pitchFamily="34" charset="0"/>
            </a:endParaRPr>
          </a:p>
        </p:txBody>
      </p:sp>
      <p:sp>
        <p:nvSpPr>
          <p:cNvPr id="55" name="四角形: 角を丸くする 54">
            <a:extLst>
              <a:ext uri="{FF2B5EF4-FFF2-40B4-BE49-F238E27FC236}">
                <a16:creationId xmlns:a16="http://schemas.microsoft.com/office/drawing/2014/main" id="{4B115AEA-6E76-3FFE-8146-C00089B179C2}"/>
              </a:ext>
            </a:extLst>
          </p:cNvPr>
          <p:cNvSpPr/>
          <p:nvPr/>
        </p:nvSpPr>
        <p:spPr bwMode="gray">
          <a:xfrm>
            <a:off x="5095154" y="2792973"/>
            <a:ext cx="198548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性能評価と改善</a:t>
            </a:r>
          </a:p>
        </p:txBody>
      </p:sp>
      <p:sp>
        <p:nvSpPr>
          <p:cNvPr id="56" name="四角形: 角を丸くする 55">
            <a:extLst>
              <a:ext uri="{FF2B5EF4-FFF2-40B4-BE49-F238E27FC236}">
                <a16:creationId xmlns:a16="http://schemas.microsoft.com/office/drawing/2014/main" id="{0B36B7ED-11D3-ABA2-07F3-E5C3B6903DB8}"/>
              </a:ext>
            </a:extLst>
          </p:cNvPr>
          <p:cNvSpPr/>
          <p:nvPr/>
        </p:nvSpPr>
        <p:spPr bwMode="gray">
          <a:xfrm>
            <a:off x="7120916" y="2785215"/>
            <a:ext cx="158853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性能試験</a:t>
            </a:r>
          </a:p>
        </p:txBody>
      </p:sp>
      <p:sp>
        <p:nvSpPr>
          <p:cNvPr id="57" name="四角形: 角を丸くする 56">
            <a:extLst>
              <a:ext uri="{FF2B5EF4-FFF2-40B4-BE49-F238E27FC236}">
                <a16:creationId xmlns:a16="http://schemas.microsoft.com/office/drawing/2014/main" id="{8DBF02CA-125F-9E35-2504-DF1A68DA6B2F}"/>
              </a:ext>
            </a:extLst>
          </p:cNvPr>
          <p:cNvSpPr/>
          <p:nvPr/>
        </p:nvSpPr>
        <p:spPr bwMode="gray">
          <a:xfrm>
            <a:off x="1236849" y="2792973"/>
            <a:ext cx="2756602"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性能</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Facility</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58" name="四角形: 角を丸くする 57">
            <a:extLst>
              <a:ext uri="{FF2B5EF4-FFF2-40B4-BE49-F238E27FC236}">
                <a16:creationId xmlns:a16="http://schemas.microsoft.com/office/drawing/2014/main" id="{81417237-7BCD-B6EA-422F-3FC08177AC37}"/>
              </a:ext>
            </a:extLst>
          </p:cNvPr>
          <p:cNvSpPr/>
          <p:nvPr/>
        </p:nvSpPr>
        <p:spPr bwMode="gray">
          <a:xfrm>
            <a:off x="7157755" y="3864809"/>
            <a:ext cx="1120894" cy="277890"/>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kern="0">
                <a:solidFill>
                  <a:prstClr val="black"/>
                </a:solidFill>
                <a:latin typeface="Arial"/>
                <a:ea typeface="Yu Gothic UI"/>
                <a:cs typeface="Arial" panose="020B0604020202020204" pitchFamily="34" charset="0"/>
              </a:rPr>
              <a:t>Round1 </a:t>
            </a:r>
            <a:r>
              <a:rPr kumimoji="0" lang="ja-JP" altLang="en-US" sz="1200" kern="0">
                <a:solidFill>
                  <a:prstClr val="black"/>
                </a:solidFill>
                <a:latin typeface="Arial"/>
                <a:ea typeface="Yu Gothic UI"/>
                <a:cs typeface="Arial" panose="020B0604020202020204" pitchFamily="34" charset="0"/>
              </a:rPr>
              <a:t>データ移行</a:t>
            </a:r>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 </a:t>
            </a:r>
          </a:p>
        </p:txBody>
      </p:sp>
      <p:sp>
        <p:nvSpPr>
          <p:cNvPr id="63" name="四角形: 角を丸くする 62">
            <a:extLst>
              <a:ext uri="{FF2B5EF4-FFF2-40B4-BE49-F238E27FC236}">
                <a16:creationId xmlns:a16="http://schemas.microsoft.com/office/drawing/2014/main" id="{5AB9770A-D1EA-5FD6-9999-322CC1586E80}"/>
              </a:ext>
            </a:extLst>
          </p:cNvPr>
          <p:cNvSpPr/>
          <p:nvPr/>
        </p:nvSpPr>
        <p:spPr bwMode="gray">
          <a:xfrm>
            <a:off x="7157754" y="4540383"/>
            <a:ext cx="2275409" cy="490942"/>
          </a:xfrm>
          <a:prstGeom prst="roundRect">
            <a:avLst/>
          </a:prstGeom>
          <a:ln>
            <a:prstDash val="sysDash"/>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lvl="0" algn="ctr" fontAlgn="base">
              <a:spcBef>
                <a:spcPct val="0"/>
              </a:spcBef>
              <a:spcAft>
                <a:spcPct val="0"/>
              </a:spcAf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２展開</a:t>
            </a:r>
          </a:p>
        </p:txBody>
      </p:sp>
      <p:sp>
        <p:nvSpPr>
          <p:cNvPr id="65" name="四角形: 角を丸くする 64">
            <a:extLst>
              <a:ext uri="{FF2B5EF4-FFF2-40B4-BE49-F238E27FC236}">
                <a16:creationId xmlns:a16="http://schemas.microsoft.com/office/drawing/2014/main" id="{4B94B9BA-AB77-F1CD-5430-C55DE238BE62}"/>
              </a:ext>
            </a:extLst>
          </p:cNvPr>
          <p:cNvSpPr/>
          <p:nvPr/>
        </p:nvSpPr>
        <p:spPr bwMode="gray">
          <a:xfrm>
            <a:off x="9511469" y="5150883"/>
            <a:ext cx="1778718" cy="490942"/>
          </a:xfrm>
          <a:prstGeom prst="roundRect">
            <a:avLst/>
          </a:prstGeom>
          <a:ln>
            <a:prstDash val="sysDash"/>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lvl="0" algn="ctr" fontAlgn="base">
              <a:spcBef>
                <a:spcPct val="0"/>
              </a:spcBef>
              <a:spcAft>
                <a:spcPct val="0"/>
              </a:spcAf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Round3</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展開</a:t>
            </a:r>
          </a:p>
        </p:txBody>
      </p:sp>
      <p:cxnSp>
        <p:nvCxnSpPr>
          <p:cNvPr id="66" name="直線コネクタ 65">
            <a:extLst>
              <a:ext uri="{FF2B5EF4-FFF2-40B4-BE49-F238E27FC236}">
                <a16:creationId xmlns:a16="http://schemas.microsoft.com/office/drawing/2014/main" id="{2202BEC9-C5D1-C6E4-FE89-52BE677DAED8}"/>
              </a:ext>
            </a:extLst>
          </p:cNvPr>
          <p:cNvCxnSpPr>
            <a:cxnSpLocks/>
          </p:cNvCxnSpPr>
          <p:nvPr/>
        </p:nvCxnSpPr>
        <p:spPr>
          <a:xfrm>
            <a:off x="8716560"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259D0577-A5C0-FE48-C7EE-6684D79BA595}"/>
              </a:ext>
            </a:extLst>
          </p:cNvPr>
          <p:cNvSpPr/>
          <p:nvPr/>
        </p:nvSpPr>
        <p:spPr bwMode="gray">
          <a:xfrm>
            <a:off x="8374332"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Round1GA</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68" name="直線コネクタ 67">
            <a:extLst>
              <a:ext uri="{FF2B5EF4-FFF2-40B4-BE49-F238E27FC236}">
                <a16:creationId xmlns:a16="http://schemas.microsoft.com/office/drawing/2014/main" id="{4BE95EF1-0B54-0794-C240-31889AF2CBAC}"/>
              </a:ext>
            </a:extLst>
          </p:cNvPr>
          <p:cNvCxnSpPr>
            <a:cxnSpLocks/>
          </p:cNvCxnSpPr>
          <p:nvPr/>
        </p:nvCxnSpPr>
        <p:spPr>
          <a:xfrm>
            <a:off x="876529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034DDE8F-E097-CB07-176B-D5ED3C4A97A3}"/>
              </a:ext>
            </a:extLst>
          </p:cNvPr>
          <p:cNvCxnSpPr>
            <a:cxnSpLocks/>
          </p:cNvCxnSpPr>
          <p:nvPr/>
        </p:nvCxnSpPr>
        <p:spPr>
          <a:xfrm>
            <a:off x="9439043"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445069B9-4D77-023E-84D7-7DE311C7EBEB}"/>
              </a:ext>
            </a:extLst>
          </p:cNvPr>
          <p:cNvSpPr/>
          <p:nvPr/>
        </p:nvSpPr>
        <p:spPr bwMode="gray">
          <a:xfrm>
            <a:off x="9147854"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Round2GA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74" name="直線コネクタ 73">
            <a:extLst>
              <a:ext uri="{FF2B5EF4-FFF2-40B4-BE49-F238E27FC236}">
                <a16:creationId xmlns:a16="http://schemas.microsoft.com/office/drawing/2014/main" id="{A82C34ED-59CD-FECD-8462-64046DF5BD91}"/>
              </a:ext>
            </a:extLst>
          </p:cNvPr>
          <p:cNvCxnSpPr>
            <a:cxnSpLocks/>
          </p:cNvCxnSpPr>
          <p:nvPr/>
        </p:nvCxnSpPr>
        <p:spPr>
          <a:xfrm>
            <a:off x="2030829"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0AABA1AE-3FCC-5B32-DB85-E4F452E1A67E}"/>
              </a:ext>
            </a:extLst>
          </p:cNvPr>
          <p:cNvSpPr txBox="1"/>
          <p:nvPr/>
        </p:nvSpPr>
        <p:spPr>
          <a:xfrm>
            <a:off x="2074511"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 name="四角形: 角を丸くする 2">
            <a:extLst>
              <a:ext uri="{FF2B5EF4-FFF2-40B4-BE49-F238E27FC236}">
                <a16:creationId xmlns:a16="http://schemas.microsoft.com/office/drawing/2014/main" id="{81BD2CC8-5AF4-CBDE-B7B8-3BA5DFF36E09}"/>
              </a:ext>
            </a:extLst>
          </p:cNvPr>
          <p:cNvSpPr/>
          <p:nvPr/>
        </p:nvSpPr>
        <p:spPr>
          <a:xfrm>
            <a:off x="4036547" y="2564512"/>
            <a:ext cx="4781677" cy="1938433"/>
          </a:xfrm>
          <a:prstGeom prst="roundRect">
            <a:avLst>
              <a:gd name="adj" fmla="val 5456"/>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156BDFD-E0EA-04DE-E6E8-55BA3E349755}"/>
              </a:ext>
            </a:extLst>
          </p:cNvPr>
          <p:cNvSpPr txBox="1"/>
          <p:nvPr/>
        </p:nvSpPr>
        <p:spPr>
          <a:xfrm>
            <a:off x="4033732" y="2587937"/>
            <a:ext cx="6766132" cy="276999"/>
          </a:xfrm>
          <a:prstGeom prst="rect">
            <a:avLst/>
          </a:prstGeom>
          <a:noFill/>
        </p:spPr>
        <p:txBody>
          <a:bodyPr wrap="square">
            <a:spAutoFit/>
          </a:bodyPr>
          <a:lstStyle/>
          <a:p>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 1 </a:t>
            </a: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全体システム構築と先行運用</a:t>
            </a:r>
            <a:endParaRPr lang="ja-JP" altLang="en-US" sz="1200"/>
          </a:p>
        </p:txBody>
      </p:sp>
      <p:graphicFrame>
        <p:nvGraphicFramePr>
          <p:cNvPr id="9" name="表 8">
            <a:extLst>
              <a:ext uri="{FF2B5EF4-FFF2-40B4-BE49-F238E27FC236}">
                <a16:creationId xmlns:a16="http://schemas.microsoft.com/office/drawing/2014/main" id="{1B049202-C3C6-E6F7-1181-53CD19D188C8}"/>
              </a:ext>
            </a:extLst>
          </p:cNvPr>
          <p:cNvGraphicFramePr>
            <a:graphicFrameLocks noGrp="1"/>
          </p:cNvGraphicFramePr>
          <p:nvPr/>
        </p:nvGraphicFramePr>
        <p:xfrm>
          <a:off x="403231" y="3864809"/>
          <a:ext cx="2873349" cy="1916430"/>
        </p:xfrm>
        <a:graphic>
          <a:graphicData uri="http://schemas.openxmlformats.org/drawingml/2006/table">
            <a:tbl>
              <a:tblPr firstRow="1" bandRow="1">
                <a:tableStyleId>{5C22544A-7EE6-4342-B048-85BDC9FD1C3A}</a:tableStyleId>
              </a:tblPr>
              <a:tblGrid>
                <a:gridCol w="148988">
                  <a:extLst>
                    <a:ext uri="{9D8B030D-6E8A-4147-A177-3AD203B41FA5}">
                      <a16:colId xmlns:a16="http://schemas.microsoft.com/office/drawing/2014/main" val="1590383083"/>
                    </a:ext>
                  </a:extLst>
                </a:gridCol>
                <a:gridCol w="1039114">
                  <a:extLst>
                    <a:ext uri="{9D8B030D-6E8A-4147-A177-3AD203B41FA5}">
                      <a16:colId xmlns:a16="http://schemas.microsoft.com/office/drawing/2014/main" val="1710678529"/>
                    </a:ext>
                  </a:extLst>
                </a:gridCol>
                <a:gridCol w="1685247">
                  <a:extLst>
                    <a:ext uri="{9D8B030D-6E8A-4147-A177-3AD203B41FA5}">
                      <a16:colId xmlns:a16="http://schemas.microsoft.com/office/drawing/2014/main" val="2280072178"/>
                    </a:ext>
                  </a:extLst>
                </a:gridCol>
              </a:tblGrid>
              <a:tr h="0">
                <a:tc>
                  <a:txBody>
                    <a:bodyPr/>
                    <a:lstStyle/>
                    <a:p>
                      <a:r>
                        <a:rPr kumimoji="1" lang="en-US" altLang="ja-JP" sz="600" dirty="0"/>
                        <a:t>#</a:t>
                      </a:r>
                      <a:endParaRPr kumimoji="1" lang="ja-JP" altLang="en-US" sz="600" dirty="0"/>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dirty="0"/>
                        <a:t>代表</a:t>
                      </a:r>
                      <a:r>
                        <a:rPr kumimoji="1" lang="en-US" altLang="ja-JP" sz="600" dirty="0"/>
                        <a:t>DB</a:t>
                      </a:r>
                      <a:r>
                        <a:rPr kumimoji="1" lang="ja-JP" altLang="en-US" sz="600" dirty="0"/>
                        <a:t>名</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a:t>関連</a:t>
                      </a:r>
                      <a:r>
                        <a:rPr kumimoji="1" lang="en-US" altLang="ja-JP" sz="600"/>
                        <a:t>DB</a:t>
                      </a:r>
                      <a:r>
                        <a:rPr kumimoji="1" lang="ja-JP" altLang="en-US" sz="600"/>
                        <a:t>名　　　　　</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5882101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イオン</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318491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076731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94341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 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3943938"/>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5</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890753"/>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6</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イメージング</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870362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7</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835244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8</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ガリナイ</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542757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9</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21938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10</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ディスプ</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ディスプ</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244439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600" b="0" kern="1200" noProof="0" dirty="0">
                          <a:solidFill>
                            <a:schemeClr val="tx1"/>
                          </a:solidFill>
                          <a:latin typeface="+mn-lt"/>
                          <a:ea typeface="+mn-ea"/>
                          <a:cs typeface="+mn-cs"/>
                        </a:rPr>
                        <a:t>納入仕様書管理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zh-TW" altLang="en-US" sz="600" b="0" kern="1200" dirty="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49284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アーカイブ</a:t>
                      </a: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652646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仕様書 関連文書</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379878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品質情報ﾏｽﾀ</a:t>
                      </a:r>
                      <a:r>
                        <a:rPr kumimoji="1" lang="en-US" altLang="zh-TW" sz="600" b="0" kern="1200" dirty="0">
                          <a:solidFill>
                            <a:schemeClr val="tx1"/>
                          </a:solidFill>
                          <a:latin typeface="+mn-lt"/>
                          <a:ea typeface="+mn-ea"/>
                          <a:cs typeface="+mn-cs"/>
                        </a:rPr>
                        <a:t>-</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244223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dirty="0">
                          <a:solidFill>
                            <a:schemeClr val="tx1"/>
                          </a:solidFill>
                          <a:latin typeface="+mn-lt"/>
                          <a:ea typeface="+mn-ea"/>
                          <a:cs typeface="+mn-cs"/>
                        </a:rPr>
                        <a:t>貿易管理・納入仕様書ＤＢ</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45465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a:solidFill>
                            <a:schemeClr val="tx1"/>
                          </a:solidFill>
                          <a:latin typeface="+mn-lt"/>
                          <a:ea typeface="+mn-ea"/>
                          <a:cs typeface="+mn-cs"/>
                        </a:rPr>
                        <a:t>納入仕様書システム</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8560373"/>
                  </a:ext>
                </a:extLst>
              </a:tr>
            </a:tbl>
          </a:graphicData>
        </a:graphic>
      </p:graphicFrame>
      <p:sp>
        <p:nvSpPr>
          <p:cNvPr id="16" name="テキスト ボックス 15">
            <a:extLst>
              <a:ext uri="{FF2B5EF4-FFF2-40B4-BE49-F238E27FC236}">
                <a16:creationId xmlns:a16="http://schemas.microsoft.com/office/drawing/2014/main" id="{3B2AFFD5-2193-A6D2-7ED0-36818492A140}"/>
              </a:ext>
            </a:extLst>
          </p:cNvPr>
          <p:cNvSpPr txBox="1"/>
          <p:nvPr/>
        </p:nvSpPr>
        <p:spPr>
          <a:xfrm>
            <a:off x="311630" y="3622150"/>
            <a:ext cx="6766560" cy="215444"/>
          </a:xfrm>
          <a:prstGeom prst="rect">
            <a:avLst/>
          </a:prstGeom>
          <a:noFill/>
        </p:spPr>
        <p:txBody>
          <a:bodyPr wrap="square">
            <a:spAutoFit/>
          </a:bodyPr>
          <a:lstStyle/>
          <a:p>
            <a:r>
              <a:rPr lang="en-US" altLang="ja-JP" sz="800" b="1"/>
              <a:t>Round1</a:t>
            </a:r>
            <a:r>
              <a:rPr lang="ja-JP" altLang="en-US" sz="800" b="1"/>
              <a:t>対象機能想定</a:t>
            </a:r>
          </a:p>
        </p:txBody>
      </p:sp>
      <p:sp>
        <p:nvSpPr>
          <p:cNvPr id="4" name="四角形: 角を丸くする 3">
            <a:extLst>
              <a:ext uri="{FF2B5EF4-FFF2-40B4-BE49-F238E27FC236}">
                <a16:creationId xmlns:a16="http://schemas.microsoft.com/office/drawing/2014/main" id="{A7C6345D-3477-FB36-E6A6-58153600133E}"/>
              </a:ext>
            </a:extLst>
          </p:cNvPr>
          <p:cNvSpPr/>
          <p:nvPr/>
        </p:nvSpPr>
        <p:spPr>
          <a:xfrm>
            <a:off x="8911647" y="3194304"/>
            <a:ext cx="3249729" cy="1207726"/>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rgbClr val="0070C0"/>
                </a:solidFill>
              </a:rPr>
              <a:t>Round2, Round3</a:t>
            </a:r>
            <a:r>
              <a:rPr kumimoji="1" lang="ja-JP" altLang="en-US" sz="1000" dirty="0">
                <a:solidFill>
                  <a:srgbClr val="0070C0"/>
                </a:solidFill>
              </a:rPr>
              <a:t>に関する説明：</a:t>
            </a:r>
            <a:endParaRPr kumimoji="1" lang="en-US" altLang="ja-JP" sz="1000" dirty="0">
              <a:solidFill>
                <a:srgbClr val="0070C0"/>
              </a:solidFill>
            </a:endParaRPr>
          </a:p>
          <a:p>
            <a:r>
              <a:rPr lang="ja-JP" altLang="en-US" sz="800" dirty="0">
                <a:solidFill>
                  <a:srgbClr val="0070C0"/>
                </a:solidFill>
              </a:rPr>
              <a:t>システム全体は一つ</a:t>
            </a:r>
            <a:r>
              <a:rPr lang="en-US" altLang="ja-JP" sz="800" dirty="0">
                <a:solidFill>
                  <a:srgbClr val="0070C0"/>
                </a:solidFill>
              </a:rPr>
              <a:t>App</a:t>
            </a:r>
            <a:r>
              <a:rPr lang="ja-JP" altLang="en-US" sz="800" dirty="0">
                <a:solidFill>
                  <a:srgbClr val="0070C0"/>
                </a:solidFill>
              </a:rPr>
              <a:t>になるため、</a:t>
            </a:r>
            <a:r>
              <a:rPr lang="en-US" altLang="ja-JP" sz="800" dirty="0">
                <a:solidFill>
                  <a:srgbClr val="0070C0"/>
                </a:solidFill>
              </a:rPr>
              <a:t>Round2,3</a:t>
            </a:r>
            <a:r>
              <a:rPr lang="ja-JP" altLang="en-US" sz="800" dirty="0">
                <a:solidFill>
                  <a:srgbClr val="0070C0"/>
                </a:solidFill>
              </a:rPr>
              <a:t>の主作業は移行作業</a:t>
            </a:r>
            <a:endParaRPr lang="en-US" altLang="ja-JP" sz="800" dirty="0">
              <a:solidFill>
                <a:srgbClr val="0070C0"/>
              </a:solidFill>
            </a:endParaRPr>
          </a:p>
          <a:p>
            <a:pPr marL="171450" indent="-171450">
              <a:buFont typeface="Arial" panose="020B0604020202020204" pitchFamily="34" charset="0"/>
              <a:buChar char="•"/>
            </a:pPr>
            <a:r>
              <a:rPr lang="ja-JP" altLang="en-US" sz="700" dirty="0">
                <a:solidFill>
                  <a:srgbClr val="0070C0"/>
                </a:solidFill>
              </a:rPr>
              <a:t>移行ツールの入力となる</a:t>
            </a:r>
            <a:r>
              <a:rPr lang="en-US" altLang="ja-JP" sz="700" dirty="0">
                <a:solidFill>
                  <a:srgbClr val="0070C0"/>
                </a:solidFill>
              </a:rPr>
              <a:t>DB</a:t>
            </a:r>
            <a:r>
              <a:rPr lang="ja-JP" altLang="en-US" sz="700" dirty="0">
                <a:solidFill>
                  <a:srgbClr val="0070C0"/>
                </a:solidFill>
              </a:rPr>
              <a:t>ファイルの差異の対応</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入力データの差異によりの</a:t>
            </a:r>
            <a:r>
              <a:rPr lang="en-US" altLang="ja-JP" sz="700" dirty="0">
                <a:solidFill>
                  <a:srgbClr val="0070C0"/>
                </a:solidFill>
              </a:rPr>
              <a:t>Data mapping</a:t>
            </a:r>
            <a:r>
              <a:rPr lang="ja-JP" altLang="en-US" sz="700" dirty="0">
                <a:solidFill>
                  <a:srgbClr val="0070C0"/>
                </a:solidFill>
              </a:rPr>
              <a:t>の見直す</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ツール実行</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以降前後データの比較、差異分析、必要となる対応、報告</a:t>
            </a:r>
            <a:endParaRPr lang="en-US" altLang="ja-JP" sz="700" dirty="0">
              <a:solidFill>
                <a:srgbClr val="0070C0"/>
              </a:solidFill>
            </a:endParaRPr>
          </a:p>
          <a:p>
            <a:endParaRPr lang="en-US" altLang="ja-JP" sz="800" dirty="0">
              <a:solidFill>
                <a:srgbClr val="0070C0"/>
              </a:solidFill>
            </a:endParaRPr>
          </a:p>
          <a:p>
            <a:r>
              <a:rPr lang="ja-JP" altLang="en-US" sz="800" dirty="0">
                <a:solidFill>
                  <a:srgbClr val="0070C0"/>
                </a:solidFill>
              </a:rPr>
              <a:t>会社・組織の業務差異、表現差異対応、エンハンス要件がない限り、</a:t>
            </a:r>
            <a:r>
              <a:rPr lang="en-US" altLang="ja-JP" sz="800" dirty="0">
                <a:solidFill>
                  <a:srgbClr val="0070C0"/>
                </a:solidFill>
              </a:rPr>
              <a:t>Round2, Round3</a:t>
            </a:r>
            <a:r>
              <a:rPr lang="ja-JP" altLang="en-US" sz="800" dirty="0">
                <a:solidFill>
                  <a:srgbClr val="0070C0"/>
                </a:solidFill>
              </a:rPr>
              <a:t>のリリース自体は不要</a:t>
            </a:r>
            <a:endParaRPr lang="en-US" altLang="ja-JP" sz="800" dirty="0">
              <a:solidFill>
                <a:srgbClr val="0070C0"/>
              </a:solidFill>
            </a:endParaRPr>
          </a:p>
          <a:p>
            <a:r>
              <a:rPr lang="en-US" altLang="ja-JP" sz="700" dirty="0">
                <a:solidFill>
                  <a:srgbClr val="0070C0"/>
                </a:solidFill>
              </a:rPr>
              <a:t>※ round2, Round3</a:t>
            </a:r>
            <a:r>
              <a:rPr lang="ja-JP" altLang="en-US" sz="700" dirty="0">
                <a:solidFill>
                  <a:srgbClr val="0070C0"/>
                </a:solidFill>
              </a:rPr>
              <a:t>の本質は：対象会社の履歴が利用可能の時期のみ</a:t>
            </a:r>
            <a:endParaRPr lang="en-US" altLang="ja-JP" sz="700" dirty="0">
              <a:solidFill>
                <a:srgbClr val="0070C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ja-JP" altLang="en-US"/>
              <a:t>見積もり</a:t>
            </a:r>
            <a:endParaRPr lang="ja-JP" altLang="en-US">
              <a:effectLst/>
            </a:endParaRPr>
          </a:p>
        </p:txBody>
      </p:sp>
      <p:graphicFrame>
        <p:nvGraphicFramePr>
          <p:cNvPr id="3" name="表 2">
            <a:extLst>
              <a:ext uri="{FF2B5EF4-FFF2-40B4-BE49-F238E27FC236}">
                <a16:creationId xmlns:a16="http://schemas.microsoft.com/office/drawing/2014/main" id="{ABC0272A-5628-F02B-15C0-A06177151599}"/>
              </a:ext>
            </a:extLst>
          </p:cNvPr>
          <p:cNvGraphicFramePr>
            <a:graphicFrameLocks noGrp="1"/>
          </p:cNvGraphicFramePr>
          <p:nvPr>
            <p:extLst>
              <p:ext uri="{D42A27DB-BD31-4B8C-83A1-F6EECF244321}">
                <p14:modId xmlns:p14="http://schemas.microsoft.com/office/powerpoint/2010/main" val="1693047404"/>
              </p:ext>
            </p:extLst>
          </p:nvPr>
        </p:nvGraphicFramePr>
        <p:xfrm>
          <a:off x="479552" y="836570"/>
          <a:ext cx="11121173" cy="5076547"/>
        </p:xfrm>
        <a:graphic>
          <a:graphicData uri="http://schemas.openxmlformats.org/drawingml/2006/table">
            <a:tbl>
              <a:tblPr firstRow="1" bandRow="1">
                <a:tableStyleId>{7DF18680-E054-41AD-8BC1-D1AEF772440D}</a:tableStyleId>
              </a:tblPr>
              <a:tblGrid>
                <a:gridCol w="1964235">
                  <a:extLst>
                    <a:ext uri="{9D8B030D-6E8A-4147-A177-3AD203B41FA5}">
                      <a16:colId xmlns:a16="http://schemas.microsoft.com/office/drawing/2014/main" val="1822749168"/>
                    </a:ext>
                  </a:extLst>
                </a:gridCol>
                <a:gridCol w="1053894">
                  <a:extLst>
                    <a:ext uri="{9D8B030D-6E8A-4147-A177-3AD203B41FA5}">
                      <a16:colId xmlns:a16="http://schemas.microsoft.com/office/drawing/2014/main" val="1141317570"/>
                    </a:ext>
                  </a:extLst>
                </a:gridCol>
                <a:gridCol w="8103044">
                  <a:extLst>
                    <a:ext uri="{9D8B030D-6E8A-4147-A177-3AD203B41FA5}">
                      <a16:colId xmlns:a16="http://schemas.microsoft.com/office/drawing/2014/main" val="371397195"/>
                    </a:ext>
                  </a:extLst>
                </a:gridCol>
              </a:tblGrid>
              <a:tr h="181305">
                <a:tc>
                  <a:txBody>
                    <a:bodyPr/>
                    <a:lstStyle/>
                    <a:p>
                      <a:pPr marL="0" algn="l" defTabSz="914400" rtl="0" eaLnBrk="1" fontAlgn="b" latinLnBrk="0" hangingPunct="1"/>
                      <a:r>
                        <a:rPr lang="ja-JP" altLang="en-US" sz="1100" b="0" u="none" strike="noStrike" kern="1200" dirty="0">
                          <a:solidFill>
                            <a:schemeClr val="tx1"/>
                          </a:solidFill>
                          <a:effectLst/>
                        </a:rPr>
                        <a:t>工程</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工数（</a:t>
                      </a:r>
                      <a:r>
                        <a:rPr lang="de-DE" sz="1100" b="0" u="none" strike="noStrike" kern="1200">
                          <a:solidFill>
                            <a:schemeClr val="tx1"/>
                          </a:solidFill>
                          <a:effectLst/>
                        </a:rPr>
                        <a:t>MM）</a:t>
                      </a:r>
                      <a:endParaRPr lang="de-DE"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説明</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1038385">
                <a:tc>
                  <a:txBody>
                    <a:bodyPr/>
                    <a:lstStyle/>
                    <a:p>
                      <a:pPr marL="0" algn="l" defTabSz="914400" rtl="0" eaLnBrk="1" fontAlgn="b" latinLnBrk="0" hangingPunct="1"/>
                      <a:r>
                        <a:rPr lang="ja-JP" altLang="en-US" sz="1050" b="0" u="none" strike="noStrike" kern="1200" dirty="0">
                          <a:solidFill>
                            <a:schemeClr val="tx1"/>
                          </a:solidFill>
                          <a:effectLst/>
                        </a:rPr>
                        <a:t>要件</a:t>
                      </a:r>
                      <a:r>
                        <a:rPr lang="ja-JP" altLang="en-US" sz="1050" b="0" u="none" strike="noStrike" kern="1200" dirty="0">
                          <a:solidFill>
                            <a:schemeClr val="tx1"/>
                          </a:solidFill>
                          <a:effectLst/>
                          <a:latin typeface="+mn-lt"/>
                          <a:ea typeface="+mn-ea"/>
                          <a:cs typeface="+mn-cs"/>
                        </a:rPr>
                        <a:t>定義理解、仕様確認</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■製品仕様書管理：</a:t>
                      </a:r>
                      <a:r>
                        <a:rPr lang="en-US" altLang="ja-JP" sz="1050" b="0" u="none" strike="noStrike" kern="1200" dirty="0">
                          <a:solidFill>
                            <a:schemeClr val="tx1"/>
                          </a:solidFill>
                          <a:effectLst/>
                        </a:rPr>
                        <a:t>4.20MM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4MD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2.20MM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納入仕様書管理：</a:t>
                      </a:r>
                      <a:r>
                        <a:rPr lang="en-US" altLang="ja-JP" sz="1050" b="0" u="none" strike="noStrike" kern="1200" dirty="0">
                          <a:solidFill>
                            <a:schemeClr val="tx1"/>
                          </a:solidFill>
                          <a:effectLst/>
                        </a:rPr>
                        <a:t>2.10MM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1.10MM</a:t>
                      </a:r>
                      <a:br>
                        <a:rPr lang="en-US" altLang="ja-JP" sz="90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その他個別</a:t>
                      </a:r>
                      <a:r>
                        <a:rPr lang="en-US" altLang="ja-JP" sz="1050" b="0" u="none" strike="noStrike" kern="1200" dirty="0">
                          <a:solidFill>
                            <a:schemeClr val="tx1"/>
                          </a:solidFill>
                          <a:effectLst/>
                        </a:rPr>
                        <a:t>DB</a:t>
                      </a:r>
                      <a:r>
                        <a:rPr lang="ja-JP" altLang="en-US" sz="1050" b="0" u="none" strike="noStrike" kern="1200" dirty="0">
                          <a:solidFill>
                            <a:schemeClr val="tx1"/>
                          </a:solidFill>
                          <a:effectLst/>
                        </a:rPr>
                        <a:t>：</a:t>
                      </a:r>
                      <a:r>
                        <a:rPr lang="en-US" altLang="ja-JP" sz="1050" b="0" u="none" strike="noStrike" kern="1200" dirty="0">
                          <a:solidFill>
                            <a:schemeClr val="tx1"/>
                          </a:solidFill>
                          <a:effectLst/>
                        </a:rPr>
                        <a:t>1.70MM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0.70MM</a:t>
                      </a:r>
                      <a:endParaRPr lang="en-US" altLang="ja-JP" sz="9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346128">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構造設計＆</a:t>
                      </a:r>
                      <a:r>
                        <a:rPr lang="en-US" altLang="ja-JP" sz="1050" b="0" u="none" strike="noStrike" kern="1200" dirty="0">
                          <a:solidFill>
                            <a:schemeClr val="tx1"/>
                          </a:solidFill>
                          <a:effectLst/>
                          <a:latin typeface="+mn-lt"/>
                          <a:ea typeface="+mn-ea"/>
                          <a:cs typeface="+mn-cs"/>
                        </a:rPr>
                        <a:t>POC</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a:t>
                      </a:r>
                    </a:p>
                  </a:txBody>
                  <a:tcPr marL="0" marR="0" marT="0" marB="0" anchor="ctr"/>
                </a:tc>
                <a:tc>
                  <a:txBody>
                    <a:bodyPr/>
                    <a:lstStyle/>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Automation Flow</a:t>
                      </a:r>
                      <a:r>
                        <a:rPr lang="ja-JP" altLang="en-US" sz="1050" b="0" u="none" strike="noStrike" kern="1200" dirty="0">
                          <a:solidFill>
                            <a:schemeClr val="tx1"/>
                          </a:solidFill>
                          <a:effectLst/>
                          <a:latin typeface="+mn-lt"/>
                          <a:ea typeface="+mn-ea"/>
                          <a:cs typeface="+mn-cs"/>
                        </a:rPr>
                        <a:t>で複数ファイルまとめて</a:t>
                      </a:r>
                      <a:r>
                        <a:rPr lang="en-US" altLang="ja-JP" sz="1050" b="0" u="none" strike="noStrike" kern="1200" dirty="0">
                          <a:solidFill>
                            <a:schemeClr val="tx1"/>
                          </a:solidFill>
                          <a:effectLst/>
                          <a:latin typeface="+mn-lt"/>
                          <a:ea typeface="+mn-ea"/>
                          <a:cs typeface="+mn-cs"/>
                        </a:rPr>
                        <a:t>Download</a:t>
                      </a:r>
                      <a:r>
                        <a:rPr lang="ja-JP" altLang="en-US" sz="1050" b="0" u="none" strike="noStrike" kern="1200" dirty="0">
                          <a:solidFill>
                            <a:schemeClr val="tx1"/>
                          </a:solidFill>
                          <a:effectLst/>
                          <a:latin typeface="+mn-lt"/>
                          <a:ea typeface="+mn-ea"/>
                          <a:cs typeface="+mn-cs"/>
                        </a:rPr>
                        <a:t>とユーザにより個別ファイル</a:t>
                      </a:r>
                      <a:r>
                        <a:rPr lang="en-US" altLang="ja-JP" sz="1050" b="0" u="none" strike="noStrike" kern="1200" dirty="0">
                          <a:solidFill>
                            <a:schemeClr val="tx1"/>
                          </a:solidFill>
                          <a:effectLst/>
                          <a:latin typeface="+mn-lt"/>
                          <a:ea typeface="+mn-ea"/>
                          <a:cs typeface="+mn-cs"/>
                        </a:rPr>
                        <a:t>Upload/Download</a:t>
                      </a:r>
                      <a:r>
                        <a:rPr lang="ja-JP" altLang="en-US" sz="1050" b="0" u="none" strike="noStrike" kern="1200" dirty="0">
                          <a:solidFill>
                            <a:schemeClr val="tx1"/>
                          </a:solidFill>
                          <a:effectLst/>
                          <a:latin typeface="+mn-lt"/>
                          <a:ea typeface="+mn-ea"/>
                          <a:cs typeface="+mn-cs"/>
                        </a:rPr>
                        <a:t>のコスト差異がなし</a:t>
                      </a:r>
                      <a:endParaRPr lang="en-US" altLang="ja-JP" sz="1050" b="0" u="none" strike="noStrike" kern="1200" dirty="0">
                        <a:solidFill>
                          <a:schemeClr val="tx1"/>
                        </a:solidFill>
                        <a:effectLst/>
                        <a:latin typeface="+mn-lt"/>
                        <a:ea typeface="+mn-ea"/>
                        <a:cs typeface="+mn-cs"/>
                      </a:endParaRPr>
                    </a:p>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5000User</a:t>
                      </a:r>
                      <a:r>
                        <a:rPr lang="ja-JP" altLang="en-US" sz="1050" b="0" u="none" strike="noStrike" kern="1200" dirty="0">
                          <a:solidFill>
                            <a:schemeClr val="tx1"/>
                          </a:solidFill>
                          <a:effectLst/>
                          <a:latin typeface="+mn-lt"/>
                          <a:ea typeface="+mn-ea"/>
                          <a:cs typeface="+mn-cs"/>
                        </a:rPr>
                        <a:t>と</a:t>
                      </a:r>
                      <a:r>
                        <a:rPr lang="en-US" altLang="ja-JP" sz="1050" b="0" u="none" strike="noStrike" kern="1200" dirty="0">
                          <a:solidFill>
                            <a:schemeClr val="tx1"/>
                          </a:solidFill>
                          <a:effectLst/>
                          <a:latin typeface="+mn-lt"/>
                          <a:ea typeface="+mn-ea"/>
                          <a:cs typeface="+mn-cs"/>
                        </a:rPr>
                        <a:t>10000User</a:t>
                      </a:r>
                      <a:r>
                        <a:rPr lang="ja-JP" altLang="en-US" sz="1050" b="0" u="none" strike="noStrike" kern="1200" dirty="0">
                          <a:solidFill>
                            <a:schemeClr val="tx1"/>
                          </a:solidFill>
                          <a:effectLst/>
                          <a:latin typeface="+mn-lt"/>
                          <a:ea typeface="+mn-ea"/>
                          <a:cs typeface="+mn-cs"/>
                        </a:rPr>
                        <a:t>の影響は誤差範囲（</a:t>
                      </a:r>
                      <a:r>
                        <a:rPr lang="en-US" altLang="ja-JP" sz="1050" b="0" u="none" strike="noStrike" kern="1200" dirty="0">
                          <a:solidFill>
                            <a:schemeClr val="tx1"/>
                          </a:solidFill>
                          <a:effectLst/>
                          <a:latin typeface="+mn-lt"/>
                          <a:ea typeface="+mn-ea"/>
                          <a:cs typeface="+mn-cs"/>
                        </a:rPr>
                        <a:t>Sizing</a:t>
                      </a:r>
                      <a:r>
                        <a:rPr lang="ja-JP" altLang="en-US" sz="1050" b="0" u="none" strike="noStrike" kern="1200" dirty="0">
                          <a:solidFill>
                            <a:schemeClr val="tx1"/>
                          </a:solidFill>
                          <a:effectLst/>
                          <a:latin typeface="+mn-lt"/>
                          <a:ea typeface="+mn-ea"/>
                          <a:cs typeface="+mn-cs"/>
                        </a:rPr>
                        <a:t>と性能試験に影響するのみ、性能測定に</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年間データを考えると、略）</a:t>
                      </a:r>
                      <a:endParaRPr lang="en-US" altLang="ja-JP"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849158256"/>
                  </a:ext>
                </a:extLst>
              </a:tr>
              <a:tr h="173064">
                <a:tc>
                  <a:txBody>
                    <a:bodyPr/>
                    <a:lstStyle/>
                    <a:p>
                      <a:pPr marL="0" algn="l" defTabSz="914400" rtl="0" eaLnBrk="1" fontAlgn="b" latinLnBrk="0" hangingPunct="1"/>
                      <a:r>
                        <a:rPr lang="ja-JP" altLang="en-US" sz="1050" b="0" u="none" strike="noStrike" kern="1200" dirty="0">
                          <a:solidFill>
                            <a:schemeClr val="tx1"/>
                          </a:solidFill>
                          <a:effectLst/>
                        </a:rPr>
                        <a:t>システム設計①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12.82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開発単体①部分の設計、工数は開発単体工数</a:t>
                      </a:r>
                      <a:r>
                        <a:rPr lang="en-US" altLang="ja-JP" sz="1050" b="0" u="none" strike="noStrike" kern="1200" dirty="0">
                          <a:solidFill>
                            <a:schemeClr val="tx1"/>
                          </a:solidFill>
                          <a:effectLst/>
                        </a:rPr>
                        <a:t>×0.3</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2204961108"/>
                  </a:ext>
                </a:extLst>
              </a:tr>
              <a:tr h="173064">
                <a:tc>
                  <a:txBody>
                    <a:bodyPr/>
                    <a:lstStyle/>
                    <a:p>
                      <a:pPr marL="0" algn="l" defTabSz="914400" rtl="0" eaLnBrk="1" fontAlgn="b" latinLnBrk="0" hangingPunct="1"/>
                      <a:r>
                        <a:rPr lang="ja-JP" altLang="en-US" sz="1050" b="0" u="none" strike="noStrike" kern="1200" dirty="0">
                          <a:solidFill>
                            <a:schemeClr val="tx1"/>
                          </a:solidFill>
                          <a:effectLst/>
                        </a:rPr>
                        <a:t>システム設計②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開発単体②部分の設計、</a:t>
                      </a:r>
                      <a:r>
                        <a:rPr lang="en-US" altLang="ja-JP" sz="1050" b="0" u="none" strike="noStrike" kern="1200" dirty="0">
                          <a:solidFill>
                            <a:schemeClr val="tx1"/>
                          </a:solidFill>
                          <a:effectLst/>
                        </a:rPr>
                        <a:t>1</a:t>
                      </a:r>
                      <a:r>
                        <a:rPr lang="ja-JP" altLang="en-US" sz="1050" b="0" u="none" strike="noStrike" kern="1200" dirty="0">
                          <a:solidFill>
                            <a:schemeClr val="tx1"/>
                          </a:solidFill>
                          <a:effectLst/>
                        </a:rPr>
                        <a:t>機能１</a:t>
                      </a:r>
                      <a:r>
                        <a:rPr lang="en-US" altLang="ja-JP" sz="1050" b="0" u="none" strike="noStrike" kern="1200" dirty="0">
                          <a:solidFill>
                            <a:schemeClr val="tx1"/>
                          </a:solidFill>
                          <a:effectLst/>
                        </a:rPr>
                        <a:t>MM</a:t>
                      </a:r>
                      <a:r>
                        <a:rPr lang="ja-JP" altLang="en-US" sz="1050" b="0" u="none" strike="noStrike" kern="1200" dirty="0">
                          <a:solidFill>
                            <a:schemeClr val="tx1"/>
                          </a:solidFill>
                          <a:effectLst/>
                        </a:rPr>
                        <a:t>と概算する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66353059"/>
                  </a:ext>
                </a:extLst>
              </a:tr>
              <a:tr h="173064">
                <a:tc>
                  <a:txBody>
                    <a:bodyPr/>
                    <a:lstStyle/>
                    <a:p>
                      <a:pPr marL="0" algn="l" defTabSz="914400" rtl="0" eaLnBrk="1" fontAlgn="b" latinLnBrk="0" hangingPunct="1"/>
                      <a:r>
                        <a:rPr lang="ja-JP" altLang="en-US" sz="1050" b="0" u="none" strike="noStrike" kern="1200" dirty="0">
                          <a:solidFill>
                            <a:schemeClr val="tx1"/>
                          </a:solidFill>
                          <a:effectLst/>
                        </a:rPr>
                        <a:t>開発単体①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42.74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en-US" altLang="ja-JP" sz="1050" b="0" u="none" strike="noStrike" kern="1200" dirty="0">
                          <a:solidFill>
                            <a:schemeClr val="tx1"/>
                          </a:solidFill>
                          <a:effectLst/>
                        </a:rPr>
                        <a:t>i12,i13</a:t>
                      </a:r>
                      <a:r>
                        <a:rPr lang="ja-JP" altLang="en-US" sz="1050" b="0" u="none" strike="noStrike" kern="1200" dirty="0">
                          <a:solidFill>
                            <a:schemeClr val="tx1"/>
                          </a:solidFill>
                          <a:effectLst/>
                        </a:rPr>
                        <a:t>以外、システム設計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15517710"/>
                  </a:ext>
                </a:extLst>
              </a:tr>
              <a:tr h="173064">
                <a:tc>
                  <a:txBody>
                    <a:bodyPr/>
                    <a:lstStyle/>
                    <a:p>
                      <a:pPr marL="0" algn="l" defTabSz="914400" rtl="0" eaLnBrk="1" fontAlgn="b" latinLnBrk="0" hangingPunct="1"/>
                      <a:r>
                        <a:rPr lang="ja-JP" altLang="en-US" sz="1050" b="0" u="none" strike="noStrike" kern="1200" dirty="0">
                          <a:solidFill>
                            <a:schemeClr val="tx1"/>
                          </a:solidFill>
                          <a:effectLst/>
                        </a:rPr>
                        <a:t>開発単体②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de-DE" sz="1050" b="0" u="none" strike="noStrike" kern="1200" dirty="0">
                          <a:solidFill>
                            <a:schemeClr val="tx1"/>
                          </a:solidFill>
                          <a:effectLst/>
                        </a:rPr>
                        <a:t>i12,i13</a:t>
                      </a:r>
                      <a:r>
                        <a:rPr lang="ja-JP" altLang="en-US" sz="1050" b="0" u="none" strike="noStrike" kern="1200" dirty="0">
                          <a:solidFill>
                            <a:schemeClr val="tx1"/>
                          </a:solidFill>
                          <a:effectLst/>
                        </a:rPr>
                        <a:t>分</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22087986"/>
                  </a:ext>
                </a:extLst>
              </a:tr>
              <a:tr h="173064">
                <a:tc>
                  <a:txBody>
                    <a:bodyPr/>
                    <a:lstStyle/>
                    <a:p>
                      <a:pPr marL="0" algn="l" defTabSz="914400" rtl="0" eaLnBrk="1" fontAlgn="b" latinLnBrk="0" hangingPunct="1"/>
                      <a:r>
                        <a:rPr lang="ja-JP" altLang="en-US" sz="1050" b="0" u="none" strike="noStrike" kern="1200" dirty="0">
                          <a:solidFill>
                            <a:schemeClr val="tx1"/>
                          </a:solidFill>
                          <a:effectLst/>
                        </a:rPr>
                        <a:t>結合テスト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8.55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開発単体①部分の結合テスト、工数は開発単体工数</a:t>
                      </a:r>
                      <a:r>
                        <a:rPr lang="en-US" altLang="ja-JP" sz="1050" b="0" u="none" strike="noStrike" kern="1200" dirty="0">
                          <a:solidFill>
                            <a:schemeClr val="tx1"/>
                          </a:solidFill>
                          <a:effectLst/>
                        </a:rPr>
                        <a:t>×0.2</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39015387"/>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仕様などリスク</a:t>
                      </a:r>
                      <a:r>
                        <a:rPr lang="en-US" altLang="ja-JP" sz="1050" b="0" u="none" strike="noStrike" kern="1200" dirty="0">
                          <a:solidFill>
                            <a:schemeClr val="tx1"/>
                          </a:solidFill>
                          <a:effectLst/>
                          <a:latin typeface="+mn-lt"/>
                          <a:ea typeface="+mn-ea"/>
                          <a:cs typeface="+mn-cs"/>
                        </a:rPr>
                        <a:t>Buffer</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a:t>
                      </a:r>
                    </a:p>
                  </a:txBody>
                  <a:tcPr marL="0" marR="0" marT="0" marB="0" anchor="ctr"/>
                </a:tc>
                <a:tc>
                  <a:txBody>
                    <a:bodyPr/>
                    <a:lstStyle/>
                    <a:p>
                      <a:pPr marL="0" algn="l" defTabSz="914400" rtl="0" eaLnBrk="1" fontAlgn="b" latinLnBrk="0" hangingPunct="1"/>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開発工数の</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20%</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程度　</a:t>
                      </a:r>
                    </a:p>
                  </a:txBody>
                  <a:tcPr marL="0" marR="0" marT="0" marB="0" anchor="ctr"/>
                </a:tc>
                <a:extLst>
                  <a:ext uri="{0D108BD9-81ED-4DB2-BD59-A6C34878D82A}">
                    <a16:rowId xmlns:a16="http://schemas.microsoft.com/office/drawing/2014/main" val="1502352858"/>
                  </a:ext>
                </a:extLst>
              </a:tr>
              <a:tr h="1780089">
                <a:tc>
                  <a:txBody>
                    <a:bodyPr/>
                    <a:lstStyle/>
                    <a:p>
                      <a:pPr marL="0" algn="l" defTabSz="914400" rtl="0" eaLnBrk="1" fontAlgn="b" latinLnBrk="0" hangingPunct="1"/>
                      <a:r>
                        <a:rPr lang="ja-JP" altLang="en-US" sz="1050" b="0" u="none" strike="noStrike" kern="1200" dirty="0">
                          <a:solidFill>
                            <a:schemeClr val="tx1"/>
                          </a:solidFill>
                          <a:effectLst/>
                        </a:rPr>
                        <a:t>移行</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25.95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■移行開発</a:t>
                      </a:r>
                      <a:br>
                        <a:rPr lang="ja-JP" altLang="en-US"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①製品仕様書管理：</a:t>
                      </a:r>
                      <a:r>
                        <a:rPr lang="en-US" altLang="ja-JP" sz="900" b="0" u="none" strike="noStrike" kern="1200" dirty="0">
                          <a:solidFill>
                            <a:schemeClr val="tx1"/>
                          </a:solidFill>
                          <a:effectLst/>
                        </a:rPr>
                        <a:t>10.50MM</a:t>
                      </a:r>
                      <a:br>
                        <a:rPr lang="en-US" altLang="ja-JP" sz="900" b="0" u="none" strike="noStrike" kern="1200" dirty="0">
                          <a:solidFill>
                            <a:schemeClr val="tx1"/>
                          </a:solidFill>
                          <a:effectLst/>
                        </a:rPr>
                      </a:br>
                      <a:r>
                        <a:rPr lang="en-US" altLang="ja-JP" sz="900" b="0" u="none" strike="noStrike" kern="1200" dirty="0">
                          <a:solidFill>
                            <a:schemeClr val="tx1"/>
                          </a:solidFill>
                          <a:effectLst/>
                        </a:rPr>
                        <a:t>  </a:t>
                      </a: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5.00MM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10MD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5.50MM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②納入仕様書管理：</a:t>
                      </a:r>
                      <a:r>
                        <a:rPr lang="en-US" altLang="ja-JP" sz="900" b="0" u="none" strike="noStrike" kern="1200" dirty="0">
                          <a:solidFill>
                            <a:schemeClr val="tx1"/>
                          </a:solidFill>
                          <a:effectLst/>
                        </a:rPr>
                        <a:t>4.75MM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③その他個別</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a:t>
                      </a:r>
                      <a:r>
                        <a:rPr lang="en-US" altLang="ja-JP" sz="900" b="0" u="none" strike="noStrike" kern="1200" dirty="0">
                          <a:solidFill>
                            <a:schemeClr val="tx1"/>
                          </a:solidFill>
                          <a:effectLst/>
                        </a:rPr>
                        <a:t>2.35MM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0.35MM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移行手順書作成：</a:t>
                      </a:r>
                      <a:r>
                        <a:rPr lang="en-US" altLang="ja-JP" sz="1050" b="0" u="none" strike="noStrike" kern="1200" dirty="0">
                          <a:solidFill>
                            <a:schemeClr val="tx1"/>
                          </a:solidFill>
                          <a:effectLst/>
                        </a:rPr>
                        <a:t>1.00MM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20MD</a:t>
                      </a:r>
                      <a:r>
                        <a:rPr lang="ja-JP" altLang="en-US" sz="900" b="0" u="none" strike="noStrike" kern="1200" dirty="0">
                          <a:solidFill>
                            <a:schemeClr val="tx1"/>
                          </a:solidFill>
                          <a:effectLst/>
                        </a:rPr>
                        <a:t>の作業想定（メインはそれぞれの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で、残りの</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はコピー展開）</a:t>
                      </a:r>
                      <a:br>
                        <a:rPr lang="ja-JP" altLang="en-US" sz="900" b="0" u="none" strike="noStrike" kern="1200" dirty="0">
                          <a:solidFill>
                            <a:schemeClr val="tx1"/>
                          </a:solidFill>
                          <a:effectLst/>
                        </a:rPr>
                      </a:br>
                      <a:r>
                        <a:rPr lang="ja-JP" altLang="en-US" sz="1050" b="0" u="none" strike="noStrike" kern="1200" dirty="0">
                          <a:solidFill>
                            <a:schemeClr val="tx1"/>
                          </a:solidFill>
                          <a:effectLst/>
                        </a:rPr>
                        <a:t>■移行リハーサル：</a:t>
                      </a:r>
                      <a:r>
                        <a:rPr lang="en-US" altLang="ja-JP" sz="1050" b="0" u="none" strike="noStrike" kern="1200" dirty="0">
                          <a:solidFill>
                            <a:schemeClr val="tx1"/>
                          </a:solidFill>
                          <a:effectLst/>
                        </a:rPr>
                        <a:t>7.60MM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マインはそれぞれの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en-US" altLang="ja-JP" sz="900" b="0" u="none" strike="noStrike" kern="1200" dirty="0">
                          <a:solidFill>
                            <a:schemeClr val="tx1"/>
                          </a:solidFill>
                          <a:effectLst/>
                          <a:latin typeface="+mn-lt"/>
                          <a:ea typeface="+mn-ea"/>
                          <a:cs typeface="+mn-cs"/>
                        </a:rPr>
                        <a:t>3</a:t>
                      </a:r>
                      <a:r>
                        <a:rPr lang="ja-JP" altLang="en-US" sz="900" b="0" u="none" strike="noStrike" kern="1200" dirty="0">
                          <a:solidFill>
                            <a:schemeClr val="tx1"/>
                          </a:solidFill>
                          <a:effectLst/>
                          <a:latin typeface="+mn-lt"/>
                          <a:ea typeface="+mn-ea"/>
                          <a:cs typeface="+mn-cs"/>
                        </a:rPr>
                        <a:t>回実施で</a:t>
                      </a:r>
                      <a:r>
                        <a:rPr lang="en-US" altLang="ja-JP" sz="900" b="0" u="none" strike="noStrike" kern="1200" dirty="0">
                          <a:solidFill>
                            <a:schemeClr val="tx1"/>
                          </a:solidFill>
                          <a:effectLst/>
                        </a:rPr>
                        <a:t>12MD/</a:t>
                      </a:r>
                      <a:r>
                        <a:rPr lang="ja-JP" altLang="en-US" sz="900" b="0" u="none" strike="noStrike" kern="1200" dirty="0">
                          <a:solidFill>
                            <a:schemeClr val="tx1"/>
                          </a:solidFill>
                          <a:effectLst/>
                        </a:rPr>
                        <a:t>システム、残り</a:t>
                      </a:r>
                      <a:r>
                        <a:rPr lang="en-US" altLang="ja-JP" sz="900" b="0" u="none" strike="noStrike" kern="1200" dirty="0">
                          <a:solidFill>
                            <a:schemeClr val="tx1"/>
                          </a:solidFill>
                          <a:effectLst/>
                        </a:rPr>
                        <a:t>29</a:t>
                      </a:r>
                      <a:r>
                        <a:rPr lang="ja-JP" altLang="en-US" sz="900" b="0" u="none" strike="noStrike" kern="1200" dirty="0">
                          <a:solidFill>
                            <a:schemeClr val="tx1"/>
                          </a:solidFill>
                          <a:effectLst/>
                          <a:latin typeface="+mn-lt"/>
                          <a:ea typeface="+mn-ea"/>
                          <a:cs typeface="+mn-cs"/>
                        </a:rPr>
                        <a:t>システムは</a:t>
                      </a:r>
                      <a:r>
                        <a:rPr lang="en-US" altLang="ja-JP" sz="900" b="0" u="none" strike="noStrike" kern="1200" dirty="0">
                          <a:solidFill>
                            <a:schemeClr val="tx1"/>
                          </a:solidFill>
                          <a:effectLst/>
                          <a:latin typeface="+mn-lt"/>
                          <a:ea typeface="+mn-ea"/>
                          <a:cs typeface="+mn-cs"/>
                        </a:rPr>
                        <a:t>2</a:t>
                      </a:r>
                      <a:r>
                        <a:rPr lang="ja-JP" altLang="en-US" sz="900" b="0" u="none" strike="noStrike" kern="1200" dirty="0">
                          <a:solidFill>
                            <a:schemeClr val="tx1"/>
                          </a:solidFill>
                          <a:effectLst/>
                          <a:latin typeface="+mn-lt"/>
                          <a:ea typeface="+mn-ea"/>
                          <a:cs typeface="+mn-cs"/>
                        </a:rPr>
                        <a:t>回実施</a:t>
                      </a:r>
                      <a:r>
                        <a:rPr lang="en-US" altLang="ja-JP" sz="900" b="0" u="none" strike="noStrike" kern="1200" dirty="0">
                          <a:solidFill>
                            <a:schemeClr val="tx1"/>
                          </a:solidFill>
                          <a:effectLst/>
                          <a:latin typeface="+mn-lt"/>
                          <a:ea typeface="+mn-ea"/>
                          <a:cs typeface="+mn-cs"/>
                        </a:rPr>
                        <a:t>4MD</a:t>
                      </a:r>
                      <a:r>
                        <a:rPr lang="en-US" altLang="ja-JP" sz="900" b="0" u="none" strike="noStrike" kern="1200" dirty="0">
                          <a:solidFill>
                            <a:schemeClr val="tx1"/>
                          </a:solidFill>
                          <a:effectLst/>
                        </a:rPr>
                        <a:t>/</a:t>
                      </a:r>
                      <a:r>
                        <a:rPr lang="ja-JP" altLang="en-US" sz="900" b="0" u="none" strike="noStrike" kern="1200" dirty="0">
                          <a:solidFill>
                            <a:schemeClr val="tx1"/>
                          </a:solidFill>
                          <a:effectLst/>
                        </a:rPr>
                        <a:t>システム</a:t>
                      </a:r>
                      <a:endParaRPr lang="ja-JP" altLang="en-US" sz="1050" b="0" i="0" u="none" strike="sngStrike" kern="1200" baseline="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705557341"/>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性能測定、</a:t>
                      </a:r>
                      <a:r>
                        <a:rPr lang="en-US" altLang="ja-JP" sz="1050" b="0" u="none" strike="noStrike" kern="1200" dirty="0">
                          <a:solidFill>
                            <a:schemeClr val="tx1"/>
                          </a:solidFill>
                          <a:effectLst/>
                          <a:latin typeface="+mn-lt"/>
                          <a:ea typeface="+mn-ea"/>
                          <a:cs typeface="+mn-cs"/>
                        </a:rPr>
                        <a:t>Tunning</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6.00</a:t>
                      </a:r>
                    </a:p>
                  </a:txBody>
                  <a:tcPr marL="0" marR="0" marT="0" marB="0" anchor="ctr"/>
                </a:tc>
                <a:tc>
                  <a:txBody>
                    <a:bodyPr/>
                    <a:lstStyle/>
                    <a:p>
                      <a:pPr marL="0" algn="l" defTabSz="914400" rtl="0" eaLnBrk="1" fontAlgn="b" latinLnBrk="0" hangingPunct="1"/>
                      <a:endParaRPr lang="ja-JP" altLang="en-US"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1346797334"/>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検収対応、</a:t>
                      </a:r>
                      <a:r>
                        <a:rPr lang="en-US" altLang="ja-JP" sz="1050" b="0" u="none" strike="noStrike" kern="1200" dirty="0">
                          <a:solidFill>
                            <a:schemeClr val="tx1"/>
                          </a:solidFill>
                          <a:effectLst/>
                          <a:latin typeface="+mn-lt"/>
                          <a:ea typeface="+mn-ea"/>
                          <a:cs typeface="+mn-cs"/>
                        </a:rPr>
                        <a:t>UAT</a:t>
                      </a:r>
                      <a:r>
                        <a:rPr lang="ja-JP" altLang="en-US" sz="1050" b="0" u="none" strike="noStrike" kern="1200" dirty="0">
                          <a:solidFill>
                            <a:schemeClr val="tx1"/>
                          </a:solidFill>
                          <a:effectLst/>
                          <a:latin typeface="+mn-lt"/>
                          <a:ea typeface="+mn-ea"/>
                          <a:cs typeface="+mn-cs"/>
                        </a:rPr>
                        <a:t>支援、リリース</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社に平均１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社は変更調整のみで、</a:t>
                      </a:r>
                      <a:r>
                        <a:rPr lang="en-US" altLang="ja-JP" sz="1050" b="0" u="none" strike="noStrike" kern="1200" dirty="0">
                          <a:solidFill>
                            <a:schemeClr val="tx1"/>
                          </a:solidFill>
                          <a:effectLst/>
                          <a:latin typeface="+mn-lt"/>
                          <a:ea typeface="+mn-ea"/>
                          <a:cs typeface="+mn-cs"/>
                        </a:rPr>
                        <a:t>0.25MM/</a:t>
                      </a:r>
                      <a:r>
                        <a:rPr lang="ja-JP" altLang="en-US" sz="1050" b="0" u="none" strike="noStrike" kern="1200" dirty="0">
                          <a:solidFill>
                            <a:schemeClr val="tx1"/>
                          </a:solidFill>
                          <a:effectLst/>
                          <a:latin typeface="+mn-lt"/>
                          <a:ea typeface="+mn-ea"/>
                          <a:cs typeface="+mn-cs"/>
                        </a:rPr>
                        <a:t>会社で</a:t>
                      </a:r>
                    </a:p>
                  </a:txBody>
                  <a:tcPr marL="0" marR="0" marT="0" marB="0" anchor="ctr"/>
                </a:tc>
                <a:extLst>
                  <a:ext uri="{0D108BD9-81ED-4DB2-BD59-A6C34878D82A}">
                    <a16:rowId xmlns:a16="http://schemas.microsoft.com/office/drawing/2014/main" val="3197948973"/>
                  </a:ext>
                </a:extLst>
              </a:tr>
              <a:tr h="346128">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初期サポート</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社に平均１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社は変更調整のみで、（</a:t>
                      </a:r>
                      <a:r>
                        <a:rPr lang="en-US" altLang="ja-JP" sz="1050" b="0" u="none" strike="noStrike" kern="1200" dirty="0">
                          <a:solidFill>
                            <a:schemeClr val="tx1"/>
                          </a:solidFill>
                          <a:effectLst/>
                          <a:latin typeface="+mn-lt"/>
                          <a:ea typeface="+mn-ea"/>
                          <a:cs typeface="+mn-cs"/>
                        </a:rPr>
                        <a:t>2</a:t>
                      </a:r>
                      <a:r>
                        <a:rPr lang="ja-JP" altLang="en-US" sz="1050" b="0" u="none" strike="noStrike" kern="1200" dirty="0">
                          <a:solidFill>
                            <a:schemeClr val="tx1"/>
                          </a:solidFill>
                          <a:effectLst/>
                          <a:latin typeface="+mn-lt"/>
                          <a:ea typeface="+mn-ea"/>
                          <a:cs typeface="+mn-cs"/>
                        </a:rPr>
                        <a:t>－</a:t>
                      </a:r>
                      <a:r>
                        <a:rPr lang="en-US" altLang="ja-JP" sz="1050" b="0" u="none" strike="noStrike" kern="1200" dirty="0">
                          <a:solidFill>
                            <a:schemeClr val="tx1"/>
                          </a:solidFill>
                          <a:effectLst/>
                          <a:latin typeface="+mn-lt"/>
                          <a:ea typeface="+mn-ea"/>
                          <a:cs typeface="+mn-cs"/>
                        </a:rPr>
                        <a:t>4</a:t>
                      </a:r>
                      <a:r>
                        <a:rPr lang="ja-JP" altLang="en-US" sz="1050" b="0" u="none" strike="noStrike" kern="1200" dirty="0">
                          <a:solidFill>
                            <a:schemeClr val="tx1"/>
                          </a:solidFill>
                          <a:effectLst/>
                          <a:latin typeface="+mn-lt"/>
                          <a:ea typeface="+mn-ea"/>
                          <a:cs typeface="+mn-cs"/>
                        </a:rPr>
                        <a:t>週間程度の問い合わせ</a:t>
                      </a:r>
                      <a:r>
                        <a:rPr lang="en-US" altLang="ja-JP" sz="1050" b="0" u="none" strike="noStrike" kern="1200" dirty="0">
                          <a:solidFill>
                            <a:schemeClr val="tx1"/>
                          </a:solidFill>
                          <a:effectLst/>
                          <a:latin typeface="+mn-lt"/>
                          <a:ea typeface="+mn-ea"/>
                          <a:cs typeface="+mn-cs"/>
                        </a:rPr>
                        <a:t>,</a:t>
                      </a:r>
                      <a:r>
                        <a:rPr lang="ja-JP" altLang="en-US" sz="1050" b="0" u="none" strike="noStrike" kern="1200" dirty="0">
                          <a:solidFill>
                            <a:schemeClr val="tx1"/>
                          </a:solidFill>
                          <a:effectLst/>
                          <a:latin typeface="+mn-lt"/>
                          <a:ea typeface="+mn-ea"/>
                          <a:cs typeface="+mn-cs"/>
                        </a:rPr>
                        <a:t>対応）、初期稼働後の運用保守は該当見積もり範囲外（備考参照）</a:t>
                      </a:r>
                    </a:p>
                  </a:txBody>
                  <a:tcPr marL="0" marR="0" marT="0" marB="0" anchor="ctr"/>
                </a:tc>
                <a:extLst>
                  <a:ext uri="{0D108BD9-81ED-4DB2-BD59-A6C34878D82A}">
                    <a16:rowId xmlns:a16="http://schemas.microsoft.com/office/drawing/2014/main" val="83785411"/>
                  </a:ext>
                </a:extLst>
              </a:tr>
            </a:tbl>
          </a:graphicData>
        </a:graphic>
      </p:graphicFrame>
      <p:sp>
        <p:nvSpPr>
          <p:cNvPr id="4" name="テキスト ボックス 3">
            <a:extLst>
              <a:ext uri="{FF2B5EF4-FFF2-40B4-BE49-F238E27FC236}">
                <a16:creationId xmlns:a16="http://schemas.microsoft.com/office/drawing/2014/main" id="{991409EF-EEE4-E1DA-3385-64239FFC8CC8}"/>
              </a:ext>
            </a:extLst>
          </p:cNvPr>
          <p:cNvSpPr txBox="1"/>
          <p:nvPr/>
        </p:nvSpPr>
        <p:spPr>
          <a:xfrm>
            <a:off x="453136" y="6086581"/>
            <a:ext cx="8280400" cy="338554"/>
          </a:xfrm>
          <a:prstGeom prst="rect">
            <a:avLst/>
          </a:prstGeom>
          <a:noFill/>
        </p:spPr>
        <p:txBody>
          <a:bodyPr wrap="square" rtlCol="0">
            <a:spAutoFit/>
          </a:bodyPr>
          <a:lstStyle/>
          <a:p>
            <a:r>
              <a:rPr kumimoji="1" lang="ja-JP" altLang="en-US" sz="1600" dirty="0"/>
              <a:t>工数：</a:t>
            </a:r>
            <a:r>
              <a:rPr kumimoji="1" lang="en-US" altLang="ja-JP" sz="1600" dirty="0"/>
              <a:t>180.06MM</a:t>
            </a:r>
            <a:r>
              <a:rPr kumimoji="1" lang="ja-JP" altLang="en-US" sz="1600" dirty="0"/>
              <a:t>、</a:t>
            </a:r>
            <a:r>
              <a:rPr lang="ja-JP" altLang="en-US" sz="1600" dirty="0"/>
              <a:t>費用： </a:t>
            </a:r>
            <a:r>
              <a:rPr kumimoji="1" lang="en-US" altLang="ja-JP" sz="1600" dirty="0"/>
              <a:t>1.3</a:t>
            </a:r>
            <a:r>
              <a:rPr kumimoji="1" lang="ja-JP" altLang="en-US" sz="1600" dirty="0"/>
              <a:t>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zh-CN" altLang="en-US"/>
              <a:t>結論</a:t>
            </a:r>
            <a:endParaRPr lang="zh-CN" altLang="en-US">
              <a:effectLst/>
            </a:endParaRPr>
          </a:p>
        </p:txBody>
      </p:sp>
      <p:sp>
        <p:nvSpPr>
          <p:cNvPr id="15" name="テキスト ボックス 14"/>
          <p:cNvSpPr txBox="1"/>
          <p:nvPr/>
        </p:nvSpPr>
        <p:spPr>
          <a:xfrm>
            <a:off x="414336" y="783771"/>
            <a:ext cx="11490793" cy="532424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提案のまとめ: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本方案により、効率的でセキュアな</a:t>
            </a:r>
            <a:r>
              <a:rPr kumimoji="0" lang="ja-JP" altLang="en-US" dirty="0">
                <a:latin typeface="Arial" panose="020B0604020202020204" pitchFamily="34" charset="0"/>
              </a:rPr>
              <a:t>文書</a:t>
            </a:r>
            <a:r>
              <a:rPr kumimoji="0" lang="zh-CN" altLang="zh-CN" dirty="0">
                <a:latin typeface="Arial" panose="020B0604020202020204" pitchFamily="34" charset="0"/>
              </a:rPr>
              <a:t>管理を実現。</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3</a:t>
            </a:r>
            <a:r>
              <a:rPr kumimoji="0" lang="en-US" altLang="ja-JP" baseline="30000" dirty="0">
                <a:latin typeface="Arial" panose="020B0604020202020204" pitchFamily="34" charset="0"/>
              </a:rPr>
              <a:t>rd</a:t>
            </a:r>
            <a:r>
              <a:rPr kumimoji="0" lang="en-US" altLang="ja-JP" dirty="0">
                <a:latin typeface="Arial" panose="020B0604020202020204" pitchFamily="34" charset="0"/>
              </a:rPr>
              <a:t> Party</a:t>
            </a:r>
            <a:r>
              <a:rPr kumimoji="0" lang="ja-JP" altLang="en-US" dirty="0">
                <a:latin typeface="Arial" panose="020B0604020202020204" pitchFamily="34" charset="0"/>
              </a:rPr>
              <a:t>の</a:t>
            </a:r>
            <a:r>
              <a:rPr kumimoji="0" lang="en-US" altLang="ja-JP" dirty="0">
                <a:latin typeface="Arial" panose="020B0604020202020204" pitchFamily="34" charset="0"/>
              </a:rPr>
              <a:t>CMS</a:t>
            </a:r>
            <a:r>
              <a:rPr kumimoji="0" lang="ja-JP" altLang="en-US" dirty="0">
                <a:latin typeface="Arial" panose="020B0604020202020204" pitchFamily="34" charset="0"/>
              </a:rPr>
              <a:t>パッケージを導入せず、</a:t>
            </a:r>
            <a:r>
              <a:rPr kumimoji="0" lang="en-US" altLang="ja-JP" dirty="0">
                <a:latin typeface="Arial" panose="020B0604020202020204" pitchFamily="34" charset="0"/>
              </a:rPr>
              <a:t>10</a:t>
            </a:r>
            <a:r>
              <a:rPr kumimoji="0" lang="ja-JP" altLang="en-US" dirty="0">
                <a:latin typeface="Arial" panose="020B0604020202020204" pitchFamily="34" charset="0"/>
              </a:rPr>
              <a:t>年間数億のライセンス費用節約</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次ステップ:</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Q/A</a:t>
            </a:r>
            <a:r>
              <a:rPr kumimoji="0" lang="ja-JP" altLang="en-US" dirty="0">
                <a:latin typeface="Arial" panose="020B0604020202020204" pitchFamily="34" charset="0"/>
              </a:rPr>
              <a:t>ミーティングの日程調整</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a:t>
            </a:r>
            <a:r>
              <a:rPr kumimoji="0" lang="ja-JP" altLang="en-US" dirty="0">
                <a:latin typeface="Arial" panose="020B0604020202020204" pitchFamily="34" charset="0"/>
              </a:rPr>
              <a:t>に合意が取れた場合、社内稟議に必要となる期間の確認</a:t>
            </a:r>
            <a:endParaRPr kumimoji="0" lang="zh-CN" altLang="zh-CN"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連絡先: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hlinkClick r:id="rId3"/>
              </a:rPr>
              <a:t>yli@gcsoft-jp.com</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zdhe@gcsoft-jp.com</a:t>
            </a:r>
            <a:endParaRPr kumimoji="0" lang="zh-CN"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cc: admin@gcsoft-jp.com </a:t>
            </a:r>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前提と条件：</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この見積は、</a:t>
            </a:r>
            <a:r>
              <a:rPr kumimoji="0" lang="en-US" altLang="ja-JP" dirty="0">
                <a:latin typeface="Arial" panose="020B0604020202020204" pitchFamily="34" charset="0"/>
              </a:rPr>
              <a:t>11/30</a:t>
            </a:r>
            <a:r>
              <a:rPr kumimoji="0" lang="ja-JP" altLang="en-US" dirty="0">
                <a:latin typeface="Arial" panose="020B0604020202020204" pitchFamily="34" charset="0"/>
              </a:rPr>
              <a:t>まで有効とする</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endParaRPr kumimoji="0" lang="en-US" altLang="zh-CN" dirty="0">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lstStyle/>
          <a:p>
            <a:r>
              <a:rPr lang="ja-JP" altLang="en-US"/>
              <a:t>備考</a:t>
            </a:r>
          </a:p>
        </p:txBody>
      </p:sp>
      <p:sp>
        <p:nvSpPr>
          <p:cNvPr id="2" name="字幕 1">
            <a:extLst>
              <a:ext uri="{FF2B5EF4-FFF2-40B4-BE49-F238E27FC236}">
                <a16:creationId xmlns:a16="http://schemas.microsoft.com/office/drawing/2014/main" id="{EDCC7EBC-091F-22E7-1716-7E345DA138F8}"/>
              </a:ext>
            </a:extLst>
          </p:cNvPr>
          <p:cNvSpPr>
            <a:spLocks noGrp="1"/>
          </p:cNvSpPr>
          <p:nvPr>
            <p:ph type="subTitle" idx="1"/>
          </p:nvPr>
        </p:nvSpPr>
        <p:spPr/>
        <p:txBody>
          <a:bodyPr/>
          <a:lstStyle/>
          <a:p>
            <a:endParaRPr lang="ja-JP"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DA57A1BE-A81A-15A1-5623-828891414FED}"/>
              </a:ext>
            </a:extLst>
          </p:cNvPr>
          <p:cNvSpPr/>
          <p:nvPr/>
        </p:nvSpPr>
        <p:spPr>
          <a:xfrm>
            <a:off x="4636477" y="3590420"/>
            <a:ext cx="7175101" cy="1359885"/>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a:xfrm>
            <a:off x="414336" y="255264"/>
            <a:ext cx="9327072" cy="765272"/>
          </a:xfrm>
        </p:spPr>
        <p:txBody>
          <a:bodyPr>
            <a:normAutofit fontScale="90000"/>
          </a:bodyPr>
          <a:lstStyle/>
          <a:p>
            <a:r>
              <a:rPr lang="ja-JP" altLang="en-US" sz="3600"/>
              <a:t>アーキテクチャ全体</a:t>
            </a:r>
            <a:br>
              <a:rPr lang="en-US" altLang="ja-JP"/>
            </a:br>
            <a:r>
              <a:rPr lang="ja-JP" altLang="en-US" sz="2200"/>
              <a:t>添付ファイルは</a:t>
            </a:r>
            <a:r>
              <a:rPr lang="en-US" altLang="ja-JP" sz="2200" err="1"/>
              <a:t>DaTAVERSE</a:t>
            </a:r>
            <a:r>
              <a:rPr lang="ja-JP" altLang="en-US" sz="2200"/>
              <a:t>保存（案</a:t>
            </a:r>
            <a:r>
              <a:rPr lang="en-US" altLang="ja-JP" sz="2200"/>
              <a:t>B</a:t>
            </a:r>
            <a:r>
              <a:rPr lang="ja-JP" altLang="en-US" sz="2200"/>
              <a:t>）</a:t>
            </a:r>
            <a:endParaRPr lang="ja-JP" altLang="en-US" sz="2200">
              <a:effectLst/>
            </a:endParaRPr>
          </a:p>
        </p:txBody>
      </p:sp>
      <p:sp>
        <p:nvSpPr>
          <p:cNvPr id="15" name="テキスト ボックス 14"/>
          <p:cNvSpPr txBox="1"/>
          <p:nvPr/>
        </p:nvSpPr>
        <p:spPr>
          <a:xfrm>
            <a:off x="414336" y="758810"/>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9797761" y="5800728"/>
            <a:ext cx="771118" cy="456744"/>
          </a:xfrm>
        </p:spPr>
      </p:pic>
      <p:pic>
        <p:nvPicPr>
          <p:cNvPr id="5" name="図 4" descr="部屋, 賭博場 が含まれている画像&#10;&#10;AI によって生成されたコンテンツは間違っている可能性があります。"/>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p:cNvPicPr>
            <a:picLocks noChangeAspect="1"/>
          </p:cNvPicPr>
          <p:nvPr/>
        </p:nvPicPr>
        <p:blipFill>
          <a:blip r:embed="rId5"/>
          <a:stretch>
            <a:fillRect/>
          </a:stretch>
        </p:blipFill>
        <p:spPr>
          <a:xfrm>
            <a:off x="1118941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p:cNvPicPr>
            <a:picLocks noChangeAspect="1"/>
          </p:cNvPicPr>
          <p:nvPr/>
        </p:nvPicPr>
        <p:blipFill>
          <a:blip r:embed="rId6"/>
          <a:stretch>
            <a:fillRect/>
          </a:stretch>
        </p:blipFill>
        <p:spPr>
          <a:xfrm>
            <a:off x="3532580" y="4737544"/>
            <a:ext cx="863933" cy="748800"/>
          </a:xfrm>
          <a:prstGeom prst="rect">
            <a:avLst/>
          </a:prstGeom>
        </p:spPr>
      </p:pic>
      <p:pic>
        <p:nvPicPr>
          <p:cNvPr id="11" name="図 10" descr="アイコン&#10;&#10;AI によって生成されたコンテンツは間違っている可能性があります。"/>
          <p:cNvPicPr>
            <a:picLocks noChangeAspect="1"/>
          </p:cNvPicPr>
          <p:nvPr/>
        </p:nvPicPr>
        <p:blipFill>
          <a:blip r:embed="rId7"/>
          <a:stretch>
            <a:fillRect/>
          </a:stretch>
        </p:blipFill>
        <p:spPr>
          <a:xfrm>
            <a:off x="5801680" y="3711590"/>
            <a:ext cx="780290" cy="780290"/>
          </a:xfrm>
          <a:prstGeom prst="rect">
            <a:avLst/>
          </a:prstGeom>
        </p:spPr>
      </p:pic>
      <p:sp>
        <p:nvSpPr>
          <p:cNvPr id="12" name="テキスト ボックス 11"/>
          <p:cNvSpPr txBox="1"/>
          <p:nvPr/>
        </p:nvSpPr>
        <p:spPr>
          <a:xfrm>
            <a:off x="526392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p:cNvPicPr>
            <a:picLocks noChangeAspect="1"/>
          </p:cNvPicPr>
          <p:nvPr/>
        </p:nvPicPr>
        <p:blipFill>
          <a:blip r:embed="rId8"/>
          <a:stretch>
            <a:fillRect/>
          </a:stretch>
        </p:blipFill>
        <p:spPr>
          <a:xfrm>
            <a:off x="7509284" y="3711590"/>
            <a:ext cx="780290" cy="780290"/>
          </a:xfrm>
          <a:prstGeom prst="rect">
            <a:avLst/>
          </a:prstGeom>
        </p:spPr>
      </p:pic>
      <p:sp>
        <p:nvSpPr>
          <p:cNvPr id="14" name="テキスト ボックス 13"/>
          <p:cNvSpPr txBox="1"/>
          <p:nvPr/>
        </p:nvSpPr>
        <p:spPr>
          <a:xfrm>
            <a:off x="722983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p:cNvPicPr>
            <a:picLocks noChangeAspect="1"/>
          </p:cNvPicPr>
          <p:nvPr/>
        </p:nvPicPr>
        <p:blipFill>
          <a:blip r:embed="rId9"/>
          <a:stretch>
            <a:fillRect/>
          </a:stretch>
        </p:blipFill>
        <p:spPr>
          <a:xfrm>
            <a:off x="9200819" y="3731914"/>
            <a:ext cx="736235" cy="739643"/>
          </a:xfrm>
          <a:prstGeom prst="rect">
            <a:avLst/>
          </a:prstGeom>
        </p:spPr>
      </p:pic>
      <p:pic>
        <p:nvPicPr>
          <p:cNvPr id="17" name="図 16" descr="テーブル, カップ が含まれている画像&#10;&#10;AI によって生成されたコンテンツは間違っている可能性があります。"/>
          <p:cNvPicPr>
            <a:picLocks noChangeAspect="1"/>
          </p:cNvPicPr>
          <p:nvPr/>
        </p:nvPicPr>
        <p:blipFill>
          <a:blip r:embed="rId10"/>
          <a:stretch>
            <a:fillRect/>
          </a:stretch>
        </p:blipFill>
        <p:spPr>
          <a:xfrm>
            <a:off x="10694240" y="3711590"/>
            <a:ext cx="967810" cy="780290"/>
          </a:xfrm>
          <a:prstGeom prst="rect">
            <a:avLst/>
          </a:prstGeom>
        </p:spPr>
      </p:pic>
      <p:sp>
        <p:nvSpPr>
          <p:cNvPr id="18" name="テキスト ボックス 17"/>
          <p:cNvSpPr txBox="1"/>
          <p:nvPr/>
        </p:nvSpPr>
        <p:spPr>
          <a:xfrm>
            <a:off x="862891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p:cNvCxnSpPr>
            <a:stCxn id="11" idx="3"/>
            <a:endCxn id="13" idx="1"/>
          </p:cNvCxnSpPr>
          <p:nvPr/>
        </p:nvCxnSpPr>
        <p:spPr>
          <a:xfrm>
            <a:off x="658197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p:cNvCxnSpPr>
            <a:stCxn id="16" idx="3"/>
          </p:cNvCxnSpPr>
          <p:nvPr/>
        </p:nvCxnSpPr>
        <p:spPr>
          <a:xfrm flipV="1">
            <a:off x="993705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a:stCxn id="13" idx="3"/>
            <a:endCxn id="16" idx="1"/>
          </p:cNvCxnSpPr>
          <p:nvPr/>
        </p:nvCxnSpPr>
        <p:spPr>
          <a:xfrm>
            <a:off x="828957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p:cNvCxnSpPr>
            <a:stCxn id="10" idx="3"/>
            <a:endCxn id="1050" idx="1"/>
          </p:cNvCxnSpPr>
          <p:nvPr/>
        </p:nvCxnSpPr>
        <p:spPr>
          <a:xfrm flipV="1">
            <a:off x="4396513" y="4180737"/>
            <a:ext cx="1366650" cy="931207"/>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p:cNvCxnSpPr>
            <a:stCxn id="9" idx="3"/>
            <a:endCxn id="1051" idx="1"/>
          </p:cNvCxnSpPr>
          <p:nvPr/>
        </p:nvCxnSpPr>
        <p:spPr>
          <a:xfrm>
            <a:off x="461567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p:cNvPicPr>
            <a:picLocks noChangeAspect="1"/>
          </p:cNvPicPr>
          <p:nvPr/>
        </p:nvPicPr>
        <p:blipFill>
          <a:blip r:embed="rId11"/>
          <a:stretch>
            <a:fillRect/>
          </a:stretch>
        </p:blipFill>
        <p:spPr>
          <a:xfrm>
            <a:off x="3311806" y="3589046"/>
            <a:ext cx="480623" cy="270351"/>
          </a:xfrm>
          <a:prstGeom prst="rect">
            <a:avLst/>
          </a:prstGeom>
        </p:spPr>
      </p:pic>
      <p:sp>
        <p:nvSpPr>
          <p:cNvPr id="26" name="テキスト ボックス 25"/>
          <p:cNvSpPr txBox="1"/>
          <p:nvPr/>
        </p:nvSpPr>
        <p:spPr>
          <a:xfrm>
            <a:off x="2618201" y="5836628"/>
            <a:ext cx="4354880" cy="276999"/>
          </a:xfrm>
          <a:prstGeom prst="rect">
            <a:avLst/>
          </a:prstGeom>
          <a:noFill/>
        </p:spPr>
        <p:txBody>
          <a:bodyPr wrap="square">
            <a:spAutoFit/>
          </a:bodyPr>
          <a:lstStyle/>
          <a:p>
            <a:r>
              <a:rPr lang="ja-JP" altLang="en-US" sz="1200"/>
              <a:t>ファイル</a:t>
            </a:r>
            <a:r>
              <a:rPr lang="en-US" altLang="ja-JP" sz="1200"/>
              <a:t>ID</a:t>
            </a:r>
            <a:r>
              <a:rPr lang="ja-JP" altLang="en-US" sz="1200"/>
              <a:t>で</a:t>
            </a:r>
            <a:r>
              <a:rPr lang="en-US" altLang="ja-JP" sz="1200" err="1"/>
              <a:t>Sqlserver</a:t>
            </a:r>
            <a:r>
              <a:rPr lang="en-US" altLang="ja-JP" sz="1200"/>
              <a:t> </a:t>
            </a:r>
            <a:r>
              <a:rPr lang="ja-JP" altLang="en-US" sz="1200"/>
              <a:t>と</a:t>
            </a:r>
            <a:r>
              <a:rPr lang="en-US" altLang="ja-JP" sz="1200"/>
              <a:t>Dataverse</a:t>
            </a:r>
            <a:r>
              <a:rPr lang="ja-JP" altLang="en-US" sz="1200"/>
              <a:t>でレコードをリンクする</a:t>
            </a:r>
          </a:p>
        </p:txBody>
      </p:sp>
      <p:pic>
        <p:nvPicPr>
          <p:cNvPr id="27" name="図 26" descr="ロゴ, アイコン&#10;&#10;AI によって生成されたコンテンツは間違っている可能性があります。"/>
          <p:cNvPicPr>
            <a:picLocks noChangeAspect="1"/>
          </p:cNvPicPr>
          <p:nvPr/>
        </p:nvPicPr>
        <p:blipFill>
          <a:blip r:embed="rId12"/>
          <a:stretch>
            <a:fillRect/>
          </a:stretch>
        </p:blipFill>
        <p:spPr>
          <a:xfrm>
            <a:off x="3749165" y="1423146"/>
            <a:ext cx="771118" cy="753768"/>
          </a:xfrm>
          <a:prstGeom prst="rect">
            <a:avLst/>
          </a:prstGeom>
        </p:spPr>
      </p:pic>
      <p:sp>
        <p:nvSpPr>
          <p:cNvPr id="28" name="テキスト ボックス 27"/>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cxnSp>
        <p:nvCxnSpPr>
          <p:cNvPr id="31" name="コネクタ: カギ線 30"/>
          <p:cNvCxnSpPr>
            <a:endCxn id="17" idx="0"/>
          </p:cNvCxnSpPr>
          <p:nvPr/>
        </p:nvCxnSpPr>
        <p:spPr>
          <a:xfrm>
            <a:off x="461567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p:cNvCxnSpPr>
            <a:stCxn id="10" idx="2"/>
            <a:endCxn id="33" idx="2"/>
          </p:cNvCxnSpPr>
          <p:nvPr/>
        </p:nvCxnSpPr>
        <p:spPr>
          <a:xfrm rot="5400000" flipH="1" flipV="1">
            <a:off x="6940511" y="1519156"/>
            <a:ext cx="991224" cy="6943152"/>
          </a:xfrm>
          <a:prstGeom prst="bentConnector3">
            <a:avLst>
              <a:gd name="adj1" fmla="val -16912"/>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p:cNvSpPr/>
          <p:nvPr/>
        </p:nvSpPr>
        <p:spPr>
          <a:xfrm>
            <a:off x="1088331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p:cNvSpPr txBox="1"/>
          <p:nvPr/>
        </p:nvSpPr>
        <p:spPr>
          <a:xfrm>
            <a:off x="623244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p:cNvPicPr>
            <a:picLocks noChangeAspect="1"/>
          </p:cNvPicPr>
          <p:nvPr/>
        </p:nvPicPr>
        <p:blipFill>
          <a:blip r:embed="rId13"/>
          <a:stretch>
            <a:fillRect/>
          </a:stretch>
        </p:blipFill>
        <p:spPr>
          <a:xfrm>
            <a:off x="1472506" y="3903349"/>
            <a:ext cx="642168" cy="789867"/>
          </a:xfrm>
          <a:prstGeom prst="rect">
            <a:avLst/>
          </a:prstGeom>
        </p:spPr>
      </p:pic>
      <p:cxnSp>
        <p:nvCxnSpPr>
          <p:cNvPr id="39" name="直線コネクタ 38"/>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p:cNvPicPr>
            <a:picLocks noChangeAspect="1"/>
          </p:cNvPicPr>
          <p:nvPr/>
        </p:nvPicPr>
        <p:blipFill>
          <a:blip r:embed="rId14"/>
          <a:stretch>
            <a:fillRect/>
          </a:stretch>
        </p:blipFill>
        <p:spPr>
          <a:xfrm flipH="1">
            <a:off x="8918370" y="5996710"/>
            <a:ext cx="879391" cy="494658"/>
          </a:xfrm>
          <a:prstGeom prst="rect">
            <a:avLst/>
          </a:prstGeom>
        </p:spPr>
      </p:pic>
      <p:pic>
        <p:nvPicPr>
          <p:cNvPr id="41" name="図 40"/>
          <p:cNvPicPr>
            <a:picLocks noChangeAspect="1"/>
          </p:cNvPicPr>
          <p:nvPr/>
        </p:nvPicPr>
        <p:blipFill>
          <a:blip r:embed="rId15"/>
          <a:stretch>
            <a:fillRect/>
          </a:stretch>
        </p:blipFill>
        <p:spPr>
          <a:xfrm flipH="1">
            <a:off x="9310625" y="2214310"/>
            <a:ext cx="820738" cy="430887"/>
          </a:xfrm>
          <a:prstGeom prst="rect">
            <a:avLst/>
          </a:prstGeom>
        </p:spPr>
      </p:pic>
      <p:sp>
        <p:nvSpPr>
          <p:cNvPr id="42" name="テキスト ボックス 41"/>
          <p:cNvSpPr txBox="1"/>
          <p:nvPr/>
        </p:nvSpPr>
        <p:spPr>
          <a:xfrm>
            <a:off x="971687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p:cNvCxnSpPr>
            <a:stCxn id="49" idx="3"/>
          </p:cNvCxnSpPr>
          <p:nvPr/>
        </p:nvCxnSpPr>
        <p:spPr>
          <a:xfrm>
            <a:off x="4395366" y="5454647"/>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p:cNvCxnSpPr>
            <a:stCxn id="53" idx="3"/>
            <a:endCxn id="40" idx="3"/>
          </p:cNvCxnSpPr>
          <p:nvPr/>
        </p:nvCxnSpPr>
        <p:spPr>
          <a:xfrm>
            <a:off x="460753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sp>
        <p:nvSpPr>
          <p:cNvPr id="56" name="テキスト ボックス 55"/>
          <p:cNvSpPr txBox="1"/>
          <p:nvPr/>
        </p:nvSpPr>
        <p:spPr>
          <a:xfrm>
            <a:off x="1042340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p:cNvPicPr>
            <a:picLocks noChangeAspect="1"/>
          </p:cNvPicPr>
          <p:nvPr/>
        </p:nvPicPr>
        <p:blipFill>
          <a:blip r:embed="rId6"/>
          <a:stretch>
            <a:fillRect/>
          </a:stretch>
        </p:blipFill>
        <p:spPr>
          <a:xfrm>
            <a:off x="1061677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402227" y="2708236"/>
            <a:ext cx="1057324" cy="253916"/>
          </a:xfrm>
          <a:prstGeom prst="rect">
            <a:avLst/>
          </a:prstGeom>
          <a:noFill/>
        </p:spPr>
        <p:txBody>
          <a:bodyPr wrap="square" rtlCol="0">
            <a:spAutoFit/>
          </a:bodyPr>
          <a:lstStyle/>
          <a:p>
            <a:r>
              <a:rPr lang="ja-JP" altLang="en-US" sz="1050"/>
              <a:t>添付ファイル</a:t>
            </a:r>
            <a:endParaRPr lang="en-US" altLang="ja-JP" sz="1050"/>
          </a:p>
        </p:txBody>
      </p:sp>
      <p:cxnSp>
        <p:nvCxnSpPr>
          <p:cNvPr id="62" name="コネクタ: カギ線 61"/>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p:cNvCxnSpPr>
            <a:stCxn id="38" idx="2"/>
            <a:endCxn id="17" idx="2"/>
          </p:cNvCxnSpPr>
          <p:nvPr/>
        </p:nvCxnSpPr>
        <p:spPr>
          <a:xfrm rot="5400000" flipH="1" flipV="1">
            <a:off x="638519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p:cNvCxnSpPr>
            <a:stCxn id="1054" idx="3"/>
            <a:endCxn id="11" idx="1"/>
          </p:cNvCxnSpPr>
          <p:nvPr/>
        </p:nvCxnSpPr>
        <p:spPr>
          <a:xfrm flipV="1">
            <a:off x="215470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p:cNvSpPr/>
          <p:nvPr/>
        </p:nvSpPr>
        <p:spPr>
          <a:xfrm>
            <a:off x="576316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p:cNvSpPr/>
          <p:nvPr/>
        </p:nvSpPr>
        <p:spPr>
          <a:xfrm>
            <a:off x="580122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p:cNvSpPr txBox="1"/>
          <p:nvPr/>
        </p:nvSpPr>
        <p:spPr>
          <a:xfrm>
            <a:off x="461567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p:cNvSpPr txBox="1"/>
          <p:nvPr/>
        </p:nvSpPr>
        <p:spPr>
          <a:xfrm>
            <a:off x="7392801" y="548664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58" name="コネクタ: カギ線 1057"/>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p:cNvCxnSpPr>
            <a:stCxn id="1026" idx="3"/>
            <a:endCxn id="17" idx="3"/>
          </p:cNvCxnSpPr>
          <p:nvPr/>
        </p:nvCxnSpPr>
        <p:spPr>
          <a:xfrm>
            <a:off x="1133636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3EE76576-7530-007C-3EA6-C844A457D3C9}"/>
              </a:ext>
            </a:extLst>
          </p:cNvPr>
          <p:cNvCxnSpPr/>
          <p:nvPr/>
        </p:nvCxnSpPr>
        <p:spPr>
          <a:xfrm>
            <a:off x="65045" y="616507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439EC6D-5DAD-6CB3-44F3-23B9279EE7C4}"/>
              </a:ext>
            </a:extLst>
          </p:cNvPr>
          <p:cNvCxnSpPr/>
          <p:nvPr/>
        </p:nvCxnSpPr>
        <p:spPr>
          <a:xfrm>
            <a:off x="65044" y="641501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DFDE75B3-37C3-D7F1-41A5-221C881019DB}"/>
              </a:ext>
            </a:extLst>
          </p:cNvPr>
          <p:cNvSpPr txBox="1"/>
          <p:nvPr/>
        </p:nvSpPr>
        <p:spPr>
          <a:xfrm>
            <a:off x="689630" y="6044529"/>
            <a:ext cx="6362509" cy="246221"/>
          </a:xfrm>
          <a:prstGeom prst="rect">
            <a:avLst/>
          </a:prstGeom>
          <a:noFill/>
        </p:spPr>
        <p:txBody>
          <a:bodyPr wrap="square" rtlCol="0">
            <a:spAutoFit/>
          </a:bodyPr>
          <a:lstStyle/>
          <a:p>
            <a:r>
              <a:rPr kumimoji="1" lang="en-US" altLang="ja-JP" sz="1000">
                <a:solidFill>
                  <a:srgbClr val="0070C0"/>
                </a:solidFill>
              </a:rPr>
              <a:t>Power Apps/Power Automate flow/Power BI</a:t>
            </a:r>
            <a:r>
              <a:rPr kumimoji="1" lang="ja-JP" altLang="en-US" sz="1000">
                <a:solidFill>
                  <a:srgbClr val="0070C0"/>
                </a:solidFill>
              </a:rPr>
              <a:t>は</a:t>
            </a:r>
            <a:r>
              <a:rPr kumimoji="1" lang="en-US" altLang="ja-JP" sz="1000" err="1">
                <a:solidFill>
                  <a:srgbClr val="0070C0"/>
                </a:solidFill>
              </a:rPr>
              <a:t>Sqlserver</a:t>
            </a:r>
            <a:r>
              <a:rPr kumimoji="1" lang="ja-JP" altLang="en-US" sz="1000">
                <a:solidFill>
                  <a:srgbClr val="0070C0"/>
                </a:solidFill>
              </a:rPr>
              <a:t>にアクセス時の実際の</a:t>
            </a:r>
            <a:r>
              <a:rPr kumimoji="1" lang="en-US" altLang="ja-JP" sz="1000">
                <a:solidFill>
                  <a:srgbClr val="0070C0"/>
                </a:solidFill>
              </a:rPr>
              <a:t>Data Flow</a:t>
            </a:r>
            <a:r>
              <a:rPr kumimoji="1" lang="ja-JP" altLang="en-US" sz="1000">
                <a:solidFill>
                  <a:srgbClr val="0070C0"/>
                </a:solidFill>
              </a:rPr>
              <a:t>（</a:t>
            </a:r>
            <a:r>
              <a:rPr kumimoji="1" lang="en-US" altLang="ja-JP" sz="1000">
                <a:solidFill>
                  <a:srgbClr val="0070C0"/>
                </a:solidFill>
              </a:rPr>
              <a:t>Architecture</a:t>
            </a:r>
            <a:r>
              <a:rPr kumimoji="1" lang="ja-JP" altLang="en-US" sz="1000">
                <a:solidFill>
                  <a:srgbClr val="0070C0"/>
                </a:solidFill>
              </a:rPr>
              <a:t>視点）</a:t>
            </a:r>
          </a:p>
        </p:txBody>
      </p:sp>
      <p:sp>
        <p:nvSpPr>
          <p:cNvPr id="35" name="テキスト ボックス 34">
            <a:extLst>
              <a:ext uri="{FF2B5EF4-FFF2-40B4-BE49-F238E27FC236}">
                <a16:creationId xmlns:a16="http://schemas.microsoft.com/office/drawing/2014/main" id="{6270319E-F948-AB6B-8706-0EE67AC4684A}"/>
              </a:ext>
            </a:extLst>
          </p:cNvPr>
          <p:cNvSpPr txBox="1"/>
          <p:nvPr/>
        </p:nvSpPr>
        <p:spPr>
          <a:xfrm>
            <a:off x="689630" y="6274752"/>
            <a:ext cx="6101032" cy="246221"/>
          </a:xfrm>
          <a:prstGeom prst="rect">
            <a:avLst/>
          </a:prstGeom>
          <a:noFill/>
        </p:spPr>
        <p:txBody>
          <a:bodyPr wrap="square" rtlCol="0">
            <a:spAutoFit/>
          </a:bodyPr>
          <a:lstStyle>
            <a:defPPr>
              <a:defRPr lang="ja-JP"/>
            </a:defPPr>
            <a:lvl1pPr>
              <a:defRPr sz="1000"/>
            </a:lvl1pPr>
          </a:lstStyle>
          <a:p>
            <a:r>
              <a:rPr lang="en-US" altLang="ja-JP">
                <a:solidFill>
                  <a:srgbClr val="0070C0"/>
                </a:solidFill>
              </a:rPr>
              <a:t>Power Apps/Power Automate flow/Power BI</a:t>
            </a:r>
            <a:r>
              <a:rPr lang="ja-JP" altLang="en-US">
                <a:solidFill>
                  <a:srgbClr val="0070C0"/>
                </a:solidFill>
              </a:rPr>
              <a:t>は</a:t>
            </a:r>
            <a:r>
              <a:rPr lang="en-US" altLang="ja-JP" err="1">
                <a:solidFill>
                  <a:srgbClr val="0070C0"/>
                </a:solidFill>
              </a:rPr>
              <a:t>Sqlserver</a:t>
            </a:r>
            <a:r>
              <a:rPr lang="ja-JP" altLang="en-US">
                <a:solidFill>
                  <a:srgbClr val="0070C0"/>
                </a:solidFill>
              </a:rPr>
              <a:t>にアクセス時のが論理</a:t>
            </a:r>
            <a:r>
              <a:rPr lang="en-US" altLang="ja-JP">
                <a:solidFill>
                  <a:srgbClr val="0070C0"/>
                </a:solidFill>
              </a:rPr>
              <a:t>Flow</a:t>
            </a:r>
            <a:r>
              <a:rPr lang="ja-JP" altLang="en-US">
                <a:solidFill>
                  <a:srgbClr val="0070C0"/>
                </a:solidFill>
              </a:rPr>
              <a:t>（業務視点）</a:t>
            </a:r>
          </a:p>
        </p:txBody>
      </p:sp>
    </p:spTree>
    <p:extLst>
      <p:ext uri="{BB962C8B-B14F-4D97-AF65-F5344CB8AC3E}">
        <p14:creationId xmlns:p14="http://schemas.microsoft.com/office/powerpoint/2010/main" val="2965009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en-US" altLang="ja-JP"/>
              <a:t>POC</a:t>
            </a:r>
            <a:r>
              <a:rPr lang="ja-JP" altLang="en-US"/>
              <a:t>範囲</a:t>
            </a:r>
            <a:endParaRPr lang="ja-JP" altLang="en-US">
              <a:effectLst/>
            </a:endParaRPr>
          </a:p>
        </p:txBody>
      </p:sp>
      <p:graphicFrame>
        <p:nvGraphicFramePr>
          <p:cNvPr id="4" name="表 3">
            <a:extLst>
              <a:ext uri="{FF2B5EF4-FFF2-40B4-BE49-F238E27FC236}">
                <a16:creationId xmlns:a16="http://schemas.microsoft.com/office/drawing/2014/main" id="{7A494E27-83EC-A0A3-2082-E9A9D75C64D6}"/>
              </a:ext>
            </a:extLst>
          </p:cNvPr>
          <p:cNvGraphicFramePr>
            <a:graphicFrameLocks noGrp="1"/>
          </p:cNvGraphicFramePr>
          <p:nvPr>
            <p:extLst>
              <p:ext uri="{D42A27DB-BD31-4B8C-83A1-F6EECF244321}">
                <p14:modId xmlns:p14="http://schemas.microsoft.com/office/powerpoint/2010/main" val="1036094091"/>
              </p:ext>
            </p:extLst>
          </p:nvPr>
        </p:nvGraphicFramePr>
        <p:xfrm>
          <a:off x="414336" y="809538"/>
          <a:ext cx="11363327" cy="3097441"/>
        </p:xfrm>
        <a:graphic>
          <a:graphicData uri="http://schemas.openxmlformats.org/drawingml/2006/table">
            <a:tbl>
              <a:tblPr firstRow="1" bandRow="1">
                <a:tableStyleId>{7DF18680-E054-41AD-8BC1-D1AEF772440D}</a:tableStyleId>
              </a:tblPr>
              <a:tblGrid>
                <a:gridCol w="359026">
                  <a:extLst>
                    <a:ext uri="{9D8B030D-6E8A-4147-A177-3AD203B41FA5}">
                      <a16:colId xmlns:a16="http://schemas.microsoft.com/office/drawing/2014/main" val="1822749168"/>
                    </a:ext>
                  </a:extLst>
                </a:gridCol>
                <a:gridCol w="2728600">
                  <a:extLst>
                    <a:ext uri="{9D8B030D-6E8A-4147-A177-3AD203B41FA5}">
                      <a16:colId xmlns:a16="http://schemas.microsoft.com/office/drawing/2014/main" val="1141317570"/>
                    </a:ext>
                  </a:extLst>
                </a:gridCol>
                <a:gridCol w="8275701">
                  <a:extLst>
                    <a:ext uri="{9D8B030D-6E8A-4147-A177-3AD203B41FA5}">
                      <a16:colId xmlns:a16="http://schemas.microsoft.com/office/drawing/2014/main" val="371397195"/>
                    </a:ext>
                  </a:extLst>
                </a:gridCol>
              </a:tblGrid>
              <a:tr h="309744">
                <a:tc>
                  <a:txBody>
                    <a:bodyPr/>
                    <a:lstStyle/>
                    <a:p>
                      <a:pPr marL="0" algn="l" defTabSz="914400" rtl="0" eaLnBrk="1" fontAlgn="b" latinLnBrk="0" hangingPunct="1"/>
                      <a:r>
                        <a:rPr lang="ja-JP" altLang="en-US" sz="1100" b="0" u="none" strike="noStrike" kern="1200">
                          <a:solidFill>
                            <a:schemeClr val="bg1"/>
                          </a:solidFill>
                          <a:effectLst/>
                        </a:rPr>
                        <a:t>番号</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機能</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309744">
                <a:tc>
                  <a:txBody>
                    <a:bodyPr/>
                    <a:lstStyle/>
                    <a:p>
                      <a:pPr marL="0" algn="l" defTabSz="914400" rtl="0" eaLnBrk="1" fontAlgn="b" latinLnBrk="0" hangingPunct="1"/>
                      <a:r>
                        <a:rPr lang="en-US" altLang="ja-JP" sz="1100" b="0" u="none" strike="noStrike" kern="1200">
                          <a:solidFill>
                            <a:schemeClr val="tx1"/>
                          </a:solidFill>
                          <a:effectLst/>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a:latin typeface="Arial" panose="020B0604020202020204" pitchFamily="34" charset="0"/>
                        </a:rPr>
                        <a:t>File Batch</a:t>
                      </a:r>
                      <a:r>
                        <a:rPr kumimoji="0" lang="ja-JP" altLang="en-US" sz="1100" dirty="0">
                          <a:latin typeface="Arial" panose="020B0604020202020204" pitchFamily="34" charset="0"/>
                        </a:rPr>
                        <a:t> </a:t>
                      </a:r>
                      <a:r>
                        <a:rPr kumimoji="0" lang="en-US" altLang="ja-JP" sz="1100" dirty="0">
                          <a:latin typeface="Arial" panose="020B0604020202020204" pitchFamily="34" charset="0"/>
                        </a:rPr>
                        <a:t>Download</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000" dirty="0">
                          <a:latin typeface="Arial" panose="020B0604020202020204" pitchFamily="34" charset="0"/>
                        </a:rPr>
                        <a:t>Html Page</a:t>
                      </a:r>
                      <a:r>
                        <a:rPr kumimoji="0" lang="ja-JP" altLang="en-US" sz="1000" dirty="0">
                          <a:latin typeface="Arial" panose="020B0604020202020204" pitchFamily="34" charset="0"/>
                        </a:rPr>
                        <a:t>の</a:t>
                      </a:r>
                      <a:r>
                        <a:rPr kumimoji="0" lang="en-US" altLang="ja-JP" sz="1000" dirty="0">
                          <a:latin typeface="Arial" panose="020B0604020202020204" pitchFamily="34" charset="0"/>
                        </a:rPr>
                        <a:t>JavaScript</a:t>
                      </a:r>
                      <a:r>
                        <a:rPr kumimoji="0" lang="ja-JP" altLang="en-US" sz="1000" dirty="0">
                          <a:latin typeface="Arial" panose="020B0604020202020204" pitchFamily="34" charset="0"/>
                        </a:rPr>
                        <a:t>で複数ファイルを指定場所にそれぞれ保存</a:t>
                      </a:r>
                      <a:endParaRPr lang="en-US" altLang="ja-JP" sz="10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929233">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err="1">
                          <a:latin typeface="Arial" panose="020B0604020202020204" pitchFamily="34" charset="0"/>
                          <a:ea typeface="Yu Gothic UI" panose="020B0500000000000000" pitchFamily="50" charset="-128"/>
                        </a:rPr>
                        <a:t>GraphAPI</a:t>
                      </a:r>
                      <a:r>
                        <a:rPr kumimoji="0" lang="ja-JP" altLang="en-US" sz="1100" dirty="0">
                          <a:latin typeface="Arial" panose="020B0604020202020204" pitchFamily="34" charset="0"/>
                          <a:ea typeface="Yu Gothic UI" panose="020B0500000000000000" pitchFamily="50" charset="-128"/>
                        </a:rPr>
                        <a:t>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添付ファイル検索の実機検証（性能、制限含む）</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１．ファイル名検索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２．ファイル内容含む検索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849158256"/>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kumimoji="0" lang="ja-JP" altLang="en-US" sz="1100" dirty="0">
                          <a:latin typeface="Arial" panose="020B0604020202020204" pitchFamily="34" charset="0"/>
                          <a:ea typeface="Yu Gothic UI" panose="020B0500000000000000" pitchFamily="50" charset="-128"/>
                        </a:rPr>
                        <a:t>性能</a:t>
                      </a:r>
                      <a:r>
                        <a:rPr kumimoji="0" lang="en-US" altLang="ja-JP" sz="1100" dirty="0">
                          <a:latin typeface="Arial" panose="020B0604020202020204" pitchFamily="34" charset="0"/>
                          <a:ea typeface="Yu Gothic UI" panose="020B0500000000000000" pitchFamily="50" charset="-128"/>
                        </a:rPr>
                        <a:t>Facility</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kern="1200" dirty="0">
                          <a:solidFill>
                            <a:schemeClr val="dk1"/>
                          </a:solidFill>
                          <a:latin typeface="Arial" panose="020B0604020202020204" pitchFamily="34" charset="0"/>
                          <a:ea typeface="Yu Gothic UI" panose="020B0500000000000000" pitchFamily="50" charset="-128"/>
                          <a:cs typeface="+mn-cs"/>
                        </a:rPr>
                        <a:t>Dummy</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データを利用した性能評価、</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10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年間データ、</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20000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ユーザを想定で、</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Sizing</a:t>
                      </a:r>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4961108"/>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オンライン編集の検証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ユーザに安心させるためのデモ（実装技術リスクがない）</a:t>
                      </a:r>
                    </a:p>
                  </a:txBody>
                  <a:tcPr marL="0" marR="0" marT="0" marB="0" anchor="ctr"/>
                </a:tc>
                <a:extLst>
                  <a:ext uri="{0D108BD9-81ED-4DB2-BD59-A6C34878D82A}">
                    <a16:rowId xmlns:a16="http://schemas.microsoft.com/office/drawing/2014/main" val="366353059"/>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dirty="0"/>
                        <a:t>利用者は必要な項目に応じてビューの設定</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主に性能観点（実装面の技術リスクがない）</a:t>
                      </a:r>
                    </a:p>
                  </a:txBody>
                  <a:tcPr marL="0" marR="0" marT="0" marB="0" anchor="ctr"/>
                </a:tc>
                <a:extLst>
                  <a:ext uri="{0D108BD9-81ED-4DB2-BD59-A6C34878D82A}">
                    <a16:rowId xmlns:a16="http://schemas.microsoft.com/office/drawing/2014/main" val="1462443356"/>
                  </a:ext>
                </a:extLst>
              </a:tr>
              <a:tr h="309744">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0403059"/>
                  </a:ext>
                </a:extLst>
              </a:tr>
              <a:tr h="309744">
                <a:tc>
                  <a:txBody>
                    <a:bodyPr/>
                    <a:lstStyle/>
                    <a:p>
                      <a:pPr marL="0" algn="l" defTabSz="914400" rtl="0" eaLnBrk="1" fontAlgn="b" latinLnBrk="0" hangingPunct="1"/>
                      <a:endParaRPr lang="ja-JP" altLang="en-US" sz="105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05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728759274"/>
                  </a:ext>
                </a:extLst>
              </a:tr>
            </a:tbl>
          </a:graphicData>
        </a:graphic>
      </p:graphicFrame>
    </p:spTree>
    <p:extLst>
      <p:ext uri="{BB962C8B-B14F-4D97-AF65-F5344CB8AC3E}">
        <p14:creationId xmlns:p14="http://schemas.microsoft.com/office/powerpoint/2010/main" val="3084720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サポートとメンテナンス－瑕疵範囲、保守提案</a:t>
            </a:r>
            <a:endParaRPr lang="ja-JP" altLang="en-US" dirty="0">
              <a:effectLst/>
            </a:endParaRPr>
          </a:p>
        </p:txBody>
      </p:sp>
      <p:sp>
        <p:nvSpPr>
          <p:cNvPr id="15" name="テキスト ボックス 14"/>
          <p:cNvSpPr txBox="1"/>
          <p:nvPr/>
        </p:nvSpPr>
        <p:spPr>
          <a:xfrm>
            <a:off x="414336" y="833179"/>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lang="ja-JP" altLang="en-US" dirty="0"/>
              <a:t>瑕疵範囲は半年とする（バグ対応のみが対象、本見積もりに含む）</a:t>
            </a:r>
            <a:endParaRPr lang="en-US" altLang="ja-JP" dirty="0"/>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システム</a:t>
            </a:r>
            <a:r>
              <a:rPr kumimoji="0" lang="en-US" altLang="ja-JP" dirty="0">
                <a:latin typeface="Arial" panose="020B0604020202020204" pitchFamily="34" charset="0"/>
              </a:rPr>
              <a:t>GA</a:t>
            </a:r>
            <a:r>
              <a:rPr kumimoji="0" lang="ja-JP" altLang="en-US" dirty="0">
                <a:latin typeface="Arial" panose="020B0604020202020204" pitchFamily="34" charset="0"/>
              </a:rPr>
              <a:t>の対応体制は、本見積の</a:t>
            </a:r>
            <a:r>
              <a:rPr lang="ja-JP" altLang="en-US" dirty="0"/>
              <a:t>初期サポートに含む（稼働日からの</a:t>
            </a:r>
            <a:r>
              <a:rPr lang="en-US" altLang="ja-JP" dirty="0"/>
              <a:t>1</a:t>
            </a:r>
            <a:r>
              <a:rPr lang="ja-JP" altLang="en-US" dirty="0"/>
              <a:t>か月を想定、見積もりに含む）</a:t>
            </a:r>
            <a:endParaRPr kumimoji="0" lang="en-US" altLang="ja-JP"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運用保守費用は今回の見積もりに含まない（システム</a:t>
            </a:r>
            <a:r>
              <a:rPr kumimoji="0" lang="en-US" altLang="ja-JP" dirty="0">
                <a:latin typeface="Arial" panose="020B0604020202020204" pitchFamily="34" charset="0"/>
              </a:rPr>
              <a:t>GA</a:t>
            </a:r>
            <a:r>
              <a:rPr kumimoji="0" lang="ja-JP" altLang="en-US" dirty="0">
                <a:latin typeface="Arial" panose="020B0604020202020204" pitchFamily="34" charset="0"/>
              </a:rPr>
              <a:t>の第二か月～）</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初期半年、</a:t>
            </a:r>
            <a:r>
              <a:rPr kumimoji="0" lang="en-US" altLang="ja-JP" dirty="0">
                <a:latin typeface="Arial" panose="020B0604020202020204" pitchFamily="34" charset="0"/>
              </a:rPr>
              <a:t>8</a:t>
            </a:r>
            <a:r>
              <a:rPr kumimoji="0" lang="ja-JP" altLang="en-US" dirty="0">
                <a:latin typeface="Arial" panose="020B0604020202020204" pitchFamily="34" charset="0"/>
              </a:rPr>
              <a:t>人体制、</a:t>
            </a:r>
            <a:r>
              <a:rPr kumimoji="0" lang="en-US" altLang="ja-JP" dirty="0">
                <a:latin typeface="Arial" panose="020B0604020202020204" pitchFamily="34" charset="0"/>
              </a:rPr>
              <a:t>Onsite</a:t>
            </a:r>
            <a:r>
              <a:rPr kumimoji="0" lang="ja-JP" altLang="en-US" dirty="0">
                <a:latin typeface="Arial" panose="020B0604020202020204" pitchFamily="34" charset="0"/>
              </a:rPr>
              <a:t> </a:t>
            </a:r>
            <a:r>
              <a:rPr kumimoji="0" lang="en-US" altLang="ja-JP" dirty="0">
                <a:latin typeface="Arial" panose="020B0604020202020204" pitchFamily="34" charset="0"/>
              </a:rPr>
              <a:t>2</a:t>
            </a:r>
            <a:r>
              <a:rPr kumimoji="0" lang="ja-JP" altLang="en-US" dirty="0">
                <a:latin typeface="Arial" panose="020B0604020202020204" pitchFamily="34" charset="0"/>
              </a:rPr>
              <a:t>人、</a:t>
            </a:r>
            <a:r>
              <a:rPr kumimoji="0" lang="en-US" altLang="ja-JP" dirty="0">
                <a:latin typeface="Arial" panose="020B0604020202020204" pitchFamily="34" charset="0"/>
              </a:rPr>
              <a:t>Offsite 6</a:t>
            </a:r>
            <a:r>
              <a:rPr kumimoji="0" lang="ja-JP" altLang="en-US" dirty="0">
                <a:latin typeface="Arial" panose="020B0604020202020204" pitchFamily="34" charset="0"/>
              </a:rPr>
              <a:t>人）</a:t>
            </a:r>
            <a:r>
              <a:rPr kumimoji="0" lang="en-US" altLang="ja-JP" dirty="0">
                <a:latin typeface="Arial" panose="020B0604020202020204" pitchFamily="34" charset="0"/>
              </a:rPr>
              <a:t>&lt;=550</a:t>
            </a:r>
            <a:r>
              <a:rPr kumimoji="0" lang="ja-JP" altLang="en-US" dirty="0">
                <a:latin typeface="Arial" panose="020B0604020202020204" pitchFamily="34" charset="0"/>
              </a:rPr>
              <a:t>万</a:t>
            </a:r>
            <a:r>
              <a:rPr kumimoji="0" lang="en-US" altLang="ja-JP" dirty="0">
                <a:latin typeface="Arial" panose="020B0604020202020204" pitchFamily="34" charset="0"/>
              </a:rPr>
              <a:t>/</a:t>
            </a:r>
            <a:r>
              <a:rPr kumimoji="0" lang="ja-JP" altLang="en-US" dirty="0">
                <a:latin typeface="Arial" panose="020B0604020202020204" pitchFamily="34" charset="0"/>
              </a:rPr>
              <a:t>月程度。</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半年後、体制が半分に縮小すると想定</a:t>
            </a:r>
            <a:endParaRPr lang="ja-JP" altLang="en-US" dirty="0"/>
          </a:p>
          <a:p>
            <a:pPr marL="742950" lvl="1" indent="-285750" eaLnBrk="0" fontAlgn="base" hangingPunct="0">
              <a:spcBef>
                <a:spcPct val="0"/>
              </a:spcBef>
              <a:spcAft>
                <a:spcPct val="0"/>
              </a:spcAft>
              <a:buFont typeface="Arial" panose="020B0604020202020204" pitchFamily="34" charset="0"/>
              <a:buChar char="•"/>
            </a:pPr>
            <a:endParaRPr lang="ja-JP" altLang="en-US" dirty="0">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AF1CE-7E1C-B332-48A7-EF6372A525D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F31D521E-E4D5-EBFC-A1E0-48D47893DAB3}"/>
              </a:ext>
            </a:extLst>
          </p:cNvPr>
          <p:cNvSpPr>
            <a:spLocks noGrp="1"/>
          </p:cNvSpPr>
          <p:nvPr>
            <p:ph type="ctrTitle"/>
          </p:nvPr>
        </p:nvSpPr>
        <p:spPr/>
        <p:txBody>
          <a:bodyPr/>
          <a:lstStyle/>
          <a:p>
            <a:r>
              <a:rPr lang="ja-JP" altLang="en-US" dirty="0"/>
              <a:t>前回の資料</a:t>
            </a:r>
            <a:br>
              <a:rPr lang="en-US" altLang="ja-JP" dirty="0"/>
            </a:br>
            <a:r>
              <a:rPr lang="en-US" altLang="ja-JP" dirty="0"/>
              <a:t>(9/22)</a:t>
            </a:r>
            <a:endParaRPr lang="ja-JP" altLang="en-US" dirty="0"/>
          </a:p>
        </p:txBody>
      </p:sp>
      <p:sp>
        <p:nvSpPr>
          <p:cNvPr id="2" name="字幕 1">
            <a:extLst>
              <a:ext uri="{FF2B5EF4-FFF2-40B4-BE49-F238E27FC236}">
                <a16:creationId xmlns:a16="http://schemas.microsoft.com/office/drawing/2014/main" id="{373EDA42-0118-C5A8-4B63-E23A72BB6536}"/>
              </a:ext>
            </a:extLst>
          </p:cNvPr>
          <p:cNvSpPr>
            <a:spLocks noGrp="1"/>
          </p:cNvSpPr>
          <p:nvPr>
            <p:ph type="subTitle" idx="1"/>
          </p:nvPr>
        </p:nvSpPr>
        <p:spPr/>
        <p:txBody>
          <a:bodyPr/>
          <a:lstStyle/>
          <a:p>
            <a:endParaRPr lang="ja-JP" altLang="en-US"/>
          </a:p>
        </p:txBody>
      </p:sp>
    </p:spTree>
    <p:extLst>
      <p:ext uri="{BB962C8B-B14F-4D97-AF65-F5344CB8AC3E}">
        <p14:creationId xmlns:p14="http://schemas.microsoft.com/office/powerpoint/2010/main" val="4243473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8ABFD-BACD-AAA8-A8BA-C6260B53141B}"/>
            </a:ext>
          </a:extLst>
        </p:cNvPr>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79E9EDF3-742B-CF53-675C-43189A6FD883}"/>
              </a:ext>
            </a:extLst>
          </p:cNvPr>
          <p:cNvSpPr/>
          <p:nvPr/>
        </p:nvSpPr>
        <p:spPr>
          <a:xfrm>
            <a:off x="4636477" y="3590420"/>
            <a:ext cx="7175101" cy="1359885"/>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988ABDD-DDCB-8AB6-D199-0576B29B1E57}"/>
              </a:ext>
            </a:extLst>
          </p:cNvPr>
          <p:cNvSpPr>
            <a:spLocks noGrp="1"/>
          </p:cNvSpPr>
          <p:nvPr>
            <p:ph type="title"/>
          </p:nvPr>
        </p:nvSpPr>
        <p:spPr>
          <a:xfrm>
            <a:off x="470689" y="78890"/>
            <a:ext cx="9327072" cy="765272"/>
          </a:xfrm>
        </p:spPr>
        <p:txBody>
          <a:bodyPr>
            <a:normAutofit fontScale="90000"/>
          </a:bodyPr>
          <a:lstStyle/>
          <a:p>
            <a:r>
              <a:rPr lang="ja-JP" altLang="en-US" sz="3600" dirty="0"/>
              <a:t>アーキテクチャ全体</a:t>
            </a:r>
            <a:br>
              <a:rPr lang="en-US" altLang="ja-JP" dirty="0"/>
            </a:br>
            <a:r>
              <a:rPr lang="en-US" altLang="ja-JP" sz="2200" dirty="0" err="1"/>
              <a:t>Sql</a:t>
            </a:r>
            <a:r>
              <a:rPr lang="en-US" altLang="ja-JP" sz="2200" dirty="0"/>
              <a:t> server 2022 + </a:t>
            </a:r>
            <a:r>
              <a:rPr lang="ja-JP" altLang="en-US" sz="2200" dirty="0"/>
              <a:t>添付ファイル</a:t>
            </a:r>
            <a:r>
              <a:rPr lang="en-US" altLang="ja-JP" sz="2200" dirty="0" err="1"/>
              <a:t>DaTAVERSE</a:t>
            </a:r>
            <a:r>
              <a:rPr lang="ja-JP" altLang="en-US" sz="2200" dirty="0"/>
              <a:t>保存（案</a:t>
            </a:r>
            <a:r>
              <a:rPr lang="en-US" altLang="ja-JP" sz="2200" dirty="0"/>
              <a:t>B</a:t>
            </a:r>
            <a:r>
              <a:rPr lang="ja-JP" altLang="en-US" sz="2200" dirty="0"/>
              <a:t>）</a:t>
            </a:r>
            <a:endParaRPr lang="ja-JP" altLang="en-US" sz="2200" dirty="0">
              <a:effectLst/>
            </a:endParaRPr>
          </a:p>
        </p:txBody>
      </p:sp>
      <p:sp>
        <p:nvSpPr>
          <p:cNvPr id="15" name="テキスト ボックス 14">
            <a:extLst>
              <a:ext uri="{FF2B5EF4-FFF2-40B4-BE49-F238E27FC236}">
                <a16:creationId xmlns:a16="http://schemas.microsoft.com/office/drawing/2014/main" id="{AF2F4E9E-C5C6-977E-FF98-07C84782DB28}"/>
              </a:ext>
            </a:extLst>
          </p:cNvPr>
          <p:cNvSpPr txBox="1"/>
          <p:nvPr/>
        </p:nvSpPr>
        <p:spPr>
          <a:xfrm>
            <a:off x="414336" y="758810"/>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9D973293-7C27-C808-62DF-EAE88C17CF54}"/>
              </a:ext>
            </a:extLst>
          </p:cNvPr>
          <p:cNvPicPr>
            <a:picLocks noGrp="1" noChangeAspect="1"/>
          </p:cNvPicPr>
          <p:nvPr>
            <p:ph sz="quarter" idx="10"/>
          </p:nvPr>
        </p:nvPicPr>
        <p:blipFill>
          <a:blip r:embed="rId3"/>
          <a:stretch>
            <a:fillRect/>
          </a:stretch>
        </p:blipFill>
        <p:spPr>
          <a:xfrm>
            <a:off x="9797761" y="5800728"/>
            <a:ext cx="771118" cy="456744"/>
          </a:xfrm>
        </p:spPr>
      </p:pic>
      <p:pic>
        <p:nvPicPr>
          <p:cNvPr id="5" name="図 4" descr="部屋, 賭博場 が含まれている画像&#10;&#10;AI によって生成されたコンテンツは間違っている可能性があります。">
            <a:extLst>
              <a:ext uri="{FF2B5EF4-FFF2-40B4-BE49-F238E27FC236}">
                <a16:creationId xmlns:a16="http://schemas.microsoft.com/office/drawing/2014/main" id="{F20A3633-AC28-9D34-D347-92F16E19755F}"/>
              </a:ext>
            </a:extLst>
          </p:cNvPr>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a:extLst>
              <a:ext uri="{FF2B5EF4-FFF2-40B4-BE49-F238E27FC236}">
                <a16:creationId xmlns:a16="http://schemas.microsoft.com/office/drawing/2014/main" id="{B8ED5384-698D-F1D3-EEB5-756087F8597F}"/>
              </a:ext>
            </a:extLst>
          </p:cNvPr>
          <p:cNvPicPr>
            <a:picLocks noChangeAspect="1"/>
          </p:cNvPicPr>
          <p:nvPr/>
        </p:nvPicPr>
        <p:blipFill>
          <a:blip r:embed="rId5"/>
          <a:stretch>
            <a:fillRect/>
          </a:stretch>
        </p:blipFill>
        <p:spPr>
          <a:xfrm>
            <a:off x="1118941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8E87890E-2A3A-275B-7D25-71434542B202}"/>
              </a:ext>
            </a:extLst>
          </p:cNvPr>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a:extLst>
              <a:ext uri="{FF2B5EF4-FFF2-40B4-BE49-F238E27FC236}">
                <a16:creationId xmlns:a16="http://schemas.microsoft.com/office/drawing/2014/main" id="{0601F7FC-5F5F-3501-ED97-B808385814C9}"/>
              </a:ext>
            </a:extLst>
          </p:cNvPr>
          <p:cNvPicPr>
            <a:picLocks noChangeAspect="1"/>
          </p:cNvPicPr>
          <p:nvPr/>
        </p:nvPicPr>
        <p:blipFill>
          <a:blip r:embed="rId6"/>
          <a:stretch>
            <a:fillRect/>
          </a:stretch>
        </p:blipFill>
        <p:spPr>
          <a:xfrm>
            <a:off x="3532580" y="4737544"/>
            <a:ext cx="863933" cy="7488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617F85ED-F53C-9D03-2B91-309BDACFBB86}"/>
              </a:ext>
            </a:extLst>
          </p:cNvPr>
          <p:cNvPicPr>
            <a:picLocks noChangeAspect="1"/>
          </p:cNvPicPr>
          <p:nvPr/>
        </p:nvPicPr>
        <p:blipFill>
          <a:blip r:embed="rId7"/>
          <a:stretch>
            <a:fillRect/>
          </a:stretch>
        </p:blipFill>
        <p:spPr>
          <a:xfrm>
            <a:off x="5801680" y="3711590"/>
            <a:ext cx="780290" cy="780290"/>
          </a:xfrm>
          <a:prstGeom prst="rect">
            <a:avLst/>
          </a:prstGeom>
        </p:spPr>
      </p:pic>
      <p:sp>
        <p:nvSpPr>
          <p:cNvPr id="12" name="テキスト ボックス 11">
            <a:extLst>
              <a:ext uri="{FF2B5EF4-FFF2-40B4-BE49-F238E27FC236}">
                <a16:creationId xmlns:a16="http://schemas.microsoft.com/office/drawing/2014/main" id="{1652C1E1-D0E8-47CB-60C0-B977BC8512FD}"/>
              </a:ext>
            </a:extLst>
          </p:cNvPr>
          <p:cNvSpPr txBox="1"/>
          <p:nvPr/>
        </p:nvSpPr>
        <p:spPr>
          <a:xfrm>
            <a:off x="526392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a:extLst>
              <a:ext uri="{FF2B5EF4-FFF2-40B4-BE49-F238E27FC236}">
                <a16:creationId xmlns:a16="http://schemas.microsoft.com/office/drawing/2014/main" id="{6C216DF1-28A0-4CFA-1F5F-FE69CAB07E30}"/>
              </a:ext>
            </a:extLst>
          </p:cNvPr>
          <p:cNvPicPr>
            <a:picLocks noChangeAspect="1"/>
          </p:cNvPicPr>
          <p:nvPr/>
        </p:nvPicPr>
        <p:blipFill>
          <a:blip r:embed="rId8"/>
          <a:stretch>
            <a:fillRect/>
          </a:stretch>
        </p:blipFill>
        <p:spPr>
          <a:xfrm>
            <a:off x="7509284" y="3711590"/>
            <a:ext cx="780290" cy="780290"/>
          </a:xfrm>
          <a:prstGeom prst="rect">
            <a:avLst/>
          </a:prstGeom>
        </p:spPr>
      </p:pic>
      <p:sp>
        <p:nvSpPr>
          <p:cNvPr id="14" name="テキスト ボックス 13">
            <a:extLst>
              <a:ext uri="{FF2B5EF4-FFF2-40B4-BE49-F238E27FC236}">
                <a16:creationId xmlns:a16="http://schemas.microsoft.com/office/drawing/2014/main" id="{D96BE330-40EE-2407-C96D-C81F973E0FAD}"/>
              </a:ext>
            </a:extLst>
          </p:cNvPr>
          <p:cNvSpPr txBox="1"/>
          <p:nvPr/>
        </p:nvSpPr>
        <p:spPr>
          <a:xfrm>
            <a:off x="722983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a:extLst>
              <a:ext uri="{FF2B5EF4-FFF2-40B4-BE49-F238E27FC236}">
                <a16:creationId xmlns:a16="http://schemas.microsoft.com/office/drawing/2014/main" id="{3DAE023D-0BF1-9604-38ED-DBC5284D3C42}"/>
              </a:ext>
            </a:extLst>
          </p:cNvPr>
          <p:cNvPicPr>
            <a:picLocks noChangeAspect="1"/>
          </p:cNvPicPr>
          <p:nvPr/>
        </p:nvPicPr>
        <p:blipFill>
          <a:blip r:embed="rId9"/>
          <a:stretch>
            <a:fillRect/>
          </a:stretch>
        </p:blipFill>
        <p:spPr>
          <a:xfrm>
            <a:off x="9200819" y="3731914"/>
            <a:ext cx="736235" cy="739643"/>
          </a:xfrm>
          <a:prstGeom prst="rect">
            <a:avLst/>
          </a:prstGeom>
        </p:spPr>
      </p:pic>
      <p:pic>
        <p:nvPicPr>
          <p:cNvPr id="17" name="図 16" descr="テーブル, カップ が含まれている画像&#10;&#10;AI によって生成されたコンテンツは間違っている可能性があります。">
            <a:extLst>
              <a:ext uri="{FF2B5EF4-FFF2-40B4-BE49-F238E27FC236}">
                <a16:creationId xmlns:a16="http://schemas.microsoft.com/office/drawing/2014/main" id="{EA065538-387A-08FD-FC7B-B4C467EB35B4}"/>
              </a:ext>
            </a:extLst>
          </p:cNvPr>
          <p:cNvPicPr>
            <a:picLocks noChangeAspect="1"/>
          </p:cNvPicPr>
          <p:nvPr/>
        </p:nvPicPr>
        <p:blipFill>
          <a:blip r:embed="rId10"/>
          <a:stretch>
            <a:fillRect/>
          </a:stretch>
        </p:blipFill>
        <p:spPr>
          <a:xfrm>
            <a:off x="10694240" y="3711590"/>
            <a:ext cx="967810" cy="780290"/>
          </a:xfrm>
          <a:prstGeom prst="rect">
            <a:avLst/>
          </a:prstGeom>
        </p:spPr>
      </p:pic>
      <p:sp>
        <p:nvSpPr>
          <p:cNvPr id="18" name="テキスト ボックス 17">
            <a:extLst>
              <a:ext uri="{FF2B5EF4-FFF2-40B4-BE49-F238E27FC236}">
                <a16:creationId xmlns:a16="http://schemas.microsoft.com/office/drawing/2014/main" id="{78AD98D5-F6B7-179F-9BDE-626B3DB737E0}"/>
              </a:ext>
            </a:extLst>
          </p:cNvPr>
          <p:cNvSpPr txBox="1"/>
          <p:nvPr/>
        </p:nvSpPr>
        <p:spPr>
          <a:xfrm>
            <a:off x="862891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a:extLst>
              <a:ext uri="{FF2B5EF4-FFF2-40B4-BE49-F238E27FC236}">
                <a16:creationId xmlns:a16="http://schemas.microsoft.com/office/drawing/2014/main" id="{18A9650B-B4BF-A698-196F-36A5E8C76173}"/>
              </a:ext>
            </a:extLst>
          </p:cNvPr>
          <p:cNvCxnSpPr>
            <a:stCxn id="11" idx="3"/>
            <a:endCxn id="13" idx="1"/>
          </p:cNvCxnSpPr>
          <p:nvPr/>
        </p:nvCxnSpPr>
        <p:spPr>
          <a:xfrm>
            <a:off x="658197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3EFCD2BF-AA94-CAF8-C189-A6E0C4F9AE23}"/>
              </a:ext>
            </a:extLst>
          </p:cNvPr>
          <p:cNvCxnSpPr>
            <a:stCxn id="16" idx="3"/>
          </p:cNvCxnSpPr>
          <p:nvPr/>
        </p:nvCxnSpPr>
        <p:spPr>
          <a:xfrm flipV="1">
            <a:off x="993705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2A63F139-77A0-92D7-6DC9-4E25C949D444}"/>
              </a:ext>
            </a:extLst>
          </p:cNvPr>
          <p:cNvCxnSpPr>
            <a:stCxn id="13" idx="3"/>
            <a:endCxn id="16" idx="1"/>
          </p:cNvCxnSpPr>
          <p:nvPr/>
        </p:nvCxnSpPr>
        <p:spPr>
          <a:xfrm>
            <a:off x="828957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a:extLst>
              <a:ext uri="{FF2B5EF4-FFF2-40B4-BE49-F238E27FC236}">
                <a16:creationId xmlns:a16="http://schemas.microsoft.com/office/drawing/2014/main" id="{7373BB4A-3EDD-E50A-45C4-6D16DFAB86A6}"/>
              </a:ext>
            </a:extLst>
          </p:cNvPr>
          <p:cNvCxnSpPr>
            <a:stCxn id="10" idx="3"/>
            <a:endCxn id="1050" idx="1"/>
          </p:cNvCxnSpPr>
          <p:nvPr/>
        </p:nvCxnSpPr>
        <p:spPr>
          <a:xfrm flipV="1">
            <a:off x="4396513" y="4180737"/>
            <a:ext cx="1366650" cy="931207"/>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a:extLst>
              <a:ext uri="{FF2B5EF4-FFF2-40B4-BE49-F238E27FC236}">
                <a16:creationId xmlns:a16="http://schemas.microsoft.com/office/drawing/2014/main" id="{8105B648-6980-2C8A-027B-D33128297044}"/>
              </a:ext>
            </a:extLst>
          </p:cNvPr>
          <p:cNvCxnSpPr>
            <a:stCxn id="9" idx="3"/>
            <a:endCxn id="1051" idx="1"/>
          </p:cNvCxnSpPr>
          <p:nvPr/>
        </p:nvCxnSpPr>
        <p:spPr>
          <a:xfrm>
            <a:off x="461567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E32D3CE1-DAB2-A8C9-8CC6-CF5A59226562}"/>
              </a:ext>
            </a:extLst>
          </p:cNvPr>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a:extLst>
              <a:ext uri="{FF2B5EF4-FFF2-40B4-BE49-F238E27FC236}">
                <a16:creationId xmlns:a16="http://schemas.microsoft.com/office/drawing/2014/main" id="{BC01740C-5740-528B-96AF-210503152AD8}"/>
              </a:ext>
            </a:extLst>
          </p:cNvPr>
          <p:cNvPicPr>
            <a:picLocks noChangeAspect="1"/>
          </p:cNvPicPr>
          <p:nvPr/>
        </p:nvPicPr>
        <p:blipFill>
          <a:blip r:embed="rId11"/>
          <a:stretch>
            <a:fillRect/>
          </a:stretch>
        </p:blipFill>
        <p:spPr>
          <a:xfrm>
            <a:off x="3311806" y="3589046"/>
            <a:ext cx="480623" cy="270351"/>
          </a:xfrm>
          <a:prstGeom prst="rect">
            <a:avLst/>
          </a:prstGeom>
        </p:spPr>
      </p:pic>
      <p:sp>
        <p:nvSpPr>
          <p:cNvPr id="26" name="テキスト ボックス 25">
            <a:extLst>
              <a:ext uri="{FF2B5EF4-FFF2-40B4-BE49-F238E27FC236}">
                <a16:creationId xmlns:a16="http://schemas.microsoft.com/office/drawing/2014/main" id="{78C603D9-90C8-98C3-4B48-38E0944214B8}"/>
              </a:ext>
            </a:extLst>
          </p:cNvPr>
          <p:cNvSpPr txBox="1"/>
          <p:nvPr/>
        </p:nvSpPr>
        <p:spPr>
          <a:xfrm>
            <a:off x="2618201" y="5836628"/>
            <a:ext cx="4354880" cy="276999"/>
          </a:xfrm>
          <a:prstGeom prst="rect">
            <a:avLst/>
          </a:prstGeom>
          <a:noFill/>
        </p:spPr>
        <p:txBody>
          <a:bodyPr wrap="square">
            <a:spAutoFit/>
          </a:bodyPr>
          <a:lstStyle/>
          <a:p>
            <a:r>
              <a:rPr lang="ja-JP" altLang="en-US" sz="1200"/>
              <a:t>ファイル</a:t>
            </a:r>
            <a:r>
              <a:rPr lang="en-US" altLang="ja-JP" sz="1200"/>
              <a:t>ID</a:t>
            </a:r>
            <a:r>
              <a:rPr lang="ja-JP" altLang="en-US" sz="1200"/>
              <a:t>で</a:t>
            </a:r>
            <a:r>
              <a:rPr lang="en-US" altLang="ja-JP" sz="1200" err="1"/>
              <a:t>Sqlserver</a:t>
            </a:r>
            <a:r>
              <a:rPr lang="en-US" altLang="ja-JP" sz="1200"/>
              <a:t> </a:t>
            </a:r>
            <a:r>
              <a:rPr lang="ja-JP" altLang="en-US" sz="1200"/>
              <a:t>と</a:t>
            </a:r>
            <a:r>
              <a:rPr lang="en-US" altLang="ja-JP" sz="1200"/>
              <a:t>Dataverse</a:t>
            </a:r>
            <a:r>
              <a:rPr lang="ja-JP" altLang="en-US" sz="1200"/>
              <a:t>でレコードをリンクする</a:t>
            </a:r>
          </a:p>
        </p:txBody>
      </p:sp>
      <p:pic>
        <p:nvPicPr>
          <p:cNvPr id="27" name="図 26" descr="ロゴ, アイコン&#10;&#10;AI によって生成されたコンテンツは間違っている可能性があります。">
            <a:extLst>
              <a:ext uri="{FF2B5EF4-FFF2-40B4-BE49-F238E27FC236}">
                <a16:creationId xmlns:a16="http://schemas.microsoft.com/office/drawing/2014/main" id="{0F26C8EB-D43D-D7AD-7157-E8B25A1C5043}"/>
              </a:ext>
            </a:extLst>
          </p:cNvPr>
          <p:cNvPicPr>
            <a:picLocks noChangeAspect="1"/>
          </p:cNvPicPr>
          <p:nvPr/>
        </p:nvPicPr>
        <p:blipFill>
          <a:blip r:embed="rId12"/>
          <a:stretch>
            <a:fillRect/>
          </a:stretch>
        </p:blipFill>
        <p:spPr>
          <a:xfrm>
            <a:off x="3749165" y="1423146"/>
            <a:ext cx="771118" cy="753768"/>
          </a:xfrm>
          <a:prstGeom prst="rect">
            <a:avLst/>
          </a:prstGeom>
        </p:spPr>
      </p:pic>
      <p:sp>
        <p:nvSpPr>
          <p:cNvPr id="28" name="テキスト ボックス 27">
            <a:extLst>
              <a:ext uri="{FF2B5EF4-FFF2-40B4-BE49-F238E27FC236}">
                <a16:creationId xmlns:a16="http://schemas.microsoft.com/office/drawing/2014/main" id="{8B4F88FB-41A9-F84C-53BA-ED5DD272B1B1}"/>
              </a:ext>
            </a:extLst>
          </p:cNvPr>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a:extLst>
              <a:ext uri="{FF2B5EF4-FFF2-40B4-BE49-F238E27FC236}">
                <a16:creationId xmlns:a16="http://schemas.microsoft.com/office/drawing/2014/main" id="{4966FFC6-2C16-3408-3DD4-6C701D76C7E9}"/>
              </a:ext>
            </a:extLst>
          </p:cNvPr>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06132164-1CB8-80CA-0C96-BF2C6F9E2C7D}"/>
              </a:ext>
            </a:extLst>
          </p:cNvPr>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cxnSp>
        <p:nvCxnSpPr>
          <p:cNvPr id="31" name="コネクタ: カギ線 30">
            <a:extLst>
              <a:ext uri="{FF2B5EF4-FFF2-40B4-BE49-F238E27FC236}">
                <a16:creationId xmlns:a16="http://schemas.microsoft.com/office/drawing/2014/main" id="{C03A702E-5C82-89B9-0A5A-8B32C0B68C5D}"/>
              </a:ext>
            </a:extLst>
          </p:cNvPr>
          <p:cNvCxnSpPr>
            <a:endCxn id="17" idx="0"/>
          </p:cNvCxnSpPr>
          <p:nvPr/>
        </p:nvCxnSpPr>
        <p:spPr>
          <a:xfrm>
            <a:off x="461567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a:extLst>
              <a:ext uri="{FF2B5EF4-FFF2-40B4-BE49-F238E27FC236}">
                <a16:creationId xmlns:a16="http://schemas.microsoft.com/office/drawing/2014/main" id="{FC7428D9-EA77-A774-6881-79B4AA87C74E}"/>
              </a:ext>
            </a:extLst>
          </p:cNvPr>
          <p:cNvCxnSpPr>
            <a:stCxn id="10" idx="2"/>
            <a:endCxn id="33" idx="2"/>
          </p:cNvCxnSpPr>
          <p:nvPr/>
        </p:nvCxnSpPr>
        <p:spPr>
          <a:xfrm rot="5400000" flipH="1" flipV="1">
            <a:off x="6940511" y="1519156"/>
            <a:ext cx="991224" cy="6943152"/>
          </a:xfrm>
          <a:prstGeom prst="bentConnector3">
            <a:avLst>
              <a:gd name="adj1" fmla="val -16912"/>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a:extLst>
              <a:ext uri="{FF2B5EF4-FFF2-40B4-BE49-F238E27FC236}">
                <a16:creationId xmlns:a16="http://schemas.microsoft.com/office/drawing/2014/main" id="{60D516C0-E843-D675-38F3-C57E85380339}"/>
              </a:ext>
            </a:extLst>
          </p:cNvPr>
          <p:cNvSpPr/>
          <p:nvPr/>
        </p:nvSpPr>
        <p:spPr>
          <a:xfrm>
            <a:off x="1088331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CBD974F0-3CFF-5DF2-FEF2-1435F25A0CD6}"/>
              </a:ext>
            </a:extLst>
          </p:cNvPr>
          <p:cNvSpPr txBox="1"/>
          <p:nvPr/>
        </p:nvSpPr>
        <p:spPr>
          <a:xfrm>
            <a:off x="623244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FAA07F28-42D8-8B69-DB4F-0E6C28FA556E}"/>
              </a:ext>
            </a:extLst>
          </p:cNvPr>
          <p:cNvPicPr>
            <a:picLocks noChangeAspect="1"/>
          </p:cNvPicPr>
          <p:nvPr/>
        </p:nvPicPr>
        <p:blipFill>
          <a:blip r:embed="rId13"/>
          <a:stretch>
            <a:fillRect/>
          </a:stretch>
        </p:blipFill>
        <p:spPr>
          <a:xfrm>
            <a:off x="1472506" y="3903349"/>
            <a:ext cx="642168" cy="789867"/>
          </a:xfrm>
          <a:prstGeom prst="rect">
            <a:avLst/>
          </a:prstGeom>
        </p:spPr>
      </p:pic>
      <p:cxnSp>
        <p:nvCxnSpPr>
          <p:cNvPr id="39" name="直線コネクタ 38">
            <a:extLst>
              <a:ext uri="{FF2B5EF4-FFF2-40B4-BE49-F238E27FC236}">
                <a16:creationId xmlns:a16="http://schemas.microsoft.com/office/drawing/2014/main" id="{42C86A19-FF06-583B-94F9-7E26CA2C4A4D}"/>
              </a:ext>
            </a:extLst>
          </p:cNvPr>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a:extLst>
              <a:ext uri="{FF2B5EF4-FFF2-40B4-BE49-F238E27FC236}">
                <a16:creationId xmlns:a16="http://schemas.microsoft.com/office/drawing/2014/main" id="{7C602B3B-E827-B324-B65E-9CFE6236A971}"/>
              </a:ext>
            </a:extLst>
          </p:cNvPr>
          <p:cNvPicPr>
            <a:picLocks noChangeAspect="1"/>
          </p:cNvPicPr>
          <p:nvPr/>
        </p:nvPicPr>
        <p:blipFill>
          <a:blip r:embed="rId14"/>
          <a:stretch>
            <a:fillRect/>
          </a:stretch>
        </p:blipFill>
        <p:spPr>
          <a:xfrm flipH="1">
            <a:off x="8918370" y="5996710"/>
            <a:ext cx="879391" cy="494658"/>
          </a:xfrm>
          <a:prstGeom prst="rect">
            <a:avLst/>
          </a:prstGeom>
        </p:spPr>
      </p:pic>
      <p:pic>
        <p:nvPicPr>
          <p:cNvPr id="41" name="図 40">
            <a:extLst>
              <a:ext uri="{FF2B5EF4-FFF2-40B4-BE49-F238E27FC236}">
                <a16:creationId xmlns:a16="http://schemas.microsoft.com/office/drawing/2014/main" id="{95E63633-EC62-B81D-5F0E-76AFCBC18F23}"/>
              </a:ext>
            </a:extLst>
          </p:cNvPr>
          <p:cNvPicPr>
            <a:picLocks noChangeAspect="1"/>
          </p:cNvPicPr>
          <p:nvPr/>
        </p:nvPicPr>
        <p:blipFill>
          <a:blip r:embed="rId15"/>
          <a:stretch>
            <a:fillRect/>
          </a:stretch>
        </p:blipFill>
        <p:spPr>
          <a:xfrm flipH="1">
            <a:off x="9310625" y="2214310"/>
            <a:ext cx="820738" cy="430887"/>
          </a:xfrm>
          <a:prstGeom prst="rect">
            <a:avLst/>
          </a:prstGeom>
        </p:spPr>
      </p:pic>
      <p:sp>
        <p:nvSpPr>
          <p:cNvPr id="42" name="テキスト ボックス 41">
            <a:extLst>
              <a:ext uri="{FF2B5EF4-FFF2-40B4-BE49-F238E27FC236}">
                <a16:creationId xmlns:a16="http://schemas.microsoft.com/office/drawing/2014/main" id="{741ED5F7-ED4E-FE6C-82FD-3BFAF08B4CE1}"/>
              </a:ext>
            </a:extLst>
          </p:cNvPr>
          <p:cNvSpPr txBox="1"/>
          <p:nvPr/>
        </p:nvSpPr>
        <p:spPr>
          <a:xfrm>
            <a:off x="971687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a:extLst>
              <a:ext uri="{FF2B5EF4-FFF2-40B4-BE49-F238E27FC236}">
                <a16:creationId xmlns:a16="http://schemas.microsoft.com/office/drawing/2014/main" id="{7CB0A850-0248-51D2-175B-14CE957DFD73}"/>
              </a:ext>
            </a:extLst>
          </p:cNvPr>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a:extLst>
              <a:ext uri="{FF2B5EF4-FFF2-40B4-BE49-F238E27FC236}">
                <a16:creationId xmlns:a16="http://schemas.microsoft.com/office/drawing/2014/main" id="{67A0DDBA-96E2-C7E9-E6C9-BB422330A4C1}"/>
              </a:ext>
            </a:extLst>
          </p:cNvPr>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a:extLst>
              <a:ext uri="{FF2B5EF4-FFF2-40B4-BE49-F238E27FC236}">
                <a16:creationId xmlns:a16="http://schemas.microsoft.com/office/drawing/2014/main" id="{6F40C40D-D31F-CC3F-4790-996868CD19DA}"/>
              </a:ext>
            </a:extLst>
          </p:cNvPr>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24D21395-F62F-670D-6277-248F48C5619C}"/>
              </a:ext>
            </a:extLst>
          </p:cNvPr>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a:extLst>
              <a:ext uri="{FF2B5EF4-FFF2-40B4-BE49-F238E27FC236}">
                <a16:creationId xmlns:a16="http://schemas.microsoft.com/office/drawing/2014/main" id="{31686298-31D7-5FFC-6B60-EDE1A2B96CB6}"/>
              </a:ext>
            </a:extLst>
          </p:cNvPr>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a:extLst>
              <a:ext uri="{FF2B5EF4-FFF2-40B4-BE49-F238E27FC236}">
                <a16:creationId xmlns:a16="http://schemas.microsoft.com/office/drawing/2014/main" id="{D703B594-8D5D-E372-ED44-8D0203C16B92}"/>
              </a:ext>
            </a:extLst>
          </p:cNvPr>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a:extLst>
              <a:ext uri="{FF2B5EF4-FFF2-40B4-BE49-F238E27FC236}">
                <a16:creationId xmlns:a16="http://schemas.microsoft.com/office/drawing/2014/main" id="{96546C98-EBA8-C9C8-D1D3-C95EB3C591E7}"/>
              </a:ext>
            </a:extLst>
          </p:cNvPr>
          <p:cNvCxnSpPr>
            <a:stCxn id="49" idx="3"/>
          </p:cNvCxnSpPr>
          <p:nvPr/>
        </p:nvCxnSpPr>
        <p:spPr>
          <a:xfrm>
            <a:off x="4395366" y="5454647"/>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a:extLst>
              <a:ext uri="{FF2B5EF4-FFF2-40B4-BE49-F238E27FC236}">
                <a16:creationId xmlns:a16="http://schemas.microsoft.com/office/drawing/2014/main" id="{46BDC5A0-995B-DA10-2045-0C342BD21191}"/>
              </a:ext>
            </a:extLst>
          </p:cNvPr>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a:extLst>
              <a:ext uri="{FF2B5EF4-FFF2-40B4-BE49-F238E27FC236}">
                <a16:creationId xmlns:a16="http://schemas.microsoft.com/office/drawing/2014/main" id="{4698EADB-2FB6-A2C6-A463-024EEA42DAB3}"/>
              </a:ext>
            </a:extLst>
          </p:cNvPr>
          <p:cNvCxnSpPr>
            <a:stCxn id="53" idx="3"/>
            <a:endCxn id="40" idx="3"/>
          </p:cNvCxnSpPr>
          <p:nvPr/>
        </p:nvCxnSpPr>
        <p:spPr>
          <a:xfrm>
            <a:off x="460753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a:extLst>
              <a:ext uri="{FF2B5EF4-FFF2-40B4-BE49-F238E27FC236}">
                <a16:creationId xmlns:a16="http://schemas.microsoft.com/office/drawing/2014/main" id="{3B306AE8-6719-236C-813F-B0AFB4B6D87F}"/>
              </a:ext>
            </a:extLst>
          </p:cNvPr>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B50D06FE-71C6-FC99-5BE4-FA8D6FB6AD24}"/>
              </a:ext>
            </a:extLst>
          </p:cNvPr>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a:extLst>
              <a:ext uri="{FF2B5EF4-FFF2-40B4-BE49-F238E27FC236}">
                <a16:creationId xmlns:a16="http://schemas.microsoft.com/office/drawing/2014/main" id="{902A6258-7218-AF22-30A8-2BB3534FCF70}"/>
              </a:ext>
            </a:extLst>
          </p:cNvPr>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sp>
        <p:nvSpPr>
          <p:cNvPr id="56" name="テキスト ボックス 55">
            <a:extLst>
              <a:ext uri="{FF2B5EF4-FFF2-40B4-BE49-F238E27FC236}">
                <a16:creationId xmlns:a16="http://schemas.microsoft.com/office/drawing/2014/main" id="{63BF751E-10F2-3669-794E-EA66581EC05E}"/>
              </a:ext>
            </a:extLst>
          </p:cNvPr>
          <p:cNvSpPr txBox="1"/>
          <p:nvPr/>
        </p:nvSpPr>
        <p:spPr>
          <a:xfrm>
            <a:off x="1042340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a:extLst>
              <a:ext uri="{FF2B5EF4-FFF2-40B4-BE49-F238E27FC236}">
                <a16:creationId xmlns:a16="http://schemas.microsoft.com/office/drawing/2014/main" id="{EE6F0E8A-E327-F384-CD9D-0BC3B5E503DC}"/>
              </a:ext>
            </a:extLst>
          </p:cNvPr>
          <p:cNvPicPr>
            <a:picLocks noChangeAspect="1"/>
          </p:cNvPicPr>
          <p:nvPr/>
        </p:nvPicPr>
        <p:blipFill>
          <a:blip r:embed="rId6"/>
          <a:stretch>
            <a:fillRect/>
          </a:stretch>
        </p:blipFill>
        <p:spPr>
          <a:xfrm>
            <a:off x="1061677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F993B566-74E1-8804-CC58-8817D7008347}"/>
              </a:ext>
            </a:extLst>
          </p:cNvPr>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a:extLst>
              <a:ext uri="{FF2B5EF4-FFF2-40B4-BE49-F238E27FC236}">
                <a16:creationId xmlns:a16="http://schemas.microsoft.com/office/drawing/2014/main" id="{E9AF9134-4ADC-088B-3A88-9EE0A16FEBA2}"/>
              </a:ext>
            </a:extLst>
          </p:cNvPr>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a:extLst>
              <a:ext uri="{FF2B5EF4-FFF2-40B4-BE49-F238E27FC236}">
                <a16:creationId xmlns:a16="http://schemas.microsoft.com/office/drawing/2014/main" id="{D3383BC7-2AFE-C984-415A-EF4D66CCF03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a:extLst>
              <a:ext uri="{FF2B5EF4-FFF2-40B4-BE49-F238E27FC236}">
                <a16:creationId xmlns:a16="http://schemas.microsoft.com/office/drawing/2014/main" id="{805629E7-7492-7B2E-FFE2-17F88FAB8587}"/>
              </a:ext>
            </a:extLst>
          </p:cNvPr>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a:extLst>
              <a:ext uri="{FF2B5EF4-FFF2-40B4-BE49-F238E27FC236}">
                <a16:creationId xmlns:a16="http://schemas.microsoft.com/office/drawing/2014/main" id="{23495BA4-9322-68E0-EDD4-926968F33EA8}"/>
              </a:ext>
            </a:extLst>
          </p:cNvPr>
          <p:cNvSpPr txBox="1"/>
          <p:nvPr/>
        </p:nvSpPr>
        <p:spPr>
          <a:xfrm>
            <a:off x="1402227" y="2708236"/>
            <a:ext cx="1057324" cy="253916"/>
          </a:xfrm>
          <a:prstGeom prst="rect">
            <a:avLst/>
          </a:prstGeom>
          <a:noFill/>
        </p:spPr>
        <p:txBody>
          <a:bodyPr wrap="square" rtlCol="0">
            <a:spAutoFit/>
          </a:bodyPr>
          <a:lstStyle/>
          <a:p>
            <a:r>
              <a:rPr lang="ja-JP" altLang="en-US" sz="1050"/>
              <a:t>添付ファイル</a:t>
            </a:r>
            <a:endParaRPr lang="en-US" altLang="ja-JP" sz="1050"/>
          </a:p>
        </p:txBody>
      </p:sp>
      <p:cxnSp>
        <p:nvCxnSpPr>
          <p:cNvPr id="62" name="コネクタ: カギ線 61">
            <a:extLst>
              <a:ext uri="{FF2B5EF4-FFF2-40B4-BE49-F238E27FC236}">
                <a16:creationId xmlns:a16="http://schemas.microsoft.com/office/drawing/2014/main" id="{2FBC8D90-D525-D5B7-74CC-BAB3C3102269}"/>
              </a:ext>
            </a:extLst>
          </p:cNvPr>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a:extLst>
              <a:ext uri="{FF2B5EF4-FFF2-40B4-BE49-F238E27FC236}">
                <a16:creationId xmlns:a16="http://schemas.microsoft.com/office/drawing/2014/main" id="{454C0BB5-0AEC-3E1C-A34C-A4F8CD64AD9D}"/>
              </a:ext>
            </a:extLst>
          </p:cNvPr>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a:extLst>
              <a:ext uri="{FF2B5EF4-FFF2-40B4-BE49-F238E27FC236}">
                <a16:creationId xmlns:a16="http://schemas.microsoft.com/office/drawing/2014/main" id="{7B9D03F4-CB3A-85D4-7D28-3E82EDF1E3BA}"/>
              </a:ext>
            </a:extLst>
          </p:cNvPr>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a:extLst>
              <a:ext uri="{FF2B5EF4-FFF2-40B4-BE49-F238E27FC236}">
                <a16:creationId xmlns:a16="http://schemas.microsoft.com/office/drawing/2014/main" id="{4C7133C0-0EF1-4B93-350A-8C42A6F5A0BB}"/>
              </a:ext>
            </a:extLst>
          </p:cNvPr>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a:extLst>
              <a:ext uri="{FF2B5EF4-FFF2-40B4-BE49-F238E27FC236}">
                <a16:creationId xmlns:a16="http://schemas.microsoft.com/office/drawing/2014/main" id="{9A24D967-6094-72E7-5316-1A31DC2ADCBB}"/>
              </a:ext>
            </a:extLst>
          </p:cNvPr>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a:extLst>
              <a:ext uri="{FF2B5EF4-FFF2-40B4-BE49-F238E27FC236}">
                <a16:creationId xmlns:a16="http://schemas.microsoft.com/office/drawing/2014/main" id="{A5E81DAF-F063-12E5-052D-311BA1991B20}"/>
              </a:ext>
            </a:extLst>
          </p:cNvPr>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a:extLst>
              <a:ext uri="{FF2B5EF4-FFF2-40B4-BE49-F238E27FC236}">
                <a16:creationId xmlns:a16="http://schemas.microsoft.com/office/drawing/2014/main" id="{39A1C529-E606-4BEF-68CB-82D73A80BE9C}"/>
              </a:ext>
            </a:extLst>
          </p:cNvPr>
          <p:cNvCxnSpPr>
            <a:stCxn id="38" idx="2"/>
            <a:endCxn id="17" idx="2"/>
          </p:cNvCxnSpPr>
          <p:nvPr/>
        </p:nvCxnSpPr>
        <p:spPr>
          <a:xfrm rot="5400000" flipH="1" flipV="1">
            <a:off x="638519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a:extLst>
              <a:ext uri="{FF2B5EF4-FFF2-40B4-BE49-F238E27FC236}">
                <a16:creationId xmlns:a16="http://schemas.microsoft.com/office/drawing/2014/main" id="{6110E0A6-F6C7-B0CB-81F6-46946B7C378E}"/>
              </a:ext>
            </a:extLst>
          </p:cNvPr>
          <p:cNvCxnSpPr>
            <a:stCxn id="1054" idx="3"/>
            <a:endCxn id="11" idx="1"/>
          </p:cNvCxnSpPr>
          <p:nvPr/>
        </p:nvCxnSpPr>
        <p:spPr>
          <a:xfrm flipV="1">
            <a:off x="215470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a:extLst>
              <a:ext uri="{FF2B5EF4-FFF2-40B4-BE49-F238E27FC236}">
                <a16:creationId xmlns:a16="http://schemas.microsoft.com/office/drawing/2014/main" id="{581F9B90-11E9-86D3-BA95-0E721CF030A4}"/>
              </a:ext>
            </a:extLst>
          </p:cNvPr>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a:extLst>
              <a:ext uri="{FF2B5EF4-FFF2-40B4-BE49-F238E27FC236}">
                <a16:creationId xmlns:a16="http://schemas.microsoft.com/office/drawing/2014/main" id="{F3DF9B0E-21D2-1E96-D91C-6D5D97E0D950}"/>
              </a:ext>
            </a:extLst>
          </p:cNvPr>
          <p:cNvSpPr/>
          <p:nvPr/>
        </p:nvSpPr>
        <p:spPr>
          <a:xfrm>
            <a:off x="576316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a:extLst>
              <a:ext uri="{FF2B5EF4-FFF2-40B4-BE49-F238E27FC236}">
                <a16:creationId xmlns:a16="http://schemas.microsoft.com/office/drawing/2014/main" id="{C9438600-0365-5F26-D9C0-318072695D0A}"/>
              </a:ext>
            </a:extLst>
          </p:cNvPr>
          <p:cNvSpPr/>
          <p:nvPr/>
        </p:nvSpPr>
        <p:spPr>
          <a:xfrm>
            <a:off x="580122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a:extLst>
              <a:ext uri="{FF2B5EF4-FFF2-40B4-BE49-F238E27FC236}">
                <a16:creationId xmlns:a16="http://schemas.microsoft.com/office/drawing/2014/main" id="{B689D9BA-6995-252C-E7BF-50D550346F41}"/>
              </a:ext>
            </a:extLst>
          </p:cNvPr>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a:extLst>
              <a:ext uri="{FF2B5EF4-FFF2-40B4-BE49-F238E27FC236}">
                <a16:creationId xmlns:a16="http://schemas.microsoft.com/office/drawing/2014/main" id="{219188D9-EF2A-53F7-337E-85386CC11A43}"/>
              </a:ext>
            </a:extLst>
          </p:cNvPr>
          <p:cNvSpPr txBox="1"/>
          <p:nvPr/>
        </p:nvSpPr>
        <p:spPr>
          <a:xfrm>
            <a:off x="461567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a:extLst>
              <a:ext uri="{FF2B5EF4-FFF2-40B4-BE49-F238E27FC236}">
                <a16:creationId xmlns:a16="http://schemas.microsoft.com/office/drawing/2014/main" id="{673DFD93-3DDD-F65D-312F-803F909CF916}"/>
              </a:ext>
            </a:extLst>
          </p:cNvPr>
          <p:cNvSpPr txBox="1"/>
          <p:nvPr/>
        </p:nvSpPr>
        <p:spPr>
          <a:xfrm>
            <a:off x="7392801" y="548664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58" name="コネクタ: カギ線 1057">
            <a:extLst>
              <a:ext uri="{FF2B5EF4-FFF2-40B4-BE49-F238E27FC236}">
                <a16:creationId xmlns:a16="http://schemas.microsoft.com/office/drawing/2014/main" id="{27A4F250-BEA7-E8F6-F962-2FDBEE2C1E95}"/>
              </a:ext>
            </a:extLst>
          </p:cNvPr>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a:extLst>
              <a:ext uri="{FF2B5EF4-FFF2-40B4-BE49-F238E27FC236}">
                <a16:creationId xmlns:a16="http://schemas.microsoft.com/office/drawing/2014/main" id="{079347C6-32CD-6F09-D3AB-C5DD7E025FE0}"/>
              </a:ext>
            </a:extLst>
          </p:cNvPr>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a:extLst>
              <a:ext uri="{FF2B5EF4-FFF2-40B4-BE49-F238E27FC236}">
                <a16:creationId xmlns:a16="http://schemas.microsoft.com/office/drawing/2014/main" id="{4E087FDD-EA42-B2B0-D6AC-9C3751DBDB6C}"/>
              </a:ext>
            </a:extLst>
          </p:cNvPr>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a:extLst>
              <a:ext uri="{FF2B5EF4-FFF2-40B4-BE49-F238E27FC236}">
                <a16:creationId xmlns:a16="http://schemas.microsoft.com/office/drawing/2014/main" id="{0BCED309-79F1-00DE-91D6-1991D6C2D8C8}"/>
              </a:ext>
            </a:extLst>
          </p:cNvPr>
          <p:cNvCxnSpPr>
            <a:stCxn id="1026" idx="3"/>
            <a:endCxn id="17" idx="3"/>
          </p:cNvCxnSpPr>
          <p:nvPr/>
        </p:nvCxnSpPr>
        <p:spPr>
          <a:xfrm>
            <a:off x="1133636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5C06DB5D-B645-B7B0-948B-8CE0B87FCEFE}"/>
              </a:ext>
            </a:extLst>
          </p:cNvPr>
          <p:cNvCxnSpPr/>
          <p:nvPr/>
        </p:nvCxnSpPr>
        <p:spPr>
          <a:xfrm>
            <a:off x="65045" y="616507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62D3B8D2-D81A-610B-3197-BF0E5FAF172A}"/>
              </a:ext>
            </a:extLst>
          </p:cNvPr>
          <p:cNvCxnSpPr/>
          <p:nvPr/>
        </p:nvCxnSpPr>
        <p:spPr>
          <a:xfrm>
            <a:off x="65044" y="641501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950278FB-695E-9BFA-FD0D-B31A79693542}"/>
              </a:ext>
            </a:extLst>
          </p:cNvPr>
          <p:cNvSpPr txBox="1"/>
          <p:nvPr/>
        </p:nvSpPr>
        <p:spPr>
          <a:xfrm>
            <a:off x="689630" y="6044529"/>
            <a:ext cx="6362509" cy="246221"/>
          </a:xfrm>
          <a:prstGeom prst="rect">
            <a:avLst/>
          </a:prstGeom>
          <a:noFill/>
        </p:spPr>
        <p:txBody>
          <a:bodyPr wrap="square" rtlCol="0">
            <a:spAutoFit/>
          </a:bodyPr>
          <a:lstStyle/>
          <a:p>
            <a:r>
              <a:rPr kumimoji="1" lang="en-US" altLang="ja-JP" sz="1000">
                <a:solidFill>
                  <a:srgbClr val="0070C0"/>
                </a:solidFill>
              </a:rPr>
              <a:t>Power Apps/Power Automate flow/Power BI</a:t>
            </a:r>
            <a:r>
              <a:rPr kumimoji="1" lang="ja-JP" altLang="en-US" sz="1000">
                <a:solidFill>
                  <a:srgbClr val="0070C0"/>
                </a:solidFill>
              </a:rPr>
              <a:t>は</a:t>
            </a:r>
            <a:r>
              <a:rPr kumimoji="1" lang="en-US" altLang="ja-JP" sz="1000" err="1">
                <a:solidFill>
                  <a:srgbClr val="0070C0"/>
                </a:solidFill>
              </a:rPr>
              <a:t>Sqlserver</a:t>
            </a:r>
            <a:r>
              <a:rPr kumimoji="1" lang="ja-JP" altLang="en-US" sz="1000">
                <a:solidFill>
                  <a:srgbClr val="0070C0"/>
                </a:solidFill>
              </a:rPr>
              <a:t>にアクセス時の実際の</a:t>
            </a:r>
            <a:r>
              <a:rPr kumimoji="1" lang="en-US" altLang="ja-JP" sz="1000">
                <a:solidFill>
                  <a:srgbClr val="0070C0"/>
                </a:solidFill>
              </a:rPr>
              <a:t>Data Flow</a:t>
            </a:r>
            <a:r>
              <a:rPr kumimoji="1" lang="ja-JP" altLang="en-US" sz="1000">
                <a:solidFill>
                  <a:srgbClr val="0070C0"/>
                </a:solidFill>
              </a:rPr>
              <a:t>（</a:t>
            </a:r>
            <a:r>
              <a:rPr kumimoji="1" lang="en-US" altLang="ja-JP" sz="1000">
                <a:solidFill>
                  <a:srgbClr val="0070C0"/>
                </a:solidFill>
              </a:rPr>
              <a:t>Architecture</a:t>
            </a:r>
            <a:r>
              <a:rPr kumimoji="1" lang="ja-JP" altLang="en-US" sz="1000">
                <a:solidFill>
                  <a:srgbClr val="0070C0"/>
                </a:solidFill>
              </a:rPr>
              <a:t>視点）</a:t>
            </a:r>
          </a:p>
        </p:txBody>
      </p:sp>
      <p:sp>
        <p:nvSpPr>
          <p:cNvPr id="35" name="テキスト ボックス 34">
            <a:extLst>
              <a:ext uri="{FF2B5EF4-FFF2-40B4-BE49-F238E27FC236}">
                <a16:creationId xmlns:a16="http://schemas.microsoft.com/office/drawing/2014/main" id="{3B1F88EA-9AE8-524E-157A-02608D6FB504}"/>
              </a:ext>
            </a:extLst>
          </p:cNvPr>
          <p:cNvSpPr txBox="1"/>
          <p:nvPr/>
        </p:nvSpPr>
        <p:spPr>
          <a:xfrm>
            <a:off x="689630" y="6274752"/>
            <a:ext cx="6101032" cy="246221"/>
          </a:xfrm>
          <a:prstGeom prst="rect">
            <a:avLst/>
          </a:prstGeom>
          <a:noFill/>
        </p:spPr>
        <p:txBody>
          <a:bodyPr wrap="square" rtlCol="0">
            <a:spAutoFit/>
          </a:bodyPr>
          <a:lstStyle>
            <a:defPPr>
              <a:defRPr lang="ja-JP"/>
            </a:defPPr>
            <a:lvl1pPr>
              <a:defRPr sz="1000"/>
            </a:lvl1pPr>
          </a:lstStyle>
          <a:p>
            <a:r>
              <a:rPr lang="en-US" altLang="ja-JP">
                <a:solidFill>
                  <a:srgbClr val="0070C0"/>
                </a:solidFill>
              </a:rPr>
              <a:t>Power Apps/Power Automate flow/Power BI</a:t>
            </a:r>
            <a:r>
              <a:rPr lang="ja-JP" altLang="en-US">
                <a:solidFill>
                  <a:srgbClr val="0070C0"/>
                </a:solidFill>
              </a:rPr>
              <a:t>は</a:t>
            </a:r>
            <a:r>
              <a:rPr lang="en-US" altLang="ja-JP" err="1">
                <a:solidFill>
                  <a:srgbClr val="0070C0"/>
                </a:solidFill>
              </a:rPr>
              <a:t>Sqlserver</a:t>
            </a:r>
            <a:r>
              <a:rPr lang="ja-JP" altLang="en-US">
                <a:solidFill>
                  <a:srgbClr val="0070C0"/>
                </a:solidFill>
              </a:rPr>
              <a:t>にアクセス時のが論理</a:t>
            </a:r>
            <a:r>
              <a:rPr lang="en-US" altLang="ja-JP">
                <a:solidFill>
                  <a:srgbClr val="0070C0"/>
                </a:solidFill>
              </a:rPr>
              <a:t>Flow</a:t>
            </a:r>
            <a:r>
              <a:rPr lang="ja-JP" altLang="en-US">
                <a:solidFill>
                  <a:srgbClr val="0070C0"/>
                </a:solidFill>
              </a:rPr>
              <a:t>（業務視点）</a:t>
            </a:r>
          </a:p>
        </p:txBody>
      </p:sp>
    </p:spTree>
    <p:extLst>
      <p:ext uri="{BB962C8B-B14F-4D97-AF65-F5344CB8AC3E}">
        <p14:creationId xmlns:p14="http://schemas.microsoft.com/office/powerpoint/2010/main" val="2604775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DA57A1BE-A81A-15A1-5623-828891414FED}"/>
              </a:ext>
            </a:extLst>
          </p:cNvPr>
          <p:cNvSpPr/>
          <p:nvPr/>
        </p:nvSpPr>
        <p:spPr>
          <a:xfrm>
            <a:off x="4636477" y="3590420"/>
            <a:ext cx="7175101" cy="1359885"/>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a:xfrm>
            <a:off x="356229" y="138383"/>
            <a:ext cx="9327072" cy="765272"/>
          </a:xfrm>
        </p:spPr>
        <p:txBody>
          <a:bodyPr>
            <a:normAutofit fontScale="90000"/>
          </a:bodyPr>
          <a:lstStyle/>
          <a:p>
            <a:r>
              <a:rPr lang="ja-JP" altLang="en-US" sz="3600" dirty="0"/>
              <a:t>アーキテクチャ全体</a:t>
            </a:r>
            <a:br>
              <a:rPr lang="en-US" altLang="ja-JP" dirty="0"/>
            </a:br>
            <a:r>
              <a:rPr lang="en-US" altLang="ja-JP" sz="2200" dirty="0"/>
              <a:t>Azure</a:t>
            </a:r>
            <a:r>
              <a:rPr lang="ja-JP" altLang="en-US" sz="2200" dirty="0"/>
              <a:t> </a:t>
            </a:r>
            <a:r>
              <a:rPr lang="en-US" altLang="ja-JP" sz="2200" dirty="0" err="1"/>
              <a:t>Sql</a:t>
            </a:r>
            <a:r>
              <a:rPr lang="en-US" altLang="ja-JP" sz="2200" dirty="0"/>
              <a:t> + </a:t>
            </a:r>
            <a:r>
              <a:rPr lang="ja-JP" altLang="en-US" sz="2200" dirty="0"/>
              <a:t>添付ファイルは</a:t>
            </a:r>
            <a:r>
              <a:rPr lang="en-US" altLang="ja-JP" sz="2200" dirty="0" err="1"/>
              <a:t>DaTAVERSE</a:t>
            </a:r>
            <a:r>
              <a:rPr lang="ja-JP" altLang="en-US" sz="2200" dirty="0"/>
              <a:t>保存（案</a:t>
            </a:r>
            <a:r>
              <a:rPr lang="en-US" altLang="ja-JP" sz="2200" dirty="0"/>
              <a:t>C</a:t>
            </a:r>
            <a:r>
              <a:rPr lang="ja-JP" altLang="en-US" sz="2200" dirty="0"/>
              <a:t>）</a:t>
            </a:r>
            <a:endParaRPr lang="ja-JP" altLang="en-US" sz="2200" dirty="0">
              <a:effectLst/>
            </a:endParaRPr>
          </a:p>
        </p:txBody>
      </p:sp>
      <p:sp>
        <p:nvSpPr>
          <p:cNvPr id="15" name="テキスト ボックス 14"/>
          <p:cNvSpPr txBox="1"/>
          <p:nvPr/>
        </p:nvSpPr>
        <p:spPr>
          <a:xfrm>
            <a:off x="414336" y="758810"/>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9797761" y="5800728"/>
            <a:ext cx="771118" cy="456744"/>
          </a:xfrm>
        </p:spPr>
      </p:pic>
      <p:pic>
        <p:nvPicPr>
          <p:cNvPr id="5" name="図 4" descr="部屋, 賭博場 が含まれている画像&#10;&#10;AI によって生成されたコンテンツは間違っている可能性があります。"/>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p:cNvPicPr>
            <a:picLocks noChangeAspect="1"/>
          </p:cNvPicPr>
          <p:nvPr/>
        </p:nvPicPr>
        <p:blipFill>
          <a:blip r:embed="rId5"/>
          <a:stretch>
            <a:fillRect/>
          </a:stretch>
        </p:blipFill>
        <p:spPr>
          <a:xfrm>
            <a:off x="1118941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p:cNvPicPr>
            <a:picLocks noChangeAspect="1"/>
          </p:cNvPicPr>
          <p:nvPr/>
        </p:nvPicPr>
        <p:blipFill>
          <a:blip r:embed="rId6"/>
          <a:stretch>
            <a:fillRect/>
          </a:stretch>
        </p:blipFill>
        <p:spPr>
          <a:xfrm>
            <a:off x="3532580" y="4737544"/>
            <a:ext cx="863933" cy="748800"/>
          </a:xfrm>
          <a:prstGeom prst="rect">
            <a:avLst/>
          </a:prstGeom>
        </p:spPr>
      </p:pic>
      <p:pic>
        <p:nvPicPr>
          <p:cNvPr id="11" name="図 10" descr="アイコン&#10;&#10;AI によって生成されたコンテンツは間違っている可能性があります。"/>
          <p:cNvPicPr>
            <a:picLocks noChangeAspect="1"/>
          </p:cNvPicPr>
          <p:nvPr/>
        </p:nvPicPr>
        <p:blipFill>
          <a:blip r:embed="rId7"/>
          <a:stretch>
            <a:fillRect/>
          </a:stretch>
        </p:blipFill>
        <p:spPr>
          <a:xfrm>
            <a:off x="5801680" y="3711590"/>
            <a:ext cx="780290" cy="780290"/>
          </a:xfrm>
          <a:prstGeom prst="rect">
            <a:avLst/>
          </a:prstGeom>
        </p:spPr>
      </p:pic>
      <p:sp>
        <p:nvSpPr>
          <p:cNvPr id="12" name="テキスト ボックス 11"/>
          <p:cNvSpPr txBox="1"/>
          <p:nvPr/>
        </p:nvSpPr>
        <p:spPr>
          <a:xfrm>
            <a:off x="526392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p:cNvPicPr>
            <a:picLocks noChangeAspect="1"/>
          </p:cNvPicPr>
          <p:nvPr/>
        </p:nvPicPr>
        <p:blipFill>
          <a:blip r:embed="rId8"/>
          <a:stretch>
            <a:fillRect/>
          </a:stretch>
        </p:blipFill>
        <p:spPr>
          <a:xfrm>
            <a:off x="7509284" y="3711590"/>
            <a:ext cx="780290" cy="780290"/>
          </a:xfrm>
          <a:prstGeom prst="rect">
            <a:avLst/>
          </a:prstGeom>
        </p:spPr>
      </p:pic>
      <p:sp>
        <p:nvSpPr>
          <p:cNvPr id="14" name="テキスト ボックス 13"/>
          <p:cNvSpPr txBox="1"/>
          <p:nvPr/>
        </p:nvSpPr>
        <p:spPr>
          <a:xfrm>
            <a:off x="722983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p:cNvPicPr>
            <a:picLocks noChangeAspect="1"/>
          </p:cNvPicPr>
          <p:nvPr/>
        </p:nvPicPr>
        <p:blipFill>
          <a:blip r:embed="rId9"/>
          <a:stretch>
            <a:fillRect/>
          </a:stretch>
        </p:blipFill>
        <p:spPr>
          <a:xfrm>
            <a:off x="9200819" y="3731914"/>
            <a:ext cx="736235" cy="739643"/>
          </a:xfrm>
          <a:prstGeom prst="rect">
            <a:avLst/>
          </a:prstGeom>
        </p:spPr>
      </p:pic>
      <p:pic>
        <p:nvPicPr>
          <p:cNvPr id="17" name="図 16" descr="テーブル, カップ が含まれている画像&#10;&#10;AI によって生成されたコンテンツは間違っている可能性があります。"/>
          <p:cNvPicPr>
            <a:picLocks noChangeAspect="1"/>
          </p:cNvPicPr>
          <p:nvPr/>
        </p:nvPicPr>
        <p:blipFill>
          <a:blip r:embed="rId10"/>
          <a:stretch>
            <a:fillRect/>
          </a:stretch>
        </p:blipFill>
        <p:spPr>
          <a:xfrm>
            <a:off x="10694240" y="3711590"/>
            <a:ext cx="967810" cy="780290"/>
          </a:xfrm>
          <a:prstGeom prst="rect">
            <a:avLst/>
          </a:prstGeom>
        </p:spPr>
      </p:pic>
      <p:sp>
        <p:nvSpPr>
          <p:cNvPr id="18" name="テキスト ボックス 17"/>
          <p:cNvSpPr txBox="1"/>
          <p:nvPr/>
        </p:nvSpPr>
        <p:spPr>
          <a:xfrm>
            <a:off x="862891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p:cNvCxnSpPr>
            <a:stCxn id="11" idx="3"/>
            <a:endCxn id="13" idx="1"/>
          </p:cNvCxnSpPr>
          <p:nvPr/>
        </p:nvCxnSpPr>
        <p:spPr>
          <a:xfrm>
            <a:off x="658197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p:cNvCxnSpPr>
            <a:stCxn id="16" idx="3"/>
          </p:cNvCxnSpPr>
          <p:nvPr/>
        </p:nvCxnSpPr>
        <p:spPr>
          <a:xfrm flipV="1">
            <a:off x="993705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a:stCxn id="13" idx="3"/>
            <a:endCxn id="16" idx="1"/>
          </p:cNvCxnSpPr>
          <p:nvPr/>
        </p:nvCxnSpPr>
        <p:spPr>
          <a:xfrm>
            <a:off x="828957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p:cNvCxnSpPr>
            <a:stCxn id="10" idx="3"/>
            <a:endCxn id="1050" idx="1"/>
          </p:cNvCxnSpPr>
          <p:nvPr/>
        </p:nvCxnSpPr>
        <p:spPr>
          <a:xfrm flipV="1">
            <a:off x="4396513" y="4180737"/>
            <a:ext cx="1366650" cy="931207"/>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p:cNvCxnSpPr>
            <a:stCxn id="9" idx="3"/>
            <a:endCxn id="1051" idx="1"/>
          </p:cNvCxnSpPr>
          <p:nvPr/>
        </p:nvCxnSpPr>
        <p:spPr>
          <a:xfrm>
            <a:off x="461567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p:cNvPicPr>
            <a:picLocks noChangeAspect="1"/>
          </p:cNvPicPr>
          <p:nvPr/>
        </p:nvPicPr>
        <p:blipFill>
          <a:blip r:embed="rId11"/>
          <a:stretch>
            <a:fillRect/>
          </a:stretch>
        </p:blipFill>
        <p:spPr>
          <a:xfrm>
            <a:off x="3311806" y="3589046"/>
            <a:ext cx="480623" cy="270351"/>
          </a:xfrm>
          <a:prstGeom prst="rect">
            <a:avLst/>
          </a:prstGeom>
        </p:spPr>
      </p:pic>
      <p:sp>
        <p:nvSpPr>
          <p:cNvPr id="26" name="テキスト ボックス 25"/>
          <p:cNvSpPr txBox="1"/>
          <p:nvPr/>
        </p:nvSpPr>
        <p:spPr>
          <a:xfrm>
            <a:off x="2618201" y="5836628"/>
            <a:ext cx="4354880" cy="276999"/>
          </a:xfrm>
          <a:prstGeom prst="rect">
            <a:avLst/>
          </a:prstGeom>
          <a:noFill/>
        </p:spPr>
        <p:txBody>
          <a:bodyPr wrap="square">
            <a:spAutoFit/>
          </a:bodyPr>
          <a:lstStyle/>
          <a:p>
            <a:r>
              <a:rPr lang="ja-JP" altLang="en-US" sz="1200"/>
              <a:t>ファイル</a:t>
            </a:r>
            <a:r>
              <a:rPr lang="en-US" altLang="ja-JP" sz="1200"/>
              <a:t>ID</a:t>
            </a:r>
            <a:r>
              <a:rPr lang="ja-JP" altLang="en-US" sz="1200"/>
              <a:t>で</a:t>
            </a:r>
            <a:r>
              <a:rPr lang="en-US" altLang="ja-JP" sz="1200" err="1"/>
              <a:t>Sqlserver</a:t>
            </a:r>
            <a:r>
              <a:rPr lang="en-US" altLang="ja-JP" sz="1200"/>
              <a:t> </a:t>
            </a:r>
            <a:r>
              <a:rPr lang="ja-JP" altLang="en-US" sz="1200"/>
              <a:t>と</a:t>
            </a:r>
            <a:r>
              <a:rPr lang="en-US" altLang="ja-JP" sz="1200"/>
              <a:t>Dataverse</a:t>
            </a:r>
            <a:r>
              <a:rPr lang="ja-JP" altLang="en-US" sz="1200"/>
              <a:t>でレコードをリンクする</a:t>
            </a:r>
          </a:p>
        </p:txBody>
      </p:sp>
      <p:pic>
        <p:nvPicPr>
          <p:cNvPr id="27" name="図 26" descr="ロゴ, アイコン&#10;&#10;AI によって生成されたコンテンツは間違っている可能性があります。"/>
          <p:cNvPicPr>
            <a:picLocks noChangeAspect="1"/>
          </p:cNvPicPr>
          <p:nvPr/>
        </p:nvPicPr>
        <p:blipFill>
          <a:blip r:embed="rId12"/>
          <a:stretch>
            <a:fillRect/>
          </a:stretch>
        </p:blipFill>
        <p:spPr>
          <a:xfrm>
            <a:off x="3749165" y="1423146"/>
            <a:ext cx="771118" cy="753768"/>
          </a:xfrm>
          <a:prstGeom prst="rect">
            <a:avLst/>
          </a:prstGeom>
        </p:spPr>
      </p:pic>
      <p:sp>
        <p:nvSpPr>
          <p:cNvPr id="28" name="テキスト ボックス 27"/>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cxnSp>
        <p:nvCxnSpPr>
          <p:cNvPr id="31" name="コネクタ: カギ線 30"/>
          <p:cNvCxnSpPr>
            <a:endCxn id="17" idx="0"/>
          </p:cNvCxnSpPr>
          <p:nvPr/>
        </p:nvCxnSpPr>
        <p:spPr>
          <a:xfrm>
            <a:off x="461567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p:cNvCxnSpPr>
            <a:stCxn id="10" idx="2"/>
            <a:endCxn id="33" idx="2"/>
          </p:cNvCxnSpPr>
          <p:nvPr/>
        </p:nvCxnSpPr>
        <p:spPr>
          <a:xfrm rot="5400000" flipH="1" flipV="1">
            <a:off x="6940511" y="1519156"/>
            <a:ext cx="991224" cy="6943152"/>
          </a:xfrm>
          <a:prstGeom prst="bentConnector3">
            <a:avLst>
              <a:gd name="adj1" fmla="val -16912"/>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p:cNvSpPr/>
          <p:nvPr/>
        </p:nvSpPr>
        <p:spPr>
          <a:xfrm>
            <a:off x="1088331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p:cNvSpPr txBox="1"/>
          <p:nvPr/>
        </p:nvSpPr>
        <p:spPr>
          <a:xfrm>
            <a:off x="623244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p:cNvPicPr>
            <a:picLocks noChangeAspect="1"/>
          </p:cNvPicPr>
          <p:nvPr/>
        </p:nvPicPr>
        <p:blipFill>
          <a:blip r:embed="rId13"/>
          <a:stretch>
            <a:fillRect/>
          </a:stretch>
        </p:blipFill>
        <p:spPr>
          <a:xfrm>
            <a:off x="1472506" y="3903349"/>
            <a:ext cx="642168" cy="789867"/>
          </a:xfrm>
          <a:prstGeom prst="rect">
            <a:avLst/>
          </a:prstGeom>
        </p:spPr>
      </p:pic>
      <p:cxnSp>
        <p:nvCxnSpPr>
          <p:cNvPr id="39" name="直線コネクタ 38"/>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p:cNvPicPr>
            <a:picLocks noChangeAspect="1"/>
          </p:cNvPicPr>
          <p:nvPr/>
        </p:nvPicPr>
        <p:blipFill>
          <a:blip r:embed="rId14"/>
          <a:stretch>
            <a:fillRect/>
          </a:stretch>
        </p:blipFill>
        <p:spPr>
          <a:xfrm flipH="1">
            <a:off x="8918370" y="5996710"/>
            <a:ext cx="879391" cy="494658"/>
          </a:xfrm>
          <a:prstGeom prst="rect">
            <a:avLst/>
          </a:prstGeom>
        </p:spPr>
      </p:pic>
      <p:pic>
        <p:nvPicPr>
          <p:cNvPr id="41" name="図 40"/>
          <p:cNvPicPr>
            <a:picLocks noChangeAspect="1"/>
          </p:cNvPicPr>
          <p:nvPr/>
        </p:nvPicPr>
        <p:blipFill>
          <a:blip r:embed="rId15"/>
          <a:stretch>
            <a:fillRect/>
          </a:stretch>
        </p:blipFill>
        <p:spPr>
          <a:xfrm flipH="1">
            <a:off x="9310625" y="2214310"/>
            <a:ext cx="820738" cy="430887"/>
          </a:xfrm>
          <a:prstGeom prst="rect">
            <a:avLst/>
          </a:prstGeom>
        </p:spPr>
      </p:pic>
      <p:sp>
        <p:nvSpPr>
          <p:cNvPr id="42" name="テキスト ボックス 41"/>
          <p:cNvSpPr txBox="1"/>
          <p:nvPr/>
        </p:nvSpPr>
        <p:spPr>
          <a:xfrm>
            <a:off x="971687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p:cNvCxnSpPr>
            <a:stCxn id="49" idx="3"/>
          </p:cNvCxnSpPr>
          <p:nvPr/>
        </p:nvCxnSpPr>
        <p:spPr>
          <a:xfrm>
            <a:off x="4395366" y="5454647"/>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p:cNvCxnSpPr>
            <a:stCxn id="53" idx="3"/>
            <a:endCxn id="40" idx="3"/>
          </p:cNvCxnSpPr>
          <p:nvPr/>
        </p:nvCxnSpPr>
        <p:spPr>
          <a:xfrm>
            <a:off x="460753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sp>
        <p:nvSpPr>
          <p:cNvPr id="56" name="テキスト ボックス 55"/>
          <p:cNvSpPr txBox="1"/>
          <p:nvPr/>
        </p:nvSpPr>
        <p:spPr>
          <a:xfrm>
            <a:off x="1042340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p:cNvPicPr>
            <a:picLocks noChangeAspect="1"/>
          </p:cNvPicPr>
          <p:nvPr/>
        </p:nvPicPr>
        <p:blipFill>
          <a:blip r:embed="rId6"/>
          <a:stretch>
            <a:fillRect/>
          </a:stretch>
        </p:blipFill>
        <p:spPr>
          <a:xfrm>
            <a:off x="1061677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402227" y="2708236"/>
            <a:ext cx="1057324" cy="253916"/>
          </a:xfrm>
          <a:prstGeom prst="rect">
            <a:avLst/>
          </a:prstGeom>
          <a:noFill/>
        </p:spPr>
        <p:txBody>
          <a:bodyPr wrap="square" rtlCol="0">
            <a:spAutoFit/>
          </a:bodyPr>
          <a:lstStyle/>
          <a:p>
            <a:r>
              <a:rPr lang="ja-JP" altLang="en-US" sz="1050"/>
              <a:t>添付ファイル</a:t>
            </a:r>
            <a:endParaRPr lang="en-US" altLang="ja-JP" sz="1050"/>
          </a:p>
        </p:txBody>
      </p:sp>
      <p:cxnSp>
        <p:nvCxnSpPr>
          <p:cNvPr id="62" name="コネクタ: カギ線 61"/>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p:cNvCxnSpPr>
            <a:stCxn id="38" idx="2"/>
            <a:endCxn id="17" idx="2"/>
          </p:cNvCxnSpPr>
          <p:nvPr/>
        </p:nvCxnSpPr>
        <p:spPr>
          <a:xfrm rot="5400000" flipH="1" flipV="1">
            <a:off x="638519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p:cNvCxnSpPr>
            <a:stCxn id="1054" idx="3"/>
            <a:endCxn id="11" idx="1"/>
          </p:cNvCxnSpPr>
          <p:nvPr/>
        </p:nvCxnSpPr>
        <p:spPr>
          <a:xfrm flipV="1">
            <a:off x="215470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p:cNvSpPr/>
          <p:nvPr/>
        </p:nvSpPr>
        <p:spPr>
          <a:xfrm>
            <a:off x="576316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p:cNvSpPr/>
          <p:nvPr/>
        </p:nvSpPr>
        <p:spPr>
          <a:xfrm>
            <a:off x="580122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p:cNvSpPr txBox="1"/>
          <p:nvPr/>
        </p:nvSpPr>
        <p:spPr>
          <a:xfrm>
            <a:off x="461567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p:cNvSpPr txBox="1"/>
          <p:nvPr/>
        </p:nvSpPr>
        <p:spPr>
          <a:xfrm>
            <a:off x="7392801" y="548664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58" name="コネクタ: カギ線 1057"/>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p:cNvCxnSpPr>
            <a:stCxn id="1026" idx="3"/>
            <a:endCxn id="17" idx="3"/>
          </p:cNvCxnSpPr>
          <p:nvPr/>
        </p:nvCxnSpPr>
        <p:spPr>
          <a:xfrm>
            <a:off x="1133636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3EE76576-7530-007C-3EA6-C844A457D3C9}"/>
              </a:ext>
            </a:extLst>
          </p:cNvPr>
          <p:cNvCxnSpPr/>
          <p:nvPr/>
        </p:nvCxnSpPr>
        <p:spPr>
          <a:xfrm>
            <a:off x="65045" y="616507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439EC6D-5DAD-6CB3-44F3-23B9279EE7C4}"/>
              </a:ext>
            </a:extLst>
          </p:cNvPr>
          <p:cNvCxnSpPr/>
          <p:nvPr/>
        </p:nvCxnSpPr>
        <p:spPr>
          <a:xfrm>
            <a:off x="65044" y="641501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DFDE75B3-37C3-D7F1-41A5-221C881019DB}"/>
              </a:ext>
            </a:extLst>
          </p:cNvPr>
          <p:cNvSpPr txBox="1"/>
          <p:nvPr/>
        </p:nvSpPr>
        <p:spPr>
          <a:xfrm>
            <a:off x="689630" y="6044529"/>
            <a:ext cx="6362509" cy="246221"/>
          </a:xfrm>
          <a:prstGeom prst="rect">
            <a:avLst/>
          </a:prstGeom>
          <a:noFill/>
        </p:spPr>
        <p:txBody>
          <a:bodyPr wrap="square" rtlCol="0">
            <a:spAutoFit/>
          </a:bodyPr>
          <a:lstStyle/>
          <a:p>
            <a:r>
              <a:rPr kumimoji="1" lang="en-US" altLang="ja-JP" sz="1000">
                <a:solidFill>
                  <a:srgbClr val="0070C0"/>
                </a:solidFill>
              </a:rPr>
              <a:t>Power Apps/Power Automate flow/Power BI</a:t>
            </a:r>
            <a:r>
              <a:rPr kumimoji="1" lang="ja-JP" altLang="en-US" sz="1000">
                <a:solidFill>
                  <a:srgbClr val="0070C0"/>
                </a:solidFill>
              </a:rPr>
              <a:t>は</a:t>
            </a:r>
            <a:r>
              <a:rPr kumimoji="1" lang="en-US" altLang="ja-JP" sz="1000" err="1">
                <a:solidFill>
                  <a:srgbClr val="0070C0"/>
                </a:solidFill>
              </a:rPr>
              <a:t>Sqlserver</a:t>
            </a:r>
            <a:r>
              <a:rPr kumimoji="1" lang="ja-JP" altLang="en-US" sz="1000">
                <a:solidFill>
                  <a:srgbClr val="0070C0"/>
                </a:solidFill>
              </a:rPr>
              <a:t>にアクセス時の実際の</a:t>
            </a:r>
            <a:r>
              <a:rPr kumimoji="1" lang="en-US" altLang="ja-JP" sz="1000">
                <a:solidFill>
                  <a:srgbClr val="0070C0"/>
                </a:solidFill>
              </a:rPr>
              <a:t>Data Flow</a:t>
            </a:r>
            <a:r>
              <a:rPr kumimoji="1" lang="ja-JP" altLang="en-US" sz="1000">
                <a:solidFill>
                  <a:srgbClr val="0070C0"/>
                </a:solidFill>
              </a:rPr>
              <a:t>（</a:t>
            </a:r>
            <a:r>
              <a:rPr kumimoji="1" lang="en-US" altLang="ja-JP" sz="1000">
                <a:solidFill>
                  <a:srgbClr val="0070C0"/>
                </a:solidFill>
              </a:rPr>
              <a:t>Architecture</a:t>
            </a:r>
            <a:r>
              <a:rPr kumimoji="1" lang="ja-JP" altLang="en-US" sz="1000">
                <a:solidFill>
                  <a:srgbClr val="0070C0"/>
                </a:solidFill>
              </a:rPr>
              <a:t>視点）</a:t>
            </a:r>
          </a:p>
        </p:txBody>
      </p:sp>
      <p:sp>
        <p:nvSpPr>
          <p:cNvPr id="35" name="テキスト ボックス 34">
            <a:extLst>
              <a:ext uri="{FF2B5EF4-FFF2-40B4-BE49-F238E27FC236}">
                <a16:creationId xmlns:a16="http://schemas.microsoft.com/office/drawing/2014/main" id="{6270319E-F948-AB6B-8706-0EE67AC4684A}"/>
              </a:ext>
            </a:extLst>
          </p:cNvPr>
          <p:cNvSpPr txBox="1"/>
          <p:nvPr/>
        </p:nvSpPr>
        <p:spPr>
          <a:xfrm>
            <a:off x="689630" y="6274752"/>
            <a:ext cx="6101032" cy="246221"/>
          </a:xfrm>
          <a:prstGeom prst="rect">
            <a:avLst/>
          </a:prstGeom>
          <a:noFill/>
        </p:spPr>
        <p:txBody>
          <a:bodyPr wrap="square" rtlCol="0">
            <a:spAutoFit/>
          </a:bodyPr>
          <a:lstStyle>
            <a:defPPr>
              <a:defRPr lang="ja-JP"/>
            </a:defPPr>
            <a:lvl1pPr>
              <a:defRPr sz="1000"/>
            </a:lvl1pPr>
          </a:lstStyle>
          <a:p>
            <a:r>
              <a:rPr lang="en-US" altLang="ja-JP">
                <a:solidFill>
                  <a:srgbClr val="0070C0"/>
                </a:solidFill>
              </a:rPr>
              <a:t>Power Apps/Power Automate flow/Power BI</a:t>
            </a:r>
            <a:r>
              <a:rPr lang="ja-JP" altLang="en-US">
                <a:solidFill>
                  <a:srgbClr val="0070C0"/>
                </a:solidFill>
              </a:rPr>
              <a:t>は</a:t>
            </a:r>
            <a:r>
              <a:rPr lang="en-US" altLang="ja-JP" err="1">
                <a:solidFill>
                  <a:srgbClr val="0070C0"/>
                </a:solidFill>
              </a:rPr>
              <a:t>Sqlserver</a:t>
            </a:r>
            <a:r>
              <a:rPr lang="ja-JP" altLang="en-US">
                <a:solidFill>
                  <a:srgbClr val="0070C0"/>
                </a:solidFill>
              </a:rPr>
              <a:t>にアクセス時のが論理</a:t>
            </a:r>
            <a:r>
              <a:rPr lang="en-US" altLang="ja-JP">
                <a:solidFill>
                  <a:srgbClr val="0070C0"/>
                </a:solidFill>
              </a:rPr>
              <a:t>Flow</a:t>
            </a:r>
            <a:r>
              <a:rPr lang="ja-JP" altLang="en-US">
                <a:solidFill>
                  <a:srgbClr val="0070C0"/>
                </a:solidFill>
              </a:rPr>
              <a:t>（業務視点）</a:t>
            </a:r>
          </a:p>
        </p:txBody>
      </p:sp>
    </p:spTree>
    <p:extLst>
      <p:ext uri="{BB962C8B-B14F-4D97-AF65-F5344CB8AC3E}">
        <p14:creationId xmlns:p14="http://schemas.microsoft.com/office/powerpoint/2010/main" val="3215582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3965A-7B27-B118-1544-013C0942D5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EC9001-3533-2206-45EC-52E9C7CED68C}"/>
              </a:ext>
            </a:extLst>
          </p:cNvPr>
          <p:cNvSpPr>
            <a:spLocks noGrp="1"/>
          </p:cNvSpPr>
          <p:nvPr>
            <p:ph type="title"/>
          </p:nvPr>
        </p:nvSpPr>
        <p:spPr>
          <a:xfrm>
            <a:off x="414336" y="255263"/>
            <a:ext cx="9327072" cy="683629"/>
          </a:xfrm>
        </p:spPr>
        <p:txBody>
          <a:bodyPr>
            <a:normAutofit/>
          </a:bodyPr>
          <a:lstStyle/>
          <a:p>
            <a:r>
              <a:rPr lang="ja-JP" altLang="en-US"/>
              <a:t>実現方法－文書管理機能</a:t>
            </a:r>
          </a:p>
        </p:txBody>
      </p:sp>
      <p:sp>
        <p:nvSpPr>
          <p:cNvPr id="15" name="テキスト ボックス 14">
            <a:extLst>
              <a:ext uri="{FF2B5EF4-FFF2-40B4-BE49-F238E27FC236}">
                <a16:creationId xmlns:a16="http://schemas.microsoft.com/office/drawing/2014/main" id="{515C49BE-5AE6-A688-3599-1B74CB458F67}"/>
              </a:ext>
            </a:extLst>
          </p:cNvPr>
          <p:cNvSpPr txBox="1"/>
          <p:nvPr/>
        </p:nvSpPr>
        <p:spPr>
          <a:xfrm>
            <a:off x="350603" y="789860"/>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で</a:t>
            </a:r>
            <a:r>
              <a:rPr lang="ja-JP" altLang="en-US" dirty="0"/>
              <a:t>文書</a:t>
            </a:r>
            <a:r>
              <a:rPr kumimoji="1" lang="ja-JP" altLang="en-US" dirty="0">
                <a:latin typeface="Yu Gothic UI" panose="020B0500000000000000" pitchFamily="50" charset="-128"/>
                <a:ea typeface="Yu Gothic UI" panose="020B0500000000000000" pitchFamily="50" charset="-128"/>
              </a:rPr>
              <a:t>フォームを</a:t>
            </a:r>
            <a:r>
              <a:rPr kumimoji="1" lang="zh-CN" altLang="en-US" dirty="0">
                <a:latin typeface="Yu Gothic UI" panose="020B0500000000000000" pitchFamily="50" charset="-128"/>
                <a:ea typeface="Yu Gothic UI" panose="020B0500000000000000" pitchFamily="50" charset="-128"/>
              </a:rPr>
              <a:t>作成。</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SQL Server</a:t>
            </a:r>
            <a:r>
              <a:rPr kumimoji="1" lang="ja-JP" altLang="en-US" dirty="0">
                <a:latin typeface="Yu Gothic UI" panose="020B0500000000000000" pitchFamily="50" charset="-128"/>
                <a:ea typeface="Yu Gothic UI" panose="020B0500000000000000" pitchFamily="50" charset="-128"/>
              </a:rPr>
              <a:t>のテーブル（</a:t>
            </a:r>
            <a:r>
              <a:rPr kumimoji="1" lang="zh-CN" altLang="en-US" dirty="0">
                <a:latin typeface="Yu Gothic UI" panose="020B0500000000000000" pitchFamily="50" charset="-128"/>
                <a:ea typeface="Yu Gothic UI" panose="020B0500000000000000" pitchFamily="50" charset="-128"/>
              </a:rPr>
              <a:t>例</a:t>
            </a:r>
            <a:r>
              <a:rPr kumimoji="1" lang="en-US" altLang="zh-CN" dirty="0">
                <a:latin typeface="Yu Gothic UI" panose="020B0500000000000000" pitchFamily="50" charset="-128"/>
                <a:ea typeface="Yu Gothic UI" panose="020B0500000000000000" pitchFamily="50" charset="-128"/>
              </a:rPr>
              <a:t>: </a:t>
            </a:r>
            <a:r>
              <a:rPr kumimoji="1" lang="en-US" altLang="zh-CN" dirty="0" err="1">
                <a:latin typeface="Yu Gothic UI" panose="020B0500000000000000" pitchFamily="50" charset="-128"/>
                <a:ea typeface="Yu Gothic UI" panose="020B0500000000000000" pitchFamily="50" charset="-128"/>
              </a:rPr>
              <a:t>Document</a:t>
            </a:r>
            <a:r>
              <a:rPr kumimoji="1" lang="en-US" altLang="ja-JP" dirty="0" err="1">
                <a:latin typeface="Yu Gothic UI" panose="020B0500000000000000" pitchFamily="50" charset="-128"/>
                <a:ea typeface="Yu Gothic UI" panose="020B0500000000000000" pitchFamily="50" charset="-128"/>
              </a:rPr>
              <a:t>Table</a:t>
            </a:r>
            <a:r>
              <a:rPr kumimoji="1" lang="en-US" altLang="ja-JP" dirty="0">
                <a:latin typeface="Yu Gothic UI" panose="020B0500000000000000" pitchFamily="50" charset="-128"/>
                <a:ea typeface="Yu Gothic UI" panose="020B0500000000000000" pitchFamily="50" charset="-128"/>
              </a:rPr>
              <a:t>: ID, Date, Status</a:t>
            </a:r>
            <a:r>
              <a:rPr kumimoji="1" lang="ja-JP" altLang="en-US" dirty="0">
                <a:latin typeface="Yu Gothic UI" panose="020B0500000000000000" pitchFamily="50" charset="-128"/>
                <a:ea typeface="Yu Gothic UI" panose="020B0500000000000000" pitchFamily="50" charset="-128"/>
              </a:rPr>
              <a:t>）と</a:t>
            </a:r>
            <a:r>
              <a:rPr kumimoji="1" lang="zh-CN" altLang="en-US" dirty="0">
                <a:latin typeface="Yu Gothic UI" panose="020B0500000000000000" pitchFamily="50" charset="-128"/>
                <a:ea typeface="Yu Gothic UI" panose="020B0500000000000000" pitchFamily="50" charset="-128"/>
              </a:rPr>
              <a:t>連携。</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文書の</a:t>
            </a:r>
            <a:r>
              <a:rPr kumimoji="1" lang="en-US" altLang="ja-JP" dirty="0">
                <a:latin typeface="Yu Gothic UI" panose="020B0500000000000000" pitchFamily="50" charset="-128"/>
                <a:ea typeface="Yu Gothic UI" panose="020B0500000000000000" pitchFamily="50" charset="-128"/>
              </a:rPr>
              <a:t>CRUD</a:t>
            </a:r>
            <a:r>
              <a:rPr kumimoji="1" lang="zh-CN" altLang="en-US" dirty="0">
                <a:latin typeface="Yu Gothic UI" panose="020B0500000000000000" pitchFamily="50" charset="-128"/>
                <a:ea typeface="Yu Gothic UI" panose="020B0500000000000000" pitchFamily="50" charset="-128"/>
              </a:rPr>
              <a:t>操作（</a:t>
            </a:r>
            <a:r>
              <a:rPr kumimoji="1" lang="en-US" altLang="ja-JP" dirty="0">
                <a:latin typeface="Yu Gothic UI" panose="020B0500000000000000" pitchFamily="50" charset="-128"/>
                <a:ea typeface="Yu Gothic UI" panose="020B0500000000000000" pitchFamily="50" charset="-128"/>
              </a:rPr>
              <a:t>Create, Read, Update, Delete</a:t>
            </a:r>
            <a:r>
              <a:rPr kumimoji="1" lang="ja-JP" altLang="en-US" dirty="0">
                <a:latin typeface="Yu Gothic UI" panose="020B0500000000000000" pitchFamily="50" charset="-128"/>
                <a:ea typeface="Yu Gothic UI" panose="020B0500000000000000" pitchFamily="50" charset="-128"/>
              </a:rPr>
              <a:t>）をサポート。</a:t>
            </a:r>
            <a:endParaRPr kumimoji="1"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のデータソースとして</a:t>
            </a:r>
            <a:r>
              <a:rPr kumimoji="1" lang="en-US" altLang="ja-JP" dirty="0">
                <a:latin typeface="Yu Gothic UI" panose="020B0500000000000000" pitchFamily="50" charset="-128"/>
                <a:ea typeface="Yu Gothic UI" panose="020B0500000000000000" pitchFamily="50" charset="-128"/>
              </a:rPr>
              <a:t>SQL Server Connector</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使用。複数</a:t>
            </a:r>
            <a:r>
              <a:rPr kumimoji="1" lang="ja-JP" altLang="en-US" dirty="0">
                <a:latin typeface="Yu Gothic UI" panose="020B0500000000000000" pitchFamily="50" charset="-128"/>
                <a:ea typeface="Yu Gothic UI" panose="020B0500000000000000" pitchFamily="50" charset="-128"/>
              </a:rPr>
              <a:t>文書のバッチ</a:t>
            </a:r>
            <a:r>
              <a:rPr kumimoji="1" lang="zh-CN" altLang="en-US" dirty="0">
                <a:latin typeface="Yu Gothic UI" panose="020B0500000000000000" pitchFamily="50" charset="-128"/>
                <a:ea typeface="Yu Gothic UI" panose="020B0500000000000000" pitchFamily="50" charset="-128"/>
              </a:rPr>
              <a:t>処理</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考慮</a:t>
            </a:r>
            <a:r>
              <a:rPr kumimoji="1" lang="ja-JP" altLang="en-US" dirty="0">
                <a:latin typeface="Yu Gothic UI" panose="020B0500000000000000" pitchFamily="50" charset="-128"/>
                <a:ea typeface="Yu Gothic UI" panose="020B0500000000000000" pitchFamily="50" charset="-128"/>
              </a:rPr>
              <a:t>し、</a:t>
            </a:r>
            <a:r>
              <a:rPr kumimoji="1" lang="en-US" altLang="ja-JP" dirty="0">
                <a:latin typeface="Yu Gothic UI" panose="020B0500000000000000" pitchFamily="50" charset="-128"/>
                <a:ea typeface="Yu Gothic UI" panose="020B0500000000000000" pitchFamily="50" charset="-128"/>
              </a:rPr>
              <a:t>Gallery</a:t>
            </a:r>
            <a:r>
              <a:rPr kumimoji="1" lang="ja-JP" altLang="en-US" dirty="0">
                <a:latin typeface="Yu Gothic UI" panose="020B0500000000000000" pitchFamily="50" charset="-128"/>
                <a:ea typeface="Yu Gothic UI" panose="020B0500000000000000" pitchFamily="50" charset="-128"/>
              </a:rPr>
              <a:t>コントロールでリスト</a:t>
            </a:r>
            <a:r>
              <a:rPr kumimoji="1" lang="zh-CN" altLang="en-US" dirty="0">
                <a:latin typeface="Yu Gothic UI" panose="020B0500000000000000" pitchFamily="50" charset="-128"/>
                <a:ea typeface="Yu Gothic UI" panose="020B0500000000000000" pitchFamily="50" charset="-128"/>
              </a:rPr>
              <a:t>表示。</a:t>
            </a:r>
            <a:endParaRPr kumimoji="1" lang="en-US" altLang="zh-CN" dirty="0">
              <a:latin typeface="Yu Gothic UI" panose="020B0500000000000000" pitchFamily="50" charset="-128"/>
              <a:ea typeface="Yu Gothic UI" panose="020B0500000000000000" pitchFamily="50" charset="-128"/>
            </a:endParaRPr>
          </a:p>
          <a:p>
            <a:pPr algn="l"/>
            <a:r>
              <a:rPr kumimoji="1" lang="ja-JP" altLang="en-US" dirty="0">
                <a:latin typeface="Yu Gothic UI" panose="020B0500000000000000" pitchFamily="50" charset="-128"/>
                <a:ea typeface="Yu Gothic UI" panose="020B0500000000000000" pitchFamily="50" charset="-128"/>
              </a:rPr>
              <a:t>これは業務画面のメインの部分であり、詳細は機能一覧参照</a:t>
            </a:r>
            <a:endParaRPr kumimoji="1" lang="en-US" altLang="zh-CN"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655196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37C1B-B56C-D544-A4DF-838D705E1F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A4067D-4A39-E3C0-B229-E38F413B708B}"/>
              </a:ext>
            </a:extLst>
          </p:cNvPr>
          <p:cNvSpPr>
            <a:spLocks noGrp="1"/>
          </p:cNvSpPr>
          <p:nvPr>
            <p:ph type="title"/>
          </p:nvPr>
        </p:nvSpPr>
        <p:spPr>
          <a:xfrm>
            <a:off x="414336" y="255263"/>
            <a:ext cx="9327072" cy="683629"/>
          </a:xfrm>
        </p:spPr>
        <p:txBody>
          <a:bodyPr>
            <a:normAutofit/>
          </a:bodyPr>
          <a:lstStyle/>
          <a:p>
            <a:r>
              <a:rPr lang="ja-JP" altLang="en-US"/>
              <a:t>実現方法－添付ファイル管理</a:t>
            </a:r>
            <a:endParaRPr lang="ja-JP" altLang="en-US">
              <a:effectLst/>
            </a:endParaRPr>
          </a:p>
        </p:txBody>
      </p:sp>
      <p:sp>
        <p:nvSpPr>
          <p:cNvPr id="15" name="テキスト ボックス 14">
            <a:extLst>
              <a:ext uri="{FF2B5EF4-FFF2-40B4-BE49-F238E27FC236}">
                <a16:creationId xmlns:a16="http://schemas.microsoft.com/office/drawing/2014/main" id="{8E6720A2-D915-781D-EC82-F43DFAB970A2}"/>
              </a:ext>
            </a:extLst>
          </p:cNvPr>
          <p:cNvSpPr txBox="1"/>
          <p:nvPr/>
        </p:nvSpPr>
        <p:spPr>
          <a:xfrm>
            <a:off x="414336" y="902266"/>
            <a:ext cx="6669215" cy="53095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ストレージオプション</a:t>
            </a:r>
            <a:r>
              <a:rPr kumimoji="1" lang="en-US" altLang="ja-JP"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Dataverse: </a:t>
            </a:r>
            <a:r>
              <a:rPr kumimoji="1" lang="ja-JP" altLang="en-US" sz="1600" dirty="0">
                <a:latin typeface="Yu Gothic UI" panose="020B0500000000000000" pitchFamily="50" charset="-128"/>
                <a:ea typeface="Yu Gothic UI" panose="020B0500000000000000" pitchFamily="50" charset="-128"/>
              </a:rPr>
              <a:t>ファイル列（</a:t>
            </a:r>
            <a:r>
              <a:rPr kumimoji="1" lang="en-US" altLang="ja-JP" sz="1600" dirty="0">
                <a:latin typeface="Yu Gothic UI" panose="020B0500000000000000" pitchFamily="50" charset="-128"/>
                <a:ea typeface="Yu Gothic UI" panose="020B0500000000000000" pitchFamily="50" charset="-128"/>
              </a:rPr>
              <a:t>File</a:t>
            </a:r>
            <a:r>
              <a:rPr kumimoji="1" lang="ja-JP" altLang="en-US" sz="1600" dirty="0">
                <a:latin typeface="Yu Gothic UI" panose="020B0500000000000000" pitchFamily="50" charset="-128"/>
                <a:ea typeface="Yu Gothic UI" panose="020B0500000000000000" pitchFamily="50" charset="-128"/>
              </a:rPr>
              <a:t>型）を使用。容量制限（標準</a:t>
            </a:r>
            <a:r>
              <a:rPr kumimoji="1" lang="en-US" altLang="ja-JP" sz="1600" dirty="0">
                <a:latin typeface="Yu Gothic UI" panose="020B0500000000000000" pitchFamily="50" charset="-128"/>
                <a:ea typeface="Yu Gothic UI" panose="020B0500000000000000" pitchFamily="50" charset="-128"/>
              </a:rPr>
              <a:t>4GB/</a:t>
            </a:r>
            <a:r>
              <a:rPr kumimoji="1" lang="ja-JP" altLang="en-US" sz="1600" dirty="0">
                <a:latin typeface="Yu Gothic UI" panose="020B0500000000000000" pitchFamily="50" charset="-128"/>
                <a:ea typeface="Yu Gothic UI" panose="020B0500000000000000" pitchFamily="50" charset="-128"/>
              </a:rPr>
              <a:t>ユーザー）を考慮。添付時は</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の</a:t>
            </a:r>
            <a:r>
              <a:rPr kumimoji="1" lang="en-US" altLang="ja-JP" sz="1600" dirty="0">
                <a:latin typeface="Yu Gothic UI" panose="020B0500000000000000" pitchFamily="50" charset="-128"/>
                <a:ea typeface="Yu Gothic UI" panose="020B0500000000000000" pitchFamily="50" charset="-128"/>
              </a:rPr>
              <a:t>Attachment</a:t>
            </a:r>
            <a:r>
              <a:rPr kumimoji="1" lang="ja-JP" altLang="en-US" sz="1600" dirty="0">
                <a:latin typeface="Yu Gothic UI" panose="020B0500000000000000" pitchFamily="50" charset="-128"/>
                <a:ea typeface="Yu Gothic UI" panose="020B0500000000000000" pitchFamily="50" charset="-128"/>
              </a:rPr>
              <a:t>コントロールでアップロード。</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 Document Library</a:t>
            </a:r>
            <a:r>
              <a:rPr kumimoji="1" lang="ja-JP" altLang="en-US" sz="1600" dirty="0">
                <a:latin typeface="Yu Gothic UI" panose="020B0500000000000000" pitchFamily="50" charset="-128"/>
                <a:ea typeface="Yu Gothic UI" panose="020B0500000000000000" pitchFamily="50" charset="-128"/>
              </a:rPr>
              <a:t>を使用。</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から</a:t>
            </a:r>
            <a:r>
              <a:rPr kumimoji="1" lang="en-US" altLang="ja-JP" sz="1600" dirty="0">
                <a:latin typeface="Yu Gothic UI" panose="020B0500000000000000" pitchFamily="50" charset="-128"/>
                <a:ea typeface="Yu Gothic UI" panose="020B0500000000000000" pitchFamily="50" charset="-128"/>
              </a:rPr>
              <a:t>SharePoint Connector</a:t>
            </a:r>
            <a:r>
              <a:rPr kumimoji="1" lang="ja-JP" altLang="en-US" sz="1600" dirty="0">
                <a:latin typeface="Yu Gothic UI" panose="020B0500000000000000" pitchFamily="50" charset="-128"/>
                <a:ea typeface="Yu Gothic UI" panose="020B0500000000000000" pitchFamily="50" charset="-128"/>
              </a:rPr>
              <a:t>でアクセス。ファイル</a:t>
            </a:r>
            <a:r>
              <a:rPr kumimoji="1" lang="en-US" altLang="ja-JP" sz="1600" dirty="0">
                <a:latin typeface="Yu Gothic UI" panose="020B0500000000000000" pitchFamily="50" charset="-128"/>
                <a:ea typeface="Yu Gothic UI" panose="020B0500000000000000" pitchFamily="50" charset="-128"/>
              </a:rPr>
              <a:t>URL</a:t>
            </a:r>
            <a:r>
              <a:rPr kumimoji="1" lang="ja-JP" altLang="en-US" sz="1600" dirty="0">
                <a:latin typeface="Yu Gothic UI" panose="020B0500000000000000" pitchFamily="50" charset="-128"/>
                <a:ea typeface="Yu Gothic UI" panose="020B0500000000000000" pitchFamily="50" charset="-128"/>
              </a:rPr>
              <a:t>を</a:t>
            </a:r>
            <a:r>
              <a:rPr kumimoji="1" lang="en-US" altLang="ja-JP" sz="1600" dirty="0">
                <a:latin typeface="Yu Gothic UI" panose="020B0500000000000000" pitchFamily="50" charset="-128"/>
                <a:ea typeface="Yu Gothic UI" panose="020B0500000000000000" pitchFamily="50" charset="-128"/>
              </a:rPr>
              <a:t>SQL Server</a:t>
            </a:r>
            <a:r>
              <a:rPr kumimoji="1" lang="ja-JP" altLang="en-US" sz="1600" dirty="0">
                <a:latin typeface="Yu Gothic UI" panose="020B0500000000000000" pitchFamily="50" charset="-128"/>
                <a:ea typeface="Yu Gothic UI" panose="020B0500000000000000" pitchFamily="50" charset="-128"/>
              </a:rPr>
              <a:t>に保存。</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err="1">
                <a:latin typeface="Yu Gothic UI" panose="020B0500000000000000" pitchFamily="50" charset="-128"/>
                <a:ea typeface="Yu Gothic UI" panose="020B0500000000000000" pitchFamily="50" charset="-128"/>
              </a:rPr>
              <a:t>SqlServer</a:t>
            </a:r>
            <a:r>
              <a:rPr lang="ja-JP" altLang="en-US" sz="1600" dirty="0">
                <a:latin typeface="Yu Gothic UI" panose="020B0500000000000000" pitchFamily="50" charset="-128"/>
                <a:ea typeface="Yu Gothic UI" panose="020B0500000000000000" pitchFamily="50" charset="-128"/>
              </a:rPr>
              <a:t>の</a:t>
            </a:r>
            <a:r>
              <a:rPr lang="en-US" altLang="ja-JP" sz="1600" dirty="0">
                <a:latin typeface="Yu Gothic UI" panose="020B0500000000000000" pitchFamily="50" charset="-128"/>
                <a:ea typeface="Yu Gothic UI" panose="020B0500000000000000" pitchFamily="50" charset="-128"/>
              </a:rPr>
              <a:t>Blob</a:t>
            </a:r>
            <a:r>
              <a:rPr lang="ja-JP" altLang="en-US" sz="1600" dirty="0">
                <a:latin typeface="Yu Gothic UI" panose="020B0500000000000000" pitchFamily="50" charset="-128"/>
                <a:ea typeface="Yu Gothic UI" panose="020B0500000000000000" pitchFamily="50" charset="-128"/>
              </a:rPr>
              <a:t>列に保存</a:t>
            </a:r>
            <a:r>
              <a:rPr lang="ja-JP" altLang="en-US" sz="1600" dirty="0">
                <a:solidFill>
                  <a:srgbClr val="FF0000"/>
                </a:solidFill>
                <a:latin typeface="Yu Gothic UI" panose="020B0500000000000000" pitchFamily="50" charset="-128"/>
                <a:ea typeface="Yu Gothic UI" panose="020B0500000000000000" pitchFamily="50" charset="-128"/>
              </a:rPr>
              <a:t>（独自の</a:t>
            </a:r>
            <a:r>
              <a:rPr lang="en-US" altLang="ja-JP" sz="1600" dirty="0">
                <a:solidFill>
                  <a:srgbClr val="FF0000"/>
                </a:solidFill>
                <a:latin typeface="Yu Gothic UI" panose="020B0500000000000000" pitchFamily="50" charset="-128"/>
                <a:ea typeface="Yu Gothic UI" panose="020B0500000000000000" pitchFamily="50" charset="-128"/>
              </a:rPr>
              <a:t>Storage</a:t>
            </a:r>
            <a:r>
              <a:rPr lang="ja-JP" altLang="en-US" sz="1600" dirty="0">
                <a:solidFill>
                  <a:srgbClr val="FF0000"/>
                </a:solidFill>
                <a:latin typeface="Yu Gothic UI" panose="020B0500000000000000" pitchFamily="50" charset="-128"/>
                <a:ea typeface="Yu Gothic UI" panose="020B0500000000000000" pitchFamily="50" charset="-128"/>
              </a:rPr>
              <a:t>管理、バックアップ負荷などを考慮し、推奨しません）</a:t>
            </a:r>
            <a:endParaRPr kumimoji="1" lang="en-US" altLang="ja-JP" sz="1600" dirty="0">
              <a:solidFill>
                <a:srgbClr val="FF0000"/>
              </a:solidFill>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推奨</a:t>
            </a:r>
            <a:r>
              <a:rPr kumimoji="1" lang="en-US" altLang="ja-JP" dirty="0">
                <a:solidFill>
                  <a:srgbClr val="0070C0"/>
                </a:solidFill>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600" dirty="0">
                <a:solidFill>
                  <a:srgbClr val="00B050"/>
                </a:solidFill>
                <a:latin typeface="Yu Gothic UI" panose="020B0500000000000000" pitchFamily="50" charset="-128"/>
                <a:ea typeface="Yu Gothic UI" panose="020B0500000000000000" pitchFamily="50" charset="-128"/>
              </a:rPr>
              <a:t>SharePoint</a:t>
            </a:r>
            <a:r>
              <a:rPr lang="ja-JP" altLang="en-US" sz="1600" dirty="0">
                <a:solidFill>
                  <a:srgbClr val="00B050"/>
                </a:solidFill>
                <a:latin typeface="Yu Gothic UI" panose="020B0500000000000000" pitchFamily="50" charset="-128"/>
                <a:ea typeface="Yu Gothic UI" panose="020B0500000000000000" pitchFamily="50" charset="-128"/>
              </a:rPr>
              <a:t>を添付ファイルのストレージとし、</a:t>
            </a:r>
            <a:r>
              <a:rPr lang="en-US" altLang="zh-CN" sz="1600" dirty="0" err="1">
                <a:solidFill>
                  <a:srgbClr val="00B050"/>
                </a:solidFill>
                <a:latin typeface="Yu Gothic UI" panose="020B0500000000000000" pitchFamily="50" charset="-128"/>
                <a:ea typeface="Yu Gothic UI" panose="020B0500000000000000" pitchFamily="50" charset="-128"/>
              </a:rPr>
              <a:t>Sql</a:t>
            </a:r>
            <a:r>
              <a:rPr lang="en-US" altLang="zh-CN" sz="1600" dirty="0">
                <a:solidFill>
                  <a:srgbClr val="00B050"/>
                </a:solidFill>
                <a:latin typeface="Yu Gothic UI" panose="020B0500000000000000" pitchFamily="50" charset="-128"/>
                <a:ea typeface="Yu Gothic UI" panose="020B0500000000000000" pitchFamily="50" charset="-128"/>
              </a:rPr>
              <a:t> Server 2022</a:t>
            </a:r>
            <a:r>
              <a:rPr lang="ja-JP" altLang="en-US" sz="1600" dirty="0">
                <a:solidFill>
                  <a:srgbClr val="00B050"/>
                </a:solidFill>
                <a:latin typeface="Yu Gothic UI" panose="020B0500000000000000" pitchFamily="50" charset="-128"/>
                <a:ea typeface="Yu Gothic UI" panose="020B0500000000000000" pitchFamily="50" charset="-128"/>
              </a:rPr>
              <a:t>はメタデータ管理に使用。</a:t>
            </a:r>
            <a:endParaRPr lang="en-US" altLang="ja-JP" sz="1600" dirty="0">
              <a:solidFill>
                <a:srgbClr val="00B050"/>
              </a:solidFill>
              <a:latin typeface="Yu Gothic UI" panose="020B0500000000000000" pitchFamily="50" charset="-128"/>
              <a:ea typeface="Yu Gothic UI" panose="020B0500000000000000" pitchFamily="50" charset="-128"/>
            </a:endParaRPr>
          </a:p>
          <a:p>
            <a:pPr marL="285750" indent="-285750">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理由</a:t>
            </a:r>
            <a:r>
              <a:rPr kumimoji="1" lang="en-US" altLang="ja-JP"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a:t>
            </a:r>
            <a:r>
              <a:rPr kumimoji="1" lang="ja-JP" altLang="en-US" sz="1600" dirty="0">
                <a:latin typeface="Yu Gothic UI" panose="020B0500000000000000" pitchFamily="50" charset="-128"/>
                <a:ea typeface="Yu Gothic UI" panose="020B0500000000000000" pitchFamily="50" charset="-128"/>
              </a:rPr>
              <a:t>の方が大容量ファイルに適し、バージョン管理が容易。</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SharePoint</a:t>
            </a:r>
            <a:r>
              <a:rPr lang="ja-JP" altLang="en-US" sz="1600" dirty="0">
                <a:latin typeface="Yu Gothic UI" panose="020B0500000000000000" pitchFamily="50" charset="-128"/>
                <a:ea typeface="Yu Gothic UI" panose="020B0500000000000000" pitchFamily="50" charset="-128"/>
              </a:rPr>
              <a:t>の検索機能をそのまま利用、検索機能のサポートは容易</a:t>
            </a:r>
            <a:endParaRPr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Online</a:t>
            </a:r>
            <a:r>
              <a:rPr kumimoji="1" lang="ja-JP" altLang="en-US" sz="1600" dirty="0">
                <a:latin typeface="Yu Gothic UI" panose="020B0500000000000000" pitchFamily="50" charset="-128"/>
                <a:ea typeface="Yu Gothic UI" panose="020B0500000000000000" pitchFamily="50" charset="-128"/>
              </a:rPr>
              <a:t>編集機能の実現はより簡単。</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ファイルタイプ</a:t>
            </a:r>
            <a:r>
              <a:rPr kumimoji="1" lang="en-US" altLang="ja-JP" dirty="0">
                <a:latin typeface="Yu Gothic UI" panose="020B0500000000000000" pitchFamily="50" charset="-128"/>
                <a:ea typeface="Yu Gothic UI" panose="020B0500000000000000" pitchFamily="50" charset="-128"/>
              </a:rPr>
              <a:t>: </a:t>
            </a:r>
            <a:r>
              <a:rPr kumimoji="1" lang="en-US" altLang="ja-JP" sz="1600" dirty="0">
                <a:latin typeface="Yu Gothic UI" panose="020B0500000000000000" pitchFamily="50" charset="-128"/>
                <a:ea typeface="Yu Gothic UI" panose="020B0500000000000000" pitchFamily="50" charset="-128"/>
              </a:rPr>
              <a:t>Office</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Word, Excel, PowerPoint</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PDF</a:t>
            </a:r>
            <a:r>
              <a:rPr kumimoji="1" lang="ja-JP" altLang="en-US" sz="1600" dirty="0">
                <a:latin typeface="Yu Gothic UI" panose="020B0500000000000000" pitchFamily="50" charset="-128"/>
                <a:ea typeface="Yu Gothic UI" panose="020B0500000000000000" pitchFamily="50" charset="-128"/>
              </a:rPr>
              <a:t>をサポート。最大ファイルサイズ</a:t>
            </a:r>
            <a:r>
              <a:rPr kumimoji="1" lang="en-US" altLang="ja-JP" sz="1600" dirty="0">
                <a:latin typeface="Yu Gothic UI" panose="020B0500000000000000" pitchFamily="50" charset="-128"/>
                <a:ea typeface="Yu Gothic UI" panose="020B0500000000000000" pitchFamily="50" charset="-128"/>
              </a:rPr>
              <a:t>: 50MB/</a:t>
            </a:r>
            <a:r>
              <a:rPr kumimoji="1" lang="ja-JP" altLang="en-US" sz="1600" dirty="0">
                <a:latin typeface="Yu Gothic UI" panose="020B0500000000000000" pitchFamily="50" charset="-128"/>
                <a:ea typeface="Yu Gothic UI" panose="020B0500000000000000" pitchFamily="50" charset="-128"/>
              </a:rPr>
              <a:t>ファイル（カスタマイズ可能）。</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lang="ja-JP" altLang="en-US" dirty="0">
                <a:latin typeface="Yu Gothic UI" panose="020B0500000000000000" pitchFamily="50" charset="-128"/>
                <a:ea typeface="Yu Gothic UI" panose="020B0500000000000000" pitchFamily="50" charset="-128"/>
              </a:rPr>
              <a:t>注意事項：</a:t>
            </a:r>
            <a:endParaRPr lang="en-US" altLang="ja-JP"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SPO</a:t>
            </a:r>
            <a:r>
              <a:rPr lang="ja-JP" altLang="en-US" sz="1600" dirty="0">
                <a:latin typeface="Yu Gothic UI" panose="020B0500000000000000" pitchFamily="50" charset="-128"/>
                <a:ea typeface="Yu Gothic UI" panose="020B0500000000000000" pitchFamily="50" charset="-128"/>
              </a:rPr>
              <a:t>に保存する場合、多階層</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構造にし、一つの</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にファイルを</a:t>
            </a:r>
            <a:r>
              <a:rPr lang="en-US" altLang="ja-JP" sz="1600" dirty="0">
                <a:latin typeface="Yu Gothic UI" panose="020B0500000000000000" pitchFamily="50" charset="-128"/>
                <a:ea typeface="Yu Gothic UI" panose="020B0500000000000000" pitchFamily="50" charset="-128"/>
              </a:rPr>
              <a:t>1000</a:t>
            </a:r>
            <a:r>
              <a:rPr lang="ja-JP" altLang="en-US" sz="1600" dirty="0">
                <a:latin typeface="Yu Gothic UI" panose="020B0500000000000000" pitchFamily="50" charset="-128"/>
                <a:ea typeface="Yu Gothic UI" panose="020B0500000000000000" pitchFamily="50" charset="-128"/>
              </a:rPr>
              <a:t>以内に抑える</a:t>
            </a:r>
            <a:endParaRPr lang="en-US" altLang="ja-JP" sz="1600" dirty="0">
              <a:latin typeface="Yu Gothic UI" panose="020B0500000000000000" pitchFamily="50" charset="-128"/>
              <a:ea typeface="Yu Gothic UI" panose="020B0500000000000000" pitchFamily="50" charset="-128"/>
            </a:endParaRPr>
          </a:p>
        </p:txBody>
      </p:sp>
      <p:pic>
        <p:nvPicPr>
          <p:cNvPr id="3" name="図 2">
            <a:extLst>
              <a:ext uri="{FF2B5EF4-FFF2-40B4-BE49-F238E27FC236}">
                <a16:creationId xmlns:a16="http://schemas.microsoft.com/office/drawing/2014/main" id="{21B97726-3DEA-7970-7F10-416D81A28E6E}"/>
              </a:ext>
            </a:extLst>
          </p:cNvPr>
          <p:cNvPicPr>
            <a:picLocks noChangeAspect="1"/>
          </p:cNvPicPr>
          <p:nvPr/>
        </p:nvPicPr>
        <p:blipFill>
          <a:blip r:embed="rId3"/>
          <a:stretch>
            <a:fillRect/>
          </a:stretch>
        </p:blipFill>
        <p:spPr>
          <a:xfrm>
            <a:off x="7376351" y="985579"/>
            <a:ext cx="4504944" cy="3162226"/>
          </a:xfrm>
          <a:prstGeom prst="rect">
            <a:avLst/>
          </a:prstGeom>
        </p:spPr>
      </p:pic>
      <p:pic>
        <p:nvPicPr>
          <p:cNvPr id="29" name="図 28">
            <a:extLst>
              <a:ext uri="{FF2B5EF4-FFF2-40B4-BE49-F238E27FC236}">
                <a16:creationId xmlns:a16="http://schemas.microsoft.com/office/drawing/2014/main" id="{19064DCB-929C-B3F6-A3DF-DCEF285AD281}"/>
              </a:ext>
            </a:extLst>
          </p:cNvPr>
          <p:cNvPicPr>
            <a:picLocks noChangeAspect="1"/>
          </p:cNvPicPr>
          <p:nvPr/>
        </p:nvPicPr>
        <p:blipFill>
          <a:blip r:embed="rId4"/>
          <a:stretch>
            <a:fillRect/>
          </a:stretch>
        </p:blipFill>
        <p:spPr>
          <a:xfrm>
            <a:off x="7489608" y="4193835"/>
            <a:ext cx="4503600" cy="2408902"/>
          </a:xfrm>
          <a:prstGeom prst="rect">
            <a:avLst/>
          </a:prstGeom>
        </p:spPr>
      </p:pic>
      <p:sp>
        <p:nvSpPr>
          <p:cNvPr id="30" name="テキスト ボックス 29">
            <a:extLst>
              <a:ext uri="{FF2B5EF4-FFF2-40B4-BE49-F238E27FC236}">
                <a16:creationId xmlns:a16="http://schemas.microsoft.com/office/drawing/2014/main" id="{C1BE0C0F-7810-BC59-D36C-EC7D1C80494D}"/>
              </a:ext>
            </a:extLst>
          </p:cNvPr>
          <p:cNvSpPr txBox="1"/>
          <p:nvPr/>
        </p:nvSpPr>
        <p:spPr>
          <a:xfrm>
            <a:off x="7083552" y="831033"/>
            <a:ext cx="3413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Dataverse</a:t>
            </a:r>
            <a:r>
              <a:rPr lang="ja-JP" altLang="en-US" sz="1400" b="1" u="sng" dirty="0">
                <a:solidFill>
                  <a:srgbClr val="0070C0"/>
                </a:solidFill>
              </a:rPr>
              <a:t>に保存の場合</a:t>
            </a:r>
            <a:endParaRPr kumimoji="1" lang="ja-JP" altLang="en-US" sz="1400" b="1" u="sng" dirty="0">
              <a:solidFill>
                <a:srgbClr val="0070C0"/>
              </a:solidFill>
            </a:endParaRPr>
          </a:p>
        </p:txBody>
      </p:sp>
      <p:sp>
        <p:nvSpPr>
          <p:cNvPr id="31" name="テキスト ボックス 30">
            <a:extLst>
              <a:ext uri="{FF2B5EF4-FFF2-40B4-BE49-F238E27FC236}">
                <a16:creationId xmlns:a16="http://schemas.microsoft.com/office/drawing/2014/main" id="{CF2ECCAC-FA8D-9BF9-74D9-995EDD678D29}"/>
              </a:ext>
            </a:extLst>
          </p:cNvPr>
          <p:cNvSpPr txBox="1"/>
          <p:nvPr/>
        </p:nvSpPr>
        <p:spPr>
          <a:xfrm>
            <a:off x="7083552" y="4070426"/>
            <a:ext cx="4175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SPO</a:t>
            </a:r>
            <a:r>
              <a:rPr lang="ja-JP" altLang="en-US" sz="1400" b="1" u="sng" dirty="0">
                <a:solidFill>
                  <a:srgbClr val="0070C0"/>
                </a:solidFill>
              </a:rPr>
              <a:t>に保存の場合（お薦め）</a:t>
            </a:r>
            <a:endParaRPr kumimoji="1" lang="ja-JP" altLang="en-US" sz="1400" b="1" u="sng" dirty="0">
              <a:solidFill>
                <a:srgbClr val="0070C0"/>
              </a:solidFill>
            </a:endParaRPr>
          </a:p>
        </p:txBody>
      </p:sp>
    </p:spTree>
    <p:extLst>
      <p:ext uri="{BB962C8B-B14F-4D97-AF65-F5344CB8AC3E}">
        <p14:creationId xmlns:p14="http://schemas.microsoft.com/office/powerpoint/2010/main" val="3095390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8186D-7CB8-B425-3BDC-349543460A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79CE8C-A486-77AD-7522-3E2BA1629641}"/>
              </a:ext>
            </a:extLst>
          </p:cNvPr>
          <p:cNvSpPr>
            <a:spLocks noGrp="1"/>
          </p:cNvSpPr>
          <p:nvPr>
            <p:ph type="title"/>
          </p:nvPr>
        </p:nvSpPr>
        <p:spPr>
          <a:xfrm>
            <a:off x="414336" y="255263"/>
            <a:ext cx="9327072" cy="683629"/>
          </a:xfrm>
        </p:spPr>
        <p:txBody>
          <a:bodyPr>
            <a:normAutofit/>
          </a:bodyPr>
          <a:lstStyle/>
          <a:p>
            <a:r>
              <a:rPr lang="ja-JP" altLang="en-US"/>
              <a:t>実現方法－オンライン編集機能</a:t>
            </a:r>
            <a:endParaRPr lang="ja-JP" altLang="en-US">
              <a:effectLst/>
            </a:endParaRPr>
          </a:p>
        </p:txBody>
      </p:sp>
      <p:sp>
        <p:nvSpPr>
          <p:cNvPr id="15" name="テキスト ボックス 14">
            <a:extLst>
              <a:ext uri="{FF2B5EF4-FFF2-40B4-BE49-F238E27FC236}">
                <a16:creationId xmlns:a16="http://schemas.microsoft.com/office/drawing/2014/main" id="{4487A878-4E6E-4FC6-FAF5-1846844831A7}"/>
              </a:ext>
            </a:extLst>
          </p:cNvPr>
          <p:cNvSpPr txBox="1"/>
          <p:nvPr/>
        </p:nvSpPr>
        <p:spPr>
          <a:xfrm>
            <a:off x="414337" y="872591"/>
            <a:ext cx="11363328"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Dataverseストレージの場合: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中継としてSharePointを使用。</a:t>
            </a:r>
            <a:endParaRPr kumimoji="0" lang="en-US"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Power AutomateのFlowを作成: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Trigger: Dataverseファイルの変更検知（When a record is updated）。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Action: ファイルをSharePointにコピー → Office 365で編集 → 編集後、TriggerでDataverseに同期。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編集ツール: </a:t>
            </a:r>
            <a:endParaRPr kumimoji="0" lang="en-US" altLang="zh-CN">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Office 365 Web版（ブラウザ経由）またはDesktop App。PowerAppsから「Edit in Office」ボタンを実装（Launch関数でURLを開く）。 </a:t>
            </a:r>
            <a:endParaRPr kumimoji="0" lang="en-US" altLang="zh-CN" sz="1600">
              <a:latin typeface="Arial" panose="020B0604020202020204" pitchFamily="34" charset="0"/>
            </a:endParaRPr>
          </a:p>
          <a:p>
            <a:pPr lvl="2" eaLnBrk="0" fontAlgn="base" hangingPunct="0">
              <a:spcBef>
                <a:spcPct val="0"/>
              </a:spcBef>
              <a:spcAft>
                <a:spcPct val="0"/>
              </a:spcAft>
            </a:pPr>
            <a:r>
              <a:rPr kumimoji="0" lang="zh-CN" altLang="zh-CN">
                <a:latin typeface="Arial" panose="020B0604020202020204" pitchFamily="34" charset="0"/>
              </a:rPr>
              <a:t>フロー詳細: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ステップ1: ユーザー選択の</a:t>
            </a:r>
            <a:r>
              <a:rPr kumimoji="0" lang="ja-JP" altLang="en-US" sz="1600">
                <a:latin typeface="Arial" panose="020B0604020202020204" pitchFamily="34" charset="0"/>
              </a:rPr>
              <a:t>ファイルを</a:t>
            </a:r>
            <a:r>
              <a:rPr kumimoji="0" lang="en-US" altLang="ja-JP" sz="1600">
                <a:latin typeface="Arial" panose="020B0604020202020204" pitchFamily="34" charset="0"/>
              </a:rPr>
              <a:t>SPO</a:t>
            </a:r>
            <a:r>
              <a:rPr kumimoji="0" lang="ja-JP" altLang="en-US" sz="1600">
                <a:latin typeface="Arial" panose="020B0604020202020204" pitchFamily="34" charset="0"/>
              </a:rPr>
              <a:t>に一時保存</a:t>
            </a:r>
            <a:r>
              <a:rPr kumimoji="0" lang="zh-CN" altLang="zh-CN" sz="1600">
                <a:latin typeface="Arial" panose="020B0604020202020204" pitchFamily="34" charset="0"/>
              </a:rPr>
              <a:t>ファイルURLを取得。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ステップ2: Office Onlineで開く（例: </a:t>
            </a:r>
            <a:r>
              <a:rPr kumimoji="0" lang="zh-CN" altLang="zh-CN" sz="1600">
                <a:latin typeface="Arial" panose="020B0604020202020204" pitchFamily="34" charset="0"/>
                <a:hlinkClick r:id="rId3"/>
              </a:rPr>
              <a:t>https://office.com/edit?url=[file_url]）</a:t>
            </a:r>
            <a:endParaRPr kumimoji="0" lang="zh-CN" altLang="zh-CN" sz="1600">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ステップ3: 保存後、Power Automateでバージョン更新をトリガーし、Dataverse/SQL Serverのメタデータを同期。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注意点: 同時編集時の競合</a:t>
            </a:r>
          </a:p>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SharePointストレージの場合:</a:t>
            </a:r>
            <a:r>
              <a:rPr kumimoji="0" lang="ja-JP" altLang="en-US">
                <a:solidFill>
                  <a:srgbClr val="00B050"/>
                </a:solidFill>
                <a:latin typeface="Arial" panose="020B0604020202020204" pitchFamily="34" charset="0"/>
              </a:rPr>
              <a:t>（お薦め）</a:t>
            </a:r>
            <a:r>
              <a:rPr kumimoji="0" lang="zh-CN" altLang="zh-CN">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直接Office 365統合。PowerAppsからSharePointファイルを開き、共同編集をサポート。 </a:t>
            </a:r>
          </a:p>
          <a:p>
            <a:pPr lvl="1" eaLnBrk="0" fontAlgn="base" hangingPunct="0">
              <a:spcBef>
                <a:spcPct val="0"/>
              </a:spcBef>
              <a:spcAft>
                <a:spcPct val="0"/>
              </a:spcAft>
            </a:pPr>
            <a:r>
              <a:rPr kumimoji="0" lang="zh-CN" altLang="zh-CN">
                <a:latin typeface="Arial" panose="020B0604020202020204" pitchFamily="34" charset="0"/>
              </a:rPr>
              <a:t>フロー詳細: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ステップ1: ユーザー選択のファイル</a:t>
            </a:r>
            <a:r>
              <a:rPr lang="ja-JP" altLang="en-US" sz="1600"/>
              <a:t>の</a:t>
            </a:r>
            <a:r>
              <a:rPr lang="en-US" altLang="ja-JP" sz="1600"/>
              <a:t>SPO</a:t>
            </a:r>
            <a:r>
              <a:rPr lang="ja-JP" altLang="en-US" sz="1600"/>
              <a:t>　</a:t>
            </a:r>
            <a:r>
              <a:rPr lang="zh-CN" altLang="zh-CN" sz="1600"/>
              <a:t>URLを取得。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ステップ2: Office Onlineで開く（例: </a:t>
            </a:r>
            <a:r>
              <a:rPr lang="zh-CN" altLang="zh-CN" sz="1600">
                <a:hlinkClick r:id="rId4"/>
              </a:rPr>
              <a:t>https://office.com/edit?url=[file_url</a:t>
            </a:r>
            <a:r>
              <a:rPr lang="zh-CN" altLang="zh-CN" sz="1600"/>
              <a:t>]）</a:t>
            </a:r>
            <a:endParaRPr lang="en-US" altLang="zh-CN" sz="1600"/>
          </a:p>
          <a:p>
            <a:pPr marL="742950" lvl="1" indent="-285750" eaLnBrk="0" fontAlgn="base" hangingPunct="0">
              <a:spcBef>
                <a:spcPct val="0"/>
              </a:spcBef>
              <a:spcAft>
                <a:spcPct val="0"/>
              </a:spcAft>
              <a:buFont typeface="Arial" panose="020B0604020202020204" pitchFamily="34" charset="0"/>
              <a:buChar char="•"/>
            </a:pPr>
            <a:r>
              <a:rPr lang="ja-JP" altLang="en-US" sz="1600"/>
              <a:t>競合編集の問題はありません。</a:t>
            </a:r>
            <a:endParaRPr lang="en-US" altLang="zh-CN" sz="1600"/>
          </a:p>
          <a:p>
            <a:pPr marL="285750" indent="-285750" eaLnBrk="0" fontAlgn="base" hangingPunct="0">
              <a:spcBef>
                <a:spcPct val="0"/>
              </a:spcBef>
              <a:spcAft>
                <a:spcPct val="0"/>
              </a:spcAft>
              <a:buFont typeface="Arial" panose="020B0604020202020204" pitchFamily="34" charset="0"/>
              <a:buChar char="•"/>
            </a:pPr>
            <a:r>
              <a:rPr kumimoji="0" lang="en-US" altLang="ja-JP">
                <a:latin typeface="Arial" panose="020B0604020202020204" pitchFamily="34" charset="0"/>
              </a:rPr>
              <a:t>SharePoint</a:t>
            </a:r>
            <a:r>
              <a:rPr kumimoji="0" lang="zh-CN" altLang="zh-CN">
                <a:latin typeface="Arial" panose="020B0604020202020204" pitchFamily="34" charset="0"/>
              </a:rPr>
              <a:t>ストレージの</a:t>
            </a:r>
            <a:r>
              <a:rPr kumimoji="0" lang="ja-JP" altLang="en-US">
                <a:latin typeface="Arial" panose="020B0604020202020204" pitchFamily="34" charset="0"/>
              </a:rPr>
              <a:t>場合、オンライン編集とユーザにより</a:t>
            </a:r>
            <a:r>
              <a:rPr kumimoji="0" lang="en-US" altLang="ja-JP">
                <a:latin typeface="Arial" panose="020B0604020202020204" pitchFamily="34" charset="0"/>
              </a:rPr>
              <a:t>Download/Upload</a:t>
            </a:r>
            <a:r>
              <a:rPr kumimoji="0" lang="ja-JP" altLang="en-US">
                <a:latin typeface="Arial" panose="020B0604020202020204" pitchFamily="34" charset="0"/>
              </a:rPr>
              <a:t>の差異もありません。</a:t>
            </a:r>
            <a:endParaRPr kumimoji="0" lang="zh-CN" altLang="zh-CN">
              <a:latin typeface="Arial" panose="020B0604020202020204" pitchFamily="34" charset="0"/>
            </a:endParaRPr>
          </a:p>
        </p:txBody>
      </p:sp>
    </p:spTree>
    <p:extLst>
      <p:ext uri="{BB962C8B-B14F-4D97-AF65-F5344CB8AC3E}">
        <p14:creationId xmlns:p14="http://schemas.microsoft.com/office/powerpoint/2010/main" val="3265391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A546-1FBC-2B24-0CE2-31A27EEDB9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583CCD-AAF8-3EC3-A6B0-A7FCC30C5F7E}"/>
              </a:ext>
            </a:extLst>
          </p:cNvPr>
          <p:cNvSpPr>
            <a:spLocks noGrp="1"/>
          </p:cNvSpPr>
          <p:nvPr>
            <p:ph type="title"/>
          </p:nvPr>
        </p:nvSpPr>
        <p:spPr>
          <a:xfrm>
            <a:off x="414336" y="255263"/>
            <a:ext cx="9327072" cy="683629"/>
          </a:xfrm>
        </p:spPr>
        <p:txBody>
          <a:bodyPr>
            <a:normAutofit/>
          </a:bodyPr>
          <a:lstStyle/>
          <a:p>
            <a:r>
              <a:rPr lang="ja-JP" altLang="en-US"/>
              <a:t>実現方法－一括ダウンロード機能</a:t>
            </a:r>
            <a:endParaRPr lang="ja-JP" altLang="en-US">
              <a:effectLst/>
            </a:endParaRPr>
          </a:p>
        </p:txBody>
      </p:sp>
      <p:sp>
        <p:nvSpPr>
          <p:cNvPr id="15" name="テキスト ボックス 14">
            <a:extLst>
              <a:ext uri="{FF2B5EF4-FFF2-40B4-BE49-F238E27FC236}">
                <a16:creationId xmlns:a16="http://schemas.microsoft.com/office/drawing/2014/main" id="{B6BC6843-6AFA-66AD-800E-1610C6ECC828}"/>
              </a:ext>
            </a:extLst>
          </p:cNvPr>
          <p:cNvSpPr txBox="1"/>
          <p:nvPr/>
        </p:nvSpPr>
        <p:spPr>
          <a:xfrm>
            <a:off x="281874" y="938892"/>
            <a:ext cx="6707431" cy="5181491"/>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ja-JP" altLang="en-US" sz="1600" dirty="0">
                <a:latin typeface="Arial" panose="020B0604020202020204" pitchFamily="34" charset="0"/>
              </a:rPr>
              <a:t>既定案：</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PowerAppsで選択機能を実装（Checkbox付きGallery）。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ダウンロード処理: Power Automate Flowをトリガー。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Flow詳細: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Trigger: PowerAppsから呼び出し（PowerApps V2 Trigger）。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Action: 選択ファイルのURLリストを取得 → ZIPファイル作成（OneDrive/SharePointのCreate fileアクション使用） → ダウンロードリンク生成。 </a:t>
            </a:r>
          </a:p>
          <a:p>
            <a:pPr marL="742950" lvl="1" indent="-285750" eaLnBrk="0" fontAlgn="base" hangingPunct="0">
              <a:spcBef>
                <a:spcPct val="0"/>
              </a:spcBef>
              <a:spcAft>
                <a:spcPct val="0"/>
              </a:spcAft>
              <a:buFont typeface="Arial" panose="020B0604020202020204" pitchFamily="34" charset="0"/>
              <a:buChar char="•"/>
            </a:pPr>
            <a:r>
              <a:rPr kumimoji="0" lang="en-US" altLang="ja-JP" sz="1200" dirty="0">
                <a:latin typeface="Arial" panose="020B0604020202020204" pitchFamily="34" charset="0"/>
              </a:rPr>
              <a:t>PowerApps</a:t>
            </a:r>
            <a:r>
              <a:rPr kumimoji="0" lang="ja-JP" altLang="en-US" sz="1200" dirty="0">
                <a:latin typeface="Arial" panose="020B0604020202020204" pitchFamily="34" charset="0"/>
              </a:rPr>
              <a:t>で</a:t>
            </a:r>
            <a:r>
              <a:rPr kumimoji="0" lang="zh-CN" altLang="zh-CN" sz="1200" dirty="0">
                <a:latin typeface="Arial" panose="020B0604020202020204" pitchFamily="34" charset="0"/>
              </a:rPr>
              <a:t>モバイル/デスクトップ対応のため、PowerAppsのDownload関数を使用。</a:t>
            </a:r>
            <a:endParaRPr kumimoji="0" lang="en-US" altLang="zh-CN"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sz="1200" dirty="0">
                <a:latin typeface="Arial" panose="020B0604020202020204" pitchFamily="34" charset="0"/>
              </a:rPr>
              <a:t>ファイルの</a:t>
            </a:r>
            <a:r>
              <a:rPr kumimoji="0" lang="zh-CN" altLang="zh-CN" sz="1200" dirty="0">
                <a:latin typeface="Arial" panose="020B0604020202020204" pitchFamily="34" charset="0"/>
              </a:rPr>
              <a:t>保存先: ユーザーが指定したディレクトリ（ブラウザダウンロード</a:t>
            </a:r>
            <a:r>
              <a:rPr kumimoji="0" lang="ja-JP" altLang="en-US" sz="1200" dirty="0">
                <a:latin typeface="Arial" panose="020B0604020202020204" pitchFamily="34" charset="0"/>
              </a:rPr>
              <a:t>オプションを毎回確認にし、</a:t>
            </a:r>
            <a:r>
              <a:rPr kumimoji="0" lang="zh-CN" altLang="zh-CN" sz="1200" dirty="0">
                <a:latin typeface="Arial" panose="020B0604020202020204" pitchFamily="34" charset="0"/>
              </a:rPr>
              <a:t>ユーザーが</a:t>
            </a:r>
            <a:r>
              <a:rPr kumimoji="0" lang="ja-JP" altLang="en-US" sz="1200" dirty="0">
                <a:latin typeface="Arial" panose="020B0604020202020204" pitchFamily="34" charset="0"/>
              </a:rPr>
              <a:t>保存先</a:t>
            </a:r>
            <a:r>
              <a:rPr kumimoji="0" lang="zh-CN" altLang="zh-CN" sz="1200" dirty="0">
                <a:latin typeface="Arial" panose="020B0604020202020204" pitchFamily="34" charset="0"/>
              </a:rPr>
              <a:t>選択）。</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制限: 最大100ファイル/回、合計サイズ500MB（パフォーマンス考慮）。 </a:t>
            </a:r>
          </a:p>
          <a:p>
            <a:pPr algn="l"/>
            <a:endParaRPr lang="en-US" altLang="ja-JP" sz="1600" dirty="0">
              <a:latin typeface="Yu Gothic UI" panose="020B0500000000000000" pitchFamily="50" charset="-128"/>
              <a:ea typeface="Yu Gothic UI" panose="020B0500000000000000" pitchFamily="50" charset="-128"/>
            </a:endParaRPr>
          </a:p>
          <a:p>
            <a:pPr algn="l"/>
            <a:r>
              <a:rPr lang="ja-JP" altLang="en-US" sz="1600" dirty="0">
                <a:solidFill>
                  <a:srgbClr val="C00000"/>
                </a:solidFill>
                <a:latin typeface="Yu Gothic UI" panose="020B0500000000000000" pitchFamily="50" charset="-128"/>
                <a:ea typeface="Yu Gothic UI" panose="020B0500000000000000" pitchFamily="50" charset="-128"/>
              </a:rPr>
              <a:t>向上案：</a:t>
            </a:r>
            <a:endParaRPr lang="en-US" altLang="ja-JP" sz="1600" dirty="0">
              <a:solidFill>
                <a:srgbClr val="C00000"/>
              </a:solidFill>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Apps </a:t>
            </a:r>
            <a:r>
              <a:rPr lang="ja-JP" altLang="en-US" sz="1200" dirty="0">
                <a:latin typeface="Yu Gothic UI" panose="020B0500000000000000" pitchFamily="50" charset="-128"/>
                <a:ea typeface="Yu Gothic UI" panose="020B0500000000000000" pitchFamily="50" charset="-128"/>
              </a:rPr>
              <a:t>では、</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ページを埋め込むための </a:t>
            </a:r>
            <a:r>
              <a:rPr lang="en-US" altLang="ja-JP" sz="1200" dirty="0">
                <a:latin typeface="Yu Gothic UI" panose="020B0500000000000000" pitchFamily="50" charset="-128"/>
                <a:ea typeface="Yu Gothic UI" panose="020B0500000000000000" pitchFamily="50" charset="-128"/>
              </a:rPr>
              <a:t>WebView </a:t>
            </a:r>
            <a:r>
              <a:rPr lang="ja-JP" altLang="en-US" sz="1200" dirty="0">
                <a:latin typeface="Yu Gothic UI" panose="020B0500000000000000" pitchFamily="50" charset="-128"/>
                <a:ea typeface="Yu Gothic UI" panose="020B0500000000000000" pitchFamily="50" charset="-128"/>
              </a:rPr>
              <a:t>コントロール（または </a:t>
            </a:r>
            <a:r>
              <a:rPr lang="en-US" altLang="ja-JP" sz="1200" dirty="0">
                <a:latin typeface="Yu Gothic UI" panose="020B0500000000000000" pitchFamily="50" charset="-128"/>
                <a:ea typeface="Yu Gothic UI" panose="020B0500000000000000" pitchFamily="50" charset="-128"/>
              </a:rPr>
              <a:t>HTML text </a:t>
            </a:r>
            <a:r>
              <a:rPr lang="ja-JP" altLang="en-US" sz="1200" dirty="0">
                <a:latin typeface="Yu Gothic UI" panose="020B0500000000000000" pitchFamily="50" charset="-128"/>
                <a:ea typeface="Yu Gothic UI" panose="020B0500000000000000" pitchFamily="50" charset="-128"/>
              </a:rPr>
              <a:t>コントロールを介して </a:t>
            </a:r>
            <a:r>
              <a:rPr lang="en-US" altLang="ja-JP" sz="1200" dirty="0">
                <a:latin typeface="Yu Gothic UI" panose="020B0500000000000000" pitchFamily="50" charset="-128"/>
                <a:ea typeface="Yu Gothic UI" panose="020B0500000000000000" pitchFamily="50" charset="-128"/>
              </a:rPr>
              <a:t>HTML </a:t>
            </a:r>
            <a:r>
              <a:rPr lang="ja-JP" altLang="en-US" sz="1200" dirty="0">
                <a:latin typeface="Yu Gothic UI" panose="020B0500000000000000" pitchFamily="50" charset="-128"/>
                <a:ea typeface="Yu Gothic UI" panose="020B0500000000000000" pitchFamily="50" charset="-128"/>
              </a:rPr>
              <a:t>コンテンツを表示する）を使用して、外部の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ページをアプリ内に表示することは可能です。この埋め込まれた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ページ内で、</a:t>
            </a:r>
            <a:r>
              <a:rPr lang="en-US" altLang="ja-JP" sz="1200" dirty="0">
                <a:latin typeface="Yu Gothic UI" panose="020B0500000000000000" pitchFamily="50" charset="-128"/>
                <a:ea typeface="Yu Gothic UI" panose="020B0500000000000000" pitchFamily="50" charset="-128"/>
              </a:rPr>
              <a:t>JavaScript </a:t>
            </a:r>
            <a:r>
              <a:rPr lang="ja-JP" altLang="en-US" sz="1200" dirty="0">
                <a:latin typeface="Yu Gothic UI" panose="020B0500000000000000" pitchFamily="50" charset="-128"/>
                <a:ea typeface="Yu Gothic UI" panose="020B0500000000000000" pitchFamily="50" charset="-128"/>
              </a:rPr>
              <a:t>を使用して </a:t>
            </a:r>
            <a:r>
              <a:rPr lang="en-US" altLang="ja-JP" sz="1200" dirty="0">
                <a:latin typeface="Yu Gothic UI" panose="020B0500000000000000" pitchFamily="50" charset="-128"/>
                <a:ea typeface="Yu Gothic UI" panose="020B0500000000000000" pitchFamily="50" charset="-128"/>
              </a:rPr>
              <a:t>DOM </a:t>
            </a:r>
            <a:r>
              <a:rPr lang="ja-JP" altLang="en-US" sz="1200" dirty="0">
                <a:latin typeface="Yu Gothic UI" panose="020B0500000000000000" pitchFamily="50" charset="-128"/>
                <a:ea typeface="Yu Gothic UI" panose="020B0500000000000000" pitchFamily="50" charset="-128"/>
              </a:rPr>
              <a:t>操作や </a:t>
            </a:r>
            <a:r>
              <a:rPr lang="en-US" altLang="ja-JP" sz="1200" dirty="0">
                <a:latin typeface="Yu Gothic UI" panose="020B0500000000000000" pitchFamily="50" charset="-128"/>
                <a:ea typeface="Yu Gothic UI" panose="020B0500000000000000" pitchFamily="50" charset="-128"/>
              </a:rPr>
              <a:t>Web API </a:t>
            </a:r>
            <a:r>
              <a:rPr lang="ja-JP" altLang="en-US" sz="1200" dirty="0">
                <a:latin typeface="Yu Gothic UI" panose="020B0500000000000000" pitchFamily="50" charset="-128"/>
                <a:ea typeface="Yu Gothic UI" panose="020B0500000000000000" pitchFamily="50" charset="-128"/>
              </a:rPr>
              <a:t>へのアクセスを行うことはできます。</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外部ページの</a:t>
            </a:r>
            <a:r>
              <a:rPr lang="en-US" altLang="ja-JP" sz="1200" dirty="0">
                <a:latin typeface="Yu Gothic UI" panose="020B0500000000000000" pitchFamily="50" charset="-128"/>
                <a:ea typeface="Yu Gothic UI" panose="020B0500000000000000" pitchFamily="50" charset="-128"/>
              </a:rPr>
              <a:t>JavaScript</a:t>
            </a:r>
            <a:r>
              <a:rPr lang="ja-JP" altLang="en-US" sz="1200" dirty="0">
                <a:latin typeface="Yu Gothic UI" panose="020B0500000000000000" pitchFamily="50" charset="-128"/>
                <a:ea typeface="Yu Gothic UI" panose="020B0500000000000000" pitchFamily="50" charset="-128"/>
              </a:rPr>
              <a:t>を経由し、複数ファイルを指定場所に一定規則で個別保存するのは可能と認識していますが、</a:t>
            </a:r>
            <a:r>
              <a:rPr lang="en-US" altLang="ja-JP" sz="1200" dirty="0">
                <a:latin typeface="Yu Gothic UI" panose="020B0500000000000000" pitchFamily="50" charset="-128"/>
                <a:ea typeface="Yu Gothic UI" panose="020B0500000000000000" pitchFamily="50" charset="-128"/>
              </a:rPr>
              <a:t>POC</a:t>
            </a:r>
            <a:r>
              <a:rPr lang="ja-JP" altLang="en-US" sz="1200" dirty="0">
                <a:latin typeface="Yu Gothic UI" panose="020B0500000000000000" pitchFamily="50" charset="-128"/>
                <a:ea typeface="Yu Gothic UI" panose="020B0500000000000000" pitchFamily="50" charset="-128"/>
              </a:rPr>
              <a:t>が必要。</a:t>
            </a:r>
            <a:endParaRPr lang="en-US" altLang="ja-JP" sz="1200" dirty="0">
              <a:latin typeface="Yu Gothic UI" panose="020B0500000000000000" pitchFamily="50" charset="-128"/>
              <a:ea typeface="Yu Gothic UI" panose="020B0500000000000000" pitchFamily="50" charset="-128"/>
            </a:endParaRPr>
          </a:p>
        </p:txBody>
      </p:sp>
      <p:pic>
        <p:nvPicPr>
          <p:cNvPr id="4" name="図 3">
            <a:extLst>
              <a:ext uri="{FF2B5EF4-FFF2-40B4-BE49-F238E27FC236}">
                <a16:creationId xmlns:a16="http://schemas.microsoft.com/office/drawing/2014/main" id="{E05B735C-ABEF-6B37-7914-50BCD16A9805}"/>
              </a:ext>
            </a:extLst>
          </p:cNvPr>
          <p:cNvPicPr>
            <a:picLocks noChangeAspect="1"/>
          </p:cNvPicPr>
          <p:nvPr/>
        </p:nvPicPr>
        <p:blipFill>
          <a:blip r:embed="rId3"/>
          <a:stretch>
            <a:fillRect/>
          </a:stretch>
        </p:blipFill>
        <p:spPr>
          <a:xfrm>
            <a:off x="7135273" y="2615572"/>
            <a:ext cx="1673447" cy="495901"/>
          </a:xfrm>
          <a:prstGeom prst="rect">
            <a:avLst/>
          </a:prstGeom>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B6488693-DA60-061D-50C5-F20CFA4E440E}"/>
              </a:ext>
            </a:extLst>
          </p:cNvPr>
          <p:cNvPicPr>
            <a:picLocks noGrp="1" noRot="1" noChangeAspect="1" noMove="1" noResize="1" noEditPoints="1" noAdjustHandles="1" noChangeArrowheads="1" noChangeShapeType="1" noCrop="1"/>
          </p:cNvPicPr>
          <p:nvPr>
            <p:ph sz="quarter" idx="10"/>
          </p:nvPr>
        </p:nvPicPr>
        <p:blipFill>
          <a:blip r:embed="rId4"/>
          <a:stretch>
            <a:fillRect/>
          </a:stretch>
        </p:blipFill>
        <p:spPr>
          <a:xfrm>
            <a:off x="7225256" y="1746213"/>
            <a:ext cx="1084608" cy="623650"/>
          </a:xfrm>
        </p:spPr>
      </p:pic>
      <p:pic>
        <p:nvPicPr>
          <p:cNvPr id="5" name="図 4"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34A660EE-39EA-032C-6321-551EBE1C629A}"/>
              </a:ext>
            </a:extLst>
          </p:cNvPr>
          <p:cNvPicPr>
            <a:picLocks noGrp="1" noRot="1" noChangeAspect="1" noMove="1" noResize="1" noEditPoints="1" noAdjustHandles="1" noChangeArrowheads="1" noChangeShapeType="1" noCrop="1"/>
          </p:cNvPicPr>
          <p:nvPr/>
        </p:nvPicPr>
        <p:blipFill>
          <a:blip r:embed="rId5"/>
          <a:stretch>
            <a:fillRect/>
          </a:stretch>
        </p:blipFill>
        <p:spPr>
          <a:xfrm>
            <a:off x="9036550" y="1664184"/>
            <a:ext cx="911875" cy="786151"/>
          </a:xfrm>
          <a:prstGeom prst="rect">
            <a:avLst/>
          </a:prstGeom>
        </p:spPr>
      </p:pic>
      <p:pic>
        <p:nvPicPr>
          <p:cNvPr id="8" name="図 7" descr="部屋, 賭博場 が含まれている画像&#10;&#10;AI によって生成されたコンテンツは間違っている可能性があります。">
            <a:extLst>
              <a:ext uri="{FF2B5EF4-FFF2-40B4-BE49-F238E27FC236}">
                <a16:creationId xmlns:a16="http://schemas.microsoft.com/office/drawing/2014/main" id="{F88D0C93-D0A6-3727-F195-5CE35ACDA255}"/>
              </a:ext>
            </a:extLst>
          </p:cNvPr>
          <p:cNvPicPr>
            <a:picLocks noGrp="1" noRot="1" noChangeAspect="1" noMove="1" noResize="1" noEditPoints="1" noAdjustHandles="1" noChangeArrowheads="1" noChangeShapeType="1" noCrop="1"/>
          </p:cNvPicPr>
          <p:nvPr/>
        </p:nvPicPr>
        <p:blipFill>
          <a:blip r:embed="rId6"/>
          <a:stretch>
            <a:fillRect/>
          </a:stretch>
        </p:blipFill>
        <p:spPr>
          <a:xfrm>
            <a:off x="10675111" y="1031258"/>
            <a:ext cx="1158274" cy="683630"/>
          </a:xfrm>
          <a:prstGeom prst="rect">
            <a:avLst/>
          </a:prstGeom>
        </p:spPr>
      </p:pic>
      <p:pic>
        <p:nvPicPr>
          <p:cNvPr id="9" name="図 8" descr="ロゴ, アイコン&#10;&#10;AI によって生成されたコンテンツは間違っている可能性があります。">
            <a:extLst>
              <a:ext uri="{FF2B5EF4-FFF2-40B4-BE49-F238E27FC236}">
                <a16:creationId xmlns:a16="http://schemas.microsoft.com/office/drawing/2014/main" id="{470E3946-6B9A-9FAC-2ED8-48F80C79BCAD}"/>
              </a:ext>
            </a:extLst>
          </p:cNvPr>
          <p:cNvPicPr>
            <a:picLocks noGrp="1" noRot="1" noChangeAspect="1" noMove="1" noResize="1" noEditPoints="1" noAdjustHandles="1" noChangeArrowheads="1" noChangeShapeType="1" noCrop="1"/>
          </p:cNvPicPr>
          <p:nvPr/>
        </p:nvPicPr>
        <p:blipFill>
          <a:blip r:embed="rId7"/>
          <a:stretch>
            <a:fillRect/>
          </a:stretch>
        </p:blipFill>
        <p:spPr>
          <a:xfrm>
            <a:off x="10932449" y="2369863"/>
            <a:ext cx="643597" cy="629116"/>
          </a:xfrm>
          <a:prstGeom prst="rect">
            <a:avLst/>
          </a:prstGeom>
        </p:spPr>
      </p:pic>
      <p:sp>
        <p:nvSpPr>
          <p:cNvPr id="10" name="テキスト ボックス 9">
            <a:extLst>
              <a:ext uri="{FF2B5EF4-FFF2-40B4-BE49-F238E27FC236}">
                <a16:creationId xmlns:a16="http://schemas.microsoft.com/office/drawing/2014/main" id="{44167681-D3DA-719A-FC11-5584A784F367}"/>
              </a:ext>
            </a:extLst>
          </p:cNvPr>
          <p:cNvSpPr txBox="1">
            <a:spLocks noGrp="1" noRot="1" noMove="1" noResize="1" noEditPoints="1" noAdjustHandles="1" noChangeArrowheads="1" noChangeShapeType="1"/>
          </p:cNvSpPr>
          <p:nvPr/>
        </p:nvSpPr>
        <p:spPr>
          <a:xfrm>
            <a:off x="8148659" y="1519204"/>
            <a:ext cx="1049097" cy="400110"/>
          </a:xfrm>
          <a:prstGeom prst="rect">
            <a:avLst/>
          </a:prstGeom>
          <a:noFill/>
        </p:spPr>
        <p:txBody>
          <a:bodyPr wrap="square" rtlCol="0">
            <a:spAutoFit/>
          </a:bodyPr>
          <a:lstStyle/>
          <a:p>
            <a:pPr algn="ctr"/>
            <a:r>
              <a:rPr lang="en-US" altLang="ja-JP" sz="1000"/>
              <a:t>Download</a:t>
            </a:r>
            <a:r>
              <a:rPr lang="ja-JP" altLang="en-US" sz="1000"/>
              <a:t> </a:t>
            </a:r>
            <a:endParaRPr lang="en-US" altLang="ja-JP" sz="1000"/>
          </a:p>
          <a:p>
            <a:pPr algn="ctr"/>
            <a:r>
              <a:rPr lang="en-US" altLang="ja-JP" sz="1000"/>
              <a:t>request</a:t>
            </a:r>
            <a:endParaRPr kumimoji="1" lang="ja-JP" altLang="en-US" sz="600"/>
          </a:p>
        </p:txBody>
      </p:sp>
      <p:sp>
        <p:nvSpPr>
          <p:cNvPr id="11" name="ひし形 10">
            <a:extLst>
              <a:ext uri="{FF2B5EF4-FFF2-40B4-BE49-F238E27FC236}">
                <a16:creationId xmlns:a16="http://schemas.microsoft.com/office/drawing/2014/main" id="{392BA5C1-AE7D-F3F7-8822-5BFA9FB93002}"/>
              </a:ext>
            </a:extLst>
          </p:cNvPr>
          <p:cNvSpPr>
            <a:spLocks noGrp="1" noRot="1" noMove="1" noResize="1" noEditPoints="1" noAdjustHandles="1" noChangeArrowheads="1" noChangeShapeType="1"/>
          </p:cNvSpPr>
          <p:nvPr/>
        </p:nvSpPr>
        <p:spPr>
          <a:xfrm>
            <a:off x="8962312" y="185091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2" name="コネクタ: カギ線 11">
            <a:extLst>
              <a:ext uri="{FF2B5EF4-FFF2-40B4-BE49-F238E27FC236}">
                <a16:creationId xmlns:a16="http://schemas.microsoft.com/office/drawing/2014/main" id="{1DF9C08F-F6D4-2706-0444-F346C5603AFF}"/>
              </a:ext>
            </a:extLst>
          </p:cNvPr>
          <p:cNvCxnSpPr>
            <a:cxnSpLocks noGrp="1" noRot="1" noMove="1" noResize="1" noEditPoints="1" noAdjustHandles="1" noChangeArrowheads="1" noChangeShapeType="1"/>
            <a:stCxn id="11" idx="1"/>
            <a:endCxn id="3" idx="3"/>
          </p:cNvCxnSpPr>
          <p:nvPr/>
        </p:nvCxnSpPr>
        <p:spPr>
          <a:xfrm rot="10800000" flipV="1">
            <a:off x="8309864" y="1885114"/>
            <a:ext cx="652448" cy="17292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ひし形 16">
            <a:extLst>
              <a:ext uri="{FF2B5EF4-FFF2-40B4-BE49-F238E27FC236}">
                <a16:creationId xmlns:a16="http://schemas.microsoft.com/office/drawing/2014/main" id="{326051C3-BFD8-503F-FE67-364A11D5C766}"/>
              </a:ext>
            </a:extLst>
          </p:cNvPr>
          <p:cNvSpPr>
            <a:spLocks noGrp="1" noRot="1" noMove="1" noResize="1" noEditPoints="1" noAdjustHandles="1" noChangeArrowheads="1" noChangeShapeType="1"/>
          </p:cNvSpPr>
          <p:nvPr/>
        </p:nvSpPr>
        <p:spPr>
          <a:xfrm>
            <a:off x="8971081" y="224284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9" name="コネクタ: カギ線 18">
            <a:extLst>
              <a:ext uri="{FF2B5EF4-FFF2-40B4-BE49-F238E27FC236}">
                <a16:creationId xmlns:a16="http://schemas.microsoft.com/office/drawing/2014/main" id="{3466D02A-3E7B-8139-EDFD-48C9B5CBDB95}"/>
              </a:ext>
            </a:extLst>
          </p:cNvPr>
          <p:cNvCxnSpPr>
            <a:cxnSpLocks noGrp="1" noRot="1" noMove="1" noResize="1" noEditPoints="1" noAdjustHandles="1" noChangeArrowheads="1" noChangeShapeType="1"/>
            <a:stCxn id="9" idx="1"/>
            <a:endCxn id="5" idx="3"/>
          </p:cNvCxnSpPr>
          <p:nvPr/>
        </p:nvCxnSpPr>
        <p:spPr>
          <a:xfrm rot="10800000">
            <a:off x="9948425" y="2057261"/>
            <a:ext cx="984024" cy="627161"/>
          </a:xfrm>
          <a:prstGeom prst="bentConnector3">
            <a:avLst>
              <a:gd name="adj1" fmla="val 50000"/>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22" name="ひし形 21">
            <a:extLst>
              <a:ext uri="{FF2B5EF4-FFF2-40B4-BE49-F238E27FC236}">
                <a16:creationId xmlns:a16="http://schemas.microsoft.com/office/drawing/2014/main" id="{D5E39300-8D5A-D013-79E6-C80968716175}"/>
              </a:ext>
            </a:extLst>
          </p:cNvPr>
          <p:cNvSpPr>
            <a:spLocks noGrp="1" noRot="1" noMove="1" noResize="1" noEditPoints="1" noAdjustHandles="1" noChangeArrowheads="1" noChangeShapeType="1"/>
          </p:cNvSpPr>
          <p:nvPr/>
        </p:nvSpPr>
        <p:spPr>
          <a:xfrm>
            <a:off x="8283539" y="2139770"/>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23" name="コネクタ: カギ線 22">
            <a:extLst>
              <a:ext uri="{FF2B5EF4-FFF2-40B4-BE49-F238E27FC236}">
                <a16:creationId xmlns:a16="http://schemas.microsoft.com/office/drawing/2014/main" id="{2A0FDD1E-FC35-97BC-67DE-29C02B45719B}"/>
              </a:ext>
            </a:extLst>
          </p:cNvPr>
          <p:cNvCxnSpPr>
            <a:cxnSpLocks noGrp="1" noRot="1" noMove="1" noResize="1" noEditPoints="1" noAdjustHandles="1" noChangeArrowheads="1" noChangeShapeType="1"/>
            <a:stCxn id="22" idx="3"/>
            <a:endCxn id="17" idx="1"/>
          </p:cNvCxnSpPr>
          <p:nvPr/>
        </p:nvCxnSpPr>
        <p:spPr>
          <a:xfrm>
            <a:off x="8353281" y="2173970"/>
            <a:ext cx="617800" cy="10307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D1CE5CFF-E4EB-372F-4E74-E06AC73ED159}"/>
              </a:ext>
            </a:extLst>
          </p:cNvPr>
          <p:cNvSpPr txBox="1">
            <a:spLocks noGrp="1" noRot="1" noMove="1" noResize="1" noEditPoints="1" noAdjustHandles="1" noChangeArrowheads="1" noChangeShapeType="1"/>
          </p:cNvSpPr>
          <p:nvPr/>
        </p:nvSpPr>
        <p:spPr>
          <a:xfrm>
            <a:off x="8097944" y="2311244"/>
            <a:ext cx="1475883" cy="400110"/>
          </a:xfrm>
          <a:prstGeom prst="rect">
            <a:avLst/>
          </a:prstGeom>
          <a:noFill/>
        </p:spPr>
        <p:txBody>
          <a:bodyPr wrap="square" rtlCol="0">
            <a:spAutoFit/>
          </a:bodyPr>
          <a:lstStyle>
            <a:defPPr>
              <a:defRPr lang="ja-JP"/>
            </a:defPPr>
            <a:lvl1pPr algn="ctr">
              <a:defRPr sz="1000"/>
            </a:lvl1pPr>
          </a:lstStyle>
          <a:p>
            <a:r>
              <a:rPr lang="en-US" altLang="ja-JP"/>
              <a:t>Zip </a:t>
            </a:r>
          </a:p>
          <a:p>
            <a:r>
              <a:rPr lang="en-US" altLang="ja-JP"/>
              <a:t>Download</a:t>
            </a:r>
            <a:endParaRPr lang="ja-JP" altLang="en-US"/>
          </a:p>
        </p:txBody>
      </p:sp>
      <p:sp>
        <p:nvSpPr>
          <p:cNvPr id="27" name="テキスト ボックス 26">
            <a:extLst>
              <a:ext uri="{FF2B5EF4-FFF2-40B4-BE49-F238E27FC236}">
                <a16:creationId xmlns:a16="http://schemas.microsoft.com/office/drawing/2014/main" id="{19B2B667-4BD8-71BD-48C1-D3E3923C1295}"/>
              </a:ext>
            </a:extLst>
          </p:cNvPr>
          <p:cNvSpPr txBox="1">
            <a:spLocks noGrp="1" noRot="1" noMove="1" noResize="1" noEditPoints="1" noAdjustHandles="1" noChangeArrowheads="1" noChangeShapeType="1"/>
          </p:cNvSpPr>
          <p:nvPr/>
        </p:nvSpPr>
        <p:spPr>
          <a:xfrm>
            <a:off x="10256039" y="1842320"/>
            <a:ext cx="1049097" cy="400110"/>
          </a:xfrm>
          <a:prstGeom prst="rect">
            <a:avLst/>
          </a:prstGeom>
          <a:noFill/>
        </p:spPr>
        <p:txBody>
          <a:bodyPr wrap="square" rtlCol="0">
            <a:spAutoFit/>
          </a:bodyPr>
          <a:lstStyle/>
          <a:p>
            <a:pPr algn="ctr"/>
            <a:r>
              <a:rPr lang="ja-JP" altLang="en-US" sz="1000"/>
              <a:t>添付ファイル取得</a:t>
            </a:r>
            <a:endParaRPr kumimoji="1" lang="ja-JP" altLang="en-US" sz="600"/>
          </a:p>
        </p:txBody>
      </p:sp>
      <p:sp>
        <p:nvSpPr>
          <p:cNvPr id="28" name="ひし形 27">
            <a:extLst>
              <a:ext uri="{FF2B5EF4-FFF2-40B4-BE49-F238E27FC236}">
                <a16:creationId xmlns:a16="http://schemas.microsoft.com/office/drawing/2014/main" id="{41DD2BFD-F3BD-83E5-2AF2-964BEE57136F}"/>
              </a:ext>
            </a:extLst>
          </p:cNvPr>
          <p:cNvSpPr>
            <a:spLocks noGrp="1" noRot="1" noMove="1" noResize="1" noEditPoints="1" noAdjustHandles="1" noChangeArrowheads="1" noChangeShapeType="1"/>
          </p:cNvSpPr>
          <p:nvPr/>
        </p:nvSpPr>
        <p:spPr>
          <a:xfrm>
            <a:off x="9935789" y="1880431"/>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30" name="コネクタ: カギ線 29">
            <a:extLst>
              <a:ext uri="{FF2B5EF4-FFF2-40B4-BE49-F238E27FC236}">
                <a16:creationId xmlns:a16="http://schemas.microsoft.com/office/drawing/2014/main" id="{59F3C52D-9D09-82D1-15AC-4328E1776DE2}"/>
              </a:ext>
            </a:extLst>
          </p:cNvPr>
          <p:cNvCxnSpPr>
            <a:cxnSpLocks noGrp="1" noRot="1" noMove="1" noResize="1" noEditPoints="1" noAdjustHandles="1" noChangeArrowheads="1" noChangeShapeType="1"/>
            <a:stCxn id="8" idx="1"/>
            <a:endCxn id="28" idx="3"/>
          </p:cNvCxnSpPr>
          <p:nvPr/>
        </p:nvCxnSpPr>
        <p:spPr>
          <a:xfrm rot="10800000" flipV="1">
            <a:off x="10005531" y="1373073"/>
            <a:ext cx="669580" cy="541558"/>
          </a:xfrm>
          <a:prstGeom prst="bentConnector3">
            <a:avLst>
              <a:gd name="adj1" fmla="val 50000"/>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995E9AE6-98D2-5FB5-B5D9-408A7DAC0B4C}"/>
              </a:ext>
            </a:extLst>
          </p:cNvPr>
          <p:cNvSpPr txBox="1">
            <a:spLocks noGrp="1" noRot="1" noMove="1" noResize="1" noEditPoints="1" noAdjustHandles="1" noChangeArrowheads="1" noChangeShapeType="1"/>
          </p:cNvSpPr>
          <p:nvPr/>
        </p:nvSpPr>
        <p:spPr>
          <a:xfrm>
            <a:off x="9946510" y="266527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34" name="テキスト ボックス 33">
            <a:extLst>
              <a:ext uri="{FF2B5EF4-FFF2-40B4-BE49-F238E27FC236}">
                <a16:creationId xmlns:a16="http://schemas.microsoft.com/office/drawing/2014/main" id="{845B540C-A3E0-2531-70CB-A26CC24CD460}"/>
              </a:ext>
            </a:extLst>
          </p:cNvPr>
          <p:cNvSpPr txBox="1">
            <a:spLocks noGrp="1" noRot="1" noMove="1" noResize="1" noEditPoints="1" noAdjustHandles="1" noChangeArrowheads="1" noChangeShapeType="1"/>
          </p:cNvSpPr>
          <p:nvPr/>
        </p:nvSpPr>
        <p:spPr>
          <a:xfrm>
            <a:off x="9492487" y="1026587"/>
            <a:ext cx="1310574" cy="461665"/>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35" name="テキスト ボックス 34">
            <a:extLst>
              <a:ext uri="{FF2B5EF4-FFF2-40B4-BE49-F238E27FC236}">
                <a16:creationId xmlns:a16="http://schemas.microsoft.com/office/drawing/2014/main" id="{D10B4D07-D167-7411-8B6E-5157B773A998}"/>
              </a:ext>
            </a:extLst>
          </p:cNvPr>
          <p:cNvSpPr txBox="1">
            <a:spLocks noGrp="1" noRot="1" noMove="1" noResize="1" noEditPoints="1" noAdjustHandles="1" noChangeArrowheads="1" noChangeShapeType="1"/>
          </p:cNvSpPr>
          <p:nvPr/>
        </p:nvSpPr>
        <p:spPr>
          <a:xfrm>
            <a:off x="9082846" y="2470646"/>
            <a:ext cx="1093047" cy="338554"/>
          </a:xfrm>
          <a:prstGeom prst="rect">
            <a:avLst/>
          </a:prstGeom>
          <a:noFill/>
        </p:spPr>
        <p:txBody>
          <a:bodyPr wrap="square" rtlCol="0">
            <a:spAutoFit/>
          </a:bodyPr>
          <a:lstStyle/>
          <a:p>
            <a:pPr algn="ctr"/>
            <a:r>
              <a:rPr lang="ja-JP" altLang="en-US" sz="800" b="1"/>
              <a:t>複数ファイルを取得し、</a:t>
            </a:r>
            <a:r>
              <a:rPr lang="en-US" altLang="ja-JP" sz="800" b="1"/>
              <a:t>Zip</a:t>
            </a:r>
            <a:r>
              <a:rPr lang="ja-JP" altLang="en-US" sz="800" b="1"/>
              <a:t>にする</a:t>
            </a:r>
            <a:endParaRPr kumimoji="1" lang="ja-JP" altLang="en-US" sz="400" b="1"/>
          </a:p>
        </p:txBody>
      </p:sp>
      <p:sp>
        <p:nvSpPr>
          <p:cNvPr id="36" name="四角形: 角を丸くする 35">
            <a:extLst>
              <a:ext uri="{FF2B5EF4-FFF2-40B4-BE49-F238E27FC236}">
                <a16:creationId xmlns:a16="http://schemas.microsoft.com/office/drawing/2014/main" id="{064EACDC-580A-B3FC-C550-8331A60A2706}"/>
              </a:ext>
            </a:extLst>
          </p:cNvPr>
          <p:cNvSpPr>
            <a:spLocks/>
          </p:cNvSpPr>
          <p:nvPr/>
        </p:nvSpPr>
        <p:spPr>
          <a:xfrm>
            <a:off x="7023551" y="746211"/>
            <a:ext cx="4919529" cy="2420005"/>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四角形: 角を丸くする 36">
            <a:extLst>
              <a:ext uri="{FF2B5EF4-FFF2-40B4-BE49-F238E27FC236}">
                <a16:creationId xmlns:a16="http://schemas.microsoft.com/office/drawing/2014/main" id="{05DD32D5-1BDE-3E56-04CB-FC94D09CFA96}"/>
              </a:ext>
            </a:extLst>
          </p:cNvPr>
          <p:cNvSpPr/>
          <p:nvPr/>
        </p:nvSpPr>
        <p:spPr>
          <a:xfrm>
            <a:off x="7032722" y="3415801"/>
            <a:ext cx="4919529" cy="2552854"/>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8"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12B18B98-9B8D-B364-472C-F865455F39E8}"/>
              </a:ext>
            </a:extLst>
          </p:cNvPr>
          <p:cNvPicPr>
            <a:picLocks/>
          </p:cNvPicPr>
          <p:nvPr/>
        </p:nvPicPr>
        <p:blipFill>
          <a:blip r:embed="rId4"/>
          <a:stretch>
            <a:fillRect/>
          </a:stretch>
        </p:blipFill>
        <p:spPr>
          <a:xfrm>
            <a:off x="7143976" y="3731248"/>
            <a:ext cx="1466624" cy="859119"/>
          </a:xfrm>
          <a:prstGeom prst="rect">
            <a:avLst/>
          </a:prstGeom>
        </p:spPr>
      </p:pic>
      <p:pic>
        <p:nvPicPr>
          <p:cNvPr id="1026" name="Picture 2" descr="WebView2APISample アプリの実行">
            <a:extLst>
              <a:ext uri="{FF2B5EF4-FFF2-40B4-BE49-F238E27FC236}">
                <a16:creationId xmlns:a16="http://schemas.microsoft.com/office/drawing/2014/main" id="{8FC98BF9-FF05-59B0-D2A2-393B39026E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2156" y="4311581"/>
            <a:ext cx="686572" cy="397846"/>
          </a:xfrm>
          <a:prstGeom prst="rect">
            <a:avLst/>
          </a:prstGeom>
          <a:noFill/>
          <a:extLst>
            <a:ext uri="{909E8E84-426E-40DD-AFC4-6F175D3DCCD1}">
              <a14:hiddenFill xmlns:a14="http://schemas.microsoft.com/office/drawing/2010/main">
                <a:solidFill>
                  <a:srgbClr val="FFFFFF"/>
                </a:solidFill>
              </a14:hiddenFill>
            </a:ext>
          </a:extLst>
        </p:spPr>
      </p:pic>
      <p:pic>
        <p:nvPicPr>
          <p:cNvPr id="41" name="図 40" descr="部屋, 賭博場 が含まれている画像&#10;&#10;AI によって生成されたコンテンツは間違っている可能性があります。">
            <a:extLst>
              <a:ext uri="{FF2B5EF4-FFF2-40B4-BE49-F238E27FC236}">
                <a16:creationId xmlns:a16="http://schemas.microsoft.com/office/drawing/2014/main" id="{048605FE-927E-1B21-4A66-86468D4C6523}"/>
              </a:ext>
            </a:extLst>
          </p:cNvPr>
          <p:cNvPicPr/>
          <p:nvPr/>
        </p:nvPicPr>
        <p:blipFill>
          <a:blip r:embed="rId6"/>
          <a:stretch>
            <a:fillRect/>
          </a:stretch>
        </p:blipFill>
        <p:spPr>
          <a:xfrm>
            <a:off x="10691256" y="4058777"/>
            <a:ext cx="1158274" cy="683630"/>
          </a:xfrm>
          <a:prstGeom prst="rect">
            <a:avLst/>
          </a:prstGeom>
        </p:spPr>
      </p:pic>
      <p:pic>
        <p:nvPicPr>
          <p:cNvPr id="42" name="図 41" descr="ロゴ, アイコン&#10;&#10;AI によって生成されたコンテンツは間違っている可能性があります。">
            <a:extLst>
              <a:ext uri="{FF2B5EF4-FFF2-40B4-BE49-F238E27FC236}">
                <a16:creationId xmlns:a16="http://schemas.microsoft.com/office/drawing/2014/main" id="{1EB3B8AD-7F47-AB7D-99F8-006B2B105732}"/>
              </a:ext>
            </a:extLst>
          </p:cNvPr>
          <p:cNvPicPr/>
          <p:nvPr/>
        </p:nvPicPr>
        <p:blipFill>
          <a:blip r:embed="rId7"/>
          <a:stretch>
            <a:fillRect/>
          </a:stretch>
        </p:blipFill>
        <p:spPr>
          <a:xfrm>
            <a:off x="10932449" y="5087943"/>
            <a:ext cx="643597" cy="629116"/>
          </a:xfrm>
          <a:prstGeom prst="rect">
            <a:avLst/>
          </a:prstGeom>
        </p:spPr>
      </p:pic>
      <p:sp>
        <p:nvSpPr>
          <p:cNvPr id="45" name="ひし形 44">
            <a:extLst>
              <a:ext uri="{FF2B5EF4-FFF2-40B4-BE49-F238E27FC236}">
                <a16:creationId xmlns:a16="http://schemas.microsoft.com/office/drawing/2014/main" id="{BB6CD4F8-4DE0-76F3-1D0D-7913041730D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46" name="コネクタ: カギ線 45">
            <a:extLst>
              <a:ext uri="{FF2B5EF4-FFF2-40B4-BE49-F238E27FC236}">
                <a16:creationId xmlns:a16="http://schemas.microsoft.com/office/drawing/2014/main" id="{926F2486-4592-03E8-E8B8-9A566DB7A44D}"/>
              </a:ext>
            </a:extLst>
          </p:cNvPr>
          <p:cNvCxnSpPr>
            <a:cxnSpLocks/>
            <a:endCxn id="1025" idx="3"/>
          </p:cNvCxnSpPr>
          <p:nvPr/>
        </p:nvCxnSpPr>
        <p:spPr>
          <a:xfrm rot="10800000">
            <a:off x="8673207" y="4373437"/>
            <a:ext cx="2259244" cy="1029066"/>
          </a:xfrm>
          <a:prstGeom prst="bentConnector3">
            <a:avLst>
              <a:gd name="adj1" fmla="val 24816"/>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968659B2-76D2-B937-EA9D-AC60A1FA2E87}"/>
              </a:ext>
            </a:extLst>
          </p:cNvPr>
          <p:cNvSpPr txBox="1"/>
          <p:nvPr/>
        </p:nvSpPr>
        <p:spPr>
          <a:xfrm>
            <a:off x="9097507" y="4077426"/>
            <a:ext cx="1049097" cy="215444"/>
          </a:xfrm>
          <a:prstGeom prst="rect">
            <a:avLst/>
          </a:prstGeom>
          <a:noFill/>
        </p:spPr>
        <p:txBody>
          <a:bodyPr wrap="square" rtlCol="0">
            <a:spAutoFit/>
          </a:bodyPr>
          <a:lstStyle/>
          <a:p>
            <a:pPr algn="ctr"/>
            <a:r>
              <a:rPr lang="ja-JP" altLang="en-US" sz="800" b="1"/>
              <a:t>添付ファイル取得</a:t>
            </a:r>
            <a:endParaRPr kumimoji="1" lang="ja-JP" altLang="en-US" sz="400" b="1"/>
          </a:p>
        </p:txBody>
      </p:sp>
      <p:sp>
        <p:nvSpPr>
          <p:cNvPr id="50" name="ひし形 49">
            <a:extLst>
              <a:ext uri="{FF2B5EF4-FFF2-40B4-BE49-F238E27FC236}">
                <a16:creationId xmlns:a16="http://schemas.microsoft.com/office/drawing/2014/main" id="{738F567A-A244-5CD1-00C0-9C843232004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51" name="コネクタ: カギ線 50">
            <a:extLst>
              <a:ext uri="{FF2B5EF4-FFF2-40B4-BE49-F238E27FC236}">
                <a16:creationId xmlns:a16="http://schemas.microsoft.com/office/drawing/2014/main" id="{DBE3B989-17C9-F5C6-C8FD-957D3712AC06}"/>
              </a:ext>
            </a:extLst>
          </p:cNvPr>
          <p:cNvCxnSpPr>
            <a:cxnSpLocks/>
            <a:stCxn id="41" idx="0"/>
            <a:endCxn id="50" idx="3"/>
          </p:cNvCxnSpPr>
          <p:nvPr/>
        </p:nvCxnSpPr>
        <p:spPr>
          <a:xfrm rot="16200000" flipV="1">
            <a:off x="9909527" y="2697910"/>
            <a:ext cx="131683" cy="2590051"/>
          </a:xfrm>
          <a:prstGeom prst="bentConnector2">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36732A5-B289-5102-6DF9-938D0823F096}"/>
              </a:ext>
            </a:extLst>
          </p:cNvPr>
          <p:cNvSpPr txBox="1"/>
          <p:nvPr/>
        </p:nvSpPr>
        <p:spPr>
          <a:xfrm>
            <a:off x="9946510" y="538335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53" name="テキスト ボックス 52">
            <a:extLst>
              <a:ext uri="{FF2B5EF4-FFF2-40B4-BE49-F238E27FC236}">
                <a16:creationId xmlns:a16="http://schemas.microsoft.com/office/drawing/2014/main" id="{9EBA4CA8-E3AD-1ABA-BF5B-AF8687D19644}"/>
              </a:ext>
            </a:extLst>
          </p:cNvPr>
          <p:cNvSpPr txBox="1"/>
          <p:nvPr/>
        </p:nvSpPr>
        <p:spPr>
          <a:xfrm>
            <a:off x="9741408" y="3623980"/>
            <a:ext cx="1396882" cy="338554"/>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endParaRPr lang="en-US" altLang="ja-JP" sz="800">
              <a:solidFill>
                <a:schemeClr val="accent1">
                  <a:lumMod val="60000"/>
                  <a:lumOff val="40000"/>
                </a:schemeClr>
              </a:solidFill>
            </a:endParaRPr>
          </a:p>
          <a:p>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59" name="テキスト ボックス 58">
            <a:extLst>
              <a:ext uri="{FF2B5EF4-FFF2-40B4-BE49-F238E27FC236}">
                <a16:creationId xmlns:a16="http://schemas.microsoft.com/office/drawing/2014/main" id="{032B2152-9C4D-D480-7542-56B9A573E73C}"/>
              </a:ext>
            </a:extLst>
          </p:cNvPr>
          <p:cNvSpPr txBox="1"/>
          <p:nvPr/>
        </p:nvSpPr>
        <p:spPr>
          <a:xfrm>
            <a:off x="7111744" y="4944435"/>
            <a:ext cx="2691085" cy="954107"/>
          </a:xfrm>
          <a:prstGeom prst="rect">
            <a:avLst/>
          </a:prstGeom>
          <a:noFill/>
        </p:spPr>
        <p:txBody>
          <a:bodyPr wrap="square" rtlCol="0">
            <a:spAutoFit/>
          </a:bodyPr>
          <a:lstStyle/>
          <a:p>
            <a:pPr marL="228600" indent="-228600">
              <a:buFont typeface="+mj-lt"/>
              <a:buAutoNum type="arabicPeriod"/>
            </a:pPr>
            <a:r>
              <a:rPr kumimoji="1" lang="en-US" altLang="ja-JP" sz="700"/>
              <a:t>Power</a:t>
            </a:r>
            <a:r>
              <a:rPr lang="ja-JP" altLang="en-US" sz="700"/>
              <a:t> </a:t>
            </a:r>
            <a:r>
              <a:rPr lang="en-US" altLang="ja-JP" sz="700"/>
              <a:t>Apps</a:t>
            </a:r>
            <a:r>
              <a:rPr lang="ja-JP" altLang="en-US" sz="700"/>
              <a:t>　は直接</a:t>
            </a:r>
            <a:r>
              <a:rPr lang="en-US" altLang="ja-JP" sz="700"/>
              <a:t>Dataverse</a:t>
            </a:r>
            <a:r>
              <a:rPr lang="ja-JP" altLang="en-US" sz="700"/>
              <a:t>あるいは</a:t>
            </a:r>
            <a:r>
              <a:rPr lang="en-US" altLang="ja-JP" sz="700"/>
              <a:t>SPO</a:t>
            </a:r>
            <a:r>
              <a:rPr lang="ja-JP" altLang="en-US" sz="700"/>
              <a:t>からファイル内容を取得し、画面に保存</a:t>
            </a:r>
            <a:endParaRPr lang="en-US" altLang="ja-JP" sz="700"/>
          </a:p>
          <a:p>
            <a:pPr marL="228600" indent="-228600">
              <a:buFont typeface="+mj-lt"/>
              <a:buAutoNum type="arabicPeriod"/>
            </a:pPr>
            <a:r>
              <a:rPr kumimoji="1" lang="ja-JP" altLang="en-US" sz="700"/>
              <a:t>埋め込みの</a:t>
            </a:r>
            <a:r>
              <a:rPr kumimoji="1" lang="en-US" altLang="ja-JP" sz="700" err="1"/>
              <a:t>WebControl</a:t>
            </a:r>
            <a:r>
              <a:rPr kumimoji="1" lang="ja-JP" altLang="en-US" sz="700"/>
              <a:t>に</a:t>
            </a:r>
            <a:r>
              <a:rPr kumimoji="1" lang="en-US" altLang="ja-JP" sz="700"/>
              <a:t>JavaScript</a:t>
            </a:r>
            <a:r>
              <a:rPr kumimoji="1" lang="ja-JP" altLang="en-US" sz="700"/>
              <a:t>を</a:t>
            </a:r>
            <a:r>
              <a:rPr kumimoji="1" lang="en-US" altLang="ja-JP" sz="700"/>
              <a:t>Trigger</a:t>
            </a:r>
            <a:r>
              <a:rPr kumimoji="1" lang="ja-JP" altLang="en-US" sz="700"/>
              <a:t>、</a:t>
            </a:r>
            <a:r>
              <a:rPr kumimoji="1" lang="en-US" altLang="ja-JP" sz="700"/>
              <a:t>JavaScript</a:t>
            </a:r>
            <a:r>
              <a:rPr kumimoji="1" lang="ja-JP" altLang="en-US" sz="700"/>
              <a:t>を利用し、</a:t>
            </a:r>
            <a:r>
              <a:rPr kumimoji="1" lang="en-US" altLang="ja-JP" sz="700"/>
              <a:t>DOM Interface</a:t>
            </a:r>
            <a:r>
              <a:rPr lang="ja-JP" altLang="en-US" sz="700"/>
              <a:t>と</a:t>
            </a:r>
            <a:r>
              <a:rPr lang="en-US" altLang="ja-JP" sz="700" err="1"/>
              <a:t>FileObject</a:t>
            </a:r>
            <a:r>
              <a:rPr lang="ja-JP" altLang="en-US" sz="700"/>
              <a:t>を利用し、</a:t>
            </a:r>
            <a:r>
              <a:rPr lang="en-US" altLang="ja-JP" sz="700"/>
              <a:t>JavaScript</a:t>
            </a:r>
            <a:r>
              <a:rPr lang="ja-JP" altLang="en-US" sz="700"/>
              <a:t>により指定場所（一定のルールあるいは事前設定）にファイル毎に</a:t>
            </a:r>
            <a:r>
              <a:rPr lang="en-US" altLang="ja-JP" sz="700"/>
              <a:t>Download</a:t>
            </a:r>
            <a:r>
              <a:rPr lang="ja-JP" altLang="en-US" sz="700"/>
              <a:t>する</a:t>
            </a:r>
            <a:endParaRPr lang="en-US" altLang="ja-JP" sz="700"/>
          </a:p>
          <a:p>
            <a:r>
              <a:rPr kumimoji="1" lang="en-US" altLang="ja-JP" sz="700"/>
              <a:t>※</a:t>
            </a:r>
            <a:r>
              <a:rPr kumimoji="1" lang="ja-JP" altLang="en-US" sz="700"/>
              <a:t>　ファイル</a:t>
            </a:r>
            <a:r>
              <a:rPr kumimoji="1" lang="en-US" altLang="ja-JP" sz="700"/>
              <a:t>Upload</a:t>
            </a:r>
            <a:r>
              <a:rPr kumimoji="1" lang="ja-JP" altLang="en-US" sz="700"/>
              <a:t>自体は、</a:t>
            </a:r>
            <a:r>
              <a:rPr kumimoji="1" lang="en-US" altLang="ja-JP" sz="700"/>
              <a:t>PowerApps</a:t>
            </a:r>
            <a:r>
              <a:rPr kumimoji="1" lang="ja-JP" altLang="en-US" sz="700"/>
              <a:t>の内容</a:t>
            </a:r>
            <a:r>
              <a:rPr kumimoji="1" lang="en-US" altLang="ja-JP" sz="700" err="1"/>
              <a:t>FileUpload</a:t>
            </a:r>
            <a:r>
              <a:rPr lang="ja-JP" altLang="en-US" sz="700"/>
              <a:t> </a:t>
            </a:r>
            <a:r>
              <a:rPr lang="en-US" altLang="ja-JP" sz="700"/>
              <a:t>Control</a:t>
            </a:r>
            <a:r>
              <a:rPr lang="ja-JP" altLang="en-US" sz="700"/>
              <a:t>を利用し、そのまま対応可能</a:t>
            </a:r>
            <a:endParaRPr kumimoji="1" lang="ja-JP" altLang="en-US" sz="700"/>
          </a:p>
        </p:txBody>
      </p:sp>
      <p:sp>
        <p:nvSpPr>
          <p:cNvPr id="1025" name="ひし形 1024">
            <a:extLst>
              <a:ext uri="{FF2B5EF4-FFF2-40B4-BE49-F238E27FC236}">
                <a16:creationId xmlns:a16="http://schemas.microsoft.com/office/drawing/2014/main" id="{CDAA0F70-EC37-160E-B15D-AAD755E76C47}"/>
              </a:ext>
            </a:extLst>
          </p:cNvPr>
          <p:cNvSpPr/>
          <p:nvPr/>
        </p:nvSpPr>
        <p:spPr>
          <a:xfrm>
            <a:off x="8603465" y="433923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1032" name="テキスト ボックス 1031">
            <a:extLst>
              <a:ext uri="{FF2B5EF4-FFF2-40B4-BE49-F238E27FC236}">
                <a16:creationId xmlns:a16="http://schemas.microsoft.com/office/drawing/2014/main" id="{0B2DFE34-DCEF-76B2-4F00-957193ABAF9C}"/>
              </a:ext>
            </a:extLst>
          </p:cNvPr>
          <p:cNvSpPr txBox="1"/>
          <p:nvPr/>
        </p:nvSpPr>
        <p:spPr>
          <a:xfrm>
            <a:off x="7106590" y="781772"/>
            <a:ext cx="1595228" cy="307777"/>
          </a:xfrm>
          <a:prstGeom prst="rect">
            <a:avLst/>
          </a:prstGeom>
          <a:noFill/>
        </p:spPr>
        <p:txBody>
          <a:bodyPr wrap="square">
            <a:spAutoFit/>
          </a:bodyPr>
          <a:lstStyle/>
          <a:p>
            <a:r>
              <a:rPr kumimoji="0" lang="ja-JP" altLang="en-US" sz="1400">
                <a:latin typeface="Arial" panose="020B0604020202020204" pitchFamily="34" charset="0"/>
              </a:rPr>
              <a:t>既定案</a:t>
            </a:r>
            <a:endParaRPr lang="ja-JP" altLang="en-US" sz="1400"/>
          </a:p>
        </p:txBody>
      </p:sp>
      <p:sp>
        <p:nvSpPr>
          <p:cNvPr id="1033" name="テキスト ボックス 1032">
            <a:extLst>
              <a:ext uri="{FF2B5EF4-FFF2-40B4-BE49-F238E27FC236}">
                <a16:creationId xmlns:a16="http://schemas.microsoft.com/office/drawing/2014/main" id="{5D3FBF62-4325-F4DA-9533-87EFAC3F56A4}"/>
              </a:ext>
            </a:extLst>
          </p:cNvPr>
          <p:cNvSpPr txBox="1"/>
          <p:nvPr/>
        </p:nvSpPr>
        <p:spPr>
          <a:xfrm>
            <a:off x="7055415" y="3453109"/>
            <a:ext cx="1979778" cy="307777"/>
          </a:xfrm>
          <a:prstGeom prst="rect">
            <a:avLst/>
          </a:prstGeom>
          <a:noFill/>
        </p:spPr>
        <p:txBody>
          <a:bodyPr wrap="square">
            <a:spAutoFit/>
          </a:bodyPr>
          <a:lstStyle/>
          <a:p>
            <a:r>
              <a:rPr kumimoji="0" lang="ja-JP" altLang="en-US" sz="1400">
                <a:solidFill>
                  <a:srgbClr val="C00000"/>
                </a:solidFill>
                <a:latin typeface="Arial" panose="020B0604020202020204" pitchFamily="34" charset="0"/>
              </a:rPr>
              <a:t>向上案（</a:t>
            </a:r>
            <a:r>
              <a:rPr kumimoji="0" lang="en-US" altLang="ja-JP" sz="1400">
                <a:solidFill>
                  <a:srgbClr val="C00000"/>
                </a:solidFill>
                <a:latin typeface="Arial" panose="020B0604020202020204" pitchFamily="34" charset="0"/>
              </a:rPr>
              <a:t>POC</a:t>
            </a:r>
            <a:r>
              <a:rPr kumimoji="0" lang="ja-JP" altLang="en-US" sz="1400">
                <a:solidFill>
                  <a:srgbClr val="C00000"/>
                </a:solidFill>
                <a:latin typeface="Arial" panose="020B0604020202020204" pitchFamily="34" charset="0"/>
              </a:rPr>
              <a:t>）</a:t>
            </a:r>
            <a:endParaRPr lang="ja-JP" altLang="en-US" sz="1400">
              <a:solidFill>
                <a:srgbClr val="C00000"/>
              </a:solidFill>
            </a:endParaRPr>
          </a:p>
        </p:txBody>
      </p:sp>
      <p:sp>
        <p:nvSpPr>
          <p:cNvPr id="6" name="テキスト ボックス 5">
            <a:extLst>
              <a:ext uri="{FF2B5EF4-FFF2-40B4-BE49-F238E27FC236}">
                <a16:creationId xmlns:a16="http://schemas.microsoft.com/office/drawing/2014/main" id="{4D9960EC-52FD-4C79-C1E1-E05A2921A5F7}"/>
              </a:ext>
            </a:extLst>
          </p:cNvPr>
          <p:cNvSpPr txBox="1"/>
          <p:nvPr/>
        </p:nvSpPr>
        <p:spPr>
          <a:xfrm>
            <a:off x="215392" y="5563616"/>
            <a:ext cx="4746930" cy="369332"/>
          </a:xfrm>
          <a:prstGeom prst="rect">
            <a:avLst/>
          </a:prstGeom>
          <a:noFill/>
        </p:spPr>
        <p:txBody>
          <a:bodyPr wrap="square" rtlCol="0">
            <a:spAutoFit/>
          </a:bodyPr>
          <a:lstStyle/>
          <a:p>
            <a:r>
              <a:rPr kumimoji="1" lang="ja-JP" altLang="en-US" dirty="0"/>
              <a:t>より細かい資料を作ります。</a:t>
            </a:r>
          </a:p>
        </p:txBody>
      </p:sp>
    </p:spTree>
    <p:extLst>
      <p:ext uri="{BB962C8B-B14F-4D97-AF65-F5344CB8AC3E}">
        <p14:creationId xmlns:p14="http://schemas.microsoft.com/office/powerpoint/2010/main" val="1646188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42D9B-0CA4-8CB2-90CD-FD2A4588C4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087C88-7EE0-01C6-9B1D-D52CF1453786}"/>
              </a:ext>
            </a:extLst>
          </p:cNvPr>
          <p:cNvSpPr>
            <a:spLocks noGrp="1"/>
          </p:cNvSpPr>
          <p:nvPr>
            <p:ph type="title"/>
          </p:nvPr>
        </p:nvSpPr>
        <p:spPr>
          <a:xfrm>
            <a:off x="414336" y="255263"/>
            <a:ext cx="9327072" cy="683629"/>
          </a:xfrm>
        </p:spPr>
        <p:txBody>
          <a:bodyPr>
            <a:normAutofit/>
          </a:bodyPr>
          <a:lstStyle/>
          <a:p>
            <a:r>
              <a:rPr lang="ja-JP" altLang="en-US"/>
              <a:t>実現方法－検索機能１</a:t>
            </a:r>
          </a:p>
        </p:txBody>
      </p:sp>
      <p:sp>
        <p:nvSpPr>
          <p:cNvPr id="15" name="テキスト ボックス 14">
            <a:extLst>
              <a:ext uri="{FF2B5EF4-FFF2-40B4-BE49-F238E27FC236}">
                <a16:creationId xmlns:a16="http://schemas.microsoft.com/office/drawing/2014/main" id="{42921077-D640-A089-3BDB-FFB65AE4E6CB}"/>
              </a:ext>
            </a:extLst>
          </p:cNvPr>
          <p:cNvSpPr txBox="1"/>
          <p:nvPr/>
        </p:nvSpPr>
        <p:spPr>
          <a:xfrm>
            <a:off x="414336" y="875851"/>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dirty="0">
                <a:latin typeface="Arial" panose="020B0604020202020204" pitchFamily="34" charset="0"/>
              </a:rPr>
              <a:t>添付ファイル向け検索: SharePointの検索機能またはDataverseのフィルタリングを使用。 </a:t>
            </a:r>
          </a:p>
          <a:p>
            <a:pPr lvl="0" eaLnBrk="0" fontAlgn="base" hangingPunct="0">
              <a:spcBef>
                <a:spcPct val="0"/>
              </a:spcBef>
              <a:spcAft>
                <a:spcPct val="0"/>
              </a:spcAft>
            </a:pPr>
            <a:r>
              <a:rPr kumimoji="0" lang="zh-CN" altLang="zh-CN" dirty="0">
                <a:latin typeface="Arial" panose="020B0604020202020204" pitchFamily="34" charset="0"/>
              </a:rPr>
              <a:t>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PowerAppsのSearchボックスでキーワード入力</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SQL Server側: 全文検索（Full-Text Search）インデックスを作成（PDF/Officeの内容抽出のため、iFilterインストール）</a:t>
            </a:r>
          </a:p>
          <a:p>
            <a:pPr marL="742950" lvl="1" indent="-285750" eaLnBrk="0" fontAlgn="base" hangingPunct="0">
              <a:spcBef>
                <a:spcPct val="0"/>
              </a:spcBef>
              <a:spcAft>
                <a:spcPct val="0"/>
              </a:spcAft>
              <a:buFont typeface="Arial" panose="020B0604020202020204" pitchFamily="34" charset="0"/>
              <a:buChar char="•"/>
            </a:pPr>
            <a:r>
              <a:rPr kumimoji="0" lang="zh-CN" altLang="zh-CN" sz="1400" b="1" dirty="0">
                <a:solidFill>
                  <a:srgbClr val="00B050"/>
                </a:solidFill>
                <a:latin typeface="Arial" panose="020B0604020202020204" pitchFamily="34" charset="0"/>
              </a:rPr>
              <a:t>SharePointの場合: Microsoft Graph Search APIをPower Automateで呼び出し、</a:t>
            </a:r>
            <a:r>
              <a:rPr kumimoji="0" lang="ja-JP" altLang="en-US" sz="1400" b="1" dirty="0">
                <a:solidFill>
                  <a:srgbClr val="00B050"/>
                </a:solidFill>
                <a:latin typeface="Arial" panose="020B0604020202020204" pitchFamily="34" charset="0"/>
              </a:rPr>
              <a:t>保存</a:t>
            </a:r>
            <a:r>
              <a:rPr kumimoji="0" lang="en-US" altLang="ja-JP" sz="1400" b="1" dirty="0">
                <a:solidFill>
                  <a:srgbClr val="00B050"/>
                </a:solidFill>
                <a:latin typeface="Arial" panose="020B0604020202020204" pitchFamily="34" charset="0"/>
              </a:rPr>
              <a:t>Document Library</a:t>
            </a:r>
            <a:r>
              <a:rPr kumimoji="0" lang="ja-JP" altLang="en-US" sz="1400" b="1" dirty="0">
                <a:solidFill>
                  <a:srgbClr val="00B050"/>
                </a:solidFill>
                <a:latin typeface="Arial" panose="020B0604020202020204" pitchFamily="34" charset="0"/>
              </a:rPr>
              <a:t>であるかどうかでさらにフィルタ後、</a:t>
            </a:r>
            <a:r>
              <a:rPr kumimoji="0" lang="zh-CN" altLang="zh-CN" sz="1400" b="1" dirty="0">
                <a:solidFill>
                  <a:srgbClr val="00B050"/>
                </a:solidFill>
                <a:latin typeface="Arial" panose="020B0604020202020204" pitchFamily="34" charset="0"/>
              </a:rPr>
              <a:t>結果をPowerAppsに返</a:t>
            </a:r>
            <a:r>
              <a:rPr kumimoji="0" lang="ja-JP" altLang="en-US" sz="1400" b="1" dirty="0">
                <a:solidFill>
                  <a:srgbClr val="00B050"/>
                </a:solidFill>
                <a:latin typeface="Arial" panose="020B0604020202020204" pitchFamily="34" charset="0"/>
              </a:rPr>
              <a:t>す</a:t>
            </a:r>
            <a:r>
              <a:rPr kumimoji="0" lang="ja-JP" altLang="en-US" sz="1400" dirty="0">
                <a:solidFill>
                  <a:srgbClr val="00B050"/>
                </a:solidFill>
                <a:latin typeface="Arial" panose="020B0604020202020204" pitchFamily="34" charset="0"/>
              </a:rPr>
              <a:t>（お薦め）</a:t>
            </a:r>
            <a:endParaRPr kumimoji="0" lang="zh-CN" altLang="zh-CN" sz="1400" dirty="0">
              <a:solidFill>
                <a:srgbClr val="00B050"/>
              </a:solidFill>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高度検索: ファイルタイプ、日付、キーワードの組み合わせ。PowerAppsのFilter関数で実装。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パフォーマンス: インデックス化により高速化。キャッシュ使用（PowerAppsのCollection）。 </a:t>
            </a:r>
          </a:p>
          <a:p>
            <a:pPr algn="l"/>
            <a:endParaRPr lang="en-US" altLang="ja-JP" dirty="0">
              <a:latin typeface="Yu Gothic UI" panose="020B0500000000000000" pitchFamily="50" charset="-128"/>
              <a:ea typeface="Yu Gothic UI" panose="020B0500000000000000" pitchFamily="50" charset="-128"/>
            </a:endParaRPr>
          </a:p>
        </p:txBody>
      </p:sp>
      <p:sp>
        <p:nvSpPr>
          <p:cNvPr id="5" name="Rectangle 1">
            <a:extLst>
              <a:ext uri="{FF2B5EF4-FFF2-40B4-BE49-F238E27FC236}">
                <a16:creationId xmlns:a16="http://schemas.microsoft.com/office/drawing/2014/main" id="{86DE711B-EE39-9007-0F58-494232167876}"/>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6" name="表 5">
            <a:extLst>
              <a:ext uri="{FF2B5EF4-FFF2-40B4-BE49-F238E27FC236}">
                <a16:creationId xmlns:a16="http://schemas.microsoft.com/office/drawing/2014/main" id="{B1A4103A-7C26-0021-C874-63A7A10337B4}"/>
              </a:ext>
            </a:extLst>
          </p:cNvPr>
          <p:cNvGraphicFramePr>
            <a:graphicFrameLocks noGrp="1"/>
          </p:cNvGraphicFramePr>
          <p:nvPr/>
        </p:nvGraphicFramePr>
        <p:xfrm>
          <a:off x="738481" y="3030466"/>
          <a:ext cx="10948606" cy="3527681"/>
        </p:xfrm>
        <a:graphic>
          <a:graphicData uri="http://schemas.openxmlformats.org/drawingml/2006/table">
            <a:tbl>
              <a:tblPr firstRow="1" bandRow="1">
                <a:tableStyleId>{35758FB7-9AC5-4552-8A53-C91805E547FA}</a:tableStyleId>
              </a:tblPr>
              <a:tblGrid>
                <a:gridCol w="1061761">
                  <a:extLst>
                    <a:ext uri="{9D8B030D-6E8A-4147-A177-3AD203B41FA5}">
                      <a16:colId xmlns:a16="http://schemas.microsoft.com/office/drawing/2014/main" val="20000"/>
                    </a:ext>
                  </a:extLst>
                </a:gridCol>
                <a:gridCol w="1774235">
                  <a:extLst>
                    <a:ext uri="{9D8B030D-6E8A-4147-A177-3AD203B41FA5}">
                      <a16:colId xmlns:a16="http://schemas.microsoft.com/office/drawing/2014/main" val="20001"/>
                    </a:ext>
                  </a:extLst>
                </a:gridCol>
                <a:gridCol w="2535382">
                  <a:extLst>
                    <a:ext uri="{9D8B030D-6E8A-4147-A177-3AD203B41FA5}">
                      <a16:colId xmlns:a16="http://schemas.microsoft.com/office/drawing/2014/main" val="20002"/>
                    </a:ext>
                  </a:extLst>
                </a:gridCol>
                <a:gridCol w="2815549">
                  <a:extLst>
                    <a:ext uri="{9D8B030D-6E8A-4147-A177-3AD203B41FA5}">
                      <a16:colId xmlns:a16="http://schemas.microsoft.com/office/drawing/2014/main" val="20003"/>
                    </a:ext>
                  </a:extLst>
                </a:gridCol>
                <a:gridCol w="2761679">
                  <a:extLst>
                    <a:ext uri="{9D8B030D-6E8A-4147-A177-3AD203B41FA5}">
                      <a16:colId xmlns:a16="http://schemas.microsoft.com/office/drawing/2014/main" val="20004"/>
                    </a:ext>
                  </a:extLst>
                </a:gridCol>
              </a:tblGrid>
              <a:tr h="277984">
                <a:tc>
                  <a:txBody>
                    <a:bodyPr/>
                    <a:lstStyle/>
                    <a:p>
                      <a:r>
                        <a:rPr lang="ja-JP" altLang="en-US" sz="900"/>
                        <a:t>項目</a:t>
                      </a:r>
                    </a:p>
                  </a:txBody>
                  <a:tcPr marL="28046" marR="28046" marT="14023" marB="14023" anchor="ctr"/>
                </a:tc>
                <a:tc>
                  <a:txBody>
                    <a:bodyPr/>
                    <a:lstStyle/>
                    <a:p>
                      <a:r>
                        <a:rPr lang="en-US" sz="900"/>
                        <a:t>SQL Server 2022 (with Full-Text Search)</a:t>
                      </a:r>
                    </a:p>
                  </a:txBody>
                  <a:tcPr marL="28046" marR="28046" marT="14023" marB="14023" anchor="ctr"/>
                </a:tc>
                <a:tc>
                  <a:txBody>
                    <a:bodyPr/>
                    <a:lstStyle/>
                    <a:p>
                      <a:r>
                        <a:rPr lang="de-DE" sz="900"/>
                        <a:t>Dataverse (with relevant features)</a:t>
                      </a:r>
                    </a:p>
                  </a:txBody>
                  <a:tcPr marL="28046" marR="28046" marT="14023" marB="14023" anchor="ctr"/>
                </a:tc>
                <a:tc>
                  <a:txBody>
                    <a:bodyPr/>
                    <a:lstStyle/>
                    <a:p>
                      <a:r>
                        <a:rPr lang="de-DE" sz="900"/>
                        <a:t>PostgreSQL (with extensions)</a:t>
                      </a:r>
                    </a:p>
                  </a:txBody>
                  <a:tcPr marL="28046" marR="28046" marT="14023" marB="14023" anchor="ctr"/>
                </a:tc>
                <a:tc>
                  <a:txBody>
                    <a:bodyPr/>
                    <a:lstStyle/>
                    <a:p>
                      <a:r>
                        <a:rPr lang="de-DE" sz="900" dirty="0"/>
                        <a:t>SharePoint Online</a:t>
                      </a:r>
                      <a:r>
                        <a:rPr lang="ja-JP" altLang="en-US" sz="900" dirty="0"/>
                        <a:t>（お薦め）</a:t>
                      </a:r>
                      <a:endParaRPr lang="de-DE" sz="900" dirty="0"/>
                    </a:p>
                  </a:txBody>
                  <a:tcPr marL="28046" marR="28046" marT="14023" marB="14023" anchor="ctr"/>
                </a:tc>
                <a:extLst>
                  <a:ext uri="{0D108BD9-81ED-4DB2-BD59-A6C34878D82A}">
                    <a16:rowId xmlns:a16="http://schemas.microsoft.com/office/drawing/2014/main" val="10000"/>
                  </a:ext>
                </a:extLst>
              </a:tr>
              <a:tr h="404084">
                <a:tc>
                  <a:txBody>
                    <a:bodyPr/>
                    <a:lstStyle/>
                    <a:p>
                      <a:r>
                        <a:rPr lang="ja-JP" altLang="en-US" sz="900" b="1"/>
                        <a:t>ファイル保存データ型</a:t>
                      </a:r>
                      <a:endParaRPr lang="ja-JP" altLang="en-US" sz="900"/>
                    </a:p>
                  </a:txBody>
                  <a:tcPr marL="28046" marR="28046" marT="14023" marB="14023" anchor="ctr"/>
                </a:tc>
                <a:tc>
                  <a:txBody>
                    <a:bodyPr/>
                    <a:lstStyle/>
                    <a:p>
                      <a:r>
                        <a:rPr lang="de-DE" sz="900"/>
                        <a:t>varbinary(max), varbinary, image, blob, nvarchar(max), varchar(max) </a:t>
                      </a:r>
                      <a:r>
                        <a:rPr lang="ja-JP" altLang="en-US" sz="900"/>
                        <a:t>など</a:t>
                      </a:r>
                    </a:p>
                  </a:txBody>
                  <a:tcPr marL="28046" marR="28046" marT="14023" marB="14023" anchor="ctr"/>
                </a:tc>
                <a:tc>
                  <a:txBody>
                    <a:bodyPr/>
                    <a:lstStyle/>
                    <a:p>
                      <a:r>
                        <a:rPr lang="ja-JP" altLang="en-US" sz="900"/>
                        <a:t>ファイル </a:t>
                      </a:r>
                      <a:r>
                        <a:rPr lang="en-US" altLang="ja-JP" sz="900"/>
                        <a:t>(File) </a:t>
                      </a:r>
                      <a:r>
                        <a:rPr lang="ja-JP" altLang="en-US" sz="900"/>
                        <a:t>データ型</a:t>
                      </a:r>
                    </a:p>
                  </a:txBody>
                  <a:tcPr marL="28046" marR="28046" marT="14023" marB="14023" anchor="ctr"/>
                </a:tc>
                <a:tc>
                  <a:txBody>
                    <a:bodyPr/>
                    <a:lstStyle/>
                    <a:p>
                      <a:r>
                        <a:rPr lang="de-DE" sz="900" dirty="0"/>
                        <a:t>bytea</a:t>
                      </a:r>
                    </a:p>
                  </a:txBody>
                  <a:tcPr marL="28046" marR="28046" marT="14023" marB="14023" anchor="ctr"/>
                </a:tc>
                <a:tc>
                  <a:txBody>
                    <a:bodyPr/>
                    <a:lstStyle/>
                    <a:p>
                      <a:r>
                        <a:rPr lang="ja-JP" altLang="en-US" sz="900"/>
                        <a:t>バイナリ </a:t>
                      </a:r>
                      <a:r>
                        <a:rPr lang="en-US" altLang="ja-JP" sz="900"/>
                        <a:t>(Binary) </a:t>
                      </a:r>
                      <a:r>
                        <a:rPr lang="ja-JP" altLang="en-US" sz="900"/>
                        <a:t>またはドキュメントライブラリのファイル</a:t>
                      </a:r>
                    </a:p>
                  </a:txBody>
                  <a:tcPr marL="28046" marR="28046" marT="14023" marB="14023" anchor="ctr"/>
                </a:tc>
                <a:extLst>
                  <a:ext uri="{0D108BD9-81ED-4DB2-BD59-A6C34878D82A}">
                    <a16:rowId xmlns:a16="http://schemas.microsoft.com/office/drawing/2014/main" val="10001"/>
                  </a:ext>
                </a:extLst>
              </a:tr>
              <a:tr h="277984">
                <a:tc>
                  <a:txBody>
                    <a:bodyPr/>
                    <a:lstStyle/>
                    <a:p>
                      <a:r>
                        <a:rPr lang="ja-JP" altLang="en-US" sz="900" b="1"/>
                        <a:t>最大サイズ</a:t>
                      </a:r>
                      <a:endParaRPr lang="ja-JP" altLang="en-US" sz="900"/>
                    </a:p>
                  </a:txBody>
                  <a:tcPr marL="28046" marR="28046" marT="14023" marB="14023" anchor="ctr"/>
                </a:tc>
                <a:tc>
                  <a:txBody>
                    <a:bodyPr/>
                    <a:lstStyle/>
                    <a:p>
                      <a:r>
                        <a:rPr lang="ja-JP" altLang="en-US" sz="900"/>
                        <a:t>データベースサイズに依存 </a:t>
                      </a:r>
                      <a:r>
                        <a:rPr lang="en-US" altLang="ja-JP" sz="900"/>
                        <a:t>(</a:t>
                      </a:r>
                      <a:r>
                        <a:rPr lang="ja-JP" altLang="en-US" sz="900"/>
                        <a:t>一般的に非常に大きい</a:t>
                      </a:r>
                      <a:r>
                        <a:rPr lang="en-US" altLang="ja-JP" sz="900"/>
                        <a:t>)</a:t>
                      </a:r>
                    </a:p>
                  </a:txBody>
                  <a:tcPr marL="28046" marR="28046" marT="14023" marB="14023" anchor="ctr"/>
                </a:tc>
                <a:tc>
                  <a:txBody>
                    <a:bodyPr/>
                    <a:lstStyle/>
                    <a:p>
                      <a:r>
                        <a:rPr lang="en-US" altLang="ja-JP" sz="900" dirty="0"/>
                        <a:t>300MB (</a:t>
                      </a:r>
                      <a:r>
                        <a:rPr lang="ja-JP" altLang="en-US" sz="900" dirty="0"/>
                        <a:t>レコードあたり</a:t>
                      </a:r>
                      <a:r>
                        <a:rPr lang="en-US" altLang="ja-JP" sz="900" dirty="0"/>
                        <a:t>)</a:t>
                      </a:r>
                    </a:p>
                  </a:txBody>
                  <a:tcPr marL="28046" marR="28046" marT="14023" marB="14023" anchor="ctr"/>
                </a:tc>
                <a:tc>
                  <a:txBody>
                    <a:bodyPr/>
                    <a:lstStyle/>
                    <a:p>
                      <a:r>
                        <a:rPr lang="ja-JP" altLang="en-US" sz="900" dirty="0"/>
                        <a:t>データベース</a:t>
                      </a:r>
                      <a:r>
                        <a:rPr lang="en-US" altLang="ja-JP" sz="900" dirty="0"/>
                        <a:t>/</a:t>
                      </a:r>
                      <a:r>
                        <a:rPr lang="ja-JP" altLang="en-US" sz="900" dirty="0"/>
                        <a:t>サーバー設定に依存 </a:t>
                      </a:r>
                      <a:r>
                        <a:rPr lang="en-US" altLang="ja-JP" sz="900" dirty="0"/>
                        <a:t>(</a:t>
                      </a:r>
                      <a:r>
                        <a:rPr lang="ja-JP" altLang="en-US" sz="900" dirty="0"/>
                        <a:t>一般的に大きい</a:t>
                      </a:r>
                      <a:r>
                        <a:rPr lang="en-US" altLang="ja-JP" sz="900" dirty="0"/>
                        <a:t>)</a:t>
                      </a:r>
                    </a:p>
                  </a:txBody>
                  <a:tcPr marL="28046" marR="28046" marT="14023" marB="14023" anchor="ctr"/>
                </a:tc>
                <a:tc>
                  <a:txBody>
                    <a:bodyPr/>
                    <a:lstStyle/>
                    <a:p>
                      <a:r>
                        <a:rPr lang="en-US" altLang="ja-JP" sz="900"/>
                        <a:t>15GB (</a:t>
                      </a:r>
                      <a:r>
                        <a:rPr lang="ja-JP" altLang="en-US" sz="900"/>
                        <a:t>ファイルあたり</a:t>
                      </a:r>
                      <a:r>
                        <a:rPr lang="en-US" altLang="ja-JP" sz="900"/>
                        <a:t>)</a:t>
                      </a:r>
                    </a:p>
                  </a:txBody>
                  <a:tcPr marL="28046" marR="28046" marT="14023" marB="14023" anchor="ctr"/>
                </a:tc>
                <a:extLst>
                  <a:ext uri="{0D108BD9-81ED-4DB2-BD59-A6C34878D82A}">
                    <a16:rowId xmlns:a16="http://schemas.microsoft.com/office/drawing/2014/main" val="10002"/>
                  </a:ext>
                </a:extLst>
              </a:tr>
              <a:tr h="277984">
                <a:tc>
                  <a:txBody>
                    <a:bodyPr/>
                    <a:lstStyle/>
                    <a:p>
                      <a:r>
                        <a:rPr lang="ja-JP" altLang="en-US" sz="900" b="1"/>
                        <a:t>ネイティブ全文検索</a:t>
                      </a:r>
                      <a:endParaRPr lang="ja-JP" altLang="en-US" sz="900"/>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Full-Text Search</a:t>
                      </a:r>
                      <a:r>
                        <a:rPr lang="ja-JP" altLang="en-US" sz="900" dirty="0"/>
                        <a:t>機能</a:t>
                      </a:r>
                      <a:r>
                        <a:rPr lang="en-US" altLang="ja-JP" sz="900" dirty="0"/>
                        <a:t>)</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Dataverse Search)</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en-US" altLang="ja-JP" sz="900" dirty="0" err="1">
                          <a:solidFill>
                            <a:srgbClr val="FF0000"/>
                          </a:solidFill>
                        </a:rPr>
                        <a:t>pg_trgm</a:t>
                      </a:r>
                      <a:r>
                        <a:rPr lang="en-US" altLang="ja-JP" sz="900" dirty="0">
                          <a:solidFill>
                            <a:srgbClr val="FF0000"/>
                          </a:solidFill>
                        </a:rPr>
                        <a:t> </a:t>
                      </a:r>
                      <a:r>
                        <a:rPr lang="ja-JP" altLang="en-US" sz="900" dirty="0">
                          <a:solidFill>
                            <a:srgbClr val="FF0000"/>
                          </a:solidFill>
                        </a:rPr>
                        <a:t>拡張など</a:t>
                      </a:r>
                      <a:r>
                        <a:rPr lang="en-US" altLang="ja-JP" sz="900" dirty="0"/>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a:t>
                      </a:r>
                      <a:r>
                        <a:rPr lang="en-US" altLang="ja-JP" sz="900"/>
                        <a:t>)</a:t>
                      </a:r>
                    </a:p>
                  </a:txBody>
                  <a:tcPr marL="28046" marR="28046" marT="14023" marB="14023" anchor="ctr"/>
                </a:tc>
                <a:extLst>
                  <a:ext uri="{0D108BD9-81ED-4DB2-BD59-A6C34878D82A}">
                    <a16:rowId xmlns:a16="http://schemas.microsoft.com/office/drawing/2014/main" val="10003"/>
                  </a:ext>
                </a:extLst>
              </a:tr>
              <a:tr h="269105">
                <a:tc>
                  <a:txBody>
                    <a:bodyPr/>
                    <a:lstStyle/>
                    <a:p>
                      <a:r>
                        <a:rPr lang="ja-JP" altLang="en-US" sz="900" b="1"/>
                        <a:t>テキスト抽出機能</a:t>
                      </a:r>
                      <a:endParaRPr lang="ja-JP" altLang="en-US" sz="900"/>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SQL Server </a:t>
                      </a:r>
                      <a:r>
                        <a:rPr lang="ja-JP" altLang="en-US" sz="900" dirty="0">
                          <a:solidFill>
                            <a:srgbClr val="FF0000"/>
                          </a:solidFill>
                        </a:rPr>
                        <a:t>の機能に依存</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Dataverse Search </a:t>
                      </a:r>
                      <a:r>
                        <a:rPr lang="ja-JP" altLang="en-US" sz="900" dirty="0">
                          <a:solidFill>
                            <a:srgbClr val="FF0000"/>
                          </a:solidFill>
                        </a:rPr>
                        <a:t>が内部で行う</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の検索機能が自動で行う</a:t>
                      </a:r>
                      <a:r>
                        <a:rPr lang="en-US" altLang="ja-JP" sz="900"/>
                        <a:t>)</a:t>
                      </a:r>
                    </a:p>
                  </a:txBody>
                  <a:tcPr marL="28046" marR="28046" marT="14023" marB="14023" anchor="ctr"/>
                </a:tc>
                <a:extLst>
                  <a:ext uri="{0D108BD9-81ED-4DB2-BD59-A6C34878D82A}">
                    <a16:rowId xmlns:a16="http://schemas.microsoft.com/office/drawing/2014/main" val="10004"/>
                  </a:ext>
                </a:extLst>
              </a:tr>
              <a:tr h="277984">
                <a:tc>
                  <a:txBody>
                    <a:bodyPr/>
                    <a:lstStyle/>
                    <a:p>
                      <a:r>
                        <a:rPr lang="ja-JP" altLang="en-US" sz="900" b="1"/>
                        <a:t>非テキスト検索</a:t>
                      </a:r>
                      <a:endParaRPr lang="ja-JP" altLang="en-US" sz="900"/>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インデックスやクエリによる</a:t>
                      </a:r>
                      <a:r>
                        <a:rPr lang="en-US" altLang="ja-JP" sz="900">
                          <a:solidFill>
                            <a:srgbClr val="FF0000"/>
                          </a:solidFill>
                        </a:rPr>
                        <a:t>)</a:t>
                      </a:r>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メタデータ検索が中心</a:t>
                      </a:r>
                      <a:r>
                        <a:rPr lang="en-US" altLang="ja-JP" sz="90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ja-JP" altLang="en-US" sz="900"/>
                        <a:t>メタデータ検索、ファイルプロパティ検索</a:t>
                      </a:r>
                      <a:r>
                        <a:rPr lang="en-US" altLang="ja-JP" sz="900"/>
                        <a:t>)</a:t>
                      </a:r>
                    </a:p>
                  </a:txBody>
                  <a:tcPr marL="28046" marR="28046" marT="14023" marB="14023" anchor="ctr"/>
                </a:tc>
                <a:extLst>
                  <a:ext uri="{0D108BD9-81ED-4DB2-BD59-A6C34878D82A}">
                    <a16:rowId xmlns:a16="http://schemas.microsoft.com/office/drawing/2014/main" val="10005"/>
                  </a:ext>
                </a:extLst>
              </a:tr>
              <a:tr h="277984">
                <a:tc>
                  <a:txBody>
                    <a:bodyPr/>
                    <a:lstStyle/>
                    <a:p>
                      <a:r>
                        <a:rPr lang="de-DE" sz="900" b="1"/>
                        <a:t>Power Apps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6"/>
                  </a:ext>
                </a:extLst>
              </a:tr>
              <a:tr h="277984">
                <a:tc>
                  <a:txBody>
                    <a:bodyPr/>
                    <a:lstStyle/>
                    <a:p>
                      <a:r>
                        <a:rPr lang="de-DE" sz="900" b="1"/>
                        <a:t>Power Automate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7"/>
                  </a:ext>
                </a:extLst>
              </a:tr>
              <a:tr h="502427">
                <a:tc>
                  <a:txBody>
                    <a:bodyPr/>
                    <a:lstStyle/>
                    <a:p>
                      <a:r>
                        <a:rPr lang="ja-JP" altLang="en-US" sz="900" b="1" dirty="0"/>
                        <a:t>必要なライセンス</a:t>
                      </a:r>
                      <a:endParaRPr lang="ja-JP" altLang="en-US" sz="900" dirty="0"/>
                    </a:p>
                  </a:txBody>
                  <a:tcPr marL="28046" marR="28046" marT="14023" marB="14023" anchor="ctr"/>
                </a:tc>
                <a:tc>
                  <a:txBody>
                    <a:bodyPr/>
                    <a:lstStyle/>
                    <a:p>
                      <a:r>
                        <a:rPr lang="de-DE" sz="900" dirty="0"/>
                        <a:t>SQL Server Enterprise/Standard (Full-Text Search </a:t>
                      </a:r>
                      <a:r>
                        <a:rPr lang="ja-JP" altLang="en-US" sz="900" dirty="0"/>
                        <a:t>は追加費用なし</a:t>
                      </a:r>
                      <a:r>
                        <a:rPr lang="en-US" altLang="ja-JP" sz="900" dirty="0"/>
                        <a:t>)</a:t>
                      </a:r>
                    </a:p>
                  </a:txBody>
                  <a:tcPr marL="28046" marR="28046" marT="14023" marB="14023" anchor="ctr"/>
                </a:tc>
                <a:tc>
                  <a:txBody>
                    <a:bodyPr/>
                    <a:lstStyle/>
                    <a:p>
                      <a:r>
                        <a:rPr lang="en-US" altLang="ja-JP" sz="900" dirty="0"/>
                        <a:t>Microsoft Dataverse </a:t>
                      </a:r>
                      <a:r>
                        <a:rPr lang="ja-JP" altLang="en-US" sz="900" dirty="0"/>
                        <a:t>ライセンス </a:t>
                      </a:r>
                      <a:r>
                        <a:rPr lang="en-US" altLang="ja-JP" sz="900" dirty="0"/>
                        <a:t>(Dynamics 365 </a:t>
                      </a:r>
                      <a:r>
                        <a:rPr lang="ja-JP" altLang="en-US" sz="900" dirty="0"/>
                        <a:t>または </a:t>
                      </a:r>
                      <a:r>
                        <a:rPr lang="en-US" altLang="ja-JP" sz="900" dirty="0"/>
                        <a:t>Power Apps Premium </a:t>
                      </a:r>
                      <a:r>
                        <a:rPr lang="ja-JP" altLang="en-US" sz="900" dirty="0"/>
                        <a:t>ライセンスに含まれる場合あり</a:t>
                      </a:r>
                      <a:r>
                        <a:rPr lang="en-US" altLang="ja-JP" sz="900" dirty="0"/>
                        <a:t>)</a:t>
                      </a:r>
                    </a:p>
                  </a:txBody>
                  <a:tcPr marL="28046" marR="28046" marT="14023" marB="14023" anchor="ctr"/>
                </a:tc>
                <a:tc>
                  <a:txBody>
                    <a:bodyPr/>
                    <a:lstStyle/>
                    <a:p>
                      <a:r>
                        <a:rPr lang="en-US" altLang="ja-JP" sz="900" dirty="0"/>
                        <a:t>PostgreSQL </a:t>
                      </a:r>
                      <a:r>
                        <a:rPr lang="ja-JP" altLang="en-US" sz="900" dirty="0"/>
                        <a:t>自体はオープンソース。拡張機能は追加の構成が必要。</a:t>
                      </a:r>
                    </a:p>
                  </a:txBody>
                  <a:tcPr marL="28046" marR="28046" marT="14023" marB="14023" anchor="ctr"/>
                </a:tc>
                <a:tc>
                  <a:txBody>
                    <a:bodyPr/>
                    <a:lstStyle/>
                    <a:p>
                      <a:r>
                        <a:rPr lang="de-DE" sz="900" dirty="0"/>
                        <a:t>Microsoft 365 </a:t>
                      </a:r>
                      <a:r>
                        <a:rPr lang="ja-JP" altLang="en-US" sz="900" dirty="0"/>
                        <a:t>ライセンス </a:t>
                      </a:r>
                      <a:r>
                        <a:rPr lang="en-US" altLang="ja-JP" sz="900" dirty="0"/>
                        <a:t>(</a:t>
                      </a:r>
                      <a:r>
                        <a:rPr lang="de-DE" sz="900" dirty="0"/>
                        <a:t>SharePoint Online </a:t>
                      </a:r>
                      <a:r>
                        <a:rPr lang="ja-JP" altLang="en-US" sz="900" dirty="0"/>
                        <a:t>を含むプラン</a:t>
                      </a:r>
                      <a:r>
                        <a:rPr lang="en-US" altLang="ja-JP" sz="900" dirty="0"/>
                        <a:t>)</a:t>
                      </a:r>
                    </a:p>
                  </a:txBody>
                  <a:tcPr marL="28046" marR="28046" marT="14023" marB="14023" anchor="ctr"/>
                </a:tc>
                <a:extLst>
                  <a:ext uri="{0D108BD9-81ED-4DB2-BD59-A6C34878D82A}">
                    <a16:rowId xmlns:a16="http://schemas.microsoft.com/office/drawing/2014/main" val="10008"/>
                  </a:ext>
                </a:extLst>
              </a:tr>
              <a:tr h="502427">
                <a:tc>
                  <a:txBody>
                    <a:bodyPr/>
                    <a:lstStyle/>
                    <a:p>
                      <a:endParaRPr lang="ja-JP" altLang="en-US"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ja-JP" altLang="en-US" sz="900" dirty="0">
                        <a:solidFill>
                          <a:srgbClr val="FF0000"/>
                        </a:solidFill>
                      </a:endParaRPr>
                    </a:p>
                  </a:txBody>
                  <a:tcPr marL="28046" marR="28046" marT="14023" marB="14023" anchor="ctr"/>
                </a:tc>
                <a:tc>
                  <a:txBody>
                    <a:bodyPr/>
                    <a:lstStyle/>
                    <a:p>
                      <a:r>
                        <a:rPr lang="ja-JP" altLang="en-US" sz="900" dirty="0">
                          <a:solidFill>
                            <a:srgbClr val="FF0000"/>
                          </a:solidFill>
                        </a:rPr>
                        <a:t>特別</a:t>
                      </a:r>
                      <a:r>
                        <a:rPr lang="en-US" altLang="ja-JP" sz="900" dirty="0">
                          <a:solidFill>
                            <a:srgbClr val="FF0000"/>
                          </a:solidFill>
                        </a:rPr>
                        <a:t>API</a:t>
                      </a:r>
                      <a:r>
                        <a:rPr lang="ja-JP" altLang="en-US" sz="900" dirty="0">
                          <a:solidFill>
                            <a:srgbClr val="FF0000"/>
                          </a:solidFill>
                        </a:rPr>
                        <a:t>コールが必要</a:t>
                      </a:r>
                      <a:endParaRPr lang="en-US" altLang="ja-JP" sz="900" dirty="0">
                        <a:solidFill>
                          <a:srgbClr val="FF0000"/>
                        </a:solidFill>
                      </a:endParaRPr>
                    </a:p>
                    <a:p>
                      <a:r>
                        <a:rPr lang="ja-JP" altLang="en-US" sz="900" dirty="0">
                          <a:solidFill>
                            <a:srgbClr val="FF0000"/>
                          </a:solidFill>
                        </a:rPr>
                        <a:t>事前の</a:t>
                      </a:r>
                      <a:r>
                        <a:rPr lang="en-US" altLang="ja-JP" sz="900" dirty="0">
                          <a:solidFill>
                            <a:srgbClr val="FF0000"/>
                          </a:solidFill>
                        </a:rPr>
                        <a:t>App</a:t>
                      </a:r>
                      <a:r>
                        <a:rPr lang="ja-JP" altLang="en-US" sz="900" dirty="0">
                          <a:solidFill>
                            <a:srgbClr val="FF0000"/>
                          </a:solidFill>
                        </a:rPr>
                        <a:t>登録が必須</a:t>
                      </a:r>
                      <a:endParaRPr lang="en-US" altLang="ja-JP" sz="900" dirty="0">
                        <a:solidFill>
                          <a:srgbClr val="FF0000"/>
                        </a:solidFill>
                      </a:endParaRPr>
                    </a:p>
                    <a:p>
                      <a:r>
                        <a:rPr lang="en-US" altLang="ja-JP" sz="900" dirty="0">
                          <a:solidFill>
                            <a:srgbClr val="FF0000"/>
                          </a:solidFill>
                        </a:rPr>
                        <a:t>SharePoint</a:t>
                      </a:r>
                      <a:r>
                        <a:rPr lang="ja-JP" altLang="en-US" sz="900" dirty="0">
                          <a:solidFill>
                            <a:srgbClr val="FF0000"/>
                          </a:solidFill>
                        </a:rPr>
                        <a:t>に置いている添付ファイルの管理が必要</a:t>
                      </a:r>
                      <a:endParaRPr lang="en-US" altLang="ja-JP" sz="900" dirty="0">
                        <a:solidFill>
                          <a:srgbClr val="FF0000"/>
                        </a:solidFill>
                      </a:endParaRPr>
                    </a:p>
                  </a:txBody>
                  <a:tcPr marL="28046" marR="28046" marT="14023" marB="14023" anchor="ctr"/>
                </a:tc>
                <a:extLst>
                  <a:ext uri="{0D108BD9-81ED-4DB2-BD59-A6C34878D82A}">
                    <a16:rowId xmlns:a16="http://schemas.microsoft.com/office/drawing/2014/main" val="291555614"/>
                  </a:ext>
                </a:extLst>
              </a:tr>
            </a:tbl>
          </a:graphicData>
        </a:graphic>
      </p:graphicFrame>
    </p:spTree>
    <p:extLst>
      <p:ext uri="{BB962C8B-B14F-4D97-AF65-F5344CB8AC3E}">
        <p14:creationId xmlns:p14="http://schemas.microsoft.com/office/powerpoint/2010/main" val="25444297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44331-4BEF-F2FC-48A6-BF12AE3703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B85A4E-12CE-5942-ACC0-31AA3B63F200}"/>
              </a:ext>
            </a:extLst>
          </p:cNvPr>
          <p:cNvSpPr>
            <a:spLocks noGrp="1"/>
          </p:cNvSpPr>
          <p:nvPr>
            <p:ph type="title"/>
          </p:nvPr>
        </p:nvSpPr>
        <p:spPr>
          <a:xfrm>
            <a:off x="414336" y="255263"/>
            <a:ext cx="9327072" cy="683629"/>
          </a:xfrm>
        </p:spPr>
        <p:txBody>
          <a:bodyPr>
            <a:noAutofit/>
          </a:bodyPr>
          <a:lstStyle/>
          <a:p>
            <a:r>
              <a:rPr lang="ja-JP" altLang="en-US"/>
              <a:t>実現方法－ 検索機能２</a:t>
            </a:r>
          </a:p>
        </p:txBody>
      </p:sp>
      <p:sp>
        <p:nvSpPr>
          <p:cNvPr id="15" name="テキスト ボックス 14">
            <a:extLst>
              <a:ext uri="{FF2B5EF4-FFF2-40B4-BE49-F238E27FC236}">
                <a16:creationId xmlns:a16="http://schemas.microsoft.com/office/drawing/2014/main" id="{0EC3F4ED-93EE-E22C-93BB-7B4C475C55B7}"/>
              </a:ext>
            </a:extLst>
          </p:cNvPr>
          <p:cNvSpPr txBox="1"/>
          <p:nvPr/>
        </p:nvSpPr>
        <p:spPr>
          <a:xfrm>
            <a:off x="414337" y="814891"/>
            <a:ext cx="7764464" cy="562496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sz="1400" dirty="0">
                <a:latin typeface="DengXian 本文"/>
              </a:rPr>
              <a:t>添付ファイル向け検索: SharePointの検索機能</a:t>
            </a:r>
            <a:r>
              <a:rPr kumimoji="0" lang="ja-JP" altLang="en-US" sz="1400" dirty="0">
                <a:latin typeface="DengXian 本文"/>
              </a:rPr>
              <a:t>を利用。</a:t>
            </a:r>
            <a:endParaRPr kumimoji="0" lang="en-US" altLang="ja-JP" sz="1400" dirty="0">
              <a:latin typeface="DengXian 本文"/>
            </a:endParaRPr>
          </a:p>
          <a:p>
            <a:pPr marL="342900" indent="-342900">
              <a:buFont typeface="+mj-lt"/>
              <a:buAutoNum type="arabicPeriod"/>
            </a:pPr>
            <a:r>
              <a:rPr lang="en-US" altLang="ja-JP" sz="1200" b="1" dirty="0"/>
              <a:t>Azure AD </a:t>
            </a:r>
            <a:r>
              <a:rPr lang="ja-JP" altLang="en-US" sz="1200" b="1" dirty="0"/>
              <a:t>アプリケーションの登録と権限設定</a:t>
            </a:r>
            <a:r>
              <a:rPr lang="en-US" altLang="ja-JP" sz="1200" b="1" dirty="0"/>
              <a:t>:</a:t>
            </a:r>
            <a:endParaRPr lang="ja-JP" altLang="en-US" sz="1200" dirty="0"/>
          </a:p>
          <a:p>
            <a:pPr lvl="1"/>
            <a:r>
              <a:rPr lang="en-US" altLang="ja-JP" sz="1050" dirty="0"/>
              <a:t>Azure AD </a:t>
            </a:r>
            <a:r>
              <a:rPr lang="ja-JP" altLang="en-US" sz="1050" dirty="0"/>
              <a:t>にアプリケーションを登録し、必要な </a:t>
            </a:r>
            <a:r>
              <a:rPr lang="en-US" altLang="ja-JP" sz="1050" dirty="0"/>
              <a:t>Graph API </a:t>
            </a:r>
            <a:r>
              <a:rPr lang="ja-JP" altLang="en-US" sz="1050" dirty="0"/>
              <a:t>のアクセス許可を付与します。</a:t>
            </a:r>
          </a:p>
          <a:p>
            <a:pPr lvl="1"/>
            <a:r>
              <a:rPr lang="ja-JP" altLang="en-US" sz="1050" dirty="0"/>
              <a:t>アプリケーション </a:t>
            </a:r>
            <a:r>
              <a:rPr lang="en-US" altLang="ja-JP" sz="1050" dirty="0"/>
              <a:t>ID (</a:t>
            </a:r>
            <a:r>
              <a:rPr lang="ja-JP" altLang="en-US" sz="1050" dirty="0"/>
              <a:t>クライアント </a:t>
            </a:r>
            <a:r>
              <a:rPr lang="en-US" altLang="ja-JP" sz="1050" dirty="0"/>
              <a:t>ID) </a:t>
            </a:r>
            <a:r>
              <a:rPr lang="ja-JP" altLang="en-US" sz="1050" dirty="0"/>
              <a:t>と、</a:t>
            </a:r>
            <a:r>
              <a:rPr lang="ja-JP" altLang="en-US" sz="1050" b="1" dirty="0"/>
              <a:t>クライアントシークレット</a:t>
            </a:r>
            <a:r>
              <a:rPr lang="ja-JP" altLang="en-US" sz="1050" dirty="0"/>
              <a:t> または </a:t>
            </a:r>
            <a:r>
              <a:rPr lang="ja-JP" altLang="en-US" sz="1050" b="1" dirty="0"/>
              <a:t>証明書</a:t>
            </a:r>
            <a:r>
              <a:rPr lang="ja-JP" altLang="en-US" sz="1050" dirty="0"/>
              <a:t> を取得します。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必要な Graph API 権限</a:t>
            </a:r>
          </a:p>
          <a:p>
            <a:pPr lvl="1" eaLnBrk="0" fontAlgn="base" hangingPunct="0">
              <a:spcBef>
                <a:spcPct val="0"/>
              </a:spcBef>
              <a:spcAft>
                <a:spcPct val="0"/>
              </a:spcAft>
            </a:pPr>
            <a:r>
              <a:rPr kumimoji="0" lang="ja-JP" altLang="ja-JP" sz="1050" dirty="0">
                <a:latin typeface="Arial" panose="020B0604020202020204" pitchFamily="34" charset="0"/>
              </a:rPr>
              <a:t>Graph API を使用して SharePoint のドキュメントライブラリを検索するには、主に以下の権限が必要です。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Files.Read.All</a:t>
            </a:r>
            <a:r>
              <a:rPr kumimoji="0" lang="ja-JP" altLang="ja-JP" sz="1050" dirty="0"/>
              <a:t>: SharePoint Online 内のすべてのファイルコンテンツを読み取る権限です。これにより、ドキュメントライブラリ内のファイルを検索し、そのメタデータやコンテンツを取得できます。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Sites.Read.All</a:t>
            </a:r>
            <a:r>
              <a:rPr kumimoji="0" lang="ja-JP" altLang="ja-JP" sz="1050" dirty="0"/>
              <a:t>: SharePoint Online 内のすべてのサイトコレクションとサイトのメタデータを読み取る権限です。これにより、検索対象となるドキュメントライブラリが存在するサイトを特定できます。</a:t>
            </a:r>
            <a:endParaRPr kumimoji="0" lang="ja-JP" altLang="ja-JP" sz="1050" dirty="0">
              <a:latin typeface="Arial" panose="020B0604020202020204" pitchFamily="34" charset="0"/>
            </a:endParaRPr>
          </a:p>
          <a:p>
            <a:pPr lvl="1" eaLnBrk="0" fontAlgn="base" hangingPunct="0">
              <a:spcBef>
                <a:spcPct val="0"/>
              </a:spcBef>
              <a:spcAft>
                <a:spcPct val="0"/>
              </a:spcAft>
            </a:pPr>
            <a:r>
              <a:rPr kumimoji="0" lang="ja-JP" altLang="ja-JP" sz="1050" dirty="0">
                <a:latin typeface="Arial" panose="020B0604020202020204" pitchFamily="34" charset="0"/>
              </a:rPr>
              <a:t>これらの権限は、アプリケーションの登録時に Azure Active Directory (現 Microsoft Entra ID) で設定します。Power Apps や Power Automate から Graph API を呼び出す際には、これらの権限が付与されたサービスプリンシパルまたは委任された権限を持つユーザーアカウントを使用することになります。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Power Apps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では、</a:t>
            </a:r>
            <a:r>
              <a:rPr kumimoji="0" lang="ja-JP" altLang="ja-JP" sz="1050" b="1" dirty="0">
                <a:latin typeface="Arial" panose="020B0604020202020204" pitchFamily="34" charset="0"/>
              </a:rPr>
              <a:t>カスタムコネクタ</a:t>
            </a:r>
            <a:r>
              <a:rPr kumimoji="0" lang="ja-JP" altLang="ja-JP" sz="1050" dirty="0">
                <a:latin typeface="Arial" panose="020B0604020202020204" pitchFamily="34" charset="0"/>
              </a:rPr>
              <a:t> を作成して Graph API エンドポイントを定義するのが一般的です。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カスタムコネクタの設定で、上記で説明した必要な Graph API 権限を要求するように設定します。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Graph API の検索エンドポイント（例: </a:t>
            </a:r>
            <a:r>
              <a:rPr kumimoji="0" lang="ja-JP" altLang="ja-JP" sz="1050" dirty="0">
                <a:latin typeface="Arial Unicode MS"/>
              </a:rPr>
              <a:t>https://graph.microsoft.com/v1.0/sites/{site-id}/drive/root/search(q='{search-query}')</a:t>
            </a:r>
            <a:r>
              <a:rPr kumimoji="0" lang="ja-JP" altLang="ja-JP" sz="1050" dirty="0"/>
              <a:t>）を呼び出すアクションを定義します。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特定のドキュメントライブラリを限定するには、</a:t>
            </a:r>
            <a:r>
              <a:rPr kumimoji="0" lang="ja-JP" altLang="ja-JP" sz="1050" dirty="0">
                <a:latin typeface="Arial Unicode MS"/>
              </a:rPr>
              <a:t>site-id</a:t>
            </a:r>
            <a:r>
              <a:rPr kumimoji="0" lang="ja-JP" altLang="ja-JP" sz="1050" dirty="0"/>
              <a:t> を指定するか、検索クエリ (</a:t>
            </a:r>
            <a:r>
              <a:rPr kumimoji="0" lang="ja-JP" altLang="ja-JP" sz="1050" dirty="0">
                <a:latin typeface="Arial Unicode MS"/>
              </a:rPr>
              <a:t>q</a:t>
            </a:r>
            <a:r>
              <a:rPr kumimoji="0" lang="ja-JP" altLang="ja-JP" sz="1050" dirty="0"/>
              <a:t>) にドキュメントライブラリ名やパスを含めるなどの工夫が必要になります。Graph API の検索機能は、</a:t>
            </a:r>
            <a:r>
              <a:rPr kumimoji="0" lang="ja-JP" altLang="ja-JP" sz="1050" dirty="0">
                <a:latin typeface="Arial Unicode MS"/>
              </a:rPr>
              <a:t>search</a:t>
            </a:r>
            <a:r>
              <a:rPr kumimoji="0" lang="ja-JP" altLang="ja-JP" sz="1050" dirty="0"/>
              <a:t> クエリパラメータで詳細なフィルタリングをサポートしています。例えば、</a:t>
            </a:r>
            <a:r>
              <a:rPr kumimoji="0" lang="ja-JP" altLang="ja-JP" sz="1050" dirty="0">
                <a:latin typeface="Arial Unicode MS"/>
              </a:rPr>
              <a:t>search(q='keyword in:Shared Documents')</a:t>
            </a:r>
            <a:r>
              <a:rPr kumimoji="0" lang="ja-JP" altLang="ja-JP" sz="1050" dirty="0"/>
              <a:t> のように、特定のフォルダを指定できます。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のキャンバスアプリ内で、このカスタムコネクタのアクションを呼び出し、取得した検索結果を表示します。</a:t>
            </a:r>
            <a:endParaRPr kumimoji="0" lang="ja-JP" altLang="ja-JP" sz="12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kumimoji="0" lang="ja-JP" altLang="ja-JP" sz="1200" b="1" dirty="0">
                <a:latin typeface="Arial" panose="020B0604020202020204" pitchFamily="34" charset="0"/>
              </a:rPr>
              <a:t>Power Automate Flow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Automate では、</a:t>
            </a:r>
            <a:r>
              <a:rPr kumimoji="0" lang="ja-JP" altLang="ja-JP" sz="1050" b="1" dirty="0">
                <a:latin typeface="Arial" panose="020B0604020202020204" pitchFamily="34" charset="0"/>
              </a:rPr>
              <a:t>HTTP アクション</a:t>
            </a:r>
            <a:r>
              <a:rPr kumimoji="0" lang="ja-JP" altLang="ja-JP" sz="1050" dirty="0">
                <a:latin typeface="Arial" panose="020B0604020202020204" pitchFamily="34" charset="0"/>
              </a:rPr>
              <a:t> を使用して Graph API を直接呼び出すことができます。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HTTP アクションの設定で、HTTP メソッドを </a:t>
            </a:r>
            <a:r>
              <a:rPr kumimoji="0" lang="ja-JP" altLang="ja-JP" sz="1050" dirty="0">
                <a:latin typeface="Arial Unicode MS"/>
              </a:rPr>
              <a:t>GET</a:t>
            </a:r>
            <a:r>
              <a:rPr kumimoji="0" lang="ja-JP" altLang="ja-JP" sz="1050" dirty="0"/>
              <a:t> または </a:t>
            </a:r>
            <a:r>
              <a:rPr kumimoji="0" lang="ja-JP" altLang="ja-JP" sz="1050" dirty="0">
                <a:latin typeface="Arial Unicode MS"/>
              </a:rPr>
              <a:t>POST</a:t>
            </a:r>
            <a:r>
              <a:rPr kumimoji="0" lang="ja-JP" altLang="ja-JP" sz="1050" dirty="0"/>
              <a:t> に設定し、Graph API のエンドポイント URL を指定します。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認証には、HTTP アクションの「認証」設定で「Active Directory OAuth」を選択し、必要な権限を持つ Azure AD アプリケーションのテナント ID、クライアント ID、クライアントシークレット（または証明書）を設定します。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ヘッダーには </a:t>
            </a:r>
            <a:r>
              <a:rPr kumimoji="0" lang="ja-JP" altLang="ja-JP" sz="1050" dirty="0">
                <a:latin typeface="Arial Unicode MS"/>
              </a:rPr>
              <a:t>Content-Type: application/json</a:t>
            </a:r>
            <a:r>
              <a:rPr kumimoji="0" lang="ja-JP" altLang="ja-JP" sz="1050" dirty="0"/>
              <a:t> などを設定します。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Unicode MS"/>
              </a:rPr>
              <a:t>uri</a:t>
            </a:r>
            <a:r>
              <a:rPr kumimoji="0" lang="ja-JP" altLang="ja-JP" sz="1050" dirty="0"/>
              <a:t> パラメータで検索クエリを指定し、ドキュメントライブラリを限定するための </a:t>
            </a:r>
            <a:r>
              <a:rPr kumimoji="0" lang="ja-JP" altLang="ja-JP" sz="1050" dirty="0">
                <a:latin typeface="Arial Unicode MS"/>
              </a:rPr>
              <a:t>in:</a:t>
            </a:r>
            <a:r>
              <a:rPr kumimoji="0" lang="ja-JP" altLang="ja-JP" sz="1050" dirty="0"/>
              <a:t> 演算子などを活用します。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取得した JSON レスポンスを解析し、必要に応じて後続のアクション（例: メール送信、SharePoint リストへの記録など）を実行します。</a:t>
            </a:r>
          </a:p>
        </p:txBody>
      </p:sp>
      <p:pic>
        <p:nvPicPr>
          <p:cNvPr id="2050" name="Picture 2" descr="Microsoft Graph API - Cyderes Documentation">
            <a:extLst>
              <a:ext uri="{FF2B5EF4-FFF2-40B4-BE49-F238E27FC236}">
                <a16:creationId xmlns:a16="http://schemas.microsoft.com/office/drawing/2014/main" id="{BBCC0D22-76B9-A051-8B58-50259E1DD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7559" y="2879621"/>
            <a:ext cx="1437641" cy="718821"/>
          </a:xfrm>
          <a:prstGeom prst="rect">
            <a:avLst/>
          </a:prstGeom>
          <a:noFill/>
          <a:extLst>
            <a:ext uri="{909E8E84-426E-40DD-AFC4-6F175D3DCCD1}">
              <a14:hiddenFill xmlns:a14="http://schemas.microsoft.com/office/drawing/2010/main">
                <a:solidFill>
                  <a:srgbClr val="FFFFFF"/>
                </a:solidFill>
              </a14:hiddenFill>
            </a:ext>
          </a:extLst>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CB68834-A897-CE74-A512-5FD3ED5EF5E5}"/>
              </a:ext>
            </a:extLst>
          </p:cNvPr>
          <p:cNvPicPr>
            <a:picLocks noGrp="1"/>
          </p:cNvPicPr>
          <p:nvPr>
            <p:ph sz="quarter" idx="10"/>
          </p:nvPr>
        </p:nvPicPr>
        <p:blipFill>
          <a:blip r:embed="rId4"/>
          <a:stretch>
            <a:fillRect/>
          </a:stretch>
        </p:blipFill>
        <p:spPr>
          <a:xfrm>
            <a:off x="9090656" y="941625"/>
            <a:ext cx="1084608" cy="623650"/>
          </a:xfrm>
        </p:spPr>
      </p:pic>
      <p:pic>
        <p:nvPicPr>
          <p:cNvPr id="4" name="図 3"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B6A62F45-8902-2559-F5A3-F2D88D2259C0}"/>
              </a:ext>
            </a:extLst>
          </p:cNvPr>
          <p:cNvPicPr/>
          <p:nvPr/>
        </p:nvPicPr>
        <p:blipFill>
          <a:blip r:embed="rId5"/>
          <a:stretch>
            <a:fillRect/>
          </a:stretch>
        </p:blipFill>
        <p:spPr>
          <a:xfrm>
            <a:off x="10791180" y="828069"/>
            <a:ext cx="934788" cy="737206"/>
          </a:xfrm>
          <a:prstGeom prst="rect">
            <a:avLst/>
          </a:prstGeom>
        </p:spPr>
      </p:pic>
      <p:pic>
        <p:nvPicPr>
          <p:cNvPr id="5" name="図 4" descr="ロゴ, アイコン&#10;&#10;AI によって生成されたコンテンツは間違っている可能性があります。">
            <a:extLst>
              <a:ext uri="{FF2B5EF4-FFF2-40B4-BE49-F238E27FC236}">
                <a16:creationId xmlns:a16="http://schemas.microsoft.com/office/drawing/2014/main" id="{95B1F3E8-ADFA-6F77-03F0-A996FD410BC5}"/>
              </a:ext>
            </a:extLst>
          </p:cNvPr>
          <p:cNvPicPr/>
          <p:nvPr/>
        </p:nvPicPr>
        <p:blipFill>
          <a:blip r:embed="rId6"/>
          <a:stretch>
            <a:fillRect/>
          </a:stretch>
        </p:blipFill>
        <p:spPr>
          <a:xfrm>
            <a:off x="8336472" y="2928006"/>
            <a:ext cx="643597" cy="629116"/>
          </a:xfrm>
          <a:prstGeom prst="rect">
            <a:avLst/>
          </a:prstGeom>
        </p:spPr>
      </p:pic>
      <p:sp>
        <p:nvSpPr>
          <p:cNvPr id="6" name="正方形/長方形 5">
            <a:extLst>
              <a:ext uri="{FF2B5EF4-FFF2-40B4-BE49-F238E27FC236}">
                <a16:creationId xmlns:a16="http://schemas.microsoft.com/office/drawing/2014/main" id="{98C14583-0FF3-291C-E698-F3669A76D901}"/>
              </a:ext>
            </a:extLst>
          </p:cNvPr>
          <p:cNvSpPr/>
          <p:nvPr/>
        </p:nvSpPr>
        <p:spPr>
          <a:xfrm>
            <a:off x="9632959" y="2007933"/>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a:t>検索条件整備</a:t>
            </a:r>
          </a:p>
        </p:txBody>
      </p:sp>
      <p:cxnSp>
        <p:nvCxnSpPr>
          <p:cNvPr id="9" name="直線矢印コネクタ 8">
            <a:extLst>
              <a:ext uri="{FF2B5EF4-FFF2-40B4-BE49-F238E27FC236}">
                <a16:creationId xmlns:a16="http://schemas.microsoft.com/office/drawing/2014/main" id="{50328C86-20B2-14B6-CC7F-66AB08CDAFEB}"/>
              </a:ext>
            </a:extLst>
          </p:cNvPr>
          <p:cNvCxnSpPr>
            <a:cxnSpLocks/>
            <a:stCxn id="6" idx="2"/>
            <a:endCxn id="2050" idx="0"/>
          </p:cNvCxnSpPr>
          <p:nvPr/>
        </p:nvCxnSpPr>
        <p:spPr>
          <a:xfrm>
            <a:off x="10326379" y="2526093"/>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1380BE2B-520C-4697-E14B-2DCF4C9A12EA}"/>
              </a:ext>
            </a:extLst>
          </p:cNvPr>
          <p:cNvSpPr/>
          <p:nvPr/>
        </p:nvSpPr>
        <p:spPr>
          <a:xfrm>
            <a:off x="9632959" y="3951970"/>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dirty="0"/>
              <a:t>保存</a:t>
            </a:r>
            <a:r>
              <a:rPr kumimoji="1" lang="en-US" altLang="ja-JP" sz="1100" dirty="0"/>
              <a:t>Site</a:t>
            </a:r>
            <a:r>
              <a:rPr kumimoji="1" lang="ja-JP" altLang="en-US" sz="1100" dirty="0"/>
              <a:t>であるかどうかで</a:t>
            </a:r>
            <a:r>
              <a:rPr kumimoji="1" lang="en-US" altLang="ja-JP" sz="1100" dirty="0"/>
              <a:t>Filter</a:t>
            </a:r>
            <a:endParaRPr kumimoji="1" lang="ja-JP" altLang="en-US" sz="1100" dirty="0"/>
          </a:p>
        </p:txBody>
      </p:sp>
      <p:cxnSp>
        <p:nvCxnSpPr>
          <p:cNvPr id="12" name="直線矢印コネクタ 11">
            <a:extLst>
              <a:ext uri="{FF2B5EF4-FFF2-40B4-BE49-F238E27FC236}">
                <a16:creationId xmlns:a16="http://schemas.microsoft.com/office/drawing/2014/main" id="{8810969E-8179-BD4C-EC5E-5D51A91615FB}"/>
              </a:ext>
            </a:extLst>
          </p:cNvPr>
          <p:cNvCxnSpPr>
            <a:cxnSpLocks/>
            <a:stCxn id="5" idx="3"/>
          </p:cNvCxnSpPr>
          <p:nvPr/>
        </p:nvCxnSpPr>
        <p:spPr>
          <a:xfrm>
            <a:off x="8980069" y="3242564"/>
            <a:ext cx="6255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7675FEFC-654E-D73B-658F-BA476ADFC735}"/>
              </a:ext>
            </a:extLst>
          </p:cNvPr>
          <p:cNvSpPr/>
          <p:nvPr/>
        </p:nvSpPr>
        <p:spPr>
          <a:xfrm>
            <a:off x="9632959" y="4823658"/>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ja-JP" sz="1100"/>
              <a:t>PowerApps</a:t>
            </a:r>
            <a:r>
              <a:rPr lang="ja-JP" altLang="en-US" sz="1100"/>
              <a:t>へ表示</a:t>
            </a:r>
          </a:p>
        </p:txBody>
      </p:sp>
      <p:pic>
        <p:nvPicPr>
          <p:cNvPr id="2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216AC98-C4AD-A915-4837-EAF9CC71F366}"/>
              </a:ext>
            </a:extLst>
          </p:cNvPr>
          <p:cNvPicPr>
            <a:picLocks/>
          </p:cNvPicPr>
          <p:nvPr/>
        </p:nvPicPr>
        <p:blipFill>
          <a:blip r:embed="rId4"/>
          <a:stretch>
            <a:fillRect/>
          </a:stretch>
        </p:blipFill>
        <p:spPr>
          <a:xfrm>
            <a:off x="9784075" y="5695346"/>
            <a:ext cx="1084608" cy="623650"/>
          </a:xfrm>
          <a:prstGeom prst="rect">
            <a:avLst/>
          </a:prstGeom>
        </p:spPr>
      </p:pic>
      <p:cxnSp>
        <p:nvCxnSpPr>
          <p:cNvPr id="22" name="コネクタ: カギ線 21">
            <a:extLst>
              <a:ext uri="{FF2B5EF4-FFF2-40B4-BE49-F238E27FC236}">
                <a16:creationId xmlns:a16="http://schemas.microsoft.com/office/drawing/2014/main" id="{F48DB493-97CF-8783-B827-83A40551939E}"/>
              </a:ext>
            </a:extLst>
          </p:cNvPr>
          <p:cNvCxnSpPr>
            <a:stCxn id="4" idx="2"/>
            <a:endCxn id="6" idx="0"/>
          </p:cNvCxnSpPr>
          <p:nvPr/>
        </p:nvCxnSpPr>
        <p:spPr>
          <a:xfrm rot="5400000">
            <a:off x="10571148" y="1320507"/>
            <a:ext cx="442658" cy="9321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B299363E-D321-A370-EB37-05993CE9F5F7}"/>
              </a:ext>
            </a:extLst>
          </p:cNvPr>
          <p:cNvCxnSpPr>
            <a:cxnSpLocks/>
            <a:stCxn id="2050" idx="2"/>
            <a:endCxn id="11" idx="0"/>
          </p:cNvCxnSpPr>
          <p:nvPr/>
        </p:nvCxnSpPr>
        <p:spPr>
          <a:xfrm flipH="1">
            <a:off x="10326379" y="3598442"/>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4F96A356-A086-CB10-6D72-DCCF5EB5B19D}"/>
              </a:ext>
            </a:extLst>
          </p:cNvPr>
          <p:cNvCxnSpPr>
            <a:cxnSpLocks/>
            <a:stCxn id="11" idx="2"/>
          </p:cNvCxnSpPr>
          <p:nvPr/>
        </p:nvCxnSpPr>
        <p:spPr>
          <a:xfrm>
            <a:off x="10326379" y="4470130"/>
            <a:ext cx="0" cy="353528"/>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82E4080-4DAF-2D21-6665-6BC02ED8EF13}"/>
              </a:ext>
            </a:extLst>
          </p:cNvPr>
          <p:cNvCxnSpPr>
            <a:cxnSpLocks/>
            <a:stCxn id="3" idx="2"/>
            <a:endCxn id="6" idx="0"/>
          </p:cNvCxnSpPr>
          <p:nvPr/>
        </p:nvCxnSpPr>
        <p:spPr>
          <a:xfrm rot="16200000" flipH="1">
            <a:off x="9758340" y="1439894"/>
            <a:ext cx="442658" cy="693419"/>
          </a:xfrm>
          <a:prstGeom prst="bentConnector3">
            <a:avLst>
              <a:gd name="adj1" fmla="val 50000"/>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803390F5-3455-17B5-CB2F-194E9C0F4A89}"/>
              </a:ext>
            </a:extLst>
          </p:cNvPr>
          <p:cNvCxnSpPr>
            <a:cxnSpLocks/>
            <a:endCxn id="20" idx="0"/>
          </p:cNvCxnSpPr>
          <p:nvPr/>
        </p:nvCxnSpPr>
        <p:spPr>
          <a:xfrm>
            <a:off x="10326379" y="5307562"/>
            <a:ext cx="0" cy="38778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フローチャート: 書類 38">
            <a:extLst>
              <a:ext uri="{FF2B5EF4-FFF2-40B4-BE49-F238E27FC236}">
                <a16:creationId xmlns:a16="http://schemas.microsoft.com/office/drawing/2014/main" id="{82F3BDC6-8014-83E8-ADD9-558AF94A83C9}"/>
              </a:ext>
            </a:extLst>
          </p:cNvPr>
          <p:cNvSpPr/>
          <p:nvPr/>
        </p:nvSpPr>
        <p:spPr>
          <a:xfrm>
            <a:off x="8347719" y="4424194"/>
            <a:ext cx="619809" cy="365760"/>
          </a:xfrm>
          <a:prstGeom prst="flowChartDocumen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ja-JP" altLang="en-US" sz="1100" dirty="0"/>
              <a:t>表示用結果</a:t>
            </a:r>
          </a:p>
        </p:txBody>
      </p:sp>
      <p:cxnSp>
        <p:nvCxnSpPr>
          <p:cNvPr id="40" name="コネクタ: カギ線 39">
            <a:extLst>
              <a:ext uri="{FF2B5EF4-FFF2-40B4-BE49-F238E27FC236}">
                <a16:creationId xmlns:a16="http://schemas.microsoft.com/office/drawing/2014/main" id="{0D8A7114-4A0B-ADAF-FD82-C6F3DE8879C2}"/>
              </a:ext>
            </a:extLst>
          </p:cNvPr>
          <p:cNvCxnSpPr>
            <a:cxnSpLocks/>
            <a:stCxn id="11" idx="1"/>
            <a:endCxn id="39" idx="0"/>
          </p:cNvCxnSpPr>
          <p:nvPr/>
        </p:nvCxnSpPr>
        <p:spPr>
          <a:xfrm rot="10800000" flipV="1">
            <a:off x="8657625" y="4211050"/>
            <a:ext cx="975335" cy="21314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8AF1A0BD-ACCC-F6F9-24D1-56FCB3423E02}"/>
              </a:ext>
            </a:extLst>
          </p:cNvPr>
          <p:cNvCxnSpPr>
            <a:cxnSpLocks/>
            <a:stCxn id="39" idx="2"/>
            <a:endCxn id="19" idx="1"/>
          </p:cNvCxnSpPr>
          <p:nvPr/>
        </p:nvCxnSpPr>
        <p:spPr>
          <a:xfrm rot="16200000" flipH="1">
            <a:off x="8986809" y="4436587"/>
            <a:ext cx="316965" cy="975335"/>
          </a:xfrm>
          <a:prstGeom prst="bentConnector2">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8D12AAD-0C20-B22C-AFE2-2D003DBEE77F}"/>
              </a:ext>
            </a:extLst>
          </p:cNvPr>
          <p:cNvSpPr txBox="1"/>
          <p:nvPr/>
        </p:nvSpPr>
        <p:spPr>
          <a:xfrm>
            <a:off x="10377301" y="2526093"/>
            <a:ext cx="1608171" cy="523220"/>
          </a:xfrm>
          <a:prstGeom prst="rect">
            <a:avLst/>
          </a:prstGeom>
          <a:noFill/>
        </p:spPr>
        <p:txBody>
          <a:bodyPr wrap="square" rtlCol="0">
            <a:spAutoFit/>
          </a:bodyPr>
          <a:lstStyle/>
          <a:p>
            <a:r>
              <a:rPr kumimoji="1" lang="en-US" altLang="zh-CN" sz="700" b="1"/>
              <a:t>Send Http Request Sequence</a:t>
            </a:r>
          </a:p>
          <a:p>
            <a:pPr marL="228600" indent="-228600">
              <a:buFont typeface="+mj-lt"/>
              <a:buAutoNum type="arabicPeriod"/>
            </a:pPr>
            <a:r>
              <a:rPr lang="en-US" altLang="ja-JP" sz="700"/>
              <a:t>Auth</a:t>
            </a:r>
          </a:p>
          <a:p>
            <a:pPr marL="228600" indent="-228600">
              <a:buFont typeface="+mj-lt"/>
              <a:buAutoNum type="arabicPeriod"/>
            </a:pPr>
            <a:r>
              <a:rPr kumimoji="1" lang="en-US" altLang="zh-CN" sz="700"/>
              <a:t>Get token</a:t>
            </a:r>
          </a:p>
          <a:p>
            <a:pPr marL="228600" indent="-228600">
              <a:buFont typeface="+mj-lt"/>
              <a:buAutoNum type="arabicPeriod"/>
            </a:pPr>
            <a:r>
              <a:rPr lang="en-US" altLang="zh-CN" sz="700"/>
              <a:t>Send Request</a:t>
            </a:r>
            <a:endParaRPr kumimoji="1" lang="ja-JP" altLang="en-US" sz="700"/>
          </a:p>
        </p:txBody>
      </p:sp>
    </p:spTree>
    <p:extLst>
      <p:ext uri="{BB962C8B-B14F-4D97-AF65-F5344CB8AC3E}">
        <p14:creationId xmlns:p14="http://schemas.microsoft.com/office/powerpoint/2010/main" val="1748161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2FBB-DC3A-220C-F84A-051129129C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C9CF8D-840E-6CF6-800C-146B8E70CC6A}"/>
              </a:ext>
            </a:extLst>
          </p:cNvPr>
          <p:cNvSpPr>
            <a:spLocks noGrp="1"/>
          </p:cNvSpPr>
          <p:nvPr>
            <p:ph type="title"/>
          </p:nvPr>
        </p:nvSpPr>
        <p:spPr>
          <a:xfrm>
            <a:off x="414336" y="255263"/>
            <a:ext cx="9327072" cy="683629"/>
          </a:xfrm>
        </p:spPr>
        <p:txBody>
          <a:bodyPr>
            <a:normAutofit/>
          </a:bodyPr>
          <a:lstStyle/>
          <a:p>
            <a:r>
              <a:rPr lang="ja-JP" altLang="en-US" dirty="0"/>
              <a:t>実現方法－パフォーマンス最適化</a:t>
            </a:r>
            <a:endParaRPr lang="ja-JP" altLang="en-US" dirty="0">
              <a:effectLst/>
            </a:endParaRPr>
          </a:p>
        </p:txBody>
      </p:sp>
      <p:sp>
        <p:nvSpPr>
          <p:cNvPr id="15" name="テキスト ボックス 14">
            <a:extLst>
              <a:ext uri="{FF2B5EF4-FFF2-40B4-BE49-F238E27FC236}">
                <a16:creationId xmlns:a16="http://schemas.microsoft.com/office/drawing/2014/main" id="{96A45E24-A945-6DD0-10F4-48B063BF3A7B}"/>
              </a:ext>
            </a:extLst>
          </p:cNvPr>
          <p:cNvSpPr txBox="1"/>
          <p:nvPr/>
        </p:nvSpPr>
        <p:spPr bwMode="auto">
          <a:xfrm>
            <a:off x="414336" y="874314"/>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データアクセス: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SQL Serverのクエリ最適化（インデックス、ストアドプロシージャ使用）。</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PowerAppsのDelegationを活用（Filter/Sortをサーバーサイド処理）。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ファイル扱い: </a:t>
            </a:r>
            <a:endParaRPr kumimoji="0" lang="en-US" altLang="zh-CN" dirty="0">
              <a:latin typeface="Arial" panose="020B0604020202020204" pitchFamily="34" charset="0"/>
            </a:endParaRPr>
          </a:p>
          <a:p>
            <a:pPr lvl="1" eaLnBrk="0" fontAlgn="base" hangingPunct="0">
              <a:spcBef>
                <a:spcPct val="0"/>
              </a:spcBef>
              <a:spcAft>
                <a:spcPct val="0"/>
              </a:spcAft>
            </a:pPr>
            <a:r>
              <a:rPr kumimoji="0" lang="zh-CN" altLang="zh-CN" sz="1600" dirty="0">
                <a:latin typeface="Arial" panose="020B0604020202020204" pitchFamily="34" charset="0"/>
              </a:rPr>
              <a:t>非同期ロード（PowerAppsのConcurrent関数）。大容量ファイル時はストリーミング</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スケーラビリティ: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ja-JP" sz="1600" dirty="0">
                <a:solidFill>
                  <a:srgbClr val="C00000"/>
                </a:solidFill>
              </a:rPr>
              <a:t>On-premises </a:t>
            </a:r>
            <a:r>
              <a:rPr lang="en-US" altLang="ja-JP" sz="1600" dirty="0" err="1">
                <a:solidFill>
                  <a:srgbClr val="C00000"/>
                </a:solidFill>
              </a:rPr>
              <a:t>Sqlserver</a:t>
            </a:r>
            <a:r>
              <a:rPr lang="ja-JP" altLang="en-US" sz="1600" dirty="0">
                <a:solidFill>
                  <a:srgbClr val="C00000"/>
                </a:solidFill>
              </a:rPr>
              <a:t>を利用した場合、</a:t>
            </a:r>
            <a:r>
              <a:rPr lang="en-US" altLang="ja-JP" sz="1600" dirty="0">
                <a:solidFill>
                  <a:srgbClr val="C00000"/>
                </a:solidFill>
              </a:rPr>
              <a:t>30</a:t>
            </a:r>
            <a:r>
              <a:rPr lang="ja-JP" altLang="en-US" sz="1600" dirty="0">
                <a:solidFill>
                  <a:srgbClr val="C00000"/>
                </a:solidFill>
              </a:rPr>
              <a:t>分以内でサーバ</a:t>
            </a:r>
            <a:r>
              <a:rPr lang="en-US" altLang="ja-JP" sz="1600" dirty="0" err="1">
                <a:solidFill>
                  <a:srgbClr val="C00000"/>
                </a:solidFill>
              </a:rPr>
              <a:t>Down,CPU</a:t>
            </a:r>
            <a:r>
              <a:rPr lang="en-US" altLang="ja-JP" sz="1600" dirty="0">
                <a:solidFill>
                  <a:srgbClr val="C00000"/>
                </a:solidFill>
              </a:rPr>
              <a:t>/</a:t>
            </a:r>
            <a:r>
              <a:rPr lang="ja-JP" altLang="en-US" sz="1600" dirty="0">
                <a:solidFill>
                  <a:srgbClr val="C00000"/>
                </a:solidFill>
              </a:rPr>
              <a:t>メモリオプション変更、</a:t>
            </a:r>
            <a:r>
              <a:rPr lang="en-US" altLang="ja-JP" sz="1600" dirty="0">
                <a:solidFill>
                  <a:srgbClr val="C00000"/>
                </a:solidFill>
              </a:rPr>
              <a:t>Up</a:t>
            </a:r>
            <a:r>
              <a:rPr lang="ja-JP" altLang="en-US" sz="1600" dirty="0">
                <a:solidFill>
                  <a:srgbClr val="C00000"/>
                </a:solidFill>
              </a:rPr>
              <a:t>でリソース増設可能</a:t>
            </a:r>
            <a:endParaRPr lang="en-US" altLang="ja-JP" sz="1600" dirty="0">
              <a:solidFill>
                <a:srgbClr val="C00000"/>
              </a:solidFill>
            </a:endParaRPr>
          </a:p>
          <a:p>
            <a:pPr marL="285750" lvl="0" indent="-285750" eaLnBrk="0" fontAlgn="base" hangingPunct="0">
              <a:spcBef>
                <a:spcPct val="0"/>
              </a:spcBef>
              <a:spcAft>
                <a:spcPct val="0"/>
              </a:spcAft>
              <a:buFont typeface="Arial" panose="020B0604020202020204" pitchFamily="34" charset="0"/>
              <a:buChar char="•"/>
            </a:pPr>
            <a:r>
              <a:rPr lang="ja-JP" altLang="en-US" dirty="0"/>
              <a:t>高可用性</a:t>
            </a:r>
            <a:r>
              <a:rPr lang="zh-CN" altLang="en-US" dirty="0"/>
              <a:t>（</a:t>
            </a:r>
            <a:r>
              <a:rPr lang="en-US" altLang="zh-CN" dirty="0"/>
              <a:t>HA</a:t>
            </a:r>
            <a:r>
              <a:rPr lang="zh-CN" altLang="en-US" dirty="0"/>
              <a:t>）：</a:t>
            </a:r>
            <a:r>
              <a:rPr lang="en-US" altLang="zh-CN" dirty="0" err="1"/>
              <a:t>Sqlserver</a:t>
            </a:r>
            <a:r>
              <a:rPr lang="ja-JP" altLang="en-US" dirty="0"/>
              <a:t>は</a:t>
            </a:r>
            <a:r>
              <a:rPr lang="en-US" altLang="ja-JP" dirty="0"/>
              <a:t>Cloud</a:t>
            </a:r>
            <a:r>
              <a:rPr lang="ja-JP" altLang="en-US" dirty="0"/>
              <a:t>（</a:t>
            </a:r>
            <a:r>
              <a:rPr lang="en-US" altLang="ja-JP" dirty="0"/>
              <a:t>Vesta</a:t>
            </a:r>
            <a:r>
              <a:rPr lang="ja-JP" altLang="en-US" dirty="0"/>
              <a:t>と同様</a:t>
            </a:r>
            <a:r>
              <a:rPr lang="en-US" altLang="ja-JP" dirty="0"/>
              <a:t>AWS</a:t>
            </a:r>
            <a:r>
              <a:rPr lang="ja-JP" altLang="en-US" dirty="0"/>
              <a:t>に置くと想定）に置き、</a:t>
            </a:r>
            <a:r>
              <a:rPr lang="en-US" altLang="ja-JP" dirty="0"/>
              <a:t>AWS</a:t>
            </a:r>
            <a:r>
              <a:rPr lang="ja-JP" altLang="en-US" dirty="0"/>
              <a:t>のリージョン・</a:t>
            </a:r>
            <a:r>
              <a:rPr lang="ja-JP" altLang="en-US" sz="1600" dirty="0"/>
              <a:t>アベイラビリティゾーンを活用した冗長化および、</a:t>
            </a:r>
            <a:r>
              <a:rPr lang="en-US" altLang="ja-JP" sz="1600" dirty="0"/>
              <a:t>EC2</a:t>
            </a:r>
            <a:r>
              <a:rPr lang="ja-JP" altLang="en-US" sz="1600" dirty="0"/>
              <a:t>インスタンスの自動復旧機能を活用</a:t>
            </a:r>
            <a:endParaRPr lang="en-US" altLang="ja-JP" sz="1600" dirty="0"/>
          </a:p>
          <a:p>
            <a:pPr marL="742950" lvl="1" indent="-285750" eaLnBrk="0" fontAlgn="base" hangingPunct="0">
              <a:spcBef>
                <a:spcPct val="0"/>
              </a:spcBef>
              <a:spcAft>
                <a:spcPct val="0"/>
              </a:spcAft>
              <a:buFont typeface="Arial" panose="020B0604020202020204" pitchFamily="34" charset="0"/>
              <a:buChar char="•"/>
            </a:pPr>
            <a:r>
              <a:rPr lang="ja-JP" altLang="en-US" sz="1400" dirty="0"/>
              <a:t>を活用した冗長化</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a:t>
            </a:r>
            <a:r>
              <a:rPr lang="de-DE" altLang="ja-JP" sz="1400" dirty="0"/>
              <a:t>AZ</a:t>
            </a:r>
            <a:r>
              <a:rPr lang="ja-JP" altLang="en-US" sz="1400" dirty="0"/>
              <a:t>リージョン・アベイラビリティゾーン構成 </a:t>
            </a:r>
            <a:r>
              <a:rPr lang="en-US" altLang="ja-JP" sz="1400" dirty="0"/>
              <a:t>(</a:t>
            </a:r>
            <a:r>
              <a:rPr lang="de-DE" altLang="ja-JP" sz="1400" dirty="0"/>
              <a:t>Multi-AZ)</a:t>
            </a:r>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マルチリージョン構成 </a:t>
            </a:r>
            <a:r>
              <a:rPr lang="en-US" altLang="ja-JP" sz="1400" dirty="0"/>
              <a:t>(Multi-Region)</a:t>
            </a:r>
          </a:p>
          <a:p>
            <a:pPr marL="742950" lvl="1" indent="-285750" eaLnBrk="0" fontAlgn="base" hangingPunct="0">
              <a:spcBef>
                <a:spcPct val="0"/>
              </a:spcBef>
              <a:spcAft>
                <a:spcPct val="0"/>
              </a:spcAft>
              <a:buFont typeface="Arial" panose="020B0604020202020204" pitchFamily="34" charset="0"/>
              <a:buChar char="•"/>
            </a:pPr>
            <a:r>
              <a:rPr lang="en-US" altLang="ja-JP" sz="1400" dirty="0"/>
              <a:t>EC2</a:t>
            </a:r>
            <a:r>
              <a:rPr lang="ja-JP" altLang="en-US" sz="1400" dirty="0"/>
              <a:t>インスタンスの自動復旧機能</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de-DE" altLang="ja-JP" sz="1400" dirty="0"/>
              <a:t>EC2 Auto Recovery</a:t>
            </a:r>
          </a:p>
          <a:p>
            <a:pPr marL="742950" lvl="1" indent="-285750" eaLnBrk="0" fontAlgn="base" hangingPunct="0">
              <a:spcBef>
                <a:spcPct val="0"/>
              </a:spcBef>
              <a:spcAft>
                <a:spcPct val="0"/>
              </a:spcAft>
              <a:buFont typeface="Arial" panose="020B0604020202020204" pitchFamily="34" charset="0"/>
              <a:buChar char="•"/>
            </a:pPr>
            <a:r>
              <a:rPr lang="ja-JP" altLang="en-US" sz="1400" dirty="0"/>
              <a:t>クラスタリングソフトウェアによる高可用性構成</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en-US" altLang="ja-JP" sz="1400" dirty="0"/>
              <a:t>HA</a:t>
            </a:r>
            <a:r>
              <a:rPr lang="ja-JP" altLang="en-US" sz="1400" dirty="0"/>
              <a:t>クラスタリングソフトウェア</a:t>
            </a:r>
            <a:endParaRPr kumimoji="0" lang="en-US" altLang="zh-CN" sz="14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監視: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 BIでパフォーマンスレポート作成。ボトルネック検知のためのログ（Application Insights）。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テスト: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負荷テスト（例: 同時100ユーザーアクセス</a:t>
            </a:r>
            <a:r>
              <a:rPr kumimoji="0" lang="zh-CN" altLang="en-US" sz="1600" dirty="0">
                <a:latin typeface="Arial" panose="020B0604020202020204" pitchFamily="34" charset="0"/>
              </a:rPr>
              <a:t>，</a:t>
            </a:r>
            <a:r>
              <a:rPr kumimoji="0" lang="en-US" altLang="zh-CN" sz="1600" dirty="0">
                <a:latin typeface="Arial" panose="020B0604020202020204" pitchFamily="34" charset="0"/>
              </a:rPr>
              <a:t>Max 20000 </a:t>
            </a:r>
            <a:r>
              <a:rPr kumimoji="0" lang="ja-JP" altLang="en-US" sz="1600" dirty="0">
                <a:latin typeface="Arial" panose="020B0604020202020204" pitchFamily="34" charset="0"/>
              </a:rPr>
              <a:t>ユーザ、</a:t>
            </a:r>
            <a:r>
              <a:rPr kumimoji="0" lang="en-US" altLang="ja-JP" sz="1600" dirty="0">
                <a:latin typeface="Arial" panose="020B0604020202020204" pitchFamily="34" charset="0"/>
              </a:rPr>
              <a:t>10</a:t>
            </a:r>
            <a:r>
              <a:rPr kumimoji="0" lang="ja-JP" altLang="en-US" sz="1600" dirty="0">
                <a:latin typeface="Arial" panose="020B0604020202020204" pitchFamily="34" charset="0"/>
              </a:rPr>
              <a:t>年データ量ベース</a:t>
            </a:r>
            <a:r>
              <a:rPr kumimoji="0" lang="zh-CN" altLang="zh-CN" sz="1600" dirty="0">
                <a:latin typeface="Arial" panose="020B0604020202020204" pitchFamily="34" charset="0"/>
              </a:rPr>
              <a:t>）を実施。 </a:t>
            </a: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1036418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01DB-F78E-1C74-6D66-019A19CB8C7A}"/>
            </a:ext>
          </a:extLst>
        </p:cNvPr>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E59D1AF9-C356-6558-6AF1-F274032D2EE9}"/>
              </a:ext>
            </a:extLst>
          </p:cNvPr>
          <p:cNvSpPr/>
          <p:nvPr/>
        </p:nvSpPr>
        <p:spPr>
          <a:xfrm>
            <a:off x="6255509" y="3510831"/>
            <a:ext cx="3755648" cy="327857"/>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E89410B-112C-E6D2-BCEA-28AE095B7B36}"/>
              </a:ext>
            </a:extLst>
          </p:cNvPr>
          <p:cNvSpPr>
            <a:spLocks noGrp="1"/>
          </p:cNvSpPr>
          <p:nvPr>
            <p:ph type="title"/>
          </p:nvPr>
        </p:nvSpPr>
        <p:spPr>
          <a:xfrm>
            <a:off x="414336" y="255263"/>
            <a:ext cx="9327072" cy="683629"/>
          </a:xfrm>
        </p:spPr>
        <p:txBody>
          <a:bodyPr>
            <a:normAutofit/>
          </a:bodyPr>
          <a:lstStyle/>
          <a:p>
            <a:r>
              <a:rPr lang="ja-JP" altLang="en-US"/>
              <a:t>実現方法－権限管理</a:t>
            </a:r>
            <a:endParaRPr lang="ja-JP" altLang="en-US">
              <a:effectLst/>
            </a:endParaRPr>
          </a:p>
        </p:txBody>
      </p:sp>
      <p:sp>
        <p:nvSpPr>
          <p:cNvPr id="15" name="テキスト ボックス 14">
            <a:extLst>
              <a:ext uri="{FF2B5EF4-FFF2-40B4-BE49-F238E27FC236}">
                <a16:creationId xmlns:a16="http://schemas.microsoft.com/office/drawing/2014/main" id="{02B498EF-B1F4-2225-C578-0847017838EB}"/>
              </a:ext>
            </a:extLst>
          </p:cNvPr>
          <p:cNvSpPr txBox="1"/>
          <p:nvPr/>
        </p:nvSpPr>
        <p:spPr>
          <a:xfrm>
            <a:off x="323843" y="1372463"/>
            <a:ext cx="5387430" cy="41850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ユーザグループ単位で、画面の</a:t>
            </a:r>
            <a:r>
              <a:rPr kumimoji="0" lang="en-US" altLang="ja-JP" sz="1600" dirty="0">
                <a:latin typeface="Arial" panose="020B0604020202020204" pitchFamily="34" charset="0"/>
              </a:rPr>
              <a:t>CRUD</a:t>
            </a:r>
            <a:r>
              <a:rPr kumimoji="0" lang="ja-JP" altLang="en-US" sz="1600" dirty="0">
                <a:latin typeface="Arial" panose="020B0604020202020204" pitchFamily="34" charset="0"/>
              </a:rPr>
              <a:t>権限の定義可能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データレコード単位で、開示範囲</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（＝参照権限　ユーザ、グループ向け）の定義可能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en-US" altLang="ja-JP" sz="1600" dirty="0">
                <a:latin typeface="Arial" panose="020B0604020202020204" pitchFamily="34" charset="0"/>
              </a:rPr>
              <a:t>PowerApps</a:t>
            </a:r>
            <a:r>
              <a:rPr kumimoji="0" lang="ja-JP" altLang="en-US" sz="1600" dirty="0">
                <a:latin typeface="Arial" panose="020B0604020202020204" pitchFamily="34" charset="0"/>
              </a:rPr>
              <a:t>アクセス可否の権限チェックに関しては、</a:t>
            </a:r>
            <a:r>
              <a:rPr kumimoji="0" lang="en-US" altLang="ja-JP" sz="1600" dirty="0">
                <a:latin typeface="Arial" panose="020B0604020202020204" pitchFamily="34" charset="0"/>
              </a:rPr>
              <a:t>Azure </a:t>
            </a:r>
            <a:r>
              <a:rPr kumimoji="0" lang="ja-JP" altLang="en-US" sz="1600" dirty="0">
                <a:latin typeface="Arial" panose="020B0604020202020204" pitchFamily="34" charset="0"/>
              </a:rPr>
              <a:t>の</a:t>
            </a:r>
            <a:r>
              <a:rPr kumimoji="0" lang="en-US" altLang="ja-JP" sz="1600" dirty="0" err="1">
                <a:latin typeface="Arial" panose="020B0604020202020204" pitchFamily="34" charset="0"/>
              </a:rPr>
              <a:t>SecurityGroup</a:t>
            </a:r>
            <a:r>
              <a:rPr kumimoji="0" lang="ja-JP" altLang="en-US" sz="1600" dirty="0">
                <a:latin typeface="Arial" panose="020B0604020202020204" pitchFamily="34" charset="0"/>
              </a:rPr>
              <a:t>で管理されますが、ユーザグループ・文書単位のアクセス権限は</a:t>
            </a:r>
            <a:r>
              <a:rPr kumimoji="0" lang="en-US" altLang="ja-JP" sz="1600" dirty="0" err="1">
                <a:latin typeface="Arial" panose="020B0604020202020204" pitchFamily="34" charset="0"/>
              </a:rPr>
              <a:t>Sqlserver</a:t>
            </a:r>
            <a:r>
              <a:rPr kumimoji="0" lang="ja-JP" altLang="en-US" sz="1600" dirty="0">
                <a:latin typeface="Arial" panose="020B0604020202020204" pitchFamily="34" charset="0"/>
              </a:rPr>
              <a:t>にて権限管理テーブルを定義し、業務レベルで管理する</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一覧系（検索結果）は、</a:t>
            </a:r>
            <a:r>
              <a:rPr kumimoji="0" lang="en-US" altLang="ja-JP" sz="1400" dirty="0" err="1">
                <a:latin typeface="Arial" panose="020B0604020202020204" pitchFamily="34" charset="0"/>
              </a:rPr>
              <a:t>Sql</a:t>
            </a:r>
            <a:r>
              <a:rPr kumimoji="0" lang="ja-JP" altLang="en-US" sz="1400" dirty="0">
                <a:latin typeface="Arial" panose="020B0604020202020204" pitchFamily="34" charset="0"/>
              </a:rPr>
              <a:t>の</a:t>
            </a:r>
            <a:r>
              <a:rPr kumimoji="0" lang="en-US" altLang="ja-JP" sz="1400" dirty="0">
                <a:latin typeface="Arial" panose="020B0604020202020204" pitchFamily="34" charset="0"/>
              </a:rPr>
              <a:t>Where</a:t>
            </a:r>
            <a:r>
              <a:rPr kumimoji="0" lang="ja-JP" altLang="en-US" sz="1400" dirty="0">
                <a:latin typeface="Arial" panose="020B0604020202020204" pitchFamily="34" charset="0"/>
              </a:rPr>
              <a:t>条件でアクセス可能の文書のみで</a:t>
            </a:r>
            <a:r>
              <a:rPr kumimoji="0" lang="en-US" altLang="ja-JP" sz="1400" dirty="0">
                <a:latin typeface="Arial" panose="020B0604020202020204" pitchFamily="34" charset="0"/>
              </a:rPr>
              <a:t>Filter</a:t>
            </a:r>
            <a:r>
              <a:rPr kumimoji="0" lang="ja-JP" altLang="en-US" sz="1400" dirty="0">
                <a:latin typeface="Arial" panose="020B0604020202020204" pitchFamily="34" charset="0"/>
              </a:rPr>
              <a:t>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文書の詳細画面直接開く場合、カレントログインユーザのアクセス可否を再度判断する（直接</a:t>
            </a:r>
            <a:r>
              <a:rPr kumimoji="0" lang="en-US" altLang="ja-JP" sz="1400" dirty="0" err="1">
                <a:latin typeface="Arial" panose="020B0604020202020204" pitchFamily="34" charset="0"/>
              </a:rPr>
              <a:t>Url</a:t>
            </a:r>
            <a:r>
              <a:rPr kumimoji="0" lang="ja-JP" altLang="en-US" sz="1400" dirty="0">
                <a:latin typeface="Arial" panose="020B0604020202020204" pitchFamily="34" charset="0"/>
              </a:rPr>
              <a:t>修正で不正アクセスを避ける）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ja-JP" sz="1400" dirty="0">
                <a:latin typeface="Arial" panose="020B0604020202020204" pitchFamily="34" charset="0"/>
              </a:rPr>
              <a:t>MCC</a:t>
            </a:r>
            <a:r>
              <a:rPr kumimoji="0" lang="ja-JP" altLang="en-US" sz="1400" dirty="0">
                <a:latin typeface="Arial" panose="020B0604020202020204" pitchFamily="34" charset="0"/>
              </a:rPr>
              <a:t>様社内の共通リスト（社員情報マスタ、組織情報マスタ）を利用し、既存資産を活用する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endParaRPr kumimoji="0" lang="en-US" altLang="ja-JP" sz="1400" dirty="0">
              <a:latin typeface="Arial" panose="020B0604020202020204" pitchFamily="34" charset="0"/>
            </a:endParaRPr>
          </a:p>
          <a:p>
            <a:pPr eaLnBrk="0" fontAlgn="base" hangingPunct="0">
              <a:spcBef>
                <a:spcPct val="0"/>
              </a:spcBef>
              <a:spcAft>
                <a:spcPct val="0"/>
              </a:spcAft>
            </a:pPr>
            <a:r>
              <a:rPr kumimoji="0" lang="en-US" altLang="ja-JP" sz="1400" dirty="0">
                <a:latin typeface="Arial" panose="020B0604020202020204" pitchFamily="34" charset="0"/>
              </a:rPr>
              <a:t>※</a:t>
            </a:r>
            <a:r>
              <a:rPr kumimoji="0" lang="ja-JP" altLang="en-US" sz="1400" dirty="0">
                <a:latin typeface="Arial" panose="020B0604020202020204" pitchFamily="34" charset="0"/>
              </a:rPr>
              <a:t>　右側は実現案の一例であり、今回案件の権限管理粒度・組織定義粒度に合わせて構造設計フェーズに、詳細化する予定</a:t>
            </a:r>
            <a:endParaRPr kumimoji="0" lang="en-US" altLang="ja-JP" sz="14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endParaRPr kumimoji="0" lang="en-US" altLang="ja-JP" sz="1600" dirty="0">
              <a:latin typeface="Arial" panose="020B0604020202020204" pitchFamily="34" charset="0"/>
            </a:endParaRPr>
          </a:p>
        </p:txBody>
      </p:sp>
      <p:sp>
        <p:nvSpPr>
          <p:cNvPr id="5" name="四角形: 角を丸くする 4">
            <a:extLst>
              <a:ext uri="{FF2B5EF4-FFF2-40B4-BE49-F238E27FC236}">
                <a16:creationId xmlns:a16="http://schemas.microsoft.com/office/drawing/2014/main" id="{1AA672D6-F0B2-06C5-E074-FAA47A9F8C36}"/>
              </a:ext>
            </a:extLst>
          </p:cNvPr>
          <p:cNvSpPr/>
          <p:nvPr/>
        </p:nvSpPr>
        <p:spPr>
          <a:xfrm>
            <a:off x="6255509" y="2473406"/>
            <a:ext cx="3755648" cy="555998"/>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2A4D9608-592D-A0D0-236C-49E91741A46C}"/>
              </a:ext>
            </a:extLst>
          </p:cNvPr>
          <p:cNvSpPr/>
          <p:nvPr/>
        </p:nvSpPr>
        <p:spPr>
          <a:xfrm>
            <a:off x="5750560" y="1833098"/>
            <a:ext cx="822438"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ログイン</a:t>
            </a:r>
            <a:endParaRPr kumimoji="1" lang="en-US" altLang="ja-JP" sz="1100" dirty="0"/>
          </a:p>
          <a:p>
            <a:pPr algn="ctr"/>
            <a:r>
              <a:rPr kumimoji="1" lang="ja-JP" altLang="en-US" sz="1100" dirty="0"/>
              <a:t>ユーザ</a:t>
            </a:r>
          </a:p>
        </p:txBody>
      </p:sp>
      <p:cxnSp>
        <p:nvCxnSpPr>
          <p:cNvPr id="12" name="コネクタ: カギ線 11">
            <a:extLst>
              <a:ext uri="{FF2B5EF4-FFF2-40B4-BE49-F238E27FC236}">
                <a16:creationId xmlns:a16="http://schemas.microsoft.com/office/drawing/2014/main" id="{BD14C8DC-2E0A-3C1D-81E7-1FF2351690F4}"/>
              </a:ext>
            </a:extLst>
          </p:cNvPr>
          <p:cNvCxnSpPr>
            <a:cxnSpLocks/>
            <a:stCxn id="11" idx="2"/>
            <a:endCxn id="16" idx="1"/>
          </p:cNvCxnSpPr>
          <p:nvPr/>
        </p:nvCxnSpPr>
        <p:spPr>
          <a:xfrm rot="16200000" flipH="1">
            <a:off x="5485049" y="2838794"/>
            <a:ext cx="1505873" cy="152412"/>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コネクタ: カギ線 12">
            <a:extLst>
              <a:ext uri="{FF2B5EF4-FFF2-40B4-BE49-F238E27FC236}">
                <a16:creationId xmlns:a16="http://schemas.microsoft.com/office/drawing/2014/main" id="{A782E0F6-5C45-ACD0-E26F-CA67E23DC4A6}"/>
              </a:ext>
            </a:extLst>
          </p:cNvPr>
          <p:cNvCxnSpPr>
            <a:cxnSpLocks/>
            <a:stCxn id="11" idx="2"/>
            <a:endCxn id="14" idx="1"/>
          </p:cNvCxnSpPr>
          <p:nvPr/>
        </p:nvCxnSpPr>
        <p:spPr>
          <a:xfrm rot="16200000" flipH="1">
            <a:off x="5975209" y="2348633"/>
            <a:ext cx="572271" cy="199131"/>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5B68B211-525D-056A-2861-33F9A37C6CF1}"/>
              </a:ext>
            </a:extLst>
          </p:cNvPr>
          <p:cNvSpPr/>
          <p:nvPr/>
        </p:nvSpPr>
        <p:spPr>
          <a:xfrm>
            <a:off x="6360910" y="2555750"/>
            <a:ext cx="922570" cy="35716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所属組織</a:t>
            </a:r>
            <a:r>
              <a:rPr kumimoji="1" lang="en-US" altLang="ja-JP" sz="1100" dirty="0"/>
              <a:t>1</a:t>
            </a:r>
            <a:endParaRPr kumimoji="1" lang="ja-JP" altLang="en-US" sz="1100" dirty="0"/>
          </a:p>
        </p:txBody>
      </p:sp>
      <p:sp>
        <p:nvSpPr>
          <p:cNvPr id="16" name="正方形/長方形 15">
            <a:extLst>
              <a:ext uri="{FF2B5EF4-FFF2-40B4-BE49-F238E27FC236}">
                <a16:creationId xmlns:a16="http://schemas.microsoft.com/office/drawing/2014/main" id="{CAB46639-E831-AFF7-BB98-487F23FAD8BD}"/>
              </a:ext>
            </a:extLst>
          </p:cNvPr>
          <p:cNvSpPr/>
          <p:nvPr/>
        </p:nvSpPr>
        <p:spPr>
          <a:xfrm>
            <a:off x="6314191" y="3547446"/>
            <a:ext cx="922571" cy="240981"/>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a:t>所属組織</a:t>
            </a:r>
            <a:r>
              <a:rPr kumimoji="1" lang="en-US" altLang="ja-JP" sz="1000"/>
              <a:t>…</a:t>
            </a:r>
            <a:endParaRPr kumimoji="1" lang="ja-JP" altLang="en-US" sz="1000"/>
          </a:p>
        </p:txBody>
      </p:sp>
      <p:sp>
        <p:nvSpPr>
          <p:cNvPr id="17" name="正方形/長方形 16">
            <a:extLst>
              <a:ext uri="{FF2B5EF4-FFF2-40B4-BE49-F238E27FC236}">
                <a16:creationId xmlns:a16="http://schemas.microsoft.com/office/drawing/2014/main" id="{C3894827-A23B-DA4E-B4CF-BE93013E7B43}"/>
              </a:ext>
            </a:extLst>
          </p:cNvPr>
          <p:cNvSpPr/>
          <p:nvPr/>
        </p:nvSpPr>
        <p:spPr>
          <a:xfrm>
            <a:off x="8350034"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ja-JP" altLang="en-US" sz="800" dirty="0"/>
              <a:t>会社</a:t>
            </a:r>
          </a:p>
        </p:txBody>
      </p:sp>
      <p:sp>
        <p:nvSpPr>
          <p:cNvPr id="20" name="正方形/長方形 19">
            <a:extLst>
              <a:ext uri="{FF2B5EF4-FFF2-40B4-BE49-F238E27FC236}">
                <a16:creationId xmlns:a16="http://schemas.microsoft.com/office/drawing/2014/main" id="{04DEBED6-F9EE-F32D-1F1D-B3CB3FADF42A}"/>
              </a:ext>
            </a:extLst>
          </p:cNvPr>
          <p:cNvSpPr/>
          <p:nvPr/>
        </p:nvSpPr>
        <p:spPr>
          <a:xfrm>
            <a:off x="10113745" y="3650805"/>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solidFill>
              </a:rPr>
              <a:t>所在</a:t>
            </a:r>
            <a:r>
              <a:rPr lang="en-US" altLang="ja-JP" sz="900">
                <a:solidFill>
                  <a:schemeClr val="tx1"/>
                </a:solidFill>
              </a:rPr>
              <a:t>Region</a:t>
            </a:r>
            <a:endParaRPr kumimoji="1" lang="ja-JP" altLang="en-US" sz="900">
              <a:solidFill>
                <a:schemeClr val="tx1"/>
              </a:solidFill>
            </a:endParaRPr>
          </a:p>
        </p:txBody>
      </p:sp>
      <p:cxnSp>
        <p:nvCxnSpPr>
          <p:cNvPr id="24" name="直線矢印コネクタ 23">
            <a:extLst>
              <a:ext uri="{FF2B5EF4-FFF2-40B4-BE49-F238E27FC236}">
                <a16:creationId xmlns:a16="http://schemas.microsoft.com/office/drawing/2014/main" id="{0E38EFED-628D-DB9A-617B-F8BFB4976A16}"/>
              </a:ext>
            </a:extLst>
          </p:cNvPr>
          <p:cNvCxnSpPr>
            <a:cxnSpLocks/>
            <a:stCxn id="14" idx="3"/>
            <a:endCxn id="46" idx="1"/>
          </p:cNvCxnSpPr>
          <p:nvPr/>
        </p:nvCxnSpPr>
        <p:spPr>
          <a:xfrm flipV="1">
            <a:off x="7283480" y="2734334"/>
            <a:ext cx="250962" cy="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D0B6EA49-2C8A-9792-0C7F-22F7458C019C}"/>
              </a:ext>
            </a:extLst>
          </p:cNvPr>
          <p:cNvSpPr/>
          <p:nvPr/>
        </p:nvSpPr>
        <p:spPr>
          <a:xfrm>
            <a:off x="7553447" y="3547446"/>
            <a:ext cx="1104499" cy="240519"/>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a:t>上層組織</a:t>
            </a:r>
            <a:r>
              <a:rPr kumimoji="1" lang="en-US" altLang="ja-JP" sz="1000"/>
              <a:t>…</a:t>
            </a:r>
            <a:endParaRPr kumimoji="1" lang="ja-JP" altLang="en-US" sz="1000"/>
          </a:p>
        </p:txBody>
      </p:sp>
      <p:cxnSp>
        <p:nvCxnSpPr>
          <p:cNvPr id="27" name="直線矢印コネクタ 26">
            <a:extLst>
              <a:ext uri="{FF2B5EF4-FFF2-40B4-BE49-F238E27FC236}">
                <a16:creationId xmlns:a16="http://schemas.microsoft.com/office/drawing/2014/main" id="{3CABEEC2-A03B-274B-984E-ABBAA068E67F}"/>
              </a:ext>
            </a:extLst>
          </p:cNvPr>
          <p:cNvCxnSpPr>
            <a:cxnSpLocks/>
            <a:stCxn id="16" idx="3"/>
            <a:endCxn id="26" idx="1"/>
          </p:cNvCxnSpPr>
          <p:nvPr/>
        </p:nvCxnSpPr>
        <p:spPr>
          <a:xfrm flipV="1">
            <a:off x="7236762" y="3667706"/>
            <a:ext cx="316685" cy="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7AA3F69-2D9E-135E-ECB7-B9B46086609F}"/>
              </a:ext>
            </a:extLst>
          </p:cNvPr>
          <p:cNvCxnSpPr>
            <a:cxnSpLocks/>
            <a:endCxn id="20" idx="3"/>
          </p:cNvCxnSpPr>
          <p:nvPr/>
        </p:nvCxnSpPr>
        <p:spPr>
          <a:xfrm rot="5400000">
            <a:off x="10402944" y="2554952"/>
            <a:ext cx="2180445" cy="340227"/>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4DD30B5E-0549-2772-C783-F7A436306ACD}"/>
              </a:ext>
            </a:extLst>
          </p:cNvPr>
          <p:cNvSpPr/>
          <p:nvPr/>
        </p:nvSpPr>
        <p:spPr>
          <a:xfrm>
            <a:off x="9417521" y="2570960"/>
            <a:ext cx="500435" cy="32674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900"/>
              <a:t>Region</a:t>
            </a:r>
            <a:endParaRPr kumimoji="1" lang="ja-JP" altLang="en-US" sz="900"/>
          </a:p>
        </p:txBody>
      </p:sp>
      <p:sp>
        <p:nvSpPr>
          <p:cNvPr id="44" name="四角形: 角を丸くする 43">
            <a:extLst>
              <a:ext uri="{FF2B5EF4-FFF2-40B4-BE49-F238E27FC236}">
                <a16:creationId xmlns:a16="http://schemas.microsoft.com/office/drawing/2014/main" id="{530D69C4-7E88-36A1-52AE-45599512510C}"/>
              </a:ext>
            </a:extLst>
          </p:cNvPr>
          <p:cNvSpPr/>
          <p:nvPr/>
        </p:nvSpPr>
        <p:spPr>
          <a:xfrm>
            <a:off x="10113744" y="2107402"/>
            <a:ext cx="1209307" cy="406333"/>
          </a:xfrm>
          <a:prstGeom prst="roundRect">
            <a:avLst>
              <a:gd name="adj" fmla="val 6244"/>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p>
            <a:pPr algn="ctr"/>
            <a:r>
              <a:rPr kumimoji="1" lang="en-US" altLang="ja-JP" sz="900" dirty="0">
                <a:solidFill>
                  <a:schemeClr val="tx1"/>
                </a:solidFill>
              </a:rPr>
              <a:t>閲覧可能部署</a:t>
            </a:r>
            <a:r>
              <a:rPr kumimoji="1" lang="en-US" altLang="ja-JP" sz="800" dirty="0">
                <a:solidFill>
                  <a:schemeClr val="tx1"/>
                </a:solidFill>
              </a:rPr>
              <a:t>１～１０</a:t>
            </a:r>
            <a:r>
              <a:rPr kumimoji="1" lang="ja-JP" altLang="en-US" sz="800" dirty="0">
                <a:solidFill>
                  <a:schemeClr val="tx1"/>
                </a:solidFill>
              </a:rPr>
              <a:t>（組織＋個人</a:t>
            </a:r>
            <a:r>
              <a:rPr kumimoji="1" lang="en-US" altLang="ja-JP" sz="800" dirty="0">
                <a:solidFill>
                  <a:schemeClr val="tx1"/>
                </a:solidFill>
              </a:rPr>
              <a:t>Max10</a:t>
            </a:r>
            <a:r>
              <a:rPr kumimoji="1" lang="ja-JP" altLang="en-US" sz="800" dirty="0">
                <a:solidFill>
                  <a:schemeClr val="tx1"/>
                </a:solidFill>
              </a:rPr>
              <a:t>件、自由に選べる）</a:t>
            </a:r>
            <a:endParaRPr kumimoji="1" lang="en-US" altLang="ja-JP" sz="800" dirty="0">
              <a:solidFill>
                <a:schemeClr val="tx1"/>
              </a:solidFill>
            </a:endParaRPr>
          </a:p>
        </p:txBody>
      </p:sp>
      <p:sp>
        <p:nvSpPr>
          <p:cNvPr id="45" name="正方形/長方形 44">
            <a:extLst>
              <a:ext uri="{FF2B5EF4-FFF2-40B4-BE49-F238E27FC236}">
                <a16:creationId xmlns:a16="http://schemas.microsoft.com/office/drawing/2014/main" id="{E6FEA6AF-4EEE-7B75-04CD-3B8EEEF0C9F2}"/>
              </a:ext>
            </a:extLst>
          </p:cNvPr>
          <p:cNvSpPr/>
          <p:nvPr/>
        </p:nvSpPr>
        <p:spPr>
          <a:xfrm>
            <a:off x="10113744" y="2643513"/>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900">
                <a:solidFill>
                  <a:srgbClr val="C00000"/>
                </a:solidFill>
              </a:rPr>
              <a:t>資産所管部署</a:t>
            </a:r>
            <a:r>
              <a:rPr kumimoji="1" lang="en-US" altLang="ja-JP" sz="900">
                <a:solidFill>
                  <a:srgbClr val="C00000"/>
                </a:solidFill>
              </a:rPr>
              <a:t>/</a:t>
            </a:r>
            <a:r>
              <a:rPr kumimoji="1" lang="ja-JP" altLang="en-US" sz="900">
                <a:solidFill>
                  <a:srgbClr val="C00000"/>
                </a:solidFill>
              </a:rPr>
              <a:t>所属組織</a:t>
            </a:r>
          </a:p>
        </p:txBody>
      </p:sp>
      <p:sp>
        <p:nvSpPr>
          <p:cNvPr id="46" name="正方形/長方形 45">
            <a:extLst>
              <a:ext uri="{FF2B5EF4-FFF2-40B4-BE49-F238E27FC236}">
                <a16:creationId xmlns:a16="http://schemas.microsoft.com/office/drawing/2014/main" id="{EC6CED23-F7BC-30E4-3B1F-C602B511CEDC}"/>
              </a:ext>
            </a:extLst>
          </p:cNvPr>
          <p:cNvSpPr/>
          <p:nvPr/>
        </p:nvSpPr>
        <p:spPr>
          <a:xfrm>
            <a:off x="7534442" y="2569851"/>
            <a:ext cx="697070" cy="328966"/>
          </a:xfrm>
          <a:prstGeom prst="rect">
            <a:avLst/>
          </a:prstGeom>
          <a:solidFill>
            <a:srgbClr val="0070C0"/>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t>上層組織</a:t>
            </a:r>
          </a:p>
        </p:txBody>
      </p:sp>
      <p:cxnSp>
        <p:nvCxnSpPr>
          <p:cNvPr id="47" name="直線矢印コネクタ 46">
            <a:extLst>
              <a:ext uri="{FF2B5EF4-FFF2-40B4-BE49-F238E27FC236}">
                <a16:creationId xmlns:a16="http://schemas.microsoft.com/office/drawing/2014/main" id="{41F0A441-D6B3-1E7C-E255-9DE552C0FCBC}"/>
              </a:ext>
            </a:extLst>
          </p:cNvPr>
          <p:cNvCxnSpPr>
            <a:cxnSpLocks/>
            <a:stCxn id="46" idx="3"/>
            <a:endCxn id="17" idx="1"/>
          </p:cNvCxnSpPr>
          <p:nvPr/>
        </p:nvCxnSpPr>
        <p:spPr>
          <a:xfrm>
            <a:off x="8231512" y="2734334"/>
            <a:ext cx="118522"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フローチャート: 判断 48">
            <a:extLst>
              <a:ext uri="{FF2B5EF4-FFF2-40B4-BE49-F238E27FC236}">
                <a16:creationId xmlns:a16="http://schemas.microsoft.com/office/drawing/2014/main" id="{EE60524B-0CCC-FEBE-6FD6-D0F928713507}"/>
              </a:ext>
            </a:extLst>
          </p:cNvPr>
          <p:cNvSpPr/>
          <p:nvPr/>
        </p:nvSpPr>
        <p:spPr>
          <a:xfrm>
            <a:off x="10347491" y="293134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ローチャート: 判断 49">
            <a:extLst>
              <a:ext uri="{FF2B5EF4-FFF2-40B4-BE49-F238E27FC236}">
                <a16:creationId xmlns:a16="http://schemas.microsoft.com/office/drawing/2014/main" id="{16653730-F6C8-8751-E0DF-998E40F59AAB}"/>
              </a:ext>
            </a:extLst>
          </p:cNvPr>
          <p:cNvSpPr/>
          <p:nvPr/>
        </p:nvSpPr>
        <p:spPr>
          <a:xfrm>
            <a:off x="8963349" y="2889127"/>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コネクタ: カギ線 50">
            <a:extLst>
              <a:ext uri="{FF2B5EF4-FFF2-40B4-BE49-F238E27FC236}">
                <a16:creationId xmlns:a16="http://schemas.microsoft.com/office/drawing/2014/main" id="{92A0E86C-E7A9-FC77-CCBD-FA0EC3DC7C10}"/>
              </a:ext>
            </a:extLst>
          </p:cNvPr>
          <p:cNvCxnSpPr>
            <a:cxnSpLocks/>
            <a:stCxn id="17" idx="2"/>
            <a:endCxn id="52" idx="1"/>
          </p:cNvCxnSpPr>
          <p:nvPr/>
        </p:nvCxnSpPr>
        <p:spPr>
          <a:xfrm rot="16200000" flipH="1">
            <a:off x="9112703" y="2361401"/>
            <a:ext cx="463625" cy="153845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D662F548-8B86-0E9E-E1C9-8A96C10EB01F}"/>
              </a:ext>
            </a:extLst>
          </p:cNvPr>
          <p:cNvSpPr/>
          <p:nvPr/>
        </p:nvSpPr>
        <p:spPr>
          <a:xfrm>
            <a:off x="10113743" y="3197959"/>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rPr>
              <a:t>所管会社</a:t>
            </a:r>
          </a:p>
        </p:txBody>
      </p:sp>
      <p:cxnSp>
        <p:nvCxnSpPr>
          <p:cNvPr id="53" name="コネクタ: カギ線 52">
            <a:extLst>
              <a:ext uri="{FF2B5EF4-FFF2-40B4-BE49-F238E27FC236}">
                <a16:creationId xmlns:a16="http://schemas.microsoft.com/office/drawing/2014/main" id="{D4DD04CF-007C-BB0B-867E-C0F0B17701D3}"/>
              </a:ext>
            </a:extLst>
          </p:cNvPr>
          <p:cNvCxnSpPr>
            <a:cxnSpLocks/>
          </p:cNvCxnSpPr>
          <p:nvPr/>
        </p:nvCxnSpPr>
        <p:spPr>
          <a:xfrm rot="5400000">
            <a:off x="11372100" y="2021172"/>
            <a:ext cx="242131" cy="34022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5" name="コネクタ: カギ線 54">
            <a:extLst>
              <a:ext uri="{FF2B5EF4-FFF2-40B4-BE49-F238E27FC236}">
                <a16:creationId xmlns:a16="http://schemas.microsoft.com/office/drawing/2014/main" id="{3416140A-749F-5D13-297E-6340A346968E}"/>
              </a:ext>
            </a:extLst>
          </p:cNvPr>
          <p:cNvCxnSpPr>
            <a:cxnSpLocks/>
            <a:endCxn id="45" idx="3"/>
          </p:cNvCxnSpPr>
          <p:nvPr/>
        </p:nvCxnSpPr>
        <p:spPr>
          <a:xfrm rot="5400000">
            <a:off x="10827815" y="1972529"/>
            <a:ext cx="1330703" cy="340230"/>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70EB8F90-FB58-FCB8-BBA3-6D2735C4BEFD}"/>
              </a:ext>
            </a:extLst>
          </p:cNvPr>
          <p:cNvCxnSpPr>
            <a:cxnSpLocks/>
            <a:stCxn id="38" idx="2"/>
            <a:endCxn id="20" idx="1"/>
          </p:cNvCxnSpPr>
          <p:nvPr/>
        </p:nvCxnSpPr>
        <p:spPr>
          <a:xfrm rot="16200000" flipH="1">
            <a:off x="9431952" y="3133495"/>
            <a:ext cx="917580" cy="44600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69DE63BD-E101-E351-42C0-2AA4C7F57357}"/>
              </a:ext>
            </a:extLst>
          </p:cNvPr>
          <p:cNvCxnSpPr>
            <a:cxnSpLocks/>
            <a:stCxn id="14" idx="2"/>
            <a:endCxn id="45" idx="2"/>
          </p:cNvCxnSpPr>
          <p:nvPr/>
        </p:nvCxnSpPr>
        <p:spPr>
          <a:xfrm rot="16200000" flipH="1">
            <a:off x="8740516" y="994597"/>
            <a:ext cx="59560" cy="3896203"/>
          </a:xfrm>
          <a:prstGeom prst="bentConnector3">
            <a:avLst>
              <a:gd name="adj1" fmla="val 398519"/>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45D1A259-5C71-9A2C-6D79-E3F3BE3C5364}"/>
              </a:ext>
            </a:extLst>
          </p:cNvPr>
          <p:cNvCxnSpPr>
            <a:cxnSpLocks/>
            <a:stCxn id="11" idx="3"/>
            <a:endCxn id="44" idx="1"/>
          </p:cNvCxnSpPr>
          <p:nvPr/>
        </p:nvCxnSpPr>
        <p:spPr>
          <a:xfrm>
            <a:off x="6572998" y="1997581"/>
            <a:ext cx="3540746" cy="312988"/>
          </a:xfrm>
          <a:prstGeom prst="bentConnector3">
            <a:avLst>
              <a:gd name="adj1" fmla="val 50000"/>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フローチャート: 判断 65">
            <a:extLst>
              <a:ext uri="{FF2B5EF4-FFF2-40B4-BE49-F238E27FC236}">
                <a16:creationId xmlns:a16="http://schemas.microsoft.com/office/drawing/2014/main" id="{E32CF1ED-7EEE-6893-AFCD-FC8777C4B71D}"/>
              </a:ext>
            </a:extLst>
          </p:cNvPr>
          <p:cNvSpPr/>
          <p:nvPr/>
        </p:nvSpPr>
        <p:spPr>
          <a:xfrm>
            <a:off x="11335139" y="241714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フローチャート: 判断 66">
            <a:extLst>
              <a:ext uri="{FF2B5EF4-FFF2-40B4-BE49-F238E27FC236}">
                <a16:creationId xmlns:a16="http://schemas.microsoft.com/office/drawing/2014/main" id="{ED70F7A5-7229-1569-DB00-373C613BAE62}"/>
              </a:ext>
            </a:extLst>
          </p:cNvPr>
          <p:cNvSpPr/>
          <p:nvPr/>
        </p:nvSpPr>
        <p:spPr>
          <a:xfrm>
            <a:off x="8004971" y="286611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8B259083-EFB8-F443-3BD3-4E8FA61C6DEF}"/>
              </a:ext>
            </a:extLst>
          </p:cNvPr>
          <p:cNvSpPr txBox="1"/>
          <p:nvPr/>
        </p:nvSpPr>
        <p:spPr>
          <a:xfrm>
            <a:off x="9667738" y="1550729"/>
            <a:ext cx="1584462" cy="523220"/>
          </a:xfrm>
          <a:prstGeom prst="rect">
            <a:avLst/>
          </a:prstGeom>
          <a:noFill/>
        </p:spPr>
        <p:txBody>
          <a:bodyPr wrap="square" rtlCol="0">
            <a:spAutoFit/>
          </a:bodyPr>
          <a:lstStyle/>
          <a:p>
            <a:r>
              <a:rPr kumimoji="1" lang="ja-JP" altLang="en-US" sz="700"/>
              <a:t>左記の権限に入れなくとしても、ここに入れば、閲覧可能</a:t>
            </a:r>
            <a:endParaRPr kumimoji="1" lang="en-US" altLang="ja-JP" sz="700"/>
          </a:p>
          <a:p>
            <a:r>
              <a:rPr kumimoji="1" lang="ja-JP" altLang="en-US" sz="700"/>
              <a:t>単位：案件レベル</a:t>
            </a:r>
            <a:endParaRPr kumimoji="1" lang="en-US" altLang="ja-JP" sz="700"/>
          </a:p>
          <a:p>
            <a:r>
              <a:rPr kumimoji="1" lang="ja-JP" altLang="en-US" sz="700"/>
              <a:t>部署＋</a:t>
            </a:r>
            <a:r>
              <a:rPr lang="ja-JP" altLang="en-US" sz="700"/>
              <a:t>個人</a:t>
            </a:r>
            <a:r>
              <a:rPr kumimoji="1" lang="ja-JP" altLang="en-US" sz="700"/>
              <a:t>両方可能</a:t>
            </a:r>
          </a:p>
        </p:txBody>
      </p:sp>
      <p:sp>
        <p:nvSpPr>
          <p:cNvPr id="74" name="フローチャート: 判断 73">
            <a:extLst>
              <a:ext uri="{FF2B5EF4-FFF2-40B4-BE49-F238E27FC236}">
                <a16:creationId xmlns:a16="http://schemas.microsoft.com/office/drawing/2014/main" id="{EF435450-082A-3DD8-D91F-43E83DA2AC5A}"/>
              </a:ext>
            </a:extLst>
          </p:cNvPr>
          <p:cNvSpPr/>
          <p:nvPr/>
        </p:nvSpPr>
        <p:spPr>
          <a:xfrm>
            <a:off x="10045163" y="346403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コネクタ: カギ線 75">
            <a:extLst>
              <a:ext uri="{FF2B5EF4-FFF2-40B4-BE49-F238E27FC236}">
                <a16:creationId xmlns:a16="http://schemas.microsoft.com/office/drawing/2014/main" id="{B4BCA225-03EB-A7AA-D2A7-1BF84AFD30BF}"/>
              </a:ext>
            </a:extLst>
          </p:cNvPr>
          <p:cNvCxnSpPr>
            <a:cxnSpLocks/>
            <a:stCxn id="96" idx="2"/>
            <a:endCxn id="74" idx="1"/>
          </p:cNvCxnSpPr>
          <p:nvPr/>
        </p:nvCxnSpPr>
        <p:spPr>
          <a:xfrm rot="16200000" flipH="1">
            <a:off x="9288036" y="2730304"/>
            <a:ext cx="588614" cy="925639"/>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78" name="四角形: 角を丸くする 77">
            <a:extLst>
              <a:ext uri="{FF2B5EF4-FFF2-40B4-BE49-F238E27FC236}">
                <a16:creationId xmlns:a16="http://schemas.microsoft.com/office/drawing/2014/main" id="{4FA24DAB-E539-C8E0-D89D-7F6C718DEB22}"/>
              </a:ext>
            </a:extLst>
          </p:cNvPr>
          <p:cNvSpPr/>
          <p:nvPr/>
        </p:nvSpPr>
        <p:spPr>
          <a:xfrm>
            <a:off x="6324838" y="3960929"/>
            <a:ext cx="1429675" cy="240982"/>
          </a:xfrm>
          <a:prstGeom prst="roundRect">
            <a:avLst>
              <a:gd name="adj" fmla="val 10876"/>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論理</a:t>
            </a:r>
            <a:r>
              <a:rPr kumimoji="1" lang="en-US" altLang="ja-JP" sz="800" dirty="0"/>
              <a:t>Group</a:t>
            </a:r>
            <a:endParaRPr kumimoji="1" lang="ja-JP" altLang="en-US" sz="800" dirty="0"/>
          </a:p>
        </p:txBody>
      </p:sp>
      <p:sp>
        <p:nvSpPr>
          <p:cNvPr id="79" name="四角形: 角を丸くする 78">
            <a:extLst>
              <a:ext uri="{FF2B5EF4-FFF2-40B4-BE49-F238E27FC236}">
                <a16:creationId xmlns:a16="http://schemas.microsoft.com/office/drawing/2014/main" id="{D732238C-E789-5DE6-3A75-D9CD1C7BCF33}"/>
              </a:ext>
            </a:extLst>
          </p:cNvPr>
          <p:cNvSpPr/>
          <p:nvPr/>
        </p:nvSpPr>
        <p:spPr>
          <a:xfrm>
            <a:off x="6324838" y="4356093"/>
            <a:ext cx="1429675" cy="240982"/>
          </a:xfrm>
          <a:prstGeom prst="roundRect">
            <a:avLst>
              <a:gd name="adj" fmla="val 9139"/>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t>論理</a:t>
            </a:r>
            <a:r>
              <a:rPr lang="en-US" altLang="ja-JP" sz="800" dirty="0"/>
              <a:t>Group…</a:t>
            </a:r>
            <a:endParaRPr kumimoji="1" lang="ja-JP" altLang="en-US" sz="800" dirty="0"/>
          </a:p>
        </p:txBody>
      </p:sp>
      <p:cxnSp>
        <p:nvCxnSpPr>
          <p:cNvPr id="89" name="コネクタ: カギ線 88">
            <a:extLst>
              <a:ext uri="{FF2B5EF4-FFF2-40B4-BE49-F238E27FC236}">
                <a16:creationId xmlns:a16="http://schemas.microsoft.com/office/drawing/2014/main" id="{4CF07558-695C-8533-81A1-C937CB71C526}"/>
              </a:ext>
            </a:extLst>
          </p:cNvPr>
          <p:cNvCxnSpPr>
            <a:cxnSpLocks/>
            <a:stCxn id="11" idx="2"/>
            <a:endCxn id="78" idx="1"/>
          </p:cNvCxnSpPr>
          <p:nvPr/>
        </p:nvCxnSpPr>
        <p:spPr>
          <a:xfrm rot="16200000" flipH="1">
            <a:off x="5283630" y="3040212"/>
            <a:ext cx="1919356"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コネクタ: カギ線 89">
            <a:extLst>
              <a:ext uri="{FF2B5EF4-FFF2-40B4-BE49-F238E27FC236}">
                <a16:creationId xmlns:a16="http://schemas.microsoft.com/office/drawing/2014/main" id="{A93256F7-9AED-ED0E-7C82-1CCA7E63DCE9}"/>
              </a:ext>
            </a:extLst>
          </p:cNvPr>
          <p:cNvCxnSpPr>
            <a:cxnSpLocks/>
            <a:stCxn id="11" idx="2"/>
            <a:endCxn id="79" idx="1"/>
          </p:cNvCxnSpPr>
          <p:nvPr/>
        </p:nvCxnSpPr>
        <p:spPr>
          <a:xfrm rot="16200000" flipH="1">
            <a:off x="5086048" y="3237794"/>
            <a:ext cx="2314520"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8EF53575-9BC3-F7FA-A5AA-E9C0262A4A1B}"/>
              </a:ext>
            </a:extLst>
          </p:cNvPr>
          <p:cNvSpPr/>
          <p:nvPr/>
        </p:nvSpPr>
        <p:spPr>
          <a:xfrm>
            <a:off x="8894271"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800"/>
              <a:t>Country</a:t>
            </a:r>
            <a:endParaRPr kumimoji="1" lang="ja-JP" altLang="en-US" sz="800"/>
          </a:p>
        </p:txBody>
      </p:sp>
      <p:sp>
        <p:nvSpPr>
          <p:cNvPr id="19" name="正方形/長方形 18">
            <a:extLst>
              <a:ext uri="{FF2B5EF4-FFF2-40B4-BE49-F238E27FC236}">
                <a16:creationId xmlns:a16="http://schemas.microsoft.com/office/drawing/2014/main" id="{E02B2916-E4EE-0274-C992-465872467F1D}"/>
              </a:ext>
            </a:extLst>
          </p:cNvPr>
          <p:cNvSpPr/>
          <p:nvPr/>
        </p:nvSpPr>
        <p:spPr>
          <a:xfrm rot="5400000">
            <a:off x="11425607" y="1683788"/>
            <a:ext cx="464082"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a:t>案件</a:t>
            </a:r>
          </a:p>
        </p:txBody>
      </p:sp>
      <p:cxnSp>
        <p:nvCxnSpPr>
          <p:cNvPr id="125" name="コネクタ: カギ線 124">
            <a:extLst>
              <a:ext uri="{FF2B5EF4-FFF2-40B4-BE49-F238E27FC236}">
                <a16:creationId xmlns:a16="http://schemas.microsoft.com/office/drawing/2014/main" id="{C48FAEEC-F773-F443-2D71-D0CD1C8F6A74}"/>
              </a:ext>
            </a:extLst>
          </p:cNvPr>
          <p:cNvCxnSpPr>
            <a:cxnSpLocks/>
            <a:stCxn id="19" idx="3"/>
            <a:endCxn id="52" idx="3"/>
          </p:cNvCxnSpPr>
          <p:nvPr/>
        </p:nvCxnSpPr>
        <p:spPr>
          <a:xfrm rot="5400000">
            <a:off x="10849284" y="2554078"/>
            <a:ext cx="1282130" cy="33459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コネクタ: カギ線 128">
            <a:extLst>
              <a:ext uri="{FF2B5EF4-FFF2-40B4-BE49-F238E27FC236}">
                <a16:creationId xmlns:a16="http://schemas.microsoft.com/office/drawing/2014/main" id="{1AA3AADB-688E-3A0B-29FA-DFF199D43C87}"/>
              </a:ext>
            </a:extLst>
          </p:cNvPr>
          <p:cNvCxnSpPr>
            <a:cxnSpLocks/>
            <a:stCxn id="46" idx="2"/>
            <a:endCxn id="49" idx="2"/>
          </p:cNvCxnSpPr>
          <p:nvPr/>
        </p:nvCxnSpPr>
        <p:spPr>
          <a:xfrm rot="16200000" flipH="1">
            <a:off x="9087002" y="1694792"/>
            <a:ext cx="79324" cy="2487374"/>
          </a:xfrm>
          <a:prstGeom prst="bentConnector3">
            <a:avLst>
              <a:gd name="adj1" fmla="val 234486"/>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1" name="コネクタ: カギ線 140">
            <a:extLst>
              <a:ext uri="{FF2B5EF4-FFF2-40B4-BE49-F238E27FC236}">
                <a16:creationId xmlns:a16="http://schemas.microsoft.com/office/drawing/2014/main" id="{ECCA0800-2E4A-BF3D-89BC-A710A33839C6}"/>
              </a:ext>
            </a:extLst>
          </p:cNvPr>
          <p:cNvCxnSpPr>
            <a:cxnSpLocks/>
            <a:stCxn id="78" idx="3"/>
            <a:endCxn id="66" idx="3"/>
          </p:cNvCxnSpPr>
          <p:nvPr/>
        </p:nvCxnSpPr>
        <p:spPr>
          <a:xfrm flipV="1">
            <a:off x="7754513" y="2440548"/>
            <a:ext cx="3626345" cy="1640872"/>
          </a:xfrm>
          <a:prstGeom prst="bentConnector3">
            <a:avLst>
              <a:gd name="adj1" fmla="val 11288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コネクタ: カギ線 144">
            <a:extLst>
              <a:ext uri="{FF2B5EF4-FFF2-40B4-BE49-F238E27FC236}">
                <a16:creationId xmlns:a16="http://schemas.microsoft.com/office/drawing/2014/main" id="{A0658F4B-B290-09E1-7FE0-85D49468283C}"/>
              </a:ext>
            </a:extLst>
          </p:cNvPr>
          <p:cNvCxnSpPr>
            <a:cxnSpLocks/>
            <a:stCxn id="79" idx="3"/>
            <a:endCxn id="66" idx="3"/>
          </p:cNvCxnSpPr>
          <p:nvPr/>
        </p:nvCxnSpPr>
        <p:spPr>
          <a:xfrm flipV="1">
            <a:off x="7754513" y="2440548"/>
            <a:ext cx="3626345" cy="2036036"/>
          </a:xfrm>
          <a:prstGeom prst="bentConnector3">
            <a:avLst>
              <a:gd name="adj1" fmla="val 11302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67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B5DAB-BD6C-9B65-4D19-CB71520CCA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3D7936-FDF8-393B-3B57-86566963A85B}"/>
              </a:ext>
            </a:extLst>
          </p:cNvPr>
          <p:cNvSpPr>
            <a:spLocks noGrp="1"/>
          </p:cNvSpPr>
          <p:nvPr>
            <p:ph type="title"/>
          </p:nvPr>
        </p:nvSpPr>
        <p:spPr>
          <a:xfrm>
            <a:off x="414336" y="255263"/>
            <a:ext cx="9327072" cy="683629"/>
          </a:xfrm>
        </p:spPr>
        <p:txBody>
          <a:bodyPr>
            <a:normAutofit/>
          </a:bodyPr>
          <a:lstStyle/>
          <a:p>
            <a:r>
              <a:rPr lang="ja-JP" altLang="en-US" dirty="0"/>
              <a:t>実現方法－ユーザ別の属性管理（</a:t>
            </a:r>
            <a:r>
              <a:rPr lang="en-US" altLang="ja-JP" dirty="0">
                <a:solidFill>
                  <a:srgbClr val="C00000"/>
                </a:solidFill>
              </a:rPr>
              <a:t>Option</a:t>
            </a:r>
            <a:r>
              <a:rPr lang="ja-JP" altLang="en-US" dirty="0"/>
              <a:t>）</a:t>
            </a:r>
            <a:endParaRPr lang="ja-JP" altLang="en-US" dirty="0">
              <a:effectLst/>
            </a:endParaRPr>
          </a:p>
        </p:txBody>
      </p:sp>
      <p:sp>
        <p:nvSpPr>
          <p:cNvPr id="15" name="テキスト ボックス 14">
            <a:extLst>
              <a:ext uri="{FF2B5EF4-FFF2-40B4-BE49-F238E27FC236}">
                <a16:creationId xmlns:a16="http://schemas.microsoft.com/office/drawing/2014/main" id="{0B7DCF0E-0F5A-21FD-04F1-C9F6A59E73A2}"/>
              </a:ext>
            </a:extLst>
          </p:cNvPr>
          <p:cNvSpPr txBox="1"/>
          <p:nvPr/>
        </p:nvSpPr>
        <p:spPr>
          <a:xfrm>
            <a:off x="414336" y="919625"/>
            <a:ext cx="11490793" cy="5516736"/>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en-US" altLang="ja-JP" dirty="0"/>
              <a:t>i13</a:t>
            </a:r>
            <a:r>
              <a:rPr lang="ja-JP" altLang="en-US" dirty="0"/>
              <a:t>：利用者は必要な項目に応じてビューの設定ができること。</a:t>
            </a:r>
          </a:p>
          <a:p>
            <a:r>
              <a:rPr lang="ja-JP" altLang="en-US" dirty="0"/>
              <a:t>実現方法：</a:t>
            </a:r>
            <a:endParaRPr lang="en-US" altLang="ja-JP" dirty="0"/>
          </a:p>
          <a:p>
            <a:pPr marL="285750" indent="-285750">
              <a:buFont typeface="Arial" panose="020B0604020202020204" pitchFamily="34" charset="0"/>
              <a:buChar char="•"/>
            </a:pPr>
            <a:r>
              <a:rPr lang="en-US" altLang="ja-JP" dirty="0"/>
              <a:t>Grid</a:t>
            </a:r>
            <a:r>
              <a:rPr lang="ja-JP" altLang="en-US" dirty="0"/>
              <a:t>形式の列の表示／非表示</a:t>
            </a:r>
            <a:r>
              <a:rPr lang="zh-CN" altLang="en-US" dirty="0"/>
              <a:t>，</a:t>
            </a:r>
            <a:r>
              <a:rPr lang="ja-JP" altLang="en-US" dirty="0"/>
              <a:t>表示順、幅情報が設定すること</a:t>
            </a:r>
            <a:endParaRPr lang="en-US" altLang="ja-JP" dirty="0"/>
          </a:p>
          <a:p>
            <a:pPr marL="285750" indent="-285750">
              <a:buFont typeface="Arial" panose="020B0604020202020204" pitchFamily="34" charset="0"/>
              <a:buChar char="•"/>
            </a:pPr>
            <a:r>
              <a:rPr lang="en-US" altLang="ja-JP" dirty="0"/>
              <a:t>Grid</a:t>
            </a:r>
            <a:r>
              <a:rPr lang="ja-JP" altLang="en-US" dirty="0"/>
              <a:t>ロード時、表示順、表示要否、幅は</a:t>
            </a:r>
            <a:r>
              <a:rPr lang="de-DE" altLang="ja-JP" dirty="0"/>
              <a:t>Tbl_UserProperityes</a:t>
            </a:r>
            <a:r>
              <a:rPr lang="ja-JP" altLang="en-US" dirty="0"/>
              <a:t> </a:t>
            </a:r>
            <a:r>
              <a:rPr lang="en-US" altLang="ja-JP" dirty="0"/>
              <a:t>Table</a:t>
            </a:r>
            <a:r>
              <a:rPr lang="ja-JP" altLang="en-US" dirty="0"/>
              <a:t>から取得し、動的に設定すること</a:t>
            </a:r>
            <a:endParaRPr lang="en-US" altLang="ja-JP" dirty="0"/>
          </a:p>
          <a:p>
            <a:pPr marL="285750" indent="-285750">
              <a:buFont typeface="Arial" panose="020B0604020202020204" pitchFamily="34" charset="0"/>
              <a:buChar char="•"/>
            </a:pPr>
            <a:r>
              <a:rPr lang="ja-JP" altLang="en-US" dirty="0"/>
              <a:t>ユーザは画面</a:t>
            </a:r>
            <a:r>
              <a:rPr lang="en-US" altLang="ja-JP" dirty="0"/>
              <a:t>Grid</a:t>
            </a:r>
            <a:r>
              <a:rPr lang="ja-JP" altLang="en-US" dirty="0"/>
              <a:t>毎に独自設定すること</a:t>
            </a:r>
          </a:p>
        </p:txBody>
      </p:sp>
      <p:pic>
        <p:nvPicPr>
          <p:cNvPr id="3074" name="Picture 2" descr="Data Table Icons - Free SVG &amp; PNG Data Table Images - Noun Project">
            <a:extLst>
              <a:ext uri="{FF2B5EF4-FFF2-40B4-BE49-F238E27FC236}">
                <a16:creationId xmlns:a16="http://schemas.microsoft.com/office/drawing/2014/main" id="{69C2C21A-FBE3-FD84-F152-E3DD72F19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51" y="2937002"/>
            <a:ext cx="3121660" cy="312166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表 3">
            <a:extLst>
              <a:ext uri="{FF2B5EF4-FFF2-40B4-BE49-F238E27FC236}">
                <a16:creationId xmlns:a16="http://schemas.microsoft.com/office/drawing/2014/main" id="{2C2FB96B-DE0C-9C92-17C6-D0135DE54BCB}"/>
              </a:ext>
            </a:extLst>
          </p:cNvPr>
          <p:cNvGraphicFramePr>
            <a:graphicFrameLocks noGrp="1"/>
          </p:cNvGraphicFramePr>
          <p:nvPr/>
        </p:nvGraphicFramePr>
        <p:xfrm>
          <a:off x="3797761" y="2856185"/>
          <a:ext cx="8107370" cy="3474720"/>
        </p:xfrm>
        <a:graphic>
          <a:graphicData uri="http://schemas.openxmlformats.org/drawingml/2006/table">
            <a:tbl>
              <a:tblPr firstRow="1" bandRow="1">
                <a:tableStyleId>{5C22544A-7EE6-4342-B048-85BDC9FD1C3A}</a:tableStyleId>
              </a:tblPr>
              <a:tblGrid>
                <a:gridCol w="1098160">
                  <a:extLst>
                    <a:ext uri="{9D8B030D-6E8A-4147-A177-3AD203B41FA5}">
                      <a16:colId xmlns:a16="http://schemas.microsoft.com/office/drawing/2014/main" val="2397676565"/>
                    </a:ext>
                  </a:extLst>
                </a:gridCol>
                <a:gridCol w="703477">
                  <a:extLst>
                    <a:ext uri="{9D8B030D-6E8A-4147-A177-3AD203B41FA5}">
                      <a16:colId xmlns:a16="http://schemas.microsoft.com/office/drawing/2014/main" val="671841962"/>
                    </a:ext>
                  </a:extLst>
                </a:gridCol>
                <a:gridCol w="900819">
                  <a:extLst>
                    <a:ext uri="{9D8B030D-6E8A-4147-A177-3AD203B41FA5}">
                      <a16:colId xmlns:a16="http://schemas.microsoft.com/office/drawing/2014/main" val="1281376549"/>
                    </a:ext>
                  </a:extLst>
                </a:gridCol>
                <a:gridCol w="900819">
                  <a:extLst>
                    <a:ext uri="{9D8B030D-6E8A-4147-A177-3AD203B41FA5}">
                      <a16:colId xmlns:a16="http://schemas.microsoft.com/office/drawing/2014/main" val="130658311"/>
                    </a:ext>
                  </a:extLst>
                </a:gridCol>
                <a:gridCol w="900819">
                  <a:extLst>
                    <a:ext uri="{9D8B030D-6E8A-4147-A177-3AD203B41FA5}">
                      <a16:colId xmlns:a16="http://schemas.microsoft.com/office/drawing/2014/main" val="3799252065"/>
                    </a:ext>
                  </a:extLst>
                </a:gridCol>
                <a:gridCol w="900819">
                  <a:extLst>
                    <a:ext uri="{9D8B030D-6E8A-4147-A177-3AD203B41FA5}">
                      <a16:colId xmlns:a16="http://schemas.microsoft.com/office/drawing/2014/main" val="1727719180"/>
                    </a:ext>
                  </a:extLst>
                </a:gridCol>
                <a:gridCol w="900819">
                  <a:extLst>
                    <a:ext uri="{9D8B030D-6E8A-4147-A177-3AD203B41FA5}">
                      <a16:colId xmlns:a16="http://schemas.microsoft.com/office/drawing/2014/main" val="3380522917"/>
                    </a:ext>
                  </a:extLst>
                </a:gridCol>
                <a:gridCol w="900819">
                  <a:extLst>
                    <a:ext uri="{9D8B030D-6E8A-4147-A177-3AD203B41FA5}">
                      <a16:colId xmlns:a16="http://schemas.microsoft.com/office/drawing/2014/main" val="2870809028"/>
                    </a:ext>
                  </a:extLst>
                </a:gridCol>
                <a:gridCol w="900819">
                  <a:extLst>
                    <a:ext uri="{9D8B030D-6E8A-4147-A177-3AD203B41FA5}">
                      <a16:colId xmlns:a16="http://schemas.microsoft.com/office/drawing/2014/main" val="1057143928"/>
                    </a:ext>
                  </a:extLst>
                </a:gridCol>
              </a:tblGrid>
              <a:tr h="157480">
                <a:tc>
                  <a:txBody>
                    <a:bodyPr/>
                    <a:lstStyle/>
                    <a:p>
                      <a:r>
                        <a:rPr kumimoji="1" lang="en-US" altLang="ja-JP" sz="1200" dirty="0" err="1"/>
                        <a:t>userid</a:t>
                      </a:r>
                      <a:endParaRPr kumimoji="1" lang="ja-JP" altLang="en-US" sz="1200" dirty="0"/>
                    </a:p>
                  </a:txBody>
                  <a:tcPr/>
                </a:tc>
                <a:tc>
                  <a:txBody>
                    <a:bodyPr/>
                    <a:lstStyle/>
                    <a:p>
                      <a:r>
                        <a:rPr kumimoji="1" lang="en-US" altLang="ja-JP" sz="1200" dirty="0"/>
                        <a:t>screen</a:t>
                      </a:r>
                      <a:endParaRPr kumimoji="1" lang="ja-JP" altLang="en-US" sz="1200" dirty="0"/>
                    </a:p>
                  </a:txBody>
                  <a:tcPr/>
                </a:tc>
                <a:tc>
                  <a:txBody>
                    <a:bodyPr/>
                    <a:lstStyle/>
                    <a:p>
                      <a:r>
                        <a:rPr kumimoji="1" lang="en-US" altLang="ja-JP" sz="1200" dirty="0" err="1"/>
                        <a:t>Gridid</a:t>
                      </a:r>
                      <a:endParaRPr kumimoji="1" lang="ja-JP" altLang="en-US" sz="1200" dirty="0"/>
                    </a:p>
                  </a:txBody>
                  <a:tcPr/>
                </a:tc>
                <a:tc>
                  <a:txBody>
                    <a:bodyPr/>
                    <a:lstStyle/>
                    <a:p>
                      <a:r>
                        <a:rPr kumimoji="1" lang="en-US" altLang="ja-JP" sz="1200" dirty="0"/>
                        <a:t>Col num</a:t>
                      </a:r>
                      <a:endParaRPr kumimoji="1" lang="ja-JP" altLang="en-US" sz="1200" dirty="0"/>
                    </a:p>
                  </a:txBody>
                  <a:tcPr/>
                </a:tc>
                <a:tc>
                  <a:txBody>
                    <a:bodyPr/>
                    <a:lstStyle/>
                    <a:p>
                      <a:r>
                        <a:rPr kumimoji="1" lang="en-US" altLang="ja-JP" sz="1200" dirty="0"/>
                        <a:t>Col Name</a:t>
                      </a:r>
                      <a:endParaRPr kumimoji="1" lang="ja-JP" altLang="en-US" sz="1200" dirty="0"/>
                    </a:p>
                  </a:txBody>
                  <a:tcPr/>
                </a:tc>
                <a:tc>
                  <a:txBody>
                    <a:bodyPr/>
                    <a:lstStyle/>
                    <a:p>
                      <a:r>
                        <a:rPr kumimoji="1" lang="en-US" altLang="ja-JP" sz="1200" dirty="0" err="1"/>
                        <a:t>Colwidth</a:t>
                      </a:r>
                      <a:endParaRPr kumimoji="1" lang="ja-JP" altLang="en-US" sz="1200" dirty="0"/>
                    </a:p>
                  </a:txBody>
                  <a:tcPr/>
                </a:tc>
                <a:tc>
                  <a:txBody>
                    <a:bodyPr/>
                    <a:lstStyle/>
                    <a:p>
                      <a:r>
                        <a:rPr kumimoji="1" lang="en-US" altLang="ja-JP" sz="1200" err="1"/>
                        <a:t>DispNum</a:t>
                      </a:r>
                      <a:endParaRPr kumimoji="1" lang="ja-JP" altLang="en-US" sz="1200"/>
                    </a:p>
                  </a:txBody>
                  <a:tcPr/>
                </a:tc>
                <a:tc>
                  <a:txBody>
                    <a:bodyPr/>
                    <a:lstStyle/>
                    <a:p>
                      <a:r>
                        <a:rPr kumimoji="1" lang="en-US" altLang="ja-JP" sz="1200" dirty="0" err="1"/>
                        <a:t>Colvisible</a:t>
                      </a:r>
                      <a:endParaRPr kumimoji="1" lang="ja-JP" altLang="en-US" sz="1200" dirty="0"/>
                    </a:p>
                  </a:txBody>
                  <a:tcPr/>
                </a:tc>
                <a:tc>
                  <a:txBody>
                    <a:bodyPr/>
                    <a:lstStyle/>
                    <a:p>
                      <a:r>
                        <a:rPr kumimoji="1" lang="en-US" altLang="ja-JP" sz="1200"/>
                        <a:t>…</a:t>
                      </a:r>
                      <a:endParaRPr kumimoji="1" lang="ja-JP" altLang="en-US" sz="1200"/>
                    </a:p>
                  </a:txBody>
                  <a:tcPr/>
                </a:tc>
                <a:extLst>
                  <a:ext uri="{0D108BD9-81ED-4DB2-BD59-A6C34878D82A}">
                    <a16:rowId xmlns:a16="http://schemas.microsoft.com/office/drawing/2014/main" val="3090158873"/>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dirty="0"/>
                        <a:t>XXX1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ID</a:t>
                      </a:r>
                      <a:endParaRPr kumimoji="1" lang="ja-JP" altLang="en-US" sz="1200" dirty="0"/>
                    </a:p>
                  </a:txBody>
                  <a:tcPr/>
                </a:tc>
                <a:tc>
                  <a:txBody>
                    <a:bodyPr/>
                    <a:lstStyle/>
                    <a:p>
                      <a:r>
                        <a:rPr kumimoji="1" lang="en-US" altLang="ja-JP" sz="1200" dirty="0"/>
                        <a:t>150</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3980125211"/>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a:t>name</a:t>
                      </a:r>
                      <a:endParaRPr kumimoji="1" lang="ja-JP" altLang="en-US" sz="120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2054722717"/>
                  </a:ext>
                </a:extLst>
              </a:tr>
              <a:tr h="157480">
                <a:tc>
                  <a:txBody>
                    <a:bodyPr/>
                    <a:lstStyle/>
                    <a:p>
                      <a:r>
                        <a:rPr kumimoji="1" lang="en-US" altLang="ja-JP" sz="1200" err="1"/>
                        <a:t>xxx@mchcgr</a:t>
                      </a:r>
                      <a:endParaRPr kumimoji="1" lang="ja-JP" altLang="en-US" sz="120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email</a:t>
                      </a:r>
                      <a:endParaRPr kumimoji="1" lang="ja-JP" altLang="en-US" sz="1200" dirty="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extLst>
                  <a:ext uri="{0D108BD9-81ED-4DB2-BD59-A6C34878D82A}">
                    <a16:rowId xmlns:a16="http://schemas.microsoft.com/office/drawing/2014/main" val="4132914302"/>
                  </a:ext>
                </a:extLst>
              </a:tr>
              <a:tr h="157480">
                <a:tc>
                  <a:txBody>
                    <a:bodyPr/>
                    <a:lstStyle/>
                    <a:p>
                      <a:r>
                        <a:rPr kumimoji="1" lang="en-US" altLang="ja-JP" sz="1200"/>
                        <a:t>….</a:t>
                      </a:r>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463137258"/>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50397744"/>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345905539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02297135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4249636636"/>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1181908287"/>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24555285"/>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225539358"/>
                  </a:ext>
                </a:extLst>
              </a:tr>
            </a:tbl>
          </a:graphicData>
        </a:graphic>
      </p:graphicFrame>
      <p:sp>
        <p:nvSpPr>
          <p:cNvPr id="5" name="テキスト ボックス 4">
            <a:extLst>
              <a:ext uri="{FF2B5EF4-FFF2-40B4-BE49-F238E27FC236}">
                <a16:creationId xmlns:a16="http://schemas.microsoft.com/office/drawing/2014/main" id="{01FA78C4-913A-14F0-0FF4-E29DBB57B11E}"/>
              </a:ext>
            </a:extLst>
          </p:cNvPr>
          <p:cNvSpPr txBox="1"/>
          <p:nvPr/>
        </p:nvSpPr>
        <p:spPr>
          <a:xfrm>
            <a:off x="3797761" y="2574913"/>
            <a:ext cx="2778760" cy="276999"/>
          </a:xfrm>
          <a:prstGeom prst="rect">
            <a:avLst/>
          </a:prstGeom>
          <a:noFill/>
        </p:spPr>
        <p:txBody>
          <a:bodyPr wrap="square" rtlCol="0">
            <a:spAutoFit/>
          </a:bodyPr>
          <a:lstStyle/>
          <a:p>
            <a:r>
              <a:rPr kumimoji="1" lang="en-US" altLang="ja-JP" sz="1200" b="1" dirty="0" err="1"/>
              <a:t>Tbl_UserProperityes</a:t>
            </a:r>
            <a:endParaRPr kumimoji="1" lang="ja-JP" altLang="en-US" sz="1200" b="1" dirty="0"/>
          </a:p>
        </p:txBody>
      </p:sp>
      <p:sp>
        <p:nvSpPr>
          <p:cNvPr id="6" name="矢印: 左右 5">
            <a:extLst>
              <a:ext uri="{FF2B5EF4-FFF2-40B4-BE49-F238E27FC236}">
                <a16:creationId xmlns:a16="http://schemas.microsoft.com/office/drawing/2014/main" id="{EE14C9E7-D89D-ADF6-E1C2-F048F65B1A4D}"/>
              </a:ext>
            </a:extLst>
          </p:cNvPr>
          <p:cNvSpPr/>
          <p:nvPr/>
        </p:nvSpPr>
        <p:spPr>
          <a:xfrm>
            <a:off x="2908761" y="4269231"/>
            <a:ext cx="929640" cy="457201"/>
          </a:xfrm>
          <a:prstGeom prst="leftRightArrow">
            <a:avLst>
              <a:gd name="adj1" fmla="val 50000"/>
              <a:gd name="adj2" fmla="val 3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067950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0F81B-2386-E515-AA37-57A3E89633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910901-1E9D-3C39-6AFD-1B92C98A5D7E}"/>
              </a:ext>
            </a:extLst>
          </p:cNvPr>
          <p:cNvSpPr>
            <a:spLocks noGrp="1"/>
          </p:cNvSpPr>
          <p:nvPr>
            <p:ph type="title"/>
          </p:nvPr>
        </p:nvSpPr>
        <p:spPr>
          <a:xfrm>
            <a:off x="414336" y="255263"/>
            <a:ext cx="9327072" cy="683629"/>
          </a:xfrm>
        </p:spPr>
        <p:txBody>
          <a:bodyPr>
            <a:normAutofit/>
          </a:bodyPr>
          <a:lstStyle/>
          <a:p>
            <a:r>
              <a:rPr lang="ja-JP" altLang="en-US"/>
              <a:t>データ移行</a:t>
            </a:r>
            <a:endParaRPr lang="ja-JP" altLang="en-US">
              <a:effectLst/>
            </a:endParaRPr>
          </a:p>
        </p:txBody>
      </p:sp>
      <p:pic>
        <p:nvPicPr>
          <p:cNvPr id="1026" name="Picture 2">
            <a:extLst>
              <a:ext uri="{FF2B5EF4-FFF2-40B4-BE49-F238E27FC236}">
                <a16:creationId xmlns:a16="http://schemas.microsoft.com/office/drawing/2014/main" id="{A1560A5C-0967-9742-7296-51AD1854C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560" y="3738880"/>
            <a:ext cx="2153920" cy="2153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Xml file - Free files and folders icons">
            <a:extLst>
              <a:ext uri="{FF2B5EF4-FFF2-40B4-BE49-F238E27FC236}">
                <a16:creationId xmlns:a16="http://schemas.microsoft.com/office/drawing/2014/main" id="{4114E687-9495-B0EC-F9E9-3F1674DDB8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7392" y="3782060"/>
            <a:ext cx="2067560" cy="2067560"/>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descr="テーブル, カップ が含まれている画像&#10;&#10;AI によって生成されたコンテンツは間違っている可能性があります。">
            <a:extLst>
              <a:ext uri="{FF2B5EF4-FFF2-40B4-BE49-F238E27FC236}">
                <a16:creationId xmlns:a16="http://schemas.microsoft.com/office/drawing/2014/main" id="{578428C1-2427-382C-7EB5-1A479E5041E3}"/>
              </a:ext>
            </a:extLst>
          </p:cNvPr>
          <p:cNvPicPr>
            <a:picLocks noChangeAspect="1"/>
          </p:cNvPicPr>
          <p:nvPr/>
        </p:nvPicPr>
        <p:blipFill>
          <a:blip r:embed="rId5"/>
          <a:stretch>
            <a:fillRect/>
          </a:stretch>
        </p:blipFill>
        <p:spPr>
          <a:xfrm>
            <a:off x="8890002" y="4126051"/>
            <a:ext cx="1711120" cy="1379578"/>
          </a:xfrm>
          <a:prstGeom prst="rect">
            <a:avLst/>
          </a:prstGeom>
        </p:spPr>
      </p:pic>
      <p:sp>
        <p:nvSpPr>
          <p:cNvPr id="8" name="矢印: 右 7">
            <a:extLst>
              <a:ext uri="{FF2B5EF4-FFF2-40B4-BE49-F238E27FC236}">
                <a16:creationId xmlns:a16="http://schemas.microsoft.com/office/drawing/2014/main" id="{F5D5DEDB-13FA-0473-00A7-5A213AA6DA90}"/>
              </a:ext>
            </a:extLst>
          </p:cNvPr>
          <p:cNvSpPr/>
          <p:nvPr/>
        </p:nvSpPr>
        <p:spPr>
          <a:xfrm>
            <a:off x="369824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F2D4E30B-4606-043C-7B79-40967F68B3B1}"/>
              </a:ext>
            </a:extLst>
          </p:cNvPr>
          <p:cNvSpPr/>
          <p:nvPr/>
        </p:nvSpPr>
        <p:spPr>
          <a:xfrm>
            <a:off x="724916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CFC232C-62C8-2DC6-3A31-9BFE4CB9075A}"/>
              </a:ext>
            </a:extLst>
          </p:cNvPr>
          <p:cNvSpPr txBox="1"/>
          <p:nvPr/>
        </p:nvSpPr>
        <p:spPr>
          <a:xfrm>
            <a:off x="1661160" y="5770880"/>
            <a:ext cx="1442720" cy="369332"/>
          </a:xfrm>
          <a:prstGeom prst="rect">
            <a:avLst/>
          </a:prstGeom>
          <a:noFill/>
        </p:spPr>
        <p:txBody>
          <a:bodyPr wrap="square" rtlCol="0">
            <a:spAutoFit/>
          </a:bodyPr>
          <a:lstStyle/>
          <a:p>
            <a:r>
              <a:rPr kumimoji="1" lang="en-US" altLang="ja-JP"/>
              <a:t>Notes DB</a:t>
            </a:r>
            <a:endParaRPr kumimoji="1" lang="ja-JP" altLang="en-US"/>
          </a:p>
        </p:txBody>
      </p:sp>
      <p:sp>
        <p:nvSpPr>
          <p:cNvPr id="11" name="テキスト ボックス 10">
            <a:extLst>
              <a:ext uri="{FF2B5EF4-FFF2-40B4-BE49-F238E27FC236}">
                <a16:creationId xmlns:a16="http://schemas.microsoft.com/office/drawing/2014/main" id="{99697F46-3762-A8D2-9F1C-F189FED10160}"/>
              </a:ext>
            </a:extLst>
          </p:cNvPr>
          <p:cNvSpPr txBox="1"/>
          <p:nvPr/>
        </p:nvSpPr>
        <p:spPr>
          <a:xfrm>
            <a:off x="3418841" y="5073829"/>
            <a:ext cx="1856328" cy="369332"/>
          </a:xfrm>
          <a:prstGeom prst="rect">
            <a:avLst/>
          </a:prstGeom>
          <a:noFill/>
        </p:spPr>
        <p:txBody>
          <a:bodyPr wrap="square" rtlCol="0">
            <a:spAutoFit/>
          </a:bodyPr>
          <a:lstStyle/>
          <a:p>
            <a:pPr algn="ctr"/>
            <a:r>
              <a:rPr lang="ja-JP" altLang="en-US" dirty="0"/>
              <a:t>エクスポート</a:t>
            </a:r>
            <a:endParaRPr kumimoji="1" lang="ja-JP" altLang="en-US" dirty="0"/>
          </a:p>
        </p:txBody>
      </p:sp>
      <p:sp>
        <p:nvSpPr>
          <p:cNvPr id="12" name="テキスト ボックス 11">
            <a:extLst>
              <a:ext uri="{FF2B5EF4-FFF2-40B4-BE49-F238E27FC236}">
                <a16:creationId xmlns:a16="http://schemas.microsoft.com/office/drawing/2014/main" id="{E5BF868F-AF23-190D-3750-915BFB328F15}"/>
              </a:ext>
            </a:extLst>
          </p:cNvPr>
          <p:cNvSpPr txBox="1"/>
          <p:nvPr/>
        </p:nvSpPr>
        <p:spPr>
          <a:xfrm>
            <a:off x="6995572" y="5070535"/>
            <a:ext cx="1856328" cy="923330"/>
          </a:xfrm>
          <a:prstGeom prst="rect">
            <a:avLst/>
          </a:prstGeom>
          <a:noFill/>
        </p:spPr>
        <p:txBody>
          <a:bodyPr wrap="square" rtlCol="0">
            <a:spAutoFit/>
          </a:bodyPr>
          <a:lstStyle/>
          <a:p>
            <a:pPr algn="ctr"/>
            <a:r>
              <a:rPr kumimoji="1" lang="en-US" altLang="ja-JP" dirty="0"/>
              <a:t>Java/Python/PowerShell</a:t>
            </a:r>
          </a:p>
          <a:p>
            <a:pPr algn="ctr"/>
            <a:r>
              <a:rPr kumimoji="1" lang="ja-JP" altLang="en-US" dirty="0"/>
              <a:t>ツール</a:t>
            </a:r>
          </a:p>
        </p:txBody>
      </p:sp>
      <p:graphicFrame>
        <p:nvGraphicFramePr>
          <p:cNvPr id="13" name="表 12">
            <a:extLst>
              <a:ext uri="{FF2B5EF4-FFF2-40B4-BE49-F238E27FC236}">
                <a16:creationId xmlns:a16="http://schemas.microsoft.com/office/drawing/2014/main" id="{E5AF1A0C-13EC-E34F-7EEE-5BE9A21849E9}"/>
              </a:ext>
            </a:extLst>
          </p:cNvPr>
          <p:cNvGraphicFramePr>
            <a:graphicFrameLocks noGrp="1"/>
          </p:cNvGraphicFramePr>
          <p:nvPr/>
        </p:nvGraphicFramePr>
        <p:xfrm>
          <a:off x="535939" y="1078051"/>
          <a:ext cx="11120121" cy="2072640"/>
        </p:xfrm>
        <a:graphic>
          <a:graphicData uri="http://schemas.openxmlformats.org/drawingml/2006/table">
            <a:tbl>
              <a:tblPr firstRow="1" bandRow="1">
                <a:tableStyleId>{7DF18680-E054-41AD-8BC1-D1AEF772440D}</a:tableStyleId>
              </a:tblPr>
              <a:tblGrid>
                <a:gridCol w="3706707">
                  <a:extLst>
                    <a:ext uri="{9D8B030D-6E8A-4147-A177-3AD203B41FA5}">
                      <a16:colId xmlns:a16="http://schemas.microsoft.com/office/drawing/2014/main" val="2649257964"/>
                    </a:ext>
                  </a:extLst>
                </a:gridCol>
                <a:gridCol w="817034">
                  <a:extLst>
                    <a:ext uri="{9D8B030D-6E8A-4147-A177-3AD203B41FA5}">
                      <a16:colId xmlns:a16="http://schemas.microsoft.com/office/drawing/2014/main" val="3843299209"/>
                    </a:ext>
                  </a:extLst>
                </a:gridCol>
                <a:gridCol w="6596380">
                  <a:extLst>
                    <a:ext uri="{9D8B030D-6E8A-4147-A177-3AD203B41FA5}">
                      <a16:colId xmlns:a16="http://schemas.microsoft.com/office/drawing/2014/main" val="3345850908"/>
                    </a:ext>
                  </a:extLst>
                </a:gridCol>
              </a:tblGrid>
              <a:tr h="204526">
                <a:tc>
                  <a:txBody>
                    <a:bodyPr/>
                    <a:lstStyle/>
                    <a:p>
                      <a:r>
                        <a:rPr kumimoji="1" lang="ja-JP" altLang="en-US" sz="1600"/>
                        <a:t>カテゴリ</a:t>
                      </a:r>
                    </a:p>
                  </a:txBody>
                  <a:tcPr/>
                </a:tc>
                <a:tc>
                  <a:txBody>
                    <a:bodyPr/>
                    <a:lstStyle/>
                    <a:p>
                      <a:r>
                        <a:rPr kumimoji="1" lang="en-US" altLang="ja-JP" sz="1600" dirty="0"/>
                        <a:t>DB</a:t>
                      </a:r>
                      <a:r>
                        <a:rPr kumimoji="1" lang="ja-JP" altLang="en-US" sz="1600" dirty="0"/>
                        <a:t>数</a:t>
                      </a:r>
                    </a:p>
                  </a:txBody>
                  <a:tcPr/>
                </a:tc>
                <a:tc>
                  <a:txBody>
                    <a:bodyPr/>
                    <a:lstStyle/>
                    <a:p>
                      <a:endParaRPr kumimoji="1" lang="ja-JP" altLang="en-US" sz="1600"/>
                    </a:p>
                  </a:txBody>
                  <a:tcPr/>
                </a:tc>
                <a:extLst>
                  <a:ext uri="{0D108BD9-81ED-4DB2-BD59-A6C34878D82A}">
                    <a16:rowId xmlns:a16="http://schemas.microsoft.com/office/drawing/2014/main" val="2208701059"/>
                  </a:ext>
                </a:extLst>
              </a:tr>
              <a:tr h="357921">
                <a:tc>
                  <a:txBody>
                    <a:bodyPr/>
                    <a:lstStyle/>
                    <a:p>
                      <a:r>
                        <a:rPr lang="ja-JP" altLang="en-US" sz="1600" kern="1200" dirty="0">
                          <a:solidFill>
                            <a:schemeClr val="dk1"/>
                          </a:solidFill>
                          <a:latin typeface="+mn-lt"/>
                          <a:ea typeface="+mn-ea"/>
                          <a:cs typeface="+mn-cs"/>
                        </a:rPr>
                        <a:t>製品仕様書管理（黄）</a:t>
                      </a:r>
                    </a:p>
                  </a:txBody>
                  <a:tcPr/>
                </a:tc>
                <a:tc>
                  <a:txBody>
                    <a:bodyPr/>
                    <a:lstStyle/>
                    <a:p>
                      <a:r>
                        <a:rPr lang="en-US" altLang="ja-JP" sz="1600" kern="1200" dirty="0">
                          <a:solidFill>
                            <a:schemeClr val="dk1"/>
                          </a:solidFill>
                          <a:latin typeface="+mn-lt"/>
                          <a:ea typeface="+mn-ea"/>
                          <a:cs typeface="+mn-cs"/>
                        </a:rPr>
                        <a:t>33</a:t>
                      </a:r>
                      <a:endParaRPr lang="ja-JP" altLang="en-US" sz="16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t>3DB</a:t>
                      </a:r>
                      <a:r>
                        <a:rPr lang="ja-JP" altLang="en-US" sz="1600" dirty="0"/>
                        <a:t>で</a:t>
                      </a:r>
                      <a:r>
                        <a:rPr lang="en-US" altLang="ja-JP" sz="1600" dirty="0"/>
                        <a:t>1</a:t>
                      </a:r>
                      <a:r>
                        <a:rPr lang="ja-JP" altLang="en-US" sz="1600" dirty="0"/>
                        <a:t>セットとなる構成（同一設計）</a:t>
                      </a:r>
                      <a:br>
                        <a:rPr lang="en-US" altLang="ja-JP" sz="1600" dirty="0"/>
                      </a:br>
                      <a:r>
                        <a:rPr lang="en-US" altLang="ja-JP" sz="1600" dirty="0"/>
                        <a:t>※</a:t>
                      </a:r>
                      <a:r>
                        <a:rPr kumimoji="1" lang="ja-JP" altLang="en-US" sz="1600" dirty="0"/>
                        <a:t>製品仕様書管理</a:t>
                      </a:r>
                      <a:r>
                        <a:rPr kumimoji="1" lang="en-US" altLang="ja-JP" sz="1600" dirty="0"/>
                        <a:t>DB/</a:t>
                      </a:r>
                      <a:r>
                        <a:rPr lang="ja-JP" altLang="en-US" sz="1600" dirty="0"/>
                        <a:t>関連文書</a:t>
                      </a:r>
                      <a:r>
                        <a:rPr lang="en-US" altLang="ja-JP" sz="1600" dirty="0"/>
                        <a:t>DB/</a:t>
                      </a:r>
                      <a:r>
                        <a:rPr kumimoji="1" lang="ja-JP" altLang="en-US" sz="1600" dirty="0"/>
                        <a:t>品質情報</a:t>
                      </a:r>
                      <a:r>
                        <a:rPr kumimoji="1" lang="en-US" altLang="ja-JP" sz="1600" dirty="0"/>
                        <a:t>M</a:t>
                      </a:r>
                    </a:p>
                  </a:txBody>
                  <a:tcPr/>
                </a:tc>
                <a:extLst>
                  <a:ext uri="{0D108BD9-81ED-4DB2-BD59-A6C34878D82A}">
                    <a16:rowId xmlns:a16="http://schemas.microsoft.com/office/drawing/2014/main" val="3179909173"/>
                  </a:ext>
                </a:extLst>
              </a:tr>
              <a:tr h="664710">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納入仕様書管理（青）</a:t>
                      </a:r>
                      <a:r>
                        <a:rPr lang="en-US" altLang="ja-JP" sz="1600" kern="1200">
                          <a:solidFill>
                            <a:schemeClr val="dk1"/>
                          </a:solidFill>
                          <a:latin typeface="+mn-lt"/>
                          <a:ea typeface="+mn-ea"/>
                          <a:cs typeface="+mn-cs"/>
                        </a:rPr>
                        <a:t>】</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12</a:t>
                      </a:r>
                      <a:endParaRPr lang="ja-JP" altLang="en-US" sz="16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600" dirty="0"/>
                        <a:t>納入仕様書管理</a:t>
                      </a:r>
                      <a:r>
                        <a:rPr lang="en-US" altLang="ja-JP" sz="1600" dirty="0"/>
                        <a:t>1DB</a:t>
                      </a:r>
                      <a:r>
                        <a:rPr lang="ja-JP" altLang="en-US" sz="1600" dirty="0"/>
                        <a:t>を複数の事業部で利用する構成（同一設計）</a:t>
                      </a:r>
                      <a:br>
                        <a:rPr lang="en-US" altLang="ja-JP" sz="1600" dirty="0"/>
                      </a:br>
                      <a:r>
                        <a:rPr lang="en-US" altLang="ja-JP" sz="1600" dirty="0"/>
                        <a:t>※</a:t>
                      </a:r>
                      <a:r>
                        <a:rPr lang="ja-JP" altLang="en-US" sz="1600" dirty="0"/>
                        <a:t>仕様書関連文書</a:t>
                      </a:r>
                      <a:r>
                        <a:rPr lang="en-US" altLang="ja-JP" sz="1600" dirty="0"/>
                        <a:t>DB/</a:t>
                      </a:r>
                      <a:r>
                        <a:rPr lang="ja-JP" altLang="en-US" sz="1600" dirty="0"/>
                        <a:t>品質情報マスター</a:t>
                      </a:r>
                      <a:endParaRPr lang="en-US" altLang="ja-JP" sz="1600" dirty="0"/>
                    </a:p>
                    <a:p>
                      <a:pPr marL="171450" indent="-171450">
                        <a:buFont typeface="Arial" panose="020B0604020202020204" pitchFamily="34" charset="0"/>
                        <a:buChar char="•"/>
                      </a:pPr>
                      <a:r>
                        <a:rPr lang="ja-JP" altLang="en-US" sz="1600" dirty="0"/>
                        <a:t>アーカイブ用の</a:t>
                      </a:r>
                      <a:r>
                        <a:rPr lang="en-US" altLang="ja-JP" sz="1600" dirty="0"/>
                        <a:t>DB</a:t>
                      </a:r>
                      <a:r>
                        <a:rPr lang="ja-JP" altLang="en-US" sz="1600" dirty="0"/>
                        <a:t>を持つ構成</a:t>
                      </a:r>
                      <a:endParaRPr lang="en-US" altLang="ja-JP" sz="1600" dirty="0"/>
                    </a:p>
                  </a:txBody>
                  <a:tcPr/>
                </a:tc>
                <a:extLst>
                  <a:ext uri="{0D108BD9-81ED-4DB2-BD59-A6C34878D82A}">
                    <a16:rowId xmlns:a16="http://schemas.microsoft.com/office/drawing/2014/main" val="3928298953"/>
                  </a:ext>
                </a:extLst>
              </a:tr>
              <a:tr h="204526">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その他個別</a:t>
                      </a:r>
                      <a:r>
                        <a:rPr lang="en-US" altLang="ja-JP" sz="1600" kern="1200">
                          <a:solidFill>
                            <a:schemeClr val="dk1"/>
                          </a:solidFill>
                          <a:latin typeface="+mn-lt"/>
                          <a:ea typeface="+mn-ea"/>
                          <a:cs typeface="+mn-cs"/>
                        </a:rPr>
                        <a:t>DB】</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8</a:t>
                      </a:r>
                      <a:endParaRPr lang="ja-JP" altLang="en-US" sz="16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t>それぞれ設計が異なり、独立した構成</a:t>
                      </a:r>
                      <a:endParaRPr lang="en-US" altLang="ja-JP" sz="1600" dirty="0"/>
                    </a:p>
                  </a:txBody>
                  <a:tcPr/>
                </a:tc>
                <a:extLst>
                  <a:ext uri="{0D108BD9-81ED-4DB2-BD59-A6C34878D82A}">
                    <a16:rowId xmlns:a16="http://schemas.microsoft.com/office/drawing/2014/main" val="1289625531"/>
                  </a:ext>
                </a:extLst>
              </a:tr>
            </a:tbl>
          </a:graphicData>
        </a:graphic>
      </p:graphicFrame>
    </p:spTree>
    <p:extLst>
      <p:ext uri="{BB962C8B-B14F-4D97-AF65-F5344CB8AC3E}">
        <p14:creationId xmlns:p14="http://schemas.microsoft.com/office/powerpoint/2010/main" val="2236710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BCA49-30AB-057D-2B4A-98A85616CCC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03A88D10-4EEF-59CB-E279-501319849CA4}"/>
              </a:ext>
            </a:extLst>
          </p:cNvPr>
          <p:cNvSpPr>
            <a:spLocks noGrp="1"/>
          </p:cNvSpPr>
          <p:nvPr>
            <p:ph type="ctrTitle"/>
          </p:nvPr>
        </p:nvSpPr>
        <p:spPr/>
        <p:txBody>
          <a:bodyPr/>
          <a:lstStyle/>
          <a:p>
            <a:r>
              <a:rPr lang="en-US" altLang="ja-JP" dirty="0"/>
              <a:t>Work Area</a:t>
            </a:r>
            <a:br>
              <a:rPr lang="en-US" altLang="ja-JP" dirty="0"/>
            </a:br>
            <a:r>
              <a:rPr lang="en-US" altLang="ja-JP" dirty="0"/>
              <a:t>(</a:t>
            </a:r>
            <a:r>
              <a:rPr lang="ja-JP" altLang="en-US" dirty="0"/>
              <a:t>提出前に削除</a:t>
            </a:r>
            <a:r>
              <a:rPr lang="en-US" altLang="ja-JP" dirty="0"/>
              <a:t>)</a:t>
            </a:r>
            <a:endParaRPr lang="ja-JP" altLang="en-US" dirty="0"/>
          </a:p>
        </p:txBody>
      </p:sp>
      <p:sp>
        <p:nvSpPr>
          <p:cNvPr id="2" name="字幕 1">
            <a:extLst>
              <a:ext uri="{FF2B5EF4-FFF2-40B4-BE49-F238E27FC236}">
                <a16:creationId xmlns:a16="http://schemas.microsoft.com/office/drawing/2014/main" id="{681F6F3D-00EC-77F7-3CFB-73BC49419B99}"/>
              </a:ext>
            </a:extLst>
          </p:cNvPr>
          <p:cNvSpPr>
            <a:spLocks noGrp="1"/>
          </p:cNvSpPr>
          <p:nvPr>
            <p:ph type="subTitle" idx="1"/>
          </p:nvPr>
        </p:nvSpPr>
        <p:spPr/>
        <p:txBody>
          <a:bodyPr/>
          <a:lstStyle/>
          <a:p>
            <a:endParaRPr lang="ja-JP" altLang="en-US"/>
          </a:p>
        </p:txBody>
      </p:sp>
    </p:spTree>
    <p:extLst>
      <p:ext uri="{BB962C8B-B14F-4D97-AF65-F5344CB8AC3E}">
        <p14:creationId xmlns:p14="http://schemas.microsoft.com/office/powerpoint/2010/main" val="291865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FBF05A-382A-F772-C873-3DF1D2267197}"/>
              </a:ext>
            </a:extLst>
          </p:cNvPr>
          <p:cNvSpPr>
            <a:spLocks noGrp="1"/>
          </p:cNvSpPr>
          <p:nvPr>
            <p:ph type="title"/>
          </p:nvPr>
        </p:nvSpPr>
        <p:spPr/>
        <p:txBody>
          <a:bodyPr>
            <a:normAutofit fontScale="90000"/>
          </a:bodyPr>
          <a:lstStyle/>
          <a:p>
            <a:endParaRPr kumimoji="1" lang="ja-JP" altLang="en-US"/>
          </a:p>
        </p:txBody>
      </p:sp>
      <p:pic>
        <p:nvPicPr>
          <p:cNvPr id="4" name="図 3" descr="アイコン&#10;&#10;AI によって生成されたコンテンツは間違っている可能性があります。">
            <a:extLst>
              <a:ext uri="{FF2B5EF4-FFF2-40B4-BE49-F238E27FC236}">
                <a16:creationId xmlns:a16="http://schemas.microsoft.com/office/drawing/2014/main" id="{D3742252-C886-6E4B-0739-3C625D175FA2}"/>
              </a:ext>
            </a:extLst>
          </p:cNvPr>
          <p:cNvPicPr>
            <a:picLocks noChangeAspect="1"/>
          </p:cNvPicPr>
          <p:nvPr/>
        </p:nvPicPr>
        <p:blipFill>
          <a:blip r:embed="rId2"/>
          <a:stretch>
            <a:fillRect/>
          </a:stretch>
        </p:blipFill>
        <p:spPr>
          <a:xfrm>
            <a:off x="2146807" y="991578"/>
            <a:ext cx="2787330" cy="1672398"/>
          </a:xfrm>
          <a:prstGeom prst="rect">
            <a:avLst/>
          </a:prstGeom>
        </p:spPr>
      </p:pic>
      <p:pic>
        <p:nvPicPr>
          <p:cNvPr id="5" name="図 4" descr="グラフィカル ユーザー インターフェイス, ロゴ&#10;&#10;AI によって生成されたコンテンツは間違っている可能性があります。">
            <a:extLst>
              <a:ext uri="{FF2B5EF4-FFF2-40B4-BE49-F238E27FC236}">
                <a16:creationId xmlns:a16="http://schemas.microsoft.com/office/drawing/2014/main" id="{BC51BFD8-DC7A-E4D9-4E79-6280D0A0DBE2}"/>
              </a:ext>
            </a:extLst>
          </p:cNvPr>
          <p:cNvPicPr>
            <a:picLocks noChangeAspect="1"/>
          </p:cNvPicPr>
          <p:nvPr/>
        </p:nvPicPr>
        <p:blipFill>
          <a:blip r:embed="rId3"/>
          <a:stretch>
            <a:fillRect/>
          </a:stretch>
        </p:blipFill>
        <p:spPr>
          <a:xfrm>
            <a:off x="286548" y="747417"/>
            <a:ext cx="2160721" cy="2160721"/>
          </a:xfrm>
          <a:prstGeom prst="rect">
            <a:avLst/>
          </a:prstGeom>
        </p:spPr>
      </p:pic>
    </p:spTree>
    <p:extLst>
      <p:ext uri="{BB962C8B-B14F-4D97-AF65-F5344CB8AC3E}">
        <p14:creationId xmlns:p14="http://schemas.microsoft.com/office/powerpoint/2010/main" val="25505089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a:t>提案（</a:t>
            </a:r>
            <a:r>
              <a:rPr kumimoji="1" lang="en-US" altLang="ja-JP"/>
              <a:t>File</a:t>
            </a:r>
            <a:r>
              <a:rPr kumimoji="1" lang="ja-JP" altLang="en-US"/>
              <a:t>を</a:t>
            </a:r>
            <a:r>
              <a:rPr kumimoji="1" lang="en-US" altLang="ja-JP"/>
              <a:t>SPO</a:t>
            </a:r>
            <a:r>
              <a:rPr kumimoji="1" lang="ja-JP" altLang="en-US"/>
              <a:t>に保存）</a:t>
            </a:r>
          </a:p>
        </p:txBody>
      </p:sp>
      <p:pic>
        <p:nvPicPr>
          <p:cNvPr id="5"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405399" y="3886352"/>
            <a:ext cx="1670840" cy="960733"/>
          </a:xfrm>
        </p:spPr>
      </p:pic>
      <p:cxnSp>
        <p:nvCxnSpPr>
          <p:cNvPr id="31" name="コネクタ: カギ線 30"/>
          <p:cNvCxnSpPr>
            <a:cxnSpLocks/>
            <a:stCxn id="5" idx="0"/>
            <a:endCxn id="6" idx="1"/>
          </p:cNvCxnSpPr>
          <p:nvPr/>
        </p:nvCxnSpPr>
        <p:spPr>
          <a:xfrm rot="5400000" flipH="1" flipV="1">
            <a:off x="1614984" y="1253431"/>
            <a:ext cx="2258756" cy="3007086"/>
          </a:xfrm>
          <a:prstGeom prst="bentConnector2">
            <a:avLst/>
          </a:prstGeom>
          <a:ln w="25400" cap="flat" cmpd="sng" algn="ctr">
            <a:solidFill>
              <a:srgbClr val="C00000"/>
            </a:solidFill>
            <a:prstDash val="solid"/>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ひし形 33"/>
          <p:cNvSpPr/>
          <p:nvPr/>
        </p:nvSpPr>
        <p:spPr>
          <a:xfrm>
            <a:off x="5795886" y="2363760"/>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37" name="コネクタ: カギ線 36"/>
          <p:cNvCxnSpPr>
            <a:cxnSpLocks/>
            <a:stCxn id="24" idx="0"/>
            <a:endCxn id="34" idx="1"/>
          </p:cNvCxnSpPr>
          <p:nvPr/>
        </p:nvCxnSpPr>
        <p:spPr>
          <a:xfrm rot="5400000" flipH="1" flipV="1">
            <a:off x="2963313" y="1007717"/>
            <a:ext cx="1442329" cy="4222817"/>
          </a:xfrm>
          <a:prstGeom prst="bentConnector2">
            <a:avLst/>
          </a:prstGeom>
          <a:ln w="25400" cap="flat" cmpd="sng" algn="ctr">
            <a:solidFill>
              <a:schemeClr val="accent2">
                <a:lumMod val="60000"/>
                <a:lumOff val="40000"/>
              </a:schemeClr>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1267691" y="1613776"/>
            <a:ext cx="3182428" cy="430887"/>
          </a:xfrm>
          <a:prstGeom prst="rect">
            <a:avLst/>
          </a:prstGeom>
          <a:noFill/>
        </p:spPr>
        <p:txBody>
          <a:bodyPr wrap="square" rtlCol="0">
            <a:spAutoFit/>
          </a:bodyPr>
          <a:lstStyle/>
          <a:p>
            <a:r>
              <a:rPr kumimoji="1" lang="ja-JP" altLang="en-US" sz="1100" dirty="0">
                <a:solidFill>
                  <a:srgbClr val="C00000"/>
                </a:solidFill>
              </a:rPr>
              <a:t>定型データの取得、表示、更新</a:t>
            </a:r>
            <a:endParaRPr kumimoji="1" lang="en-US" altLang="ja-JP" sz="1100" dirty="0">
              <a:solidFill>
                <a:srgbClr val="C00000"/>
              </a:solidFill>
            </a:endParaRPr>
          </a:p>
          <a:p>
            <a:r>
              <a:rPr kumimoji="1" lang="ja-JP" altLang="en-US" sz="1100" dirty="0">
                <a:solidFill>
                  <a:srgbClr val="C00000"/>
                </a:solidFill>
              </a:rPr>
              <a:t>仕様書に紐付いた添付ファイルの情報</a:t>
            </a:r>
            <a:r>
              <a:rPr lang="ja-JP" altLang="en-US" sz="1100" dirty="0">
                <a:solidFill>
                  <a:srgbClr val="C00000"/>
                </a:solidFill>
              </a:rPr>
              <a:t>管理</a:t>
            </a:r>
            <a:endParaRPr kumimoji="1" lang="ja-JP" altLang="en-US" sz="1100" dirty="0">
              <a:solidFill>
                <a:srgbClr val="C00000"/>
              </a:solidFill>
            </a:endParaRPr>
          </a:p>
        </p:txBody>
      </p:sp>
      <p:sp>
        <p:nvSpPr>
          <p:cNvPr id="42" name="ひし形 41"/>
          <p:cNvSpPr/>
          <p:nvPr/>
        </p:nvSpPr>
        <p:spPr>
          <a:xfrm>
            <a:off x="1859442" y="3840289"/>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44" name="テキスト ボックス 43"/>
          <p:cNvSpPr txBox="1"/>
          <p:nvPr/>
        </p:nvSpPr>
        <p:spPr>
          <a:xfrm>
            <a:off x="1794795" y="2168422"/>
            <a:ext cx="2646688" cy="261610"/>
          </a:xfrm>
          <a:prstGeom prst="rect">
            <a:avLst/>
          </a:prstGeom>
          <a:noFill/>
        </p:spPr>
        <p:txBody>
          <a:bodyPr wrap="square" rtlCol="0">
            <a:spAutoFit/>
          </a:bodyPr>
          <a:lstStyle/>
          <a:p>
            <a:pPr algn="ctr"/>
            <a:r>
              <a:rPr kumimoji="1" lang="ja-JP" altLang="en-US" sz="1100" dirty="0">
                <a:solidFill>
                  <a:schemeClr val="accent1">
                    <a:lumMod val="60000"/>
                    <a:lumOff val="40000"/>
                  </a:schemeClr>
                </a:solidFill>
              </a:rPr>
              <a:t>添付ファイル履歴取得、情報表示</a:t>
            </a:r>
            <a:endParaRPr kumimoji="1" lang="en-US" altLang="ja-JP" sz="1100" dirty="0">
              <a:solidFill>
                <a:schemeClr val="accent1">
                  <a:lumMod val="60000"/>
                  <a:lumOff val="40000"/>
                </a:schemeClr>
              </a:solidFill>
            </a:endParaRPr>
          </a:p>
        </p:txBody>
      </p:sp>
      <p:cxnSp>
        <p:nvCxnSpPr>
          <p:cNvPr id="45" name="コネクタ: カギ線 44"/>
          <p:cNvCxnSpPr>
            <a:cxnSpLocks/>
            <a:stCxn id="48" idx="1"/>
            <a:endCxn id="42" idx="0"/>
          </p:cNvCxnSpPr>
          <p:nvPr/>
        </p:nvCxnSpPr>
        <p:spPr>
          <a:xfrm rot="10800000" flipV="1">
            <a:off x="1894314" y="2931595"/>
            <a:ext cx="3901573" cy="908694"/>
          </a:xfrm>
          <a:prstGeom prst="bentConnector2">
            <a:avLst/>
          </a:prstGeom>
          <a:ln w="25400" cap="flat" cmpd="sng" algn="ctr">
            <a:solidFill>
              <a:srgbClr val="0070C0"/>
            </a:solidFill>
            <a:prstDash val="sys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ひし形 47"/>
          <p:cNvSpPr/>
          <p:nvPr/>
        </p:nvSpPr>
        <p:spPr>
          <a:xfrm>
            <a:off x="5795886" y="2897395"/>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51" name="テキスト ボックス 50"/>
          <p:cNvSpPr txBox="1"/>
          <p:nvPr/>
        </p:nvSpPr>
        <p:spPr>
          <a:xfrm>
            <a:off x="3042970" y="4002918"/>
            <a:ext cx="2396378" cy="1092607"/>
          </a:xfrm>
          <a:prstGeom prst="rect">
            <a:avLst/>
          </a:prstGeom>
          <a:noFill/>
        </p:spPr>
        <p:txBody>
          <a:bodyPr wrap="square" rtlCol="0">
            <a:spAutoFit/>
          </a:bodyPr>
          <a:lstStyle/>
          <a:p>
            <a:r>
              <a:rPr lang="en-US" altLang="ja-JP" sz="1100" dirty="0"/>
              <a:t>Flow</a:t>
            </a:r>
            <a:r>
              <a:rPr lang="ja-JP" altLang="en-US" sz="1100" dirty="0"/>
              <a:t>で添付ファイルの</a:t>
            </a:r>
            <a:r>
              <a:rPr lang="en-US" altLang="ja-JP" sz="1100" dirty="0"/>
              <a:t>Upload</a:t>
            </a:r>
            <a:r>
              <a:rPr lang="ja-JP" altLang="en-US" sz="1100" dirty="0"/>
              <a:t>実現</a:t>
            </a:r>
            <a:endParaRPr lang="en-US" altLang="ja-JP" sz="1100" dirty="0"/>
          </a:p>
          <a:p>
            <a:pPr marL="228600" indent="-228600">
              <a:buFont typeface="+mj-lt"/>
              <a:buAutoNum type="arabicPeriod"/>
            </a:pPr>
            <a:r>
              <a:rPr lang="ja-JP" altLang="en-US" sz="900" dirty="0"/>
              <a:t>保存場所の特定</a:t>
            </a:r>
            <a:endParaRPr lang="en-US" altLang="ja-JP" sz="900" dirty="0"/>
          </a:p>
          <a:p>
            <a:pPr marL="228600" indent="-228600">
              <a:buFont typeface="+mj-lt"/>
              <a:buAutoNum type="arabicPeriod"/>
            </a:pPr>
            <a:r>
              <a:rPr lang="ja-JP" altLang="en-US" sz="900" dirty="0"/>
              <a:t>ファイルを</a:t>
            </a:r>
            <a:r>
              <a:rPr lang="en-US" altLang="ja-JP" sz="900" dirty="0"/>
              <a:t>SPO</a:t>
            </a:r>
            <a:r>
              <a:rPr lang="ja-JP" altLang="en-US" sz="900" dirty="0"/>
              <a:t>の場所に</a:t>
            </a:r>
            <a:r>
              <a:rPr lang="en-US" altLang="ja-JP" sz="900" dirty="0"/>
              <a:t>Upload</a:t>
            </a:r>
          </a:p>
          <a:p>
            <a:pPr marL="228600" indent="-228600">
              <a:buFont typeface="+mj-lt"/>
              <a:buAutoNum type="arabicPeriod"/>
            </a:pPr>
            <a:r>
              <a:rPr lang="ja-JP" altLang="en-US" sz="900" dirty="0"/>
              <a:t>ファイルの権限を設定（共有相手個人、組織のみに与える）</a:t>
            </a:r>
            <a:endParaRPr lang="en-US" altLang="ja-JP" sz="900" dirty="0"/>
          </a:p>
          <a:p>
            <a:pPr marL="228600" indent="-228600">
              <a:buFont typeface="+mj-lt"/>
              <a:buAutoNum type="arabicPeriod"/>
            </a:pPr>
            <a:r>
              <a:rPr lang="ja-JP" altLang="en-US" sz="900" dirty="0"/>
              <a:t>仕様書</a:t>
            </a:r>
            <a:r>
              <a:rPr lang="en-US" altLang="ja-JP" sz="900" dirty="0"/>
              <a:t>Table</a:t>
            </a:r>
            <a:r>
              <a:rPr lang="ja-JP" altLang="en-US" sz="900" dirty="0"/>
              <a:t>に添付ファイル情報を登録する</a:t>
            </a:r>
            <a:endParaRPr lang="en-US" altLang="ja-JP" sz="900" dirty="0"/>
          </a:p>
        </p:txBody>
      </p:sp>
      <p:pic>
        <p:nvPicPr>
          <p:cNvPr id="58" name="図 57" descr="グラフィカル ユーザー インターフェイス, アプリケーション, テーブル, Excel"/>
          <p:cNvPicPr>
            <a:picLocks noChangeAspect="1"/>
          </p:cNvPicPr>
          <p:nvPr/>
        </p:nvPicPr>
        <p:blipFill>
          <a:blip r:embed="rId4"/>
          <a:stretch>
            <a:fillRect/>
          </a:stretch>
        </p:blipFill>
        <p:spPr>
          <a:xfrm>
            <a:off x="5578474" y="4154963"/>
            <a:ext cx="1932302" cy="954124"/>
          </a:xfrm>
          <a:prstGeom prst="rect">
            <a:avLst/>
          </a:prstGeom>
        </p:spPr>
      </p:pic>
      <p:sp>
        <p:nvSpPr>
          <p:cNvPr id="108" name="ひし形 107"/>
          <p:cNvSpPr/>
          <p:nvPr/>
        </p:nvSpPr>
        <p:spPr>
          <a:xfrm>
            <a:off x="2032069" y="4633505"/>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120" name="ひし形 119"/>
          <p:cNvSpPr/>
          <p:nvPr/>
        </p:nvSpPr>
        <p:spPr>
          <a:xfrm>
            <a:off x="2032069" y="4785905"/>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3" name="テキスト ボックス 2"/>
          <p:cNvSpPr txBox="1"/>
          <p:nvPr/>
        </p:nvSpPr>
        <p:spPr>
          <a:xfrm>
            <a:off x="6339290" y="4785905"/>
            <a:ext cx="1473268" cy="307777"/>
          </a:xfrm>
          <a:prstGeom prst="rect">
            <a:avLst/>
          </a:prstGeom>
          <a:noFill/>
        </p:spPr>
        <p:txBody>
          <a:bodyPr wrap="square" rtlCol="0">
            <a:spAutoFit/>
          </a:bodyPr>
          <a:lstStyle/>
          <a:p>
            <a:pPr algn="ctr"/>
            <a:r>
              <a:rPr kumimoji="1" lang="en-US" altLang="ja-JP" sz="1400" dirty="0"/>
              <a:t>Office 365 App</a:t>
            </a:r>
            <a:endParaRPr kumimoji="1" lang="ja-JP" altLang="en-US" sz="1400" dirty="0"/>
          </a:p>
        </p:txBody>
      </p:sp>
      <p:sp>
        <p:nvSpPr>
          <p:cNvPr id="12" name="テキスト ボックス 11"/>
          <p:cNvSpPr txBox="1"/>
          <p:nvPr/>
        </p:nvSpPr>
        <p:spPr>
          <a:xfrm>
            <a:off x="-4275" y="7010297"/>
            <a:ext cx="11599481" cy="938719"/>
          </a:xfrm>
          <a:prstGeom prst="rect">
            <a:avLst/>
          </a:prstGeom>
          <a:noFill/>
          <a:ln w="9525" cap="flat" cmpd="sng" algn="ctr">
            <a:solidFill>
              <a:schemeClr val="tx1"/>
            </a:solidFill>
            <a:prstDash val="solid"/>
            <a:round/>
            <a:headEnd type="oval" w="med" len="med"/>
            <a:tailEnd type="oval" w="med" len="med"/>
          </a:ln>
        </p:spPr>
        <p:txBody>
          <a:bodyPr wrap="square">
            <a:spAutoFit/>
          </a:bodyPr>
          <a:lstStyle/>
          <a:p>
            <a:r>
              <a:rPr lang="ja-JP" altLang="en-US" sz="1100"/>
              <a:t>平行編集：</a:t>
            </a:r>
          </a:p>
          <a:p>
            <a:r>
              <a:rPr lang="ja-JP" altLang="en-US" sz="1100"/>
              <a:t>１．同じユーザは複数回同じ文書を開く場合、（連打）　　ー　App設計・実装に考慮要</a:t>
            </a:r>
          </a:p>
          <a:p>
            <a:r>
              <a:rPr lang="ja-JP" altLang="en-US" sz="1100"/>
              <a:t>２．異なるユーザは同じ文書を同時に編集すること　　ー　当面不要だと聞いたが、必要としたら、実現できる。</a:t>
            </a:r>
          </a:p>
          <a:p>
            <a:r>
              <a:rPr lang="ja-JP" altLang="en-US" sz="1100"/>
              <a:t>３．Power AutomationのFlowの異常処理 </a:t>
            </a:r>
            <a:r>
              <a:rPr lang="en-US" altLang="ja-JP" sz="1100"/>
              <a:t>(</a:t>
            </a:r>
            <a:r>
              <a:rPr lang="ja-JP" altLang="en-US" sz="1100"/>
              <a:t>利用者の本人に送信したい</a:t>
            </a:r>
            <a:r>
              <a:rPr lang="en-US" altLang="ja-JP" sz="1100"/>
              <a:t>)</a:t>
            </a:r>
          </a:p>
          <a:p>
            <a:r>
              <a:rPr lang="ja-JP" altLang="en-US" sz="1100"/>
              <a:t>４．ファイルの自動保存（</a:t>
            </a:r>
            <a:r>
              <a:rPr lang="en-US" altLang="ja-JP" sz="1100" err="1"/>
              <a:t>LocalApp</a:t>
            </a:r>
            <a:r>
              <a:rPr lang="ja-JP" altLang="en-US" sz="1100"/>
              <a:t>で開いた場合）の設定</a:t>
            </a:r>
            <a:r>
              <a:rPr lang="en-US" altLang="ja-JP" sz="1100"/>
              <a:t>Manual</a:t>
            </a:r>
            <a:r>
              <a:rPr lang="ja-JP" altLang="en-US" sz="1100"/>
              <a:t>が必要かも。</a:t>
            </a:r>
          </a:p>
        </p:txBody>
      </p:sp>
      <p:pic>
        <p:nvPicPr>
          <p:cNvPr id="13" name="図 12" descr="グラフィカル ユーザー インターフェイス, アプリケーション&#10;&#10;AI によって生成されたコンテンツは間違っている可能性があります。"/>
          <p:cNvPicPr>
            <a:picLocks noChangeAspect="1"/>
          </p:cNvPicPr>
          <p:nvPr/>
        </p:nvPicPr>
        <p:blipFill>
          <a:blip r:embed="rId5"/>
          <a:stretch>
            <a:fillRect/>
          </a:stretch>
        </p:blipFill>
        <p:spPr>
          <a:xfrm>
            <a:off x="3672300" y="3318715"/>
            <a:ext cx="568859" cy="490428"/>
          </a:xfrm>
          <a:prstGeom prst="rect">
            <a:avLst/>
          </a:prstGeom>
        </p:spPr>
      </p:pic>
      <p:pic>
        <p:nvPicPr>
          <p:cNvPr id="4" name="図 3" descr="ロゴ, アイコン&#10;&#10;AI によって生成されたコンテンツは間違っている可能性があります。"/>
          <p:cNvPicPr>
            <a:picLocks noChangeAspect="1"/>
          </p:cNvPicPr>
          <p:nvPr/>
        </p:nvPicPr>
        <p:blipFill>
          <a:blip r:embed="rId6"/>
          <a:stretch>
            <a:fillRect/>
          </a:stretch>
        </p:blipFill>
        <p:spPr>
          <a:xfrm>
            <a:off x="5926738" y="2125093"/>
            <a:ext cx="1235775" cy="1207970"/>
          </a:xfrm>
          <a:prstGeom prst="rect">
            <a:avLst/>
          </a:prstGeom>
        </p:spPr>
      </p:pic>
      <p:cxnSp>
        <p:nvCxnSpPr>
          <p:cNvPr id="7" name="コネクタ: カギ線 6"/>
          <p:cNvCxnSpPr>
            <a:cxnSpLocks/>
            <a:stCxn id="4" idx="2"/>
            <a:endCxn id="58" idx="0"/>
          </p:cNvCxnSpPr>
          <p:nvPr/>
        </p:nvCxnSpPr>
        <p:spPr>
          <a:xfrm rot="5400000">
            <a:off x="6133676" y="3744013"/>
            <a:ext cx="821900" cy="1"/>
          </a:xfrm>
          <a:prstGeom prst="bentConnector3">
            <a:avLst>
              <a:gd name="adj1" fmla="val 50000"/>
            </a:avLst>
          </a:prstGeom>
          <a:ln w="25400" cap="flat" cmpd="sng" algn="ctr">
            <a:solidFill>
              <a:schemeClr val="tx1"/>
            </a:solidFill>
            <a:prstDash val="sys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4929500" y="1475815"/>
            <a:ext cx="1170774" cy="415498"/>
          </a:xfrm>
          <a:prstGeom prst="rect">
            <a:avLst/>
          </a:prstGeom>
          <a:noFill/>
          <a:ln w="9525" cap="flat" cmpd="sng" algn="ctr">
            <a:noFill/>
            <a:prstDash val="solid"/>
            <a:round/>
            <a:headEnd type="oval" w="med" len="med"/>
            <a:tailEnd type="oval" w="med" len="med"/>
          </a:ln>
        </p:spPr>
        <p:txBody>
          <a:bodyPr wrap="square">
            <a:spAutoFit/>
          </a:bodyPr>
          <a:lstStyle/>
          <a:p>
            <a:pPr algn="ctr"/>
            <a:r>
              <a:rPr kumimoji="1" lang="ja-JP" altLang="en-US" sz="1050" dirty="0"/>
              <a:t>定型データ</a:t>
            </a:r>
            <a:endParaRPr kumimoji="1" lang="en-US" altLang="ja-JP" sz="1050" dirty="0"/>
          </a:p>
          <a:p>
            <a:pPr algn="ctr"/>
            <a:r>
              <a:rPr kumimoji="1" lang="ja-JP" altLang="en-US" sz="1050" dirty="0"/>
              <a:t>保存場所</a:t>
            </a:r>
          </a:p>
        </p:txBody>
      </p:sp>
      <p:sp>
        <p:nvSpPr>
          <p:cNvPr id="21" name="テキスト ボックス 20"/>
          <p:cNvSpPr txBox="1"/>
          <p:nvPr/>
        </p:nvSpPr>
        <p:spPr>
          <a:xfrm>
            <a:off x="6837377" y="2213825"/>
            <a:ext cx="1170774" cy="415498"/>
          </a:xfrm>
          <a:prstGeom prst="rect">
            <a:avLst/>
          </a:prstGeom>
          <a:noFill/>
          <a:ln w="9525" cap="flat" cmpd="sng" algn="ctr">
            <a:noFill/>
            <a:prstDash val="solid"/>
            <a:round/>
            <a:headEnd type="oval" w="med" len="med"/>
            <a:tailEnd type="oval" w="med" len="med"/>
          </a:ln>
        </p:spPr>
        <p:txBody>
          <a:bodyPr wrap="square">
            <a:spAutoFit/>
          </a:bodyPr>
          <a:lstStyle/>
          <a:p>
            <a:pPr algn="ctr"/>
            <a:r>
              <a:rPr kumimoji="1" lang="ja-JP" altLang="en-US" sz="1050"/>
              <a:t>添付ファイル</a:t>
            </a:r>
            <a:endParaRPr kumimoji="1" lang="en-US" altLang="ja-JP" sz="1050"/>
          </a:p>
          <a:p>
            <a:pPr algn="ctr"/>
            <a:r>
              <a:rPr kumimoji="1" lang="ja-JP" altLang="en-US" sz="1050"/>
              <a:t>保存場所</a:t>
            </a:r>
          </a:p>
        </p:txBody>
      </p:sp>
      <p:pic>
        <p:nvPicPr>
          <p:cNvPr id="6" name="図 5" descr="アイコン&#10;&#10;AI によって生成されたコンテンツは間違っている可能性があります。">
            <a:extLst>
              <a:ext uri="{FF2B5EF4-FFF2-40B4-BE49-F238E27FC236}">
                <a16:creationId xmlns:a16="http://schemas.microsoft.com/office/drawing/2014/main" id="{E19EBD56-F527-2DAA-35B7-007D2FFADB00}"/>
              </a:ext>
            </a:extLst>
          </p:cNvPr>
          <p:cNvPicPr>
            <a:picLocks noChangeAspect="1"/>
          </p:cNvPicPr>
          <p:nvPr/>
        </p:nvPicPr>
        <p:blipFill>
          <a:blip r:embed="rId7"/>
          <a:stretch>
            <a:fillRect/>
          </a:stretch>
        </p:blipFill>
        <p:spPr>
          <a:xfrm>
            <a:off x="4247905" y="1251509"/>
            <a:ext cx="1253623" cy="752174"/>
          </a:xfrm>
          <a:prstGeom prst="rect">
            <a:avLst/>
          </a:prstGeom>
        </p:spPr>
      </p:pic>
      <p:sp>
        <p:nvSpPr>
          <p:cNvPr id="14" name="ひし形 13">
            <a:extLst>
              <a:ext uri="{FF2B5EF4-FFF2-40B4-BE49-F238E27FC236}">
                <a16:creationId xmlns:a16="http://schemas.microsoft.com/office/drawing/2014/main" id="{1619088F-7B7F-0D0C-5777-52622828AA8C}"/>
              </a:ext>
            </a:extLst>
          </p:cNvPr>
          <p:cNvSpPr/>
          <p:nvPr/>
        </p:nvSpPr>
        <p:spPr>
          <a:xfrm>
            <a:off x="5795886" y="3003672"/>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7" name="コネクタ: カギ線 16">
            <a:extLst>
              <a:ext uri="{FF2B5EF4-FFF2-40B4-BE49-F238E27FC236}">
                <a16:creationId xmlns:a16="http://schemas.microsoft.com/office/drawing/2014/main" id="{C4DE77CA-DFAB-26B5-00F6-CBF86ECEAD93}"/>
              </a:ext>
            </a:extLst>
          </p:cNvPr>
          <p:cNvCxnSpPr>
            <a:cxnSpLocks/>
            <a:stCxn id="14" idx="1"/>
            <a:endCxn id="23" idx="3"/>
          </p:cNvCxnSpPr>
          <p:nvPr/>
        </p:nvCxnSpPr>
        <p:spPr>
          <a:xfrm rot="10800000" flipV="1">
            <a:off x="2126046" y="3037871"/>
            <a:ext cx="3669840" cy="995755"/>
          </a:xfrm>
          <a:prstGeom prst="bentConnector3">
            <a:avLst>
              <a:gd name="adj1" fmla="val 50000"/>
            </a:avLst>
          </a:prstGeom>
          <a:ln w="25400" cap="flat" cmpd="sng" algn="ctr">
            <a:solidFill>
              <a:schemeClr val="tx1"/>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3" name="ひし形 22">
            <a:extLst>
              <a:ext uri="{FF2B5EF4-FFF2-40B4-BE49-F238E27FC236}">
                <a16:creationId xmlns:a16="http://schemas.microsoft.com/office/drawing/2014/main" id="{A5308BAA-F461-69B7-7151-C49EA7DF0E99}"/>
              </a:ext>
            </a:extLst>
          </p:cNvPr>
          <p:cNvSpPr/>
          <p:nvPr/>
        </p:nvSpPr>
        <p:spPr>
          <a:xfrm>
            <a:off x="2056304" y="399942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24" name="ひし形 23">
            <a:extLst>
              <a:ext uri="{FF2B5EF4-FFF2-40B4-BE49-F238E27FC236}">
                <a16:creationId xmlns:a16="http://schemas.microsoft.com/office/drawing/2014/main" id="{4E0DDCAA-842F-A60D-AE15-8B76E1EDCB39}"/>
              </a:ext>
            </a:extLst>
          </p:cNvPr>
          <p:cNvSpPr/>
          <p:nvPr/>
        </p:nvSpPr>
        <p:spPr>
          <a:xfrm>
            <a:off x="1538198" y="3840289"/>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26" name="コネクタ: カギ線 25">
            <a:extLst>
              <a:ext uri="{FF2B5EF4-FFF2-40B4-BE49-F238E27FC236}">
                <a16:creationId xmlns:a16="http://schemas.microsoft.com/office/drawing/2014/main" id="{46252433-C8EC-5D13-2514-3E602F27D599}"/>
              </a:ext>
            </a:extLst>
          </p:cNvPr>
          <p:cNvCxnSpPr>
            <a:cxnSpLocks/>
            <a:stCxn id="46" idx="0"/>
            <a:endCxn id="30" idx="1"/>
          </p:cNvCxnSpPr>
          <p:nvPr/>
        </p:nvCxnSpPr>
        <p:spPr>
          <a:xfrm rot="5400000" flipH="1" flipV="1">
            <a:off x="3163739" y="1212716"/>
            <a:ext cx="1204006" cy="4060346"/>
          </a:xfrm>
          <a:prstGeom prst="bentConnector2">
            <a:avLst/>
          </a:prstGeom>
          <a:ln w="25400" cap="flat" cmpd="sng" algn="ctr">
            <a:solidFill>
              <a:srgbClr val="00B05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B415C372-EA08-B54F-1F53-F390993AB9D5}"/>
              </a:ext>
            </a:extLst>
          </p:cNvPr>
          <p:cNvSpPr txBox="1"/>
          <p:nvPr/>
        </p:nvSpPr>
        <p:spPr>
          <a:xfrm>
            <a:off x="1790319" y="2419346"/>
            <a:ext cx="4174895" cy="261610"/>
          </a:xfrm>
          <a:prstGeom prst="rect">
            <a:avLst/>
          </a:prstGeom>
          <a:noFill/>
        </p:spPr>
        <p:txBody>
          <a:bodyPr wrap="square" rtlCol="0">
            <a:spAutoFit/>
          </a:bodyPr>
          <a:lstStyle/>
          <a:p>
            <a:pPr algn="ctr"/>
            <a:r>
              <a:rPr kumimoji="1" lang="ja-JP" altLang="en-US" sz="1100" dirty="0">
                <a:solidFill>
                  <a:srgbClr val="00B050"/>
                </a:solidFill>
              </a:rPr>
              <a:t>個別添付ファイルのダウンロード</a:t>
            </a:r>
            <a:r>
              <a:rPr kumimoji="1" lang="en-US" altLang="ja-JP" sz="900" dirty="0">
                <a:solidFill>
                  <a:srgbClr val="00B050"/>
                </a:solidFill>
              </a:rPr>
              <a:t>(Power Apps</a:t>
            </a:r>
            <a:r>
              <a:rPr kumimoji="1" lang="ja-JP" altLang="en-US" sz="900" dirty="0">
                <a:solidFill>
                  <a:srgbClr val="00B050"/>
                </a:solidFill>
              </a:rPr>
              <a:t>の</a:t>
            </a:r>
            <a:r>
              <a:rPr kumimoji="1" lang="en-US" altLang="ja-JP" sz="900" dirty="0">
                <a:solidFill>
                  <a:srgbClr val="00B050"/>
                </a:solidFill>
              </a:rPr>
              <a:t>Download</a:t>
            </a:r>
            <a:r>
              <a:rPr kumimoji="1" lang="ja-JP" altLang="en-US" sz="900" dirty="0">
                <a:solidFill>
                  <a:srgbClr val="00B050"/>
                </a:solidFill>
              </a:rPr>
              <a:t>機能利用</a:t>
            </a:r>
            <a:r>
              <a:rPr kumimoji="1" lang="en-US" altLang="ja-JP" sz="900" dirty="0">
                <a:solidFill>
                  <a:srgbClr val="00B050"/>
                </a:solidFill>
              </a:rPr>
              <a:t>)</a:t>
            </a:r>
            <a:endParaRPr kumimoji="1" lang="en-US" altLang="ja-JP" sz="1200" dirty="0">
              <a:solidFill>
                <a:srgbClr val="00B050"/>
              </a:solidFill>
            </a:endParaRPr>
          </a:p>
        </p:txBody>
      </p:sp>
      <p:sp>
        <p:nvSpPr>
          <p:cNvPr id="30" name="ひし形 29">
            <a:extLst>
              <a:ext uri="{FF2B5EF4-FFF2-40B4-BE49-F238E27FC236}">
                <a16:creationId xmlns:a16="http://schemas.microsoft.com/office/drawing/2014/main" id="{6414B766-70CC-E76F-97F9-B6A42C10ACE6}"/>
              </a:ext>
            </a:extLst>
          </p:cNvPr>
          <p:cNvSpPr/>
          <p:nvPr/>
        </p:nvSpPr>
        <p:spPr>
          <a:xfrm>
            <a:off x="5795915" y="2606686"/>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35" name="テキスト ボックス 34">
            <a:extLst>
              <a:ext uri="{FF2B5EF4-FFF2-40B4-BE49-F238E27FC236}">
                <a16:creationId xmlns:a16="http://schemas.microsoft.com/office/drawing/2014/main" id="{6756CA08-3CC2-3435-44E9-93786073E7D4}"/>
              </a:ext>
            </a:extLst>
          </p:cNvPr>
          <p:cNvSpPr txBox="1"/>
          <p:nvPr/>
        </p:nvSpPr>
        <p:spPr>
          <a:xfrm>
            <a:off x="2091175" y="2714377"/>
            <a:ext cx="3425289" cy="261610"/>
          </a:xfrm>
          <a:prstGeom prst="rect">
            <a:avLst/>
          </a:prstGeom>
          <a:noFill/>
        </p:spPr>
        <p:txBody>
          <a:bodyPr wrap="square" rtlCol="0">
            <a:spAutoFit/>
          </a:bodyPr>
          <a:lstStyle/>
          <a:p>
            <a:pPr algn="ctr"/>
            <a:r>
              <a:rPr kumimoji="1" lang="ja-JP" altLang="en-US" sz="1100" dirty="0">
                <a:solidFill>
                  <a:srgbClr val="0070C0"/>
                </a:solidFill>
              </a:rPr>
              <a:t>個別添付ファイルの編集</a:t>
            </a:r>
            <a:r>
              <a:rPr kumimoji="1" lang="en-US" altLang="ja-JP" sz="900" dirty="0">
                <a:solidFill>
                  <a:srgbClr val="0070C0"/>
                </a:solidFill>
              </a:rPr>
              <a:t>(Power Apps</a:t>
            </a:r>
            <a:r>
              <a:rPr kumimoji="1" lang="ja-JP" altLang="en-US" sz="900" dirty="0">
                <a:solidFill>
                  <a:srgbClr val="0070C0"/>
                </a:solidFill>
              </a:rPr>
              <a:t>の</a:t>
            </a:r>
            <a:r>
              <a:rPr kumimoji="1" lang="en-US" altLang="ja-JP" sz="900" dirty="0">
                <a:solidFill>
                  <a:srgbClr val="0070C0"/>
                </a:solidFill>
              </a:rPr>
              <a:t>Launch</a:t>
            </a:r>
            <a:r>
              <a:rPr kumimoji="1" lang="ja-JP" altLang="en-US" sz="900" dirty="0">
                <a:solidFill>
                  <a:srgbClr val="0070C0"/>
                </a:solidFill>
              </a:rPr>
              <a:t>機能利用</a:t>
            </a:r>
            <a:r>
              <a:rPr kumimoji="1" lang="en-US" altLang="ja-JP" sz="900" dirty="0">
                <a:solidFill>
                  <a:srgbClr val="0070C0"/>
                </a:solidFill>
              </a:rPr>
              <a:t>)</a:t>
            </a:r>
            <a:endParaRPr kumimoji="1" lang="en-US" altLang="ja-JP" sz="1200" dirty="0">
              <a:solidFill>
                <a:srgbClr val="0070C0"/>
              </a:solidFill>
            </a:endParaRPr>
          </a:p>
        </p:txBody>
      </p:sp>
      <p:sp>
        <p:nvSpPr>
          <p:cNvPr id="46" name="ひし形 45">
            <a:extLst>
              <a:ext uri="{FF2B5EF4-FFF2-40B4-BE49-F238E27FC236}">
                <a16:creationId xmlns:a16="http://schemas.microsoft.com/office/drawing/2014/main" id="{F445C690-7DD2-4110-1C07-30A31C4D02B4}"/>
              </a:ext>
            </a:extLst>
          </p:cNvPr>
          <p:cNvSpPr/>
          <p:nvPr/>
        </p:nvSpPr>
        <p:spPr>
          <a:xfrm>
            <a:off x="1700698" y="3844892"/>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5e8e40f-b990-41de-a0fc-543397efce7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nfidential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6350" cap="flat" cmpd="sng" algn="ctr">
          <a:noFill/>
          <a:prstDash val="solid"/>
          <a:miter lim="800000"/>
          <a:headEnd type="none" w="med" len="med"/>
          <a:tailEnd type="none" w="med" len="med"/>
        </a:ln>
      </a:spPr>
      <a:bodyPr lIns="72000" tIns="72000" rIns="72000" bIns="72000" rtlCol="0" anchor="t" anchorCtr="0"/>
      <a:lstStyle>
        <a:defPPr marL="171450" indent="-171450" algn="l">
          <a:buFont typeface="Wingdings" panose="05000000000000000000" pitchFamily="2" charset="2"/>
          <a:buChar char="Ø"/>
          <a:defRPr kumimoji="1" sz="1200" dirty="0" smtClean="0"/>
        </a:defPPr>
      </a:lstStyle>
      <a:style>
        <a:lnRef idx="1">
          <a:schemeClr val="accent1"/>
        </a:lnRef>
        <a:fillRef idx="0">
          <a:schemeClr val="accent1"/>
        </a:fillRef>
        <a:effectRef idx="0">
          <a:schemeClr val="accent1"/>
        </a:effectRef>
        <a:fontRef idx="minor">
          <a:schemeClr val="tx1"/>
        </a:fontRef>
      </a:style>
    </a:spDef>
    <a:lnDef>
      <a:spPr>
        <a:ln w="6350" cap="flat" cmpd="sng" algn="ctr">
          <a:solidFill>
            <a:schemeClr val="tx1"/>
          </a:solidFill>
          <a:prstDash val="solid"/>
          <a:miter lim="800000"/>
          <a:headEnd type="none" w="med" len="med"/>
          <a:tailEnd type="triangle" w="med" len="med"/>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solidFill>
            <a:schemeClr val="tx1"/>
          </a:solidFill>
          <a:prstDash val="solid"/>
          <a:round/>
          <a:headEnd type="oval" w="med" len="med"/>
          <a:tailEnd type="oval" w="med" len="med"/>
        </a:ln>
      </a:spPr>
      <a:bodyPr wrap="square" lIns="36000" tIns="36000" rIns="36000" bIns="36000" rtlCol="0" anchor="ctr" anchorCtr="0">
        <a:noAutofit/>
      </a:bodyPr>
      <a:lstStyle>
        <a:defPPr marL="171450" indent="-171450" algn="l">
          <a:buFont typeface="Arial" panose="020B0604020202020204" pitchFamily="34" charset="0"/>
          <a:buChar char="•"/>
          <a:defRPr kumimoji="1" sz="1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T Template_A4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FF8755027893A4E9210A5EC1A82EFF5" ma:contentTypeVersion="8" ma:contentTypeDescription="Create a new document." ma:contentTypeScope="" ma:versionID="edf87b1fa72454dc10dcbc6515930825">
  <xsd:schema xmlns:xsd="http://www.w3.org/2001/XMLSchema" xmlns:xs="http://www.w3.org/2001/XMLSchema" xmlns:p="http://schemas.microsoft.com/office/2006/metadata/properties" xmlns:ns2="259acf4b-b80a-47bc-9c5c-11234d21311e" targetNamespace="http://schemas.microsoft.com/office/2006/metadata/properties" ma:root="true" ma:fieldsID="c09ac35cf20a1c318ca1facae5dcb3d2" ns2:_="">
    <xsd:import namespace="259acf4b-b80a-47bc-9c5c-11234d2131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9acf4b-b80a-47bc-9c5c-11234d2131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1EB569-1790-46AF-B846-C3C8AF03910D}">
  <ds:schemaRefs>
    <ds:schemaRef ds:uri="259acf4b-b80a-47bc-9c5c-11234d2131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216C17B-9ACF-4273-9EF4-F7A543FAF213}">
  <ds:schemaRefs/>
</ds:datastoreItem>
</file>

<file path=customXml/itemProps3.xml><?xml version="1.0" encoding="utf-8"?>
<ds:datastoreItem xmlns:ds="http://schemas.openxmlformats.org/officeDocument/2006/customXml" ds:itemID="{BCB922EE-95E3-497F-8326-C2ABF66A4B77}">
  <ds:schemaRefs/>
</ds:datastoreItem>
</file>

<file path=docProps/app.xml><?xml version="1.0" encoding="utf-8"?>
<Properties xmlns="http://schemas.openxmlformats.org/officeDocument/2006/extended-properties" xmlns:vt="http://schemas.openxmlformats.org/officeDocument/2006/docPropsVTypes">
  <Template>MCG_jp_rev1</Template>
  <TotalTime>5246</TotalTime>
  <Words>14530</Words>
  <Application>Microsoft Office PowerPoint</Application>
  <PresentationFormat>ワイド画面</PresentationFormat>
  <Paragraphs>1770</Paragraphs>
  <Slides>42</Slides>
  <Notes>38</Notes>
  <HiddenSlides>0</HiddenSlides>
  <MMClips>0</MMClips>
  <ScaleCrop>false</ScaleCrop>
  <HeadingPairs>
    <vt:vector size="8" baseType="variant">
      <vt:variant>
        <vt:lpstr>使用されているフォント</vt:lpstr>
      </vt:variant>
      <vt:variant>
        <vt:i4>14</vt:i4>
      </vt:variant>
      <vt:variant>
        <vt:lpstr>テーマ</vt:lpstr>
      </vt:variant>
      <vt:variant>
        <vt:i4>6</vt:i4>
      </vt:variant>
      <vt:variant>
        <vt:lpstr>埋め込まれた OLE サーバー</vt:lpstr>
      </vt:variant>
      <vt:variant>
        <vt:i4>1</vt:i4>
      </vt:variant>
      <vt:variant>
        <vt:lpstr>スライド タイトル</vt:lpstr>
      </vt:variant>
      <vt:variant>
        <vt:i4>42</vt:i4>
      </vt:variant>
    </vt:vector>
  </HeadingPairs>
  <TitlesOfParts>
    <vt:vector size="63" baseType="lpstr">
      <vt:lpstr>Arial Unicode MS</vt:lpstr>
      <vt:lpstr>DengXian 本文</vt:lpstr>
      <vt:lpstr>Meiryo UI</vt:lpstr>
      <vt:lpstr>ＭＳ Ｐゴシック</vt:lpstr>
      <vt:lpstr>Yu Gothic UI</vt:lpstr>
      <vt:lpstr>游ゴシック</vt:lpstr>
      <vt:lpstr>游ゴシック 本文</vt:lpstr>
      <vt:lpstr>Arial</vt:lpstr>
      <vt:lpstr>Calibri</vt:lpstr>
      <vt:lpstr>Calibri Light</vt:lpstr>
      <vt:lpstr>Gill Sans MT</vt:lpstr>
      <vt:lpstr>Verdana</vt:lpstr>
      <vt:lpstr>Wingdings</vt:lpstr>
      <vt:lpstr>Wingdings 2</vt:lpstr>
      <vt:lpstr>1_Confidential_Main template_Blue and Cool gray</vt:lpstr>
      <vt:lpstr>2_Main template_Blue and Cool gray</vt:lpstr>
      <vt:lpstr>DT Template_A4_J_202201</vt:lpstr>
      <vt:lpstr>DT Template_16:9_J_202201</vt:lpstr>
      <vt:lpstr>2_DT Template_16:9_J_202201</vt:lpstr>
      <vt:lpstr>画廊</vt:lpstr>
      <vt:lpstr>think-cellスライド</vt:lpstr>
      <vt:lpstr>Notesアプリ刷新 （製品仕様書管理） Power Apps + Sql server 提案と見積</vt:lpstr>
      <vt:lpstr>前書き</vt:lpstr>
      <vt:lpstr>目次</vt:lpstr>
      <vt:lpstr>提案の背景</vt:lpstr>
      <vt:lpstr>システム概要</vt:lpstr>
      <vt:lpstr>ストレージの選定</vt:lpstr>
      <vt:lpstr>全体アーキテクチャ</vt:lpstr>
      <vt:lpstr>実現方法－添付ファイル管理（編集含む）</vt:lpstr>
      <vt:lpstr>ソリューション－一括ダウンロード機能</vt:lpstr>
      <vt:lpstr>ソリューション－検索機能</vt:lpstr>
      <vt:lpstr>ソリューション－パフォーマンス、HAなど</vt:lpstr>
      <vt:lpstr>ソリューション－権限管理</vt:lpstr>
      <vt:lpstr>ソリューション－ユーザ別の属性管理</vt:lpstr>
      <vt:lpstr>ソリューションーデータ移行</vt:lpstr>
      <vt:lpstr>機能一覧※ご提示頂いた「【新アプリ】機能要件一覧 V1.1.xlsx」の中項目単位で抽出</vt:lpstr>
      <vt:lpstr>機能一覧</vt:lpstr>
      <vt:lpstr>機能一覧</vt:lpstr>
      <vt:lpstr>機能一覧</vt:lpstr>
      <vt:lpstr>プロジェクトリスク</vt:lpstr>
      <vt:lpstr>スケジュール表</vt:lpstr>
      <vt:lpstr>見積もり</vt:lpstr>
      <vt:lpstr>結論</vt:lpstr>
      <vt:lpstr>備考</vt:lpstr>
      <vt:lpstr>アーキテクチャ全体 添付ファイルはDaTAVERSE保存（案B）</vt:lpstr>
      <vt:lpstr>POC範囲</vt:lpstr>
      <vt:lpstr>サポートとメンテナンス－瑕疵範囲、保守提案</vt:lpstr>
      <vt:lpstr>前回の資料 (9/22)</vt:lpstr>
      <vt:lpstr>アーキテクチャ全体 Sql server 2022 + 添付ファイルDaTAVERSE保存（案B）</vt:lpstr>
      <vt:lpstr>アーキテクチャ全体 Azure Sql + 添付ファイルはDaTAVERSE保存（案C）</vt:lpstr>
      <vt:lpstr>実現方法－文書管理機能</vt:lpstr>
      <vt:lpstr>実現方法－添付ファイル管理</vt:lpstr>
      <vt:lpstr>実現方法－オンライン編集機能</vt:lpstr>
      <vt:lpstr>実現方法－一括ダウンロード機能</vt:lpstr>
      <vt:lpstr>実現方法－検索機能１</vt:lpstr>
      <vt:lpstr>実現方法－ 検索機能２</vt:lpstr>
      <vt:lpstr>実現方法－パフォーマンス最適化</vt:lpstr>
      <vt:lpstr>実現方法－権限管理</vt:lpstr>
      <vt:lpstr>実現方法－ユーザ別の属性管理（Option）</vt:lpstr>
      <vt:lpstr>データ移行</vt:lpstr>
      <vt:lpstr>Work Area (提出前に削除)</vt:lpstr>
      <vt:lpstr>PowerPoint プレゼンテーション</vt:lpstr>
      <vt:lpstr>提案（FileをSPOに保存）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Administrator</dc:creator>
  <cp:lastModifiedBy>he zhendong/0494938/何　振東</cp:lastModifiedBy>
  <cp:revision>22</cp:revision>
  <dcterms:created xsi:type="dcterms:W3CDTF">2023-05-25T05:41:00Z</dcterms:created>
  <dcterms:modified xsi:type="dcterms:W3CDTF">2025-09-28T20:40:00Z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2023-05-25T05:41:11Z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2049bfcc-162e-4d78-8c9a-b897432490f3</vt:lpwstr>
  </property>
  <property fmtid="{D5CDD505-2E9C-101B-9397-08002B2CF9AE}" pid="8" name="MSIP_Label_ea60d57e-af5b-4752-ac57-3e4f28ca11dc_ContentBits">
    <vt:lpwstr>0</vt:lpwstr>
  </property>
  <property fmtid="{D5CDD505-2E9C-101B-9397-08002B2CF9AE}" pid="9" name="MediaServiceImageTags">
    <vt:lpwstr/>
  </property>
  <property fmtid="{D5CDD505-2E9C-101B-9397-08002B2CF9AE}" pid="10" name="ContentTypeId">
    <vt:lpwstr>0x0101009FF8755027893A4E9210A5EC1A82EFF5</vt:lpwstr>
  </property>
  <property fmtid="{D5CDD505-2E9C-101B-9397-08002B2CF9AE}" pid="11" name="Order">
    <vt:r8>5977900</vt:r8>
  </property>
  <property fmtid="{D5CDD505-2E9C-101B-9397-08002B2CF9AE}" pid="12" name="xd_Signature">
    <vt:bool>false</vt:bool>
  </property>
  <property fmtid="{D5CDD505-2E9C-101B-9397-08002B2CF9AE}" pid="13" name="xd_ProgID">
    <vt:lpwstr/>
  </property>
  <property fmtid="{D5CDD505-2E9C-101B-9397-08002B2CF9AE}" pid="14" name="TriggerFlowInfo">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ICV">
    <vt:lpwstr>61FD6D9CD5724BDC8EF554E0A7F685BE_12</vt:lpwstr>
  </property>
  <property fmtid="{D5CDD505-2E9C-101B-9397-08002B2CF9AE}" pid="19" name="KSOProductBuildVer">
    <vt:lpwstr>2052-12.1.0.20305</vt:lpwstr>
  </property>
</Properties>
</file>