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6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6" y="6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E57667-AB65-F53B-D893-55DC2EC9E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271E1EB-4D3F-9200-ADBC-3EFE57255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C45EB5-39F5-1AB1-E431-1F78F866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0F3EAF-DC2B-A651-CD1F-DBD55BE14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1B279B-43CE-228D-7CEF-5498B58E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43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ABBD6-0FD8-89C1-5007-DF8D679E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9990A3-51E4-F745-D065-8BCF30BB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A3B32C-4520-A0C9-F86A-9F806291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047AC9-71CD-4BFE-2F1C-C0B447D69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3AD1C63-3905-51B5-6792-825A4A70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6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D52C0A-2E19-40E1-4DC7-4130DFDEC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5AE390-B977-8EA6-591C-5D508CF01D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257178-2DC3-8F95-ACDE-5555DD8B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A9E216-A996-7CB4-D76E-0BCC70FC0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DFE3D53-8865-61B4-05D5-6236010E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9798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EE0002-EF7B-2756-5BC6-1205F2B6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F4051B-4A7A-DA26-7D33-53406EADE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778D9A-CC82-946E-2E9D-8C29AE686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46CD2FD-4C93-B326-8037-A7039B06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C77EF4-357E-9C0A-783A-ED6BB391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38BD0C-FE28-15C1-A6F0-D094950F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9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C9E534-036C-61CC-8797-F25F8345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1983DF-2E5A-B774-42EC-C7A650E16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EF370A-465D-4920-67B1-C52CF2706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47AEAEA-A24F-D5C0-30D4-F5A03B2A9B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8035F54-2AB8-2961-76E3-8262F582D8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4B2D158-EC39-49AA-5EB3-309497F7E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04BF6DF-9DB5-748B-8EA0-C2CDE4464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FFD997C-0E46-42A1-248D-CC7E0E4E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884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9D688-1118-2F18-D229-0B06DE53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A65D9F-DFF1-6C58-630F-DE3585D79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FB8FEB5-B038-ADE7-1061-06D22AB8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1182A7-AFD4-79E1-8332-774A3F08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8720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468834D-0BB5-0559-729A-59A56C11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54B3091-6ECD-FFD2-E6D5-9B7C36FFC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993F52-0875-0104-73A7-C987F494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37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E000B-6F50-A183-6270-E88DAA1B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9465EA-C00F-8668-8E52-505BF428B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E9EB26-0C28-1B8B-41F8-C9A7139A8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5EF6FE-5766-5466-1E17-972FDEF8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0025C6-7C3A-92C2-9871-83E2DDA45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B97B75-A04F-76AC-D021-B03DEE299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4019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064D2A-5B90-05A0-2CB4-81017BF48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6B89697-89FA-8E77-407C-A47CB5F30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C8A5B6E-19F4-A82D-50A7-2C162A972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F74870-8CB3-2998-01F7-261C4512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21D975-D4F0-C685-247C-35967A8B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DCE1E1-59C8-4ADF-5D46-577AA714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9951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C60565-937A-495D-31F3-BD919278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D904FDF-21C0-50A0-5124-D34D1CC7CF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C7D951-EEE8-AFB8-78CD-5B45E9BC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7EA611-0CF6-5181-20A6-C683CDF3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194E8E-EC4B-7A49-E647-09D98D3B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06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DE2BB94-6DFF-3772-1F79-299D6E11A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FBE1E37-40F4-4CE4-0E2A-F988F0663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B6159-EE19-4AFF-B791-04485609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FEAF7A-03D3-F1EC-1FFB-9519C9D0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AEB174-EEDC-AF00-AF8E-560C0512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325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D9FB7EB-D7BE-1843-C87E-5B9A9506E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1072FF-3E12-F204-074F-A7422E3BA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B013E6-0C93-7DED-A9E5-FD8275CD8E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08C060-C167-4AE4-AFA2-E2C602FDE774}" type="datetimeFigureOut">
              <a:rPr kumimoji="1" lang="ja-JP" altLang="en-US" smtClean="0"/>
              <a:t>2025/12/10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999226-90B6-C2C1-BC32-0B0387C618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5B52F4-4138-77BA-BAF4-03267EE28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7E64E6-B28C-4A42-B268-815A6FEBF7E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799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A9E25A-84F1-EACE-FD8B-CF9F91CFF2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52C06FF-28A1-297D-9736-A2400C04A2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D51ABBE-796E-1461-0DE9-EB89B501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13" y="0"/>
            <a:ext cx="10955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71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5708D4-9DD3-CCA2-20BB-F756426D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255177-EA4F-9885-40AE-B1BC1CF59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D2B93DB-1B6D-06B9-3814-63B1CCF47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13" y="0"/>
            <a:ext cx="10955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5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C1B29-2B37-3AE1-0EDC-479098A8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8992B7-10A7-9DFD-6B32-7D0316E3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AE6881-0A58-F174-6C1E-2B1246C4F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D28CC8E-66BB-3621-7BD7-433CC686B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13" y="0"/>
            <a:ext cx="10955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20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055DD-1AE6-FF99-FBD7-0FF03E54E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ED38C-BAFB-5D16-B85D-B4529C5BA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FDC5A8-FD01-DA69-3173-BC76FDE8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393217-9432-7E45-6046-C3E70E97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213" y="0"/>
            <a:ext cx="10955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5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 zhendong/0494938/何　振東</dc:creator>
  <cp:lastModifiedBy>he zhendong/0494938/何　振東</cp:lastModifiedBy>
  <cp:revision>1</cp:revision>
  <dcterms:created xsi:type="dcterms:W3CDTF">2025-12-10T01:05:39Z</dcterms:created>
  <dcterms:modified xsi:type="dcterms:W3CDTF">2025-12-10T11:50:37Z</dcterms:modified>
</cp:coreProperties>
</file>