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ags/tag4.xml" ContentType="application/vnd.openxmlformats-officedocument.presentationml.tags+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3.xml" ContentType="application/vnd.openxmlformats-officedocument.them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4.xml" ContentType="application/vnd.openxmlformats-officedocument.theme+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theme/theme5.xml" ContentType="application/vnd.openxmlformats-officedocument.theme+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theme/theme6.xml" ContentType="application/vnd.openxmlformats-officedocument.theme+xml"/>
  <Override PartName="/ppt/tags/tag72.xml" ContentType="application/vnd.openxmlformats-officedocument.presentationml.tags+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4"/>
    <p:sldMasterId id="2147483653" r:id="rId5"/>
    <p:sldMasterId id="2147483657" r:id="rId6"/>
    <p:sldMasterId id="2147483674" r:id="rId7"/>
    <p:sldMasterId id="2147483698" r:id="rId8"/>
    <p:sldMasterId id="2147483722" r:id="rId9"/>
  </p:sldMasterIdLst>
  <p:notesMasterIdLst>
    <p:notesMasterId r:id="rId47"/>
  </p:notesMasterIdLst>
  <p:handoutMasterIdLst>
    <p:handoutMasterId r:id="rId48"/>
  </p:handoutMasterIdLst>
  <p:sldIdLst>
    <p:sldId id="16772939" r:id="rId10"/>
    <p:sldId id="16776365" r:id="rId11"/>
    <p:sldId id="16776366" r:id="rId12"/>
    <p:sldId id="16776367" r:id="rId13"/>
    <p:sldId id="16776368" r:id="rId14"/>
    <p:sldId id="16776370" r:id="rId15"/>
    <p:sldId id="16776369" r:id="rId16"/>
    <p:sldId id="16776371" r:id="rId17"/>
    <p:sldId id="16776373" r:id="rId18"/>
    <p:sldId id="16776405" r:id="rId19"/>
    <p:sldId id="16776376" r:id="rId20"/>
    <p:sldId id="16776406" r:id="rId21"/>
    <p:sldId id="16776407" r:id="rId22"/>
    <p:sldId id="16776408" r:id="rId23"/>
    <p:sldId id="16776380" r:id="rId24"/>
    <p:sldId id="16776381" r:id="rId25"/>
    <p:sldId id="16776382" r:id="rId26"/>
    <p:sldId id="16776383" r:id="rId27"/>
    <p:sldId id="16776384" r:id="rId28"/>
    <p:sldId id="16776385" r:id="rId29"/>
    <p:sldId id="16776386" r:id="rId30"/>
    <p:sldId id="16776387" r:id="rId31"/>
    <p:sldId id="16776388" r:id="rId32"/>
    <p:sldId id="16776390" r:id="rId33"/>
    <p:sldId id="16776391" r:id="rId34"/>
    <p:sldId id="16776403" r:id="rId35"/>
    <p:sldId id="16776389" r:id="rId36"/>
    <p:sldId id="16776393" r:id="rId37"/>
    <p:sldId id="16776394" r:id="rId38"/>
    <p:sldId id="16776395" r:id="rId39"/>
    <p:sldId id="16776396" r:id="rId40"/>
    <p:sldId id="16776397" r:id="rId41"/>
    <p:sldId id="16776398" r:id="rId42"/>
    <p:sldId id="16776399" r:id="rId43"/>
    <p:sldId id="16776400" r:id="rId44"/>
    <p:sldId id="16776401" r:id="rId45"/>
    <p:sldId id="16776402" r:id="rId46"/>
  </p:sldIdLst>
  <p:sldSz cx="12192000" cy="6858000"/>
  <p:notesSz cx="6858000" cy="9144000"/>
  <p:custDataLst>
    <p:tags r:id="rId49"/>
  </p:custDataLst>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ソリューション選定" id="{95B20763-887C-471D-AF38-718C3EA63DA8}">
          <p14:sldIdLst>
            <p14:sldId id="16772939"/>
            <p14:sldId id="16776365"/>
            <p14:sldId id="16776366"/>
            <p14:sldId id="16776367"/>
            <p14:sldId id="16776368"/>
            <p14:sldId id="16776370"/>
            <p14:sldId id="16776369"/>
            <p14:sldId id="16776371"/>
            <p14:sldId id="16776373"/>
            <p14:sldId id="16776405"/>
            <p14:sldId id="16776376"/>
            <p14:sldId id="16776406"/>
            <p14:sldId id="16776407"/>
            <p14:sldId id="16776408"/>
            <p14:sldId id="16776380"/>
            <p14:sldId id="16776381"/>
            <p14:sldId id="16776382"/>
            <p14:sldId id="16776383"/>
            <p14:sldId id="16776384"/>
            <p14:sldId id="16776385"/>
            <p14:sldId id="16776386"/>
            <p14:sldId id="16776387"/>
            <p14:sldId id="16776388"/>
            <p14:sldId id="16776390"/>
            <p14:sldId id="16776391"/>
            <p14:sldId id="16776403"/>
            <p14:sldId id="16776389"/>
            <p14:sldId id="16776393"/>
            <p14:sldId id="16776394"/>
            <p14:sldId id="16776395"/>
            <p14:sldId id="16776396"/>
            <p14:sldId id="16776397"/>
            <p14:sldId id="16776398"/>
            <p14:sldId id="16776399"/>
            <p14:sldId id="16776400"/>
            <p14:sldId id="16776401"/>
            <p14:sldId id="16776402"/>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FBFBF"/>
    <a:srgbClr val="FFFFCC"/>
    <a:srgbClr val="B3BBBF"/>
    <a:srgbClr val="75787B"/>
    <a:srgbClr val="53565A"/>
    <a:srgbClr val="6F92CC"/>
    <a:srgbClr val="FFFF00"/>
    <a:srgbClr val="A7A8AA"/>
    <a:srgbClr val="B9B9B9"/>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主题样式 1 - 强调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8FB837D-C827-4EFA-A057-4D05807E0F7C}" styleName="主题样式 1 - 强调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35758FB7-9AC5-4552-8A53-C91805E547FA}" styleName="テーマ スタイル 1 - アクセント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88" d="100"/>
          <a:sy n="188" d="100"/>
        </p:scale>
        <p:origin x="514" y="139"/>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4.xml"/><Relationship Id="rId18" Type="http://schemas.openxmlformats.org/officeDocument/2006/relationships/slide" Target="slides/slide9.xml"/><Relationship Id="rId26" Type="http://schemas.openxmlformats.org/officeDocument/2006/relationships/slide" Target="slides/slide17.xml"/><Relationship Id="rId39" Type="http://schemas.openxmlformats.org/officeDocument/2006/relationships/slide" Target="slides/slide30.xml"/><Relationship Id="rId21" Type="http://schemas.openxmlformats.org/officeDocument/2006/relationships/slide" Target="slides/slide12.xml"/><Relationship Id="rId34" Type="http://schemas.openxmlformats.org/officeDocument/2006/relationships/slide" Target="slides/slide25.xml"/><Relationship Id="rId42" Type="http://schemas.openxmlformats.org/officeDocument/2006/relationships/slide" Target="slides/slide33.xml"/><Relationship Id="rId47" Type="http://schemas.openxmlformats.org/officeDocument/2006/relationships/notesMaster" Target="notesMasters/notesMaster1.xml"/><Relationship Id="rId50" Type="http://schemas.openxmlformats.org/officeDocument/2006/relationships/presProps" Target="presProp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7.xml"/><Relationship Id="rId29" Type="http://schemas.openxmlformats.org/officeDocument/2006/relationships/slide" Target="slides/slide20.xml"/><Relationship Id="rId11" Type="http://schemas.openxmlformats.org/officeDocument/2006/relationships/slide" Target="slides/slide2.xml"/><Relationship Id="rId24" Type="http://schemas.openxmlformats.org/officeDocument/2006/relationships/slide" Target="slides/slide15.xml"/><Relationship Id="rId32" Type="http://schemas.openxmlformats.org/officeDocument/2006/relationships/slide" Target="slides/slide23.xml"/><Relationship Id="rId37" Type="http://schemas.openxmlformats.org/officeDocument/2006/relationships/slide" Target="slides/slide28.xml"/><Relationship Id="rId40" Type="http://schemas.openxmlformats.org/officeDocument/2006/relationships/slide" Target="slides/slide31.xml"/><Relationship Id="rId45" Type="http://schemas.openxmlformats.org/officeDocument/2006/relationships/slide" Target="slides/slide36.xml"/><Relationship Id="rId53" Type="http://schemas.openxmlformats.org/officeDocument/2006/relationships/tableStyles" Target="tableStyles.xml"/><Relationship Id="rId5" Type="http://schemas.openxmlformats.org/officeDocument/2006/relationships/slideMaster" Target="slideMasters/slideMaster2.xml"/><Relationship Id="rId10" Type="http://schemas.openxmlformats.org/officeDocument/2006/relationships/slide" Target="slides/slide1.xml"/><Relationship Id="rId19" Type="http://schemas.openxmlformats.org/officeDocument/2006/relationships/slide" Target="slides/slide10.xml"/><Relationship Id="rId31" Type="http://schemas.openxmlformats.org/officeDocument/2006/relationships/slide" Target="slides/slide22.xml"/><Relationship Id="rId44" Type="http://schemas.openxmlformats.org/officeDocument/2006/relationships/slide" Target="slides/slide35.xml"/><Relationship Id="rId52"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slide" Target="slides/slide21.xml"/><Relationship Id="rId35" Type="http://schemas.openxmlformats.org/officeDocument/2006/relationships/slide" Target="slides/slide26.xml"/><Relationship Id="rId43" Type="http://schemas.openxmlformats.org/officeDocument/2006/relationships/slide" Target="slides/slide34.xml"/><Relationship Id="rId48" Type="http://schemas.openxmlformats.org/officeDocument/2006/relationships/handoutMaster" Target="handoutMasters/handoutMaster1.xml"/><Relationship Id="rId8" Type="http://schemas.openxmlformats.org/officeDocument/2006/relationships/slideMaster" Target="slideMasters/slideMaster5.xml"/><Relationship Id="rId51"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slide" Target="slides/slide24.xml"/><Relationship Id="rId38" Type="http://schemas.openxmlformats.org/officeDocument/2006/relationships/slide" Target="slides/slide29.xml"/><Relationship Id="rId46" Type="http://schemas.openxmlformats.org/officeDocument/2006/relationships/slide" Target="slides/slide37.xml"/><Relationship Id="rId20" Type="http://schemas.openxmlformats.org/officeDocument/2006/relationships/slide" Target="slides/slide11.xml"/><Relationship Id="rId41" Type="http://schemas.openxmlformats.org/officeDocument/2006/relationships/slide" Target="slides/slide32.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slide" Target="slides/slide27.xml"/><Relationship Id="rId49" Type="http://schemas.openxmlformats.org/officeDocument/2006/relationships/tags" Target="tags/tag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F02A3B7-46B2-E94A-9EF8-D8D874E780F7}" type="datetimeFigureOut">
              <a:rPr kumimoji="1" lang="ja-JP" altLang="en-US" smtClean="0"/>
              <a:t>2025/9/30</a:t>
            </a:fld>
            <a:endParaRPr kumimoji="1" lang="ja-JP" altLang="en-US"/>
          </a:p>
        </p:txBody>
      </p:sp>
      <p:sp>
        <p:nvSpPr>
          <p:cNvPr id="4" name="フッター プレースホルダー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A6C1043-B07B-A34C-A6AD-E266C03B38C1}" type="slidenum">
              <a:rPr kumimoji="1" lang="ja-JP" altLang="en-US" smtClean="0"/>
              <a:t>‹#›</a:t>
            </a:fld>
            <a:endParaRPr kumimoji="1" lang="ja-JP"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2F1F98-6922-D549-90B4-4FEE2DCA453F}" type="datetimeFigureOut">
              <a:rPr kumimoji="1" lang="ja-JP" altLang="en-US" smtClean="0"/>
              <a:t>2025/9/30</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r>
              <a:rPr kumimoji="1" lang="ja-JP" altLang="en-US"/>
              <a:t>マスター テキストの書式設定
第 </a:t>
            </a:r>
            <a:r>
              <a:rPr kumimoji="1" lang="en-US" altLang="ja-JP"/>
              <a:t>2 </a:t>
            </a:r>
            <a:r>
              <a:rPr kumimoji="1" lang="ja-JP" altLang="en-US"/>
              <a:t>レベル
第 </a:t>
            </a:r>
            <a:r>
              <a:rPr kumimoji="1" lang="en-US" altLang="ja-JP"/>
              <a:t>3 </a:t>
            </a:r>
            <a:r>
              <a:rPr kumimoji="1" lang="ja-JP" altLang="en-US"/>
              <a:t>レベル
第 </a:t>
            </a:r>
            <a:r>
              <a:rPr kumimoji="1" lang="en-US" altLang="ja-JP"/>
              <a:t>4 </a:t>
            </a:r>
            <a:r>
              <a:rPr kumimoji="1" lang="ja-JP" altLang="en-US"/>
              <a:t>レベル
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3E9B8F7-F11D-7247-854D-760B01224C6A}" type="slidenum">
              <a:rPr kumimoji="1" lang="ja-JP" altLang="en-US" smtClean="0"/>
              <a:t>‹#›</a:t>
            </a:fld>
            <a:endParaRPr kumimoji="1" lang="ja-JP"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1</a:t>
            </a:fld>
            <a:endParaRPr kumimoji="1" lang="ja-JP" altLang="en-US"/>
          </a:p>
        </p:txBody>
      </p:sp>
    </p:spTree>
    <p:extLst>
      <p:ext uri="{BB962C8B-B14F-4D97-AF65-F5344CB8AC3E}">
        <p14:creationId xmlns:p14="http://schemas.microsoft.com/office/powerpoint/2010/main" val="10725027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2</a:t>
            </a:fld>
            <a:endParaRPr kumimoji="1" lang="ja-JP"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3</a:t>
            </a:fld>
            <a:endParaRPr kumimoji="1" lang="ja-JP"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4</a:t>
            </a:fld>
            <a:endParaRPr kumimoji="1" lang="ja-JP"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ja-JP" altLang="en-US">
                <a:latin typeface="Yu Gothic UI" panose="020B0500000000000000" pitchFamily="50" charset="-128"/>
                <a:ea typeface="Yu Gothic UI" panose="020B0500000000000000" pitchFamily="50" charset="-128"/>
              </a:rPr>
              <a:t>目的</a:t>
            </a:r>
            <a:r>
              <a:rPr kumimoji="1" lang="en-US" altLang="ja-JP">
                <a:latin typeface="Yu Gothic UI" panose="020B0500000000000000" pitchFamily="50" charset="-128"/>
                <a:ea typeface="Yu Gothic UI" panose="020B0500000000000000" pitchFamily="50" charset="-128"/>
              </a:rPr>
              <a:t>: </a:t>
            </a:r>
            <a:r>
              <a:rPr kumimoji="1" lang="ja-JP" altLang="en-US">
                <a:latin typeface="Yu Gothic UI" panose="020B0500000000000000" pitchFamily="50" charset="-128"/>
                <a:ea typeface="Yu Gothic UI" panose="020B0500000000000000" pitchFamily="50" charset="-128"/>
              </a:rPr>
              <a:t>システム全体像を提示し、技術方案の基盤を説明。</a:t>
            </a: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5</a:t>
            </a:fld>
            <a:endParaRPr kumimoji="1" lang="ja-JP"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b="1" dirty="0"/>
              <a:t>１</a:t>
            </a:r>
            <a:r>
              <a:rPr lang="en-US" altLang="ja-JP" b="1" dirty="0"/>
              <a:t>. </a:t>
            </a:r>
            <a:r>
              <a:rPr lang="ja-JP" altLang="en-US" b="1" dirty="0"/>
              <a:t>ネイティブ全文検索</a:t>
            </a:r>
          </a:p>
          <a:p>
            <a:r>
              <a:rPr lang="ja-JP" altLang="en-US" b="1" dirty="0">
                <a:effectLst/>
              </a:rPr>
              <a:t>定義</a:t>
            </a:r>
            <a:r>
              <a:rPr lang="ja-JP" altLang="en-US" dirty="0">
                <a:effectLst/>
              </a:rPr>
              <a:t>：データベースエンジン内で提供される、テキストデータの高速かつ柔軟な検索機能。ドキュメントやテキストフィールド（例</a:t>
            </a:r>
            <a:r>
              <a:rPr lang="en-US" altLang="ja-JP" dirty="0">
                <a:effectLst/>
              </a:rPr>
              <a:t>: PDF</a:t>
            </a:r>
            <a:r>
              <a:rPr lang="ja-JP" altLang="en-US" dirty="0">
                <a:effectLst/>
              </a:rPr>
              <a:t>、</a:t>
            </a:r>
            <a:r>
              <a:rPr lang="en-US" altLang="ja-JP" dirty="0">
                <a:effectLst/>
              </a:rPr>
              <a:t>Word</a:t>
            </a:r>
            <a:r>
              <a:rPr lang="ja-JP" altLang="en-US" dirty="0">
                <a:effectLst/>
              </a:rPr>
              <a:t>ファイルの内容、</a:t>
            </a:r>
            <a:r>
              <a:rPr lang="en-US" altLang="ja-JP" dirty="0">
                <a:effectLst/>
              </a:rPr>
              <a:t>VARCHAR</a:t>
            </a:r>
            <a:r>
              <a:rPr lang="ja-JP" altLang="en-US" dirty="0">
                <a:effectLst/>
              </a:rPr>
              <a:t>列）内の単語やフレーズを検索し、インデックスを利用して効率的に結果を返す。</a:t>
            </a:r>
          </a:p>
          <a:p>
            <a:br>
              <a:rPr kumimoji="1" lang="en-US" altLang="ja-JP" dirty="0">
                <a:latin typeface="Yu Gothic UI" panose="020B0500000000000000" pitchFamily="50" charset="-128"/>
                <a:ea typeface="Yu Gothic UI" panose="020B0500000000000000" pitchFamily="50" charset="-128"/>
              </a:rPr>
            </a:br>
            <a:r>
              <a:rPr lang="en-US" altLang="ja-JP" b="1" dirty="0"/>
              <a:t>2. </a:t>
            </a:r>
            <a:r>
              <a:rPr lang="ja-JP" altLang="en-US" b="1" dirty="0"/>
              <a:t>テキスト抽出機能</a:t>
            </a:r>
          </a:p>
          <a:p>
            <a:r>
              <a:rPr lang="ja-JP" altLang="en-US" b="1" dirty="0">
                <a:effectLst/>
              </a:rPr>
              <a:t>定義</a:t>
            </a:r>
            <a:r>
              <a:rPr lang="ja-JP" altLang="en-US" dirty="0">
                <a:effectLst/>
              </a:rPr>
              <a:t>：添付ファイル（例</a:t>
            </a:r>
            <a:r>
              <a:rPr lang="en-US" altLang="ja-JP" dirty="0">
                <a:effectLst/>
              </a:rPr>
              <a:t>: PDF</a:t>
            </a:r>
            <a:r>
              <a:rPr lang="ja-JP" altLang="en-US" dirty="0">
                <a:effectLst/>
              </a:rPr>
              <a:t>、画像、</a:t>
            </a:r>
            <a:r>
              <a:rPr lang="en-US" altLang="ja-JP" dirty="0">
                <a:effectLst/>
              </a:rPr>
              <a:t>Word</a:t>
            </a:r>
            <a:r>
              <a:rPr lang="ja-JP" altLang="en-US" dirty="0">
                <a:effectLst/>
              </a:rPr>
              <a:t>）からテキストやメタデータを自動的に抽出し、データベース内で検索や分析に利用できるようにする機能。</a:t>
            </a:r>
          </a:p>
          <a:p>
            <a:br>
              <a:rPr kumimoji="1" lang="en-US" altLang="ja-JP" dirty="0">
                <a:latin typeface="Yu Gothic UI" panose="020B0500000000000000" pitchFamily="50" charset="-128"/>
                <a:ea typeface="Yu Gothic UI" panose="020B0500000000000000" pitchFamily="50" charset="-128"/>
              </a:rPr>
            </a:br>
            <a:r>
              <a:rPr lang="en-US" altLang="ja-JP" b="1" dirty="0"/>
              <a:t>3. </a:t>
            </a:r>
            <a:r>
              <a:rPr lang="ja-JP" altLang="en-US" b="1" dirty="0"/>
              <a:t>非テキスト検索</a:t>
            </a:r>
          </a:p>
          <a:p>
            <a:r>
              <a:rPr lang="ja-JP" altLang="en-US" b="1" dirty="0">
                <a:effectLst/>
              </a:rPr>
              <a:t>定義</a:t>
            </a:r>
            <a:r>
              <a:rPr lang="ja-JP" altLang="en-US" dirty="0">
                <a:effectLst/>
              </a:rPr>
              <a:t>：テキスト以外のデータ（例</a:t>
            </a:r>
            <a:r>
              <a:rPr lang="en-US" altLang="ja-JP" dirty="0">
                <a:effectLst/>
              </a:rPr>
              <a:t>: </a:t>
            </a:r>
            <a:r>
              <a:rPr lang="ja-JP" altLang="en-US" dirty="0">
                <a:effectLst/>
              </a:rPr>
              <a:t>画像、動画、音声、バイナリファイル）やそのメタデータ（例</a:t>
            </a:r>
            <a:r>
              <a:rPr lang="en-US" altLang="ja-JP" dirty="0">
                <a:effectLst/>
              </a:rPr>
              <a:t>: </a:t>
            </a:r>
            <a:r>
              <a:rPr lang="ja-JP" altLang="en-US" dirty="0">
                <a:effectLst/>
              </a:rPr>
              <a:t>タグ、ファイル属性）を対象とした検索。画像内のオブジェクト認識やバイナリデータのハッシュ検索なども含む。</a:t>
            </a:r>
          </a:p>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dirty="0">
              <a:latin typeface="Yu Gothic UI" panose="020B0500000000000000" pitchFamily="50" charset="-128"/>
              <a:ea typeface="Yu Gothic UI" panose="020B0500000000000000" pitchFamily="50" charset="-128"/>
            </a:endParaRPr>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6</a:t>
            </a:fld>
            <a:endParaRPr kumimoji="1" lang="ja-JP"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ja-JP" altLang="en-US" dirty="0">
                <a:latin typeface="Yu Gothic UI" panose="020B0500000000000000" pitchFamily="50" charset="-128"/>
                <a:ea typeface="Yu Gothic UI" panose="020B0500000000000000" pitchFamily="50" charset="-128"/>
              </a:rPr>
              <a:t>目的</a:t>
            </a:r>
            <a:r>
              <a:rPr kumimoji="1" lang="en-US" altLang="ja-JP" dirty="0">
                <a:latin typeface="Yu Gothic UI" panose="020B0500000000000000" pitchFamily="50" charset="-128"/>
                <a:ea typeface="Yu Gothic UI" panose="020B0500000000000000" pitchFamily="50" charset="-128"/>
              </a:rPr>
              <a:t>: </a:t>
            </a:r>
            <a:r>
              <a:rPr kumimoji="1" lang="ja-JP" altLang="en-US" dirty="0">
                <a:latin typeface="Yu Gothic UI" panose="020B0500000000000000" pitchFamily="50" charset="-128"/>
                <a:ea typeface="Yu Gothic UI" panose="020B0500000000000000" pitchFamily="50" charset="-128"/>
              </a:rPr>
              <a:t>システム全体像を提示し、技術方案の基盤を説明。</a:t>
            </a:r>
            <a:endParaRPr kumimoji="1" lang="en-US" altLang="ja-JP" dirty="0">
              <a:latin typeface="Yu Gothic UI" panose="020B0500000000000000" pitchFamily="50" charset="-128"/>
              <a:ea typeface="Yu Gothic UI" panose="020B0500000000000000" pitchFamily="50" charset="-128"/>
            </a:endParaRPr>
          </a:p>
          <a:p>
            <a:pPr marL="0" marR="0" lvl="0" indent="0" algn="l" defTabSz="914400" rtl="0" eaLnBrk="1" fontAlgn="auto" latinLnBrk="0" hangingPunct="1">
              <a:lnSpc>
                <a:spcPct val="100000"/>
              </a:lnSpc>
              <a:spcBef>
                <a:spcPts val="0"/>
              </a:spcBef>
              <a:spcAft>
                <a:spcPts val="0"/>
              </a:spcAft>
              <a:buClrTx/>
              <a:buSzTx/>
              <a:buFontTx/>
              <a:buNone/>
              <a:defRPr/>
            </a:pPr>
            <a:r>
              <a:rPr kumimoji="1" lang="ja-JP" altLang="en-US" dirty="0">
                <a:latin typeface="Yu Gothic UI" panose="020B0500000000000000" pitchFamily="50" charset="-128"/>
                <a:ea typeface="Yu Gothic UI" panose="020B0500000000000000" pitchFamily="50" charset="-128"/>
              </a:rPr>
              <a:t>図</a:t>
            </a:r>
            <a:r>
              <a:rPr kumimoji="1" lang="en-US" altLang="ja-JP" dirty="0">
                <a:latin typeface="Yu Gothic UI" panose="020B0500000000000000" pitchFamily="50" charset="-128"/>
                <a:ea typeface="Yu Gothic UI" panose="020B0500000000000000" pitchFamily="50" charset="-128"/>
              </a:rPr>
              <a:t>: </a:t>
            </a:r>
            <a:r>
              <a:rPr kumimoji="1" lang="ja-JP" altLang="en-US" dirty="0">
                <a:latin typeface="Yu Gothic UI" panose="020B0500000000000000" pitchFamily="50" charset="-128"/>
                <a:ea typeface="Yu Gothic UI" panose="020B0500000000000000" pitchFamily="50" charset="-128"/>
              </a:rPr>
              <a:t>アーキテクチャ図を挿入（</a:t>
            </a:r>
            <a:r>
              <a:rPr kumimoji="1" lang="en-US" altLang="ja-JP" dirty="0">
                <a:latin typeface="Yu Gothic UI" panose="020B0500000000000000" pitchFamily="50" charset="-128"/>
                <a:ea typeface="Yu Gothic UI" panose="020B0500000000000000" pitchFamily="50" charset="-128"/>
              </a:rPr>
              <a:t>PowerApps → Dataverse/SQL Server → SharePoint → Office 365</a:t>
            </a:r>
            <a:r>
              <a:rPr kumimoji="1" lang="ja-JP" altLang="en-US" dirty="0">
                <a:latin typeface="Yu Gothic UI" panose="020B0500000000000000" pitchFamily="50" charset="-128"/>
                <a:ea typeface="Yu Gothic UI" panose="020B0500000000000000" pitchFamily="50" charset="-128"/>
              </a:rPr>
              <a:t>）。</a:t>
            </a:r>
            <a:endParaRPr lang="en-US" altLang="ja-JP" dirty="0">
              <a:latin typeface="Yu Gothic UI" panose="020B0500000000000000" pitchFamily="50" charset="-128"/>
              <a:ea typeface="Yu Gothic UI" panose="020B0500000000000000" pitchFamily="50" charset="-128"/>
            </a:endParaRPr>
          </a:p>
          <a:p>
            <a:pPr marL="0" marR="0" lvl="0" indent="0" algn="l" defTabSz="914400" rtl="0" eaLnBrk="1" fontAlgn="auto" latinLnBrk="0" hangingPunct="1">
              <a:lnSpc>
                <a:spcPct val="100000"/>
              </a:lnSpc>
              <a:spcBef>
                <a:spcPts val="0"/>
              </a:spcBef>
              <a:spcAft>
                <a:spcPts val="0"/>
              </a:spcAft>
              <a:buClrTx/>
              <a:buSzTx/>
              <a:buFontTx/>
              <a:buNone/>
              <a:defRPr/>
            </a:pPr>
            <a:br>
              <a:rPr kumimoji="1" lang="en-US" altLang="ja-JP" dirty="0">
                <a:latin typeface="Yu Gothic UI" panose="020B0500000000000000" pitchFamily="50" charset="-128"/>
                <a:ea typeface="Yu Gothic UI" panose="020B0500000000000000" pitchFamily="50" charset="-128"/>
              </a:rPr>
            </a:br>
            <a:r>
              <a:rPr kumimoji="1" lang="ja-JP" altLang="en-US" dirty="0">
                <a:latin typeface="Yu Gothic UI" panose="020B0500000000000000" pitchFamily="50" charset="-128"/>
                <a:ea typeface="Yu Gothic UI" panose="020B0500000000000000" pitchFamily="50" charset="-128"/>
              </a:rPr>
              <a:t>なぜ添付ファイルは</a:t>
            </a:r>
            <a:r>
              <a:rPr kumimoji="1" lang="en-US" altLang="ja-JP" dirty="0" err="1">
                <a:latin typeface="Yu Gothic UI" panose="020B0500000000000000" pitchFamily="50" charset="-128"/>
                <a:ea typeface="Yu Gothic UI" panose="020B0500000000000000" pitchFamily="50" charset="-128"/>
              </a:rPr>
              <a:t>ShraePoint</a:t>
            </a:r>
            <a:r>
              <a:rPr kumimoji="1" lang="ja-JP" altLang="en-US" dirty="0">
                <a:latin typeface="Yu Gothic UI" panose="020B0500000000000000" pitchFamily="50" charset="-128"/>
                <a:ea typeface="Yu Gothic UI" panose="020B0500000000000000" pitchFamily="50" charset="-128"/>
              </a:rPr>
              <a:t>にお薦めなのか：</a:t>
            </a:r>
            <a:br>
              <a:rPr kumimoji="1" lang="en-US" altLang="ja-JP" dirty="0">
                <a:latin typeface="Yu Gothic UI" panose="020B0500000000000000" pitchFamily="50" charset="-128"/>
                <a:ea typeface="Yu Gothic UI" panose="020B0500000000000000" pitchFamily="50" charset="-128"/>
              </a:rPr>
            </a:br>
            <a:r>
              <a:rPr kumimoji="1" lang="ja-JP" altLang="en-US" dirty="0">
                <a:latin typeface="Yu Gothic UI" panose="020B0500000000000000" pitchFamily="50" charset="-128"/>
                <a:ea typeface="Yu Gothic UI" panose="020B0500000000000000" pitchFamily="50" charset="-128"/>
              </a:rPr>
              <a:t>１．</a:t>
            </a:r>
            <a:r>
              <a:rPr kumimoji="1" lang="en-US" altLang="ja-JP" dirty="0">
                <a:latin typeface="Yu Gothic UI" panose="020B0500000000000000" pitchFamily="50" charset="-128"/>
                <a:ea typeface="Yu Gothic UI" panose="020B0500000000000000" pitchFamily="50" charset="-128"/>
              </a:rPr>
              <a:t>SPO</a:t>
            </a:r>
            <a:r>
              <a:rPr kumimoji="1" lang="ja-JP" altLang="en-US" dirty="0">
                <a:latin typeface="Yu Gothic UI" panose="020B0500000000000000" pitchFamily="50" charset="-128"/>
                <a:ea typeface="Yu Gothic UI" panose="020B0500000000000000" pitchFamily="50" charset="-128"/>
              </a:rPr>
              <a:t>の検索機能を利用し、添付ファイルの検索は自然的にできる。（</a:t>
            </a:r>
            <a:r>
              <a:rPr kumimoji="1" lang="en-US" altLang="ja-JP" dirty="0" err="1">
                <a:latin typeface="Yu Gothic UI" panose="020B0500000000000000" pitchFamily="50" charset="-128"/>
                <a:ea typeface="Yu Gothic UI" panose="020B0500000000000000" pitchFamily="50" charset="-128"/>
              </a:rPr>
              <a:t>A.GraphAPI</a:t>
            </a:r>
            <a:r>
              <a:rPr kumimoji="1" lang="ja-JP" altLang="en-US" dirty="0">
                <a:latin typeface="Yu Gothic UI" panose="020B0500000000000000" pitchFamily="50" charset="-128"/>
                <a:ea typeface="Yu Gothic UI" panose="020B0500000000000000" pitchFamily="50" charset="-128"/>
              </a:rPr>
              <a:t>経由で必要 </a:t>
            </a:r>
            <a:r>
              <a:rPr kumimoji="1" lang="en-US" altLang="ja-JP" dirty="0">
                <a:latin typeface="Yu Gothic UI" panose="020B0500000000000000" pitchFamily="50" charset="-128"/>
                <a:ea typeface="Yu Gothic UI" panose="020B0500000000000000" pitchFamily="50" charset="-128"/>
              </a:rPr>
              <a:t>B.</a:t>
            </a:r>
            <a:r>
              <a:rPr kumimoji="1" lang="ja-JP" altLang="en-US" dirty="0">
                <a:latin typeface="Yu Gothic UI" panose="020B0500000000000000" pitchFamily="50" charset="-128"/>
                <a:ea typeface="Yu Gothic UI" panose="020B0500000000000000" pitchFamily="50" charset="-128"/>
              </a:rPr>
              <a:t>）</a:t>
            </a:r>
            <a:endParaRPr kumimoji="1" lang="en-US" altLang="ja-JP" dirty="0">
              <a:latin typeface="Yu Gothic UI" panose="020B0500000000000000" pitchFamily="50" charset="-128"/>
              <a:ea typeface="Yu Gothic UI" panose="020B0500000000000000" pitchFamily="50" charset="-128"/>
            </a:endParaRPr>
          </a:p>
          <a:p>
            <a:pPr marL="0" marR="0" lvl="0" indent="0" algn="l" defTabSz="914400" rtl="0" eaLnBrk="1" fontAlgn="auto" latinLnBrk="0" hangingPunct="1">
              <a:lnSpc>
                <a:spcPct val="100000"/>
              </a:lnSpc>
              <a:spcBef>
                <a:spcPts val="0"/>
              </a:spcBef>
              <a:spcAft>
                <a:spcPts val="0"/>
              </a:spcAft>
              <a:buClrTx/>
              <a:buSzTx/>
              <a:buFontTx/>
              <a:buNone/>
              <a:defRPr/>
            </a:pPr>
            <a:r>
              <a:rPr kumimoji="1" lang="ja-JP" altLang="en-US" dirty="0">
                <a:latin typeface="Yu Gothic UI" panose="020B0500000000000000" pitchFamily="50" charset="-128"/>
                <a:ea typeface="Yu Gothic UI" panose="020B0500000000000000" pitchFamily="50" charset="-128"/>
              </a:rPr>
              <a:t>２．</a:t>
            </a:r>
            <a:r>
              <a:rPr kumimoji="1" lang="en-US" altLang="zh-CN" dirty="0" err="1">
                <a:latin typeface="Yu Gothic UI" panose="020B0500000000000000" pitchFamily="50" charset="-128"/>
                <a:ea typeface="Yu Gothic UI" panose="020B0500000000000000" pitchFamily="50" charset="-128"/>
              </a:rPr>
              <a:t>Sqlserver</a:t>
            </a:r>
            <a:r>
              <a:rPr kumimoji="1" lang="ja-JP" altLang="en-US" dirty="0">
                <a:latin typeface="Yu Gothic UI" panose="020B0500000000000000" pitchFamily="50" charset="-128"/>
                <a:ea typeface="Yu Gothic UI" panose="020B0500000000000000" pitchFamily="50" charset="-128"/>
              </a:rPr>
              <a:t>もファイル内容を検索する機能をサポートしていますが、実案件の利用経験がないため、全面</a:t>
            </a:r>
            <a:r>
              <a:rPr kumimoji="1" lang="en-US" altLang="ja-JP" dirty="0">
                <a:latin typeface="Yu Gothic UI" panose="020B0500000000000000" pitchFamily="50" charset="-128"/>
                <a:ea typeface="Yu Gothic UI" panose="020B0500000000000000" pitchFamily="50" charset="-128"/>
              </a:rPr>
              <a:t>t</a:t>
            </a:r>
            <a:r>
              <a:rPr kumimoji="1" lang="ja-JP" altLang="en-US" dirty="0">
                <a:latin typeface="Yu Gothic UI" panose="020B0500000000000000" pitchFamily="50" charset="-128"/>
                <a:ea typeface="Yu Gothic UI" panose="020B0500000000000000" pitchFamily="50" charset="-128"/>
              </a:rPr>
              <a:t>的に検証が必要。</a:t>
            </a:r>
            <a:r>
              <a:rPr kumimoji="1" lang="en-US" altLang="ja-JP" dirty="0">
                <a:latin typeface="Yu Gothic UI" panose="020B0500000000000000" pitchFamily="50" charset="-128"/>
                <a:ea typeface="Yu Gothic UI" panose="020B0500000000000000" pitchFamily="50" charset="-128"/>
              </a:rPr>
              <a:t>POC</a:t>
            </a:r>
            <a:r>
              <a:rPr kumimoji="1" lang="ja-JP" altLang="en-US" dirty="0">
                <a:latin typeface="Yu Gothic UI" panose="020B0500000000000000" pitchFamily="50" charset="-128"/>
                <a:ea typeface="Yu Gothic UI" panose="020B0500000000000000" pitchFamily="50" charset="-128"/>
              </a:rPr>
              <a:t>の作業範囲が広がる、性能などの考慮・評価は複雑</a:t>
            </a:r>
            <a:endParaRPr kumimoji="1" lang="en-US" altLang="ja-JP" dirty="0">
              <a:latin typeface="Yu Gothic UI" panose="020B0500000000000000" pitchFamily="50" charset="-128"/>
              <a:ea typeface="Yu Gothic UI" panose="020B0500000000000000" pitchFamily="50" charset="-128"/>
            </a:endParaRPr>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7</a:t>
            </a:fld>
            <a:endParaRPr kumimoji="1" lang="ja-JP"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8</a:t>
            </a:fld>
            <a:endParaRPr kumimoji="1" lang="ja-JP"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9</a:t>
            </a:fld>
            <a:endParaRPr kumimoji="1" lang="ja-JP"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6116B3-02E6-5531-FD14-4BA82832C6E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A21B6ED-0BD7-552D-76CE-20F5124440B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B93DB54-2C25-00C4-8E39-F2E72BE56DD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a:extLst>
              <a:ext uri="{FF2B5EF4-FFF2-40B4-BE49-F238E27FC236}">
                <a16:creationId xmlns:a16="http://schemas.microsoft.com/office/drawing/2014/main" id="{EDFE514B-AD19-0581-C615-B3B70697539D}"/>
              </a:ext>
            </a:extLst>
          </p:cNvPr>
          <p:cNvSpPr>
            <a:spLocks noGrp="1"/>
          </p:cNvSpPr>
          <p:nvPr>
            <p:ph type="sldNum" sz="quarter" idx="5"/>
          </p:nvPr>
        </p:nvSpPr>
        <p:spPr/>
        <p:txBody>
          <a:bodyPr/>
          <a:lstStyle/>
          <a:p>
            <a:fld id="{C3E9B8F7-F11D-7247-854D-760B01224C6A}" type="slidenum">
              <a:rPr kumimoji="1" lang="ja-JP" altLang="en-US" smtClean="0"/>
              <a:t>10</a:t>
            </a:fld>
            <a:endParaRPr kumimoji="1" lang="ja-JP" altLang="en-US"/>
          </a:p>
        </p:txBody>
      </p:sp>
    </p:spTree>
    <p:extLst>
      <p:ext uri="{BB962C8B-B14F-4D97-AF65-F5344CB8AC3E}">
        <p14:creationId xmlns:p14="http://schemas.microsoft.com/office/powerpoint/2010/main" val="42570331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11</a:t>
            </a:fld>
            <a:endParaRPr kumimoji="1" lang="ja-JP"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F59C32-8A3B-7807-60D1-CDAF42CBCE1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47FA402-AFB8-30DA-D7D1-F36F5A30322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926BE4C-7293-47D6-EC8C-A01DEC10E37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a:extLst>
              <a:ext uri="{FF2B5EF4-FFF2-40B4-BE49-F238E27FC236}">
                <a16:creationId xmlns:a16="http://schemas.microsoft.com/office/drawing/2014/main" id="{E7C8940F-77BE-467D-3121-4830BE0CB5B0}"/>
              </a:ext>
            </a:extLst>
          </p:cNvPr>
          <p:cNvSpPr>
            <a:spLocks noGrp="1"/>
          </p:cNvSpPr>
          <p:nvPr>
            <p:ph type="sldNum" sz="quarter" idx="5"/>
          </p:nvPr>
        </p:nvSpPr>
        <p:spPr/>
        <p:txBody>
          <a:bodyPr/>
          <a:lstStyle/>
          <a:p>
            <a:fld id="{C3E9B8F7-F11D-7247-854D-760B01224C6A}" type="slidenum">
              <a:rPr kumimoji="1" lang="ja-JP" altLang="en-US" smtClean="0"/>
              <a:t>12</a:t>
            </a:fld>
            <a:endParaRPr kumimoji="1" lang="ja-JP" altLang="en-US"/>
          </a:p>
        </p:txBody>
      </p:sp>
    </p:spTree>
    <p:extLst>
      <p:ext uri="{BB962C8B-B14F-4D97-AF65-F5344CB8AC3E}">
        <p14:creationId xmlns:p14="http://schemas.microsoft.com/office/powerpoint/2010/main" val="17547362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F5284F-B645-3F3C-7AF9-49EF25B3BE0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BBEBA80-3587-5AA4-4CDA-0870DC478E6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1F2C7C9-2FF7-6A1B-C742-37D8D520A5B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a:extLst>
              <a:ext uri="{FF2B5EF4-FFF2-40B4-BE49-F238E27FC236}">
                <a16:creationId xmlns:a16="http://schemas.microsoft.com/office/drawing/2014/main" id="{643018EB-835C-A3EF-6808-851B94574BD5}"/>
              </a:ext>
            </a:extLst>
          </p:cNvPr>
          <p:cNvSpPr>
            <a:spLocks noGrp="1"/>
          </p:cNvSpPr>
          <p:nvPr>
            <p:ph type="sldNum" sz="quarter" idx="5"/>
          </p:nvPr>
        </p:nvSpPr>
        <p:spPr/>
        <p:txBody>
          <a:bodyPr/>
          <a:lstStyle/>
          <a:p>
            <a:fld id="{C3E9B8F7-F11D-7247-854D-760B01224C6A}" type="slidenum">
              <a:rPr kumimoji="1" lang="ja-JP" altLang="en-US" smtClean="0"/>
              <a:t>13</a:t>
            </a:fld>
            <a:endParaRPr kumimoji="1" lang="ja-JP" altLang="en-US"/>
          </a:p>
        </p:txBody>
      </p:sp>
    </p:spTree>
    <p:extLst>
      <p:ext uri="{BB962C8B-B14F-4D97-AF65-F5344CB8AC3E}">
        <p14:creationId xmlns:p14="http://schemas.microsoft.com/office/powerpoint/2010/main" val="303511426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CE5086-FEA4-8182-2DF2-FF3B3976EC6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5ACD8B2-9A7D-CF27-A365-EB162C4203A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2AF2687B-A564-6CED-8233-7882E19CD62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a:extLst>
              <a:ext uri="{FF2B5EF4-FFF2-40B4-BE49-F238E27FC236}">
                <a16:creationId xmlns:a16="http://schemas.microsoft.com/office/drawing/2014/main" id="{7B2DFC9A-279A-72CE-EF09-26DED9FFACAF}"/>
              </a:ext>
            </a:extLst>
          </p:cNvPr>
          <p:cNvSpPr>
            <a:spLocks noGrp="1"/>
          </p:cNvSpPr>
          <p:nvPr>
            <p:ph type="sldNum" sz="quarter" idx="5"/>
          </p:nvPr>
        </p:nvSpPr>
        <p:spPr/>
        <p:txBody>
          <a:bodyPr/>
          <a:lstStyle/>
          <a:p>
            <a:fld id="{C3E9B8F7-F11D-7247-854D-760B01224C6A}" type="slidenum">
              <a:rPr kumimoji="1" lang="ja-JP" altLang="en-US" smtClean="0"/>
              <a:t>14</a:t>
            </a:fld>
            <a:endParaRPr kumimoji="1" lang="ja-JP" altLang="en-US"/>
          </a:p>
        </p:txBody>
      </p:sp>
    </p:spTree>
    <p:extLst>
      <p:ext uri="{BB962C8B-B14F-4D97-AF65-F5344CB8AC3E}">
        <p14:creationId xmlns:p14="http://schemas.microsoft.com/office/powerpoint/2010/main" val="40404266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32BE7A-3C1E-9A27-A2F6-50CD11243B5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96904EF-56EB-9A0B-B830-0D83ECFDAE7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D16E471-B3B9-FC93-63F0-F1DA4A80F659}"/>
              </a:ext>
            </a:extLst>
          </p:cNvPr>
          <p:cNvSpPr>
            <a:spLocks noGrp="1"/>
          </p:cNvSpPr>
          <p:nvPr>
            <p:ph type="body" idx="1"/>
          </p:nvPr>
        </p:nvSpPr>
        <p:spPr/>
        <p:txBody>
          <a:bodyPr/>
          <a:lstStyle/>
          <a:p>
            <a:endParaRPr lang="ja-JP" altLang="en-US"/>
          </a:p>
        </p:txBody>
      </p:sp>
      <p:sp>
        <p:nvSpPr>
          <p:cNvPr id="4" name="スライド番号プレースホルダー 3">
            <a:extLst>
              <a:ext uri="{FF2B5EF4-FFF2-40B4-BE49-F238E27FC236}">
                <a16:creationId xmlns:a16="http://schemas.microsoft.com/office/drawing/2014/main" id="{69D541E9-F7A5-B336-66A3-026D0C49E825}"/>
              </a:ext>
            </a:extLst>
          </p:cNvPr>
          <p:cNvSpPr>
            <a:spLocks noGrp="1"/>
          </p:cNvSpPr>
          <p:nvPr>
            <p:ph type="sldNum" sz="quarter" idx="5"/>
          </p:nvPr>
        </p:nvSpPr>
        <p:spPr/>
        <p:txBody>
          <a:bodyPr/>
          <a:lstStyle/>
          <a:p>
            <a:fld id="{C3E9B8F7-F11D-7247-854D-760B01224C6A}" type="slidenum">
              <a:rPr kumimoji="1" lang="ja-JP" altLang="en-US" smtClean="0"/>
              <a:t>15</a:t>
            </a:fld>
            <a:endParaRPr kumimoji="1" lang="ja-JP" altLang="en-US"/>
          </a:p>
        </p:txBody>
      </p:sp>
    </p:spTree>
    <p:extLst>
      <p:ext uri="{BB962C8B-B14F-4D97-AF65-F5344CB8AC3E}">
        <p14:creationId xmlns:p14="http://schemas.microsoft.com/office/powerpoint/2010/main" val="46258915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11E99A-065A-53FB-B12C-86B3C4D07D3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56AF1F1-8381-54D6-0E16-CF6BAEAEFFA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5181877-2622-72DC-060B-FF82D2E9E2EC}"/>
              </a:ext>
            </a:extLst>
          </p:cNvPr>
          <p:cNvSpPr>
            <a:spLocks noGrp="1"/>
          </p:cNvSpPr>
          <p:nvPr>
            <p:ph type="body" idx="1"/>
          </p:nvPr>
        </p:nvSpPr>
        <p:spPr/>
        <p:txBody>
          <a:bodyPr/>
          <a:lstStyle/>
          <a:p>
            <a:endParaRPr lang="ja-JP" altLang="en-US"/>
          </a:p>
        </p:txBody>
      </p:sp>
      <p:sp>
        <p:nvSpPr>
          <p:cNvPr id="4" name="スライド番号プレースホルダー 3">
            <a:extLst>
              <a:ext uri="{FF2B5EF4-FFF2-40B4-BE49-F238E27FC236}">
                <a16:creationId xmlns:a16="http://schemas.microsoft.com/office/drawing/2014/main" id="{349C3147-29AC-D045-6432-1C879D945198}"/>
              </a:ext>
            </a:extLst>
          </p:cNvPr>
          <p:cNvSpPr>
            <a:spLocks noGrp="1"/>
          </p:cNvSpPr>
          <p:nvPr>
            <p:ph type="sldNum" sz="quarter" idx="5"/>
          </p:nvPr>
        </p:nvSpPr>
        <p:spPr/>
        <p:txBody>
          <a:bodyPr/>
          <a:lstStyle/>
          <a:p>
            <a:fld id="{C3E9B8F7-F11D-7247-854D-760B01224C6A}" type="slidenum">
              <a:rPr kumimoji="1" lang="ja-JP" altLang="en-US" smtClean="0"/>
              <a:t>16</a:t>
            </a:fld>
            <a:endParaRPr kumimoji="1" lang="ja-JP" altLang="en-US"/>
          </a:p>
        </p:txBody>
      </p:sp>
    </p:spTree>
    <p:extLst>
      <p:ext uri="{BB962C8B-B14F-4D97-AF65-F5344CB8AC3E}">
        <p14:creationId xmlns:p14="http://schemas.microsoft.com/office/powerpoint/2010/main" val="94795034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5F5477-B9C5-968F-8267-C2722AF412F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81F8CEE-F089-E7D4-4B8F-5A86B257C82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EB8F5C9-8CC9-63C1-BA40-5CEC62274C2F}"/>
              </a:ext>
            </a:extLst>
          </p:cNvPr>
          <p:cNvSpPr>
            <a:spLocks noGrp="1"/>
          </p:cNvSpPr>
          <p:nvPr>
            <p:ph type="body" idx="1"/>
          </p:nvPr>
        </p:nvSpPr>
        <p:spPr/>
        <p:txBody>
          <a:bodyPr/>
          <a:lstStyle/>
          <a:p>
            <a:endParaRPr lang="ja-JP" altLang="en-US"/>
          </a:p>
        </p:txBody>
      </p:sp>
      <p:sp>
        <p:nvSpPr>
          <p:cNvPr id="4" name="スライド番号プレースホルダー 3">
            <a:extLst>
              <a:ext uri="{FF2B5EF4-FFF2-40B4-BE49-F238E27FC236}">
                <a16:creationId xmlns:a16="http://schemas.microsoft.com/office/drawing/2014/main" id="{1F7B5F1B-CF62-86D7-B33B-1AEF7EE1D0E7}"/>
              </a:ext>
            </a:extLst>
          </p:cNvPr>
          <p:cNvSpPr>
            <a:spLocks noGrp="1"/>
          </p:cNvSpPr>
          <p:nvPr>
            <p:ph type="sldNum" sz="quarter" idx="5"/>
          </p:nvPr>
        </p:nvSpPr>
        <p:spPr/>
        <p:txBody>
          <a:bodyPr/>
          <a:lstStyle/>
          <a:p>
            <a:fld id="{C3E9B8F7-F11D-7247-854D-760B01224C6A}" type="slidenum">
              <a:rPr kumimoji="1" lang="ja-JP" altLang="en-US" smtClean="0"/>
              <a:t>17</a:t>
            </a:fld>
            <a:endParaRPr kumimoji="1" lang="ja-JP" altLang="en-US"/>
          </a:p>
        </p:txBody>
      </p:sp>
    </p:spTree>
    <p:extLst>
      <p:ext uri="{BB962C8B-B14F-4D97-AF65-F5344CB8AC3E}">
        <p14:creationId xmlns:p14="http://schemas.microsoft.com/office/powerpoint/2010/main" val="358564123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BF1E50-EC1A-D8DF-4FF3-368A7A33B67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78AD0F3-5045-CDA6-7FC3-4849CEFD811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0F9E384-5044-AC7D-8004-E99519885718}"/>
              </a:ext>
            </a:extLst>
          </p:cNvPr>
          <p:cNvSpPr>
            <a:spLocks noGrp="1"/>
          </p:cNvSpPr>
          <p:nvPr>
            <p:ph type="body" idx="1"/>
          </p:nvPr>
        </p:nvSpPr>
        <p:spPr/>
        <p:txBody>
          <a:bodyPr/>
          <a:lstStyle/>
          <a:p>
            <a:endParaRPr lang="ja-JP" altLang="en-US"/>
          </a:p>
        </p:txBody>
      </p:sp>
      <p:sp>
        <p:nvSpPr>
          <p:cNvPr id="4" name="スライド番号プレースホルダー 3">
            <a:extLst>
              <a:ext uri="{FF2B5EF4-FFF2-40B4-BE49-F238E27FC236}">
                <a16:creationId xmlns:a16="http://schemas.microsoft.com/office/drawing/2014/main" id="{7B00E4D0-281F-5A87-1DC2-3EF8459EBBE5}"/>
              </a:ext>
            </a:extLst>
          </p:cNvPr>
          <p:cNvSpPr>
            <a:spLocks noGrp="1"/>
          </p:cNvSpPr>
          <p:nvPr>
            <p:ph type="sldNum" sz="quarter" idx="5"/>
          </p:nvPr>
        </p:nvSpPr>
        <p:spPr/>
        <p:txBody>
          <a:bodyPr/>
          <a:lstStyle/>
          <a:p>
            <a:fld id="{C3E9B8F7-F11D-7247-854D-760B01224C6A}" type="slidenum">
              <a:rPr kumimoji="1" lang="ja-JP" altLang="en-US" smtClean="0"/>
              <a:t>18</a:t>
            </a:fld>
            <a:endParaRPr kumimoji="1" lang="ja-JP" altLang="en-US"/>
          </a:p>
        </p:txBody>
      </p:sp>
    </p:spTree>
    <p:extLst>
      <p:ext uri="{BB962C8B-B14F-4D97-AF65-F5344CB8AC3E}">
        <p14:creationId xmlns:p14="http://schemas.microsoft.com/office/powerpoint/2010/main" val="328285854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lang="ja-JP" altLang="en-US"/>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19</a:t>
            </a:fld>
            <a:endParaRPr kumimoji="1" lang="ja-JP"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lang="ja-JP" altLang="en-US"/>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20</a:t>
            </a:fld>
            <a:endParaRPr kumimoji="1" lang="ja-JP"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lang="ja-JP" altLang="en-US"/>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21</a:t>
            </a:fld>
            <a:endParaRPr kumimoji="1" lang="ja-JP"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lang="ja-JP" altLang="en-US"/>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22</a:t>
            </a:fld>
            <a:endParaRPr kumimoji="1" lang="ja-JP"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24</a:t>
            </a:fld>
            <a:endParaRPr kumimoji="1" lang="ja-JP" altLang="en-US"/>
          </a:p>
        </p:txBody>
      </p:sp>
    </p:spTree>
    <p:extLst>
      <p:ext uri="{BB962C8B-B14F-4D97-AF65-F5344CB8AC3E}">
        <p14:creationId xmlns:p14="http://schemas.microsoft.com/office/powerpoint/2010/main" val="89306281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lang="ja-JP" altLang="en-US"/>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25</a:t>
            </a:fld>
            <a:endParaRPr kumimoji="1" lang="ja-JP"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p:cNvSpPr>
            <a:spLocks noGrp="1"/>
          </p:cNvSpPr>
          <p:nvPr>
            <p:ph type="sldNum" sz="quarter" idx="5"/>
          </p:nvPr>
        </p:nvSpPr>
        <p:spPr/>
        <p:txBody>
          <a:bodyPr/>
          <a:lstStyle/>
          <a:p>
            <a:fld id="{C3E9B8F7-F11D-7247-854D-760B01224C6A}" type="slidenum">
              <a:rPr kumimoji="1" lang="ja-JP" altLang="en-US" smtClean="0"/>
              <a:t>27</a:t>
            </a:fld>
            <a:endParaRPr kumimoji="1" lang="ja-JP" altLang="en-US"/>
          </a:p>
        </p:txBody>
      </p:sp>
    </p:spTree>
    <p:extLst>
      <p:ext uri="{BB962C8B-B14F-4D97-AF65-F5344CB8AC3E}">
        <p14:creationId xmlns:p14="http://schemas.microsoft.com/office/powerpoint/2010/main" val="239035564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CF42B9-7C8C-DA96-F45B-07132E4CB2D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30E1872-356F-77A7-D991-9D4A0A70D6F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54E4875-54FD-DC25-CECE-422EF828A69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a:extLst>
              <a:ext uri="{FF2B5EF4-FFF2-40B4-BE49-F238E27FC236}">
                <a16:creationId xmlns:a16="http://schemas.microsoft.com/office/drawing/2014/main" id="{B559C1D6-6594-6F85-9B3B-6C55DA521FAA}"/>
              </a:ext>
            </a:extLst>
          </p:cNvPr>
          <p:cNvSpPr>
            <a:spLocks noGrp="1"/>
          </p:cNvSpPr>
          <p:nvPr>
            <p:ph type="sldNum" sz="quarter" idx="5"/>
          </p:nvPr>
        </p:nvSpPr>
        <p:spPr/>
        <p:txBody>
          <a:bodyPr/>
          <a:lstStyle/>
          <a:p>
            <a:fld id="{C3E9B8F7-F11D-7247-854D-760B01224C6A}" type="slidenum">
              <a:rPr kumimoji="1" lang="ja-JP" altLang="en-US" smtClean="0"/>
              <a:t>28</a:t>
            </a:fld>
            <a:endParaRPr kumimoji="1" lang="ja-JP" altLang="en-US"/>
          </a:p>
        </p:txBody>
      </p:sp>
    </p:spTree>
    <p:extLst>
      <p:ext uri="{BB962C8B-B14F-4D97-AF65-F5344CB8AC3E}">
        <p14:creationId xmlns:p14="http://schemas.microsoft.com/office/powerpoint/2010/main" val="96329576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4362E5-4871-7464-E76E-7EBBD249C37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3064D67-DEB4-2391-EB01-3D2A079324B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77F9907-5BFD-1DB3-76A8-78330D1EA4E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a:extLst>
              <a:ext uri="{FF2B5EF4-FFF2-40B4-BE49-F238E27FC236}">
                <a16:creationId xmlns:a16="http://schemas.microsoft.com/office/drawing/2014/main" id="{B72D7A7E-BE9F-1988-8883-8126098DE607}"/>
              </a:ext>
            </a:extLst>
          </p:cNvPr>
          <p:cNvSpPr>
            <a:spLocks noGrp="1"/>
          </p:cNvSpPr>
          <p:nvPr>
            <p:ph type="sldNum" sz="quarter" idx="5"/>
          </p:nvPr>
        </p:nvSpPr>
        <p:spPr/>
        <p:txBody>
          <a:bodyPr/>
          <a:lstStyle/>
          <a:p>
            <a:fld id="{C3E9B8F7-F11D-7247-854D-760B01224C6A}" type="slidenum">
              <a:rPr kumimoji="1" lang="ja-JP" altLang="en-US" smtClean="0"/>
              <a:t>29</a:t>
            </a:fld>
            <a:endParaRPr kumimoji="1" lang="ja-JP" altLang="en-US"/>
          </a:p>
        </p:txBody>
      </p:sp>
    </p:spTree>
    <p:extLst>
      <p:ext uri="{BB962C8B-B14F-4D97-AF65-F5344CB8AC3E}">
        <p14:creationId xmlns:p14="http://schemas.microsoft.com/office/powerpoint/2010/main" val="177975900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214940-466A-11D8-218A-C6657DAB0E1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2B41076-8E73-249E-ABDB-FBE7C3E0FFA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20DD9E5-5AD0-1F1F-D305-8F8E5DA4C2F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a:extLst>
              <a:ext uri="{FF2B5EF4-FFF2-40B4-BE49-F238E27FC236}">
                <a16:creationId xmlns:a16="http://schemas.microsoft.com/office/drawing/2014/main" id="{DF4685A3-20D4-9B05-53A4-2D257F3FEC25}"/>
              </a:ext>
            </a:extLst>
          </p:cNvPr>
          <p:cNvSpPr>
            <a:spLocks noGrp="1"/>
          </p:cNvSpPr>
          <p:nvPr>
            <p:ph type="sldNum" sz="quarter" idx="5"/>
          </p:nvPr>
        </p:nvSpPr>
        <p:spPr/>
        <p:txBody>
          <a:bodyPr/>
          <a:lstStyle/>
          <a:p>
            <a:fld id="{C3E9B8F7-F11D-7247-854D-760B01224C6A}" type="slidenum">
              <a:rPr kumimoji="1" lang="ja-JP" altLang="en-US" smtClean="0"/>
              <a:t>30</a:t>
            </a:fld>
            <a:endParaRPr kumimoji="1" lang="ja-JP" altLang="en-US"/>
          </a:p>
        </p:txBody>
      </p:sp>
    </p:spTree>
    <p:extLst>
      <p:ext uri="{BB962C8B-B14F-4D97-AF65-F5344CB8AC3E}">
        <p14:creationId xmlns:p14="http://schemas.microsoft.com/office/powerpoint/2010/main" val="359374979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084240-8CA6-86C3-8942-6EBC170CF57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E753FEA-BE07-31C7-074A-E4B3F781125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6DB7DF9-F30E-6CBC-B622-6B25C6FA5D1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a:extLst>
              <a:ext uri="{FF2B5EF4-FFF2-40B4-BE49-F238E27FC236}">
                <a16:creationId xmlns:a16="http://schemas.microsoft.com/office/drawing/2014/main" id="{0B701767-6879-95AC-9312-13A76FCF7227}"/>
              </a:ext>
            </a:extLst>
          </p:cNvPr>
          <p:cNvSpPr>
            <a:spLocks noGrp="1"/>
          </p:cNvSpPr>
          <p:nvPr>
            <p:ph type="sldNum" sz="quarter" idx="5"/>
          </p:nvPr>
        </p:nvSpPr>
        <p:spPr/>
        <p:txBody>
          <a:bodyPr/>
          <a:lstStyle/>
          <a:p>
            <a:fld id="{C3E9B8F7-F11D-7247-854D-760B01224C6A}" type="slidenum">
              <a:rPr kumimoji="1" lang="ja-JP" altLang="en-US" smtClean="0"/>
              <a:t>31</a:t>
            </a:fld>
            <a:endParaRPr kumimoji="1" lang="ja-JP" altLang="en-US"/>
          </a:p>
        </p:txBody>
      </p:sp>
    </p:spTree>
    <p:extLst>
      <p:ext uri="{BB962C8B-B14F-4D97-AF65-F5344CB8AC3E}">
        <p14:creationId xmlns:p14="http://schemas.microsoft.com/office/powerpoint/2010/main" val="243874580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F96A8D-14B0-C798-DA08-6D476153AFC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9E258D0-936E-8FF3-0D07-8AA5F529E82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F94882F-46C0-8C0B-791A-4E63CE44588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a:extLst>
              <a:ext uri="{FF2B5EF4-FFF2-40B4-BE49-F238E27FC236}">
                <a16:creationId xmlns:a16="http://schemas.microsoft.com/office/drawing/2014/main" id="{9AE44012-F0A5-434F-1C13-C2109E402383}"/>
              </a:ext>
            </a:extLst>
          </p:cNvPr>
          <p:cNvSpPr>
            <a:spLocks noGrp="1"/>
          </p:cNvSpPr>
          <p:nvPr>
            <p:ph type="sldNum" sz="quarter" idx="5"/>
          </p:nvPr>
        </p:nvSpPr>
        <p:spPr/>
        <p:txBody>
          <a:bodyPr/>
          <a:lstStyle/>
          <a:p>
            <a:fld id="{C3E9B8F7-F11D-7247-854D-760B01224C6A}" type="slidenum">
              <a:rPr kumimoji="1" lang="ja-JP" altLang="en-US" smtClean="0"/>
              <a:t>32</a:t>
            </a:fld>
            <a:endParaRPr kumimoji="1" lang="ja-JP" altLang="en-US"/>
          </a:p>
        </p:txBody>
      </p:sp>
    </p:spTree>
    <p:extLst>
      <p:ext uri="{BB962C8B-B14F-4D97-AF65-F5344CB8AC3E}">
        <p14:creationId xmlns:p14="http://schemas.microsoft.com/office/powerpoint/2010/main" val="161200795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22DEF-6B2A-24BC-0DF9-E741C8293466}"/>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D93B81C-4F80-BACC-D0FC-005D522CF75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C3E690B8-C38A-F85C-9E64-A9348D4F4D0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1" lang="en-US" altLang="ja-JP" dirty="0" err="1">
                <a:latin typeface="Yu Gothic UI" panose="020B0500000000000000" pitchFamily="50" charset="-128"/>
                <a:ea typeface="Yu Gothic UI" panose="020B0500000000000000" pitchFamily="50" charset="-128"/>
              </a:rPr>
              <a:t>SharePont</a:t>
            </a:r>
            <a:r>
              <a:rPr kumimoji="1" lang="ja-JP" altLang="en-US" dirty="0">
                <a:latin typeface="Yu Gothic UI" panose="020B0500000000000000" pitchFamily="50" charset="-128"/>
                <a:ea typeface="Yu Gothic UI" panose="020B0500000000000000" pitchFamily="50" charset="-128"/>
              </a:rPr>
              <a:t>の権限</a:t>
            </a:r>
            <a:endParaRPr kumimoji="1" lang="en-US" altLang="ja-JP" dirty="0">
              <a:latin typeface="Yu Gothic UI" panose="020B0500000000000000" pitchFamily="50" charset="-128"/>
              <a:ea typeface="Yu Gothic UI" panose="020B0500000000000000" pitchFamily="50" charset="-128"/>
            </a:endParaRPr>
          </a:p>
        </p:txBody>
      </p:sp>
      <p:sp>
        <p:nvSpPr>
          <p:cNvPr id="4" name="スライド番号プレースホルダー 3">
            <a:extLst>
              <a:ext uri="{FF2B5EF4-FFF2-40B4-BE49-F238E27FC236}">
                <a16:creationId xmlns:a16="http://schemas.microsoft.com/office/drawing/2014/main" id="{81D82D4A-100C-02EA-90B2-0F17465E86DB}"/>
              </a:ext>
            </a:extLst>
          </p:cNvPr>
          <p:cNvSpPr>
            <a:spLocks noGrp="1"/>
          </p:cNvSpPr>
          <p:nvPr>
            <p:ph type="sldNum" sz="quarter" idx="5"/>
          </p:nvPr>
        </p:nvSpPr>
        <p:spPr/>
        <p:txBody>
          <a:bodyPr/>
          <a:lstStyle/>
          <a:p>
            <a:fld id="{C3E9B8F7-F11D-7247-854D-760B01224C6A}" type="slidenum">
              <a:rPr kumimoji="1" lang="ja-JP" altLang="en-US" smtClean="0"/>
              <a:t>33</a:t>
            </a:fld>
            <a:endParaRPr kumimoji="1" lang="ja-JP" altLang="en-US"/>
          </a:p>
        </p:txBody>
      </p:sp>
    </p:spTree>
    <p:extLst>
      <p:ext uri="{BB962C8B-B14F-4D97-AF65-F5344CB8AC3E}">
        <p14:creationId xmlns:p14="http://schemas.microsoft.com/office/powerpoint/2010/main" val="234784086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96C2F0-DB98-8850-D7B8-2B10C5AF466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16B8738-439E-BF4B-C4EA-C26A30073FFC}"/>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3D58C4D-63B9-0D5B-9AB1-58ECD0A9C02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a:extLst>
              <a:ext uri="{FF2B5EF4-FFF2-40B4-BE49-F238E27FC236}">
                <a16:creationId xmlns:a16="http://schemas.microsoft.com/office/drawing/2014/main" id="{D4FC7D84-3E58-37E1-553A-CB56DA191924}"/>
              </a:ext>
            </a:extLst>
          </p:cNvPr>
          <p:cNvSpPr>
            <a:spLocks noGrp="1"/>
          </p:cNvSpPr>
          <p:nvPr>
            <p:ph type="sldNum" sz="quarter" idx="5"/>
          </p:nvPr>
        </p:nvSpPr>
        <p:spPr/>
        <p:txBody>
          <a:bodyPr/>
          <a:lstStyle/>
          <a:p>
            <a:fld id="{C3E9B8F7-F11D-7247-854D-760B01224C6A}" type="slidenum">
              <a:rPr kumimoji="1" lang="ja-JP" altLang="en-US" smtClean="0"/>
              <a:t>34</a:t>
            </a:fld>
            <a:endParaRPr kumimoji="1" lang="ja-JP" altLang="en-US"/>
          </a:p>
        </p:txBody>
      </p:sp>
    </p:spTree>
    <p:extLst>
      <p:ext uri="{BB962C8B-B14F-4D97-AF65-F5344CB8AC3E}">
        <p14:creationId xmlns:p14="http://schemas.microsoft.com/office/powerpoint/2010/main" val="293688886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BF1F27-8204-D00B-96CB-3B463C41386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1F4DFF3-5113-931D-B4B6-D217D8728BE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EFE867B-3586-4F08-D552-314C77903D3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a:extLst>
              <a:ext uri="{FF2B5EF4-FFF2-40B4-BE49-F238E27FC236}">
                <a16:creationId xmlns:a16="http://schemas.microsoft.com/office/drawing/2014/main" id="{A6B741F5-0052-7977-A1DD-DCC941A5891D}"/>
              </a:ext>
            </a:extLst>
          </p:cNvPr>
          <p:cNvSpPr>
            <a:spLocks noGrp="1"/>
          </p:cNvSpPr>
          <p:nvPr>
            <p:ph type="sldNum" sz="quarter" idx="5"/>
          </p:nvPr>
        </p:nvSpPr>
        <p:spPr/>
        <p:txBody>
          <a:bodyPr/>
          <a:lstStyle/>
          <a:p>
            <a:fld id="{C3E9B8F7-F11D-7247-854D-760B01224C6A}" type="slidenum">
              <a:rPr kumimoji="1" lang="ja-JP" altLang="en-US" smtClean="0"/>
              <a:t>35</a:t>
            </a:fld>
            <a:endParaRPr kumimoji="1" lang="ja-JP" altLang="en-US"/>
          </a:p>
        </p:txBody>
      </p:sp>
    </p:spTree>
    <p:extLst>
      <p:ext uri="{BB962C8B-B14F-4D97-AF65-F5344CB8AC3E}">
        <p14:creationId xmlns:p14="http://schemas.microsoft.com/office/powerpoint/2010/main" val="174872720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2ACDAE-8A20-B4A8-7F82-532E6504A86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B507A45-E7BE-7DDA-7653-3DFF9CA33F6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E845254-1FEB-C636-55BC-D96F85A9E83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a:extLst>
              <a:ext uri="{FF2B5EF4-FFF2-40B4-BE49-F238E27FC236}">
                <a16:creationId xmlns:a16="http://schemas.microsoft.com/office/drawing/2014/main" id="{B55ECC65-C19B-790F-AF32-79453886436C}"/>
              </a:ext>
            </a:extLst>
          </p:cNvPr>
          <p:cNvSpPr>
            <a:spLocks noGrp="1"/>
          </p:cNvSpPr>
          <p:nvPr>
            <p:ph type="sldNum" sz="quarter" idx="5"/>
          </p:nvPr>
        </p:nvSpPr>
        <p:spPr/>
        <p:txBody>
          <a:bodyPr/>
          <a:lstStyle/>
          <a:p>
            <a:fld id="{C3E9B8F7-F11D-7247-854D-760B01224C6A}" type="slidenum">
              <a:rPr kumimoji="1" lang="ja-JP" altLang="en-US" smtClean="0"/>
              <a:t>36</a:t>
            </a:fld>
            <a:endParaRPr kumimoji="1" lang="ja-JP" altLang="en-US"/>
          </a:p>
        </p:txBody>
      </p:sp>
    </p:spTree>
    <p:extLst>
      <p:ext uri="{BB962C8B-B14F-4D97-AF65-F5344CB8AC3E}">
        <p14:creationId xmlns:p14="http://schemas.microsoft.com/office/powerpoint/2010/main" val="160561986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1CFDE2-613A-974F-A925-9B3A7030626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4C1B383-0C34-89D2-D60C-C9BCD6BD97D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81244CE-266C-B514-4A3F-D30EAD6CC84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1" lang="en-US" altLang="ja-JP">
              <a:latin typeface="Yu Gothic UI" panose="020B0500000000000000" pitchFamily="50" charset="-128"/>
              <a:ea typeface="Yu Gothic UI" panose="020B0500000000000000" pitchFamily="50" charset="-128"/>
            </a:endParaRPr>
          </a:p>
        </p:txBody>
      </p:sp>
      <p:sp>
        <p:nvSpPr>
          <p:cNvPr id="4" name="スライド番号プレースホルダー 3">
            <a:extLst>
              <a:ext uri="{FF2B5EF4-FFF2-40B4-BE49-F238E27FC236}">
                <a16:creationId xmlns:a16="http://schemas.microsoft.com/office/drawing/2014/main" id="{81356CC1-2DE3-F188-2429-200B7AAB3BCB}"/>
              </a:ext>
            </a:extLst>
          </p:cNvPr>
          <p:cNvSpPr>
            <a:spLocks noGrp="1"/>
          </p:cNvSpPr>
          <p:nvPr>
            <p:ph type="sldNum" sz="quarter" idx="5"/>
          </p:nvPr>
        </p:nvSpPr>
        <p:spPr/>
        <p:txBody>
          <a:bodyPr/>
          <a:lstStyle/>
          <a:p>
            <a:fld id="{C3E9B8F7-F11D-7247-854D-760B01224C6A}" type="slidenum">
              <a:rPr kumimoji="1" lang="ja-JP" altLang="en-US" smtClean="0"/>
              <a:t>37</a:t>
            </a:fld>
            <a:endParaRPr kumimoji="1" lang="ja-JP" altLang="en-US"/>
          </a:p>
        </p:txBody>
      </p:sp>
    </p:spTree>
    <p:extLst>
      <p:ext uri="{BB962C8B-B14F-4D97-AF65-F5344CB8AC3E}">
        <p14:creationId xmlns:p14="http://schemas.microsoft.com/office/powerpoint/2010/main" val="38236169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3.emf"/></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3.xml"/><Relationship Id="rId1" Type="http://schemas.openxmlformats.org/officeDocument/2006/relationships/tags" Target="../tags/tag6.xml"/><Relationship Id="rId5" Type="http://schemas.openxmlformats.org/officeDocument/2006/relationships/image" Target="../media/image6.png"/><Relationship Id="rId4" Type="http://schemas.openxmlformats.org/officeDocument/2006/relationships/image" Target="../media/image3.emf"/></Relationships>
</file>

<file path=ppt/slideLayouts/_rels/slideLayout9.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3.xml"/><Relationship Id="rId1" Type="http://schemas.openxmlformats.org/officeDocument/2006/relationships/tags" Target="../tags/tag7.xml"/><Relationship Id="rId4" Type="http://schemas.openxmlformats.org/officeDocument/2006/relationships/image" Target="../media/image3.emf"/></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3.xml"/><Relationship Id="rId1" Type="http://schemas.openxmlformats.org/officeDocument/2006/relationships/tags" Target="../tags/tag8.xml"/><Relationship Id="rId5" Type="http://schemas.openxmlformats.org/officeDocument/2006/relationships/image" Target="../media/image7.png"/><Relationship Id="rId4" Type="http://schemas.openxmlformats.org/officeDocument/2006/relationships/image" Target="../media/image3.emf"/></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3.xml"/><Relationship Id="rId1" Type="http://schemas.openxmlformats.org/officeDocument/2006/relationships/tags" Target="../tags/tag9.xml"/><Relationship Id="rId4" Type="http://schemas.openxmlformats.org/officeDocument/2006/relationships/image" Target="../media/image3.emf"/></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3.xml"/><Relationship Id="rId1" Type="http://schemas.openxmlformats.org/officeDocument/2006/relationships/tags" Target="../tags/tag10.xml"/><Relationship Id="rId4" Type="http://schemas.openxmlformats.org/officeDocument/2006/relationships/image" Target="../media/image3.emf"/></Relationships>
</file>

<file path=ppt/slideLayouts/_rels/slideLayout13.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3.xml"/><Relationship Id="rId1" Type="http://schemas.openxmlformats.org/officeDocument/2006/relationships/tags" Target="../tags/tag11.xml"/><Relationship Id="rId4" Type="http://schemas.openxmlformats.org/officeDocument/2006/relationships/image" Target="../media/image3.emf"/></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Master" Target="../slideMasters/slideMaster3.xml"/><Relationship Id="rId1" Type="http://schemas.openxmlformats.org/officeDocument/2006/relationships/tags" Target="../tags/tag12.xml"/><Relationship Id="rId4" Type="http://schemas.openxmlformats.org/officeDocument/2006/relationships/image" Target="../media/image3.emf"/></Relationships>
</file>

<file path=ppt/slideLayouts/_rels/slideLayout15.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3.xml"/><Relationship Id="rId1" Type="http://schemas.openxmlformats.org/officeDocument/2006/relationships/tags" Target="../tags/tag13.xml"/><Relationship Id="rId4" Type="http://schemas.openxmlformats.org/officeDocument/2006/relationships/image" Target="../media/image3.emf"/></Relationships>
</file>

<file path=ppt/slideLayouts/_rels/slideLayout16.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3.xml"/><Relationship Id="rId1" Type="http://schemas.openxmlformats.org/officeDocument/2006/relationships/tags" Target="../tags/tag14.xml"/><Relationship Id="rId4" Type="http://schemas.openxmlformats.org/officeDocument/2006/relationships/image" Target="../media/image3.emf"/></Relationships>
</file>

<file path=ppt/slideLayouts/_rels/slideLayout17.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Master" Target="../slideMasters/slideMaster3.xml"/><Relationship Id="rId1" Type="http://schemas.openxmlformats.org/officeDocument/2006/relationships/tags" Target="../tags/tag15.xml"/><Relationship Id="rId4" Type="http://schemas.openxmlformats.org/officeDocument/2006/relationships/image" Target="../media/image3.emf"/></Relationships>
</file>

<file path=ppt/slideLayouts/_rels/slideLayout18.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3.xml"/><Relationship Id="rId1" Type="http://schemas.openxmlformats.org/officeDocument/2006/relationships/tags" Target="../tags/tag16.xml"/><Relationship Id="rId4" Type="http://schemas.openxmlformats.org/officeDocument/2006/relationships/image" Target="../media/image3.emf"/></Relationships>
</file>

<file path=ppt/slideLayouts/_rels/slideLayout19.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Master" Target="../slideMasters/slideMaster3.xml"/><Relationship Id="rId1" Type="http://schemas.openxmlformats.org/officeDocument/2006/relationships/tags" Target="../tags/tag17.xml"/><Relationship Id="rId4" Type="http://schemas.openxmlformats.org/officeDocument/2006/relationships/image" Target="../media/image3.emf"/></Relationships>
</file>

<file path=ppt/slideLayouts/_rels/slideLayout20.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Master" Target="../slideMasters/slideMaster3.xml"/><Relationship Id="rId1" Type="http://schemas.openxmlformats.org/officeDocument/2006/relationships/tags" Target="../tags/tag18.xml"/><Relationship Id="rId6" Type="http://schemas.openxmlformats.org/officeDocument/2006/relationships/image" Target="../media/image8.png"/><Relationship Id="rId5" Type="http://schemas.openxmlformats.org/officeDocument/2006/relationships/image" Target="../media/image6.png"/><Relationship Id="rId4" Type="http://schemas.openxmlformats.org/officeDocument/2006/relationships/image" Target="../media/image3.emf"/></Relationships>
</file>

<file path=ppt/slideLayouts/_rels/slideLayout21.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Master" Target="../slideMasters/slideMaster3.xml"/><Relationship Id="rId1" Type="http://schemas.openxmlformats.org/officeDocument/2006/relationships/tags" Target="../tags/tag19.xml"/><Relationship Id="rId6" Type="http://schemas.openxmlformats.org/officeDocument/2006/relationships/image" Target="../media/image9.png"/><Relationship Id="rId5" Type="http://schemas.openxmlformats.org/officeDocument/2006/relationships/image" Target="../media/image7.png"/><Relationship Id="rId4" Type="http://schemas.openxmlformats.org/officeDocument/2006/relationships/image" Target="../media/image3.emf"/></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Master" Target="../slideMasters/slideMaster3.xml"/><Relationship Id="rId1" Type="http://schemas.openxmlformats.org/officeDocument/2006/relationships/tags" Target="../tags/tag20.xml"/><Relationship Id="rId6" Type="http://schemas.openxmlformats.org/officeDocument/2006/relationships/image" Target="../media/image8.png"/><Relationship Id="rId5" Type="http://schemas.openxmlformats.org/officeDocument/2006/relationships/image" Target="../media/image10.png"/><Relationship Id="rId4" Type="http://schemas.openxmlformats.org/officeDocument/2006/relationships/image" Target="../media/image3.emf"/></Relationships>
</file>

<file path=ppt/slideLayouts/_rels/slideLayout23.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Master" Target="../slideMasters/slideMaster3.xml"/><Relationship Id="rId1" Type="http://schemas.openxmlformats.org/officeDocument/2006/relationships/tags" Target="../tags/tag21.xml"/><Relationship Id="rId6" Type="http://schemas.openxmlformats.org/officeDocument/2006/relationships/image" Target="../media/image9.png"/><Relationship Id="rId5" Type="http://schemas.openxmlformats.org/officeDocument/2006/relationships/image" Target="../media/image11.png"/><Relationship Id="rId4" Type="http://schemas.openxmlformats.org/officeDocument/2006/relationships/image" Target="../media/image3.emf"/></Relationships>
</file>

<file path=ppt/slideLayouts/_rels/slideLayout24.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Master" Target="../slideMasters/slideMaster4.xml"/><Relationship Id="rId1" Type="http://schemas.openxmlformats.org/officeDocument/2006/relationships/tags" Target="../tags/tag23.xml"/><Relationship Id="rId5" Type="http://schemas.openxmlformats.org/officeDocument/2006/relationships/image" Target="../media/image6.png"/><Relationship Id="rId4" Type="http://schemas.openxmlformats.org/officeDocument/2006/relationships/image" Target="../media/image12.emf"/></Relationships>
</file>

<file path=ppt/slideLayouts/_rels/slideLayout25.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Master" Target="../slideMasters/slideMaster4.xml"/><Relationship Id="rId1" Type="http://schemas.openxmlformats.org/officeDocument/2006/relationships/tags" Target="../tags/tag24.xml"/><Relationship Id="rId4" Type="http://schemas.openxmlformats.org/officeDocument/2006/relationships/image" Target="../media/image12.emf"/></Relationships>
</file>

<file path=ppt/slideLayouts/_rels/slideLayout26.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Master" Target="../slideMasters/slideMaster4.xml"/><Relationship Id="rId1" Type="http://schemas.openxmlformats.org/officeDocument/2006/relationships/tags" Target="../tags/tag25.xml"/><Relationship Id="rId5" Type="http://schemas.openxmlformats.org/officeDocument/2006/relationships/image" Target="../media/image7.png"/><Relationship Id="rId4" Type="http://schemas.openxmlformats.org/officeDocument/2006/relationships/image" Target="../media/image12.emf"/></Relationships>
</file>

<file path=ppt/slideLayouts/_rels/slideLayout27.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Master" Target="../slideMasters/slideMaster4.xml"/><Relationship Id="rId1" Type="http://schemas.openxmlformats.org/officeDocument/2006/relationships/tags" Target="../tags/tag26.xml"/><Relationship Id="rId4" Type="http://schemas.openxmlformats.org/officeDocument/2006/relationships/image" Target="../media/image12.emf"/></Relationships>
</file>

<file path=ppt/slideLayouts/_rels/slideLayout28.xml.rels><?xml version="1.0" encoding="UTF-8" standalone="yes"?>
<Relationships xmlns="http://schemas.openxmlformats.org/package/2006/relationships"><Relationship Id="rId3" Type="http://schemas.openxmlformats.org/officeDocument/2006/relationships/slideMaster" Target="../slideMasters/slideMaster4.xml"/><Relationship Id="rId2" Type="http://schemas.openxmlformats.org/officeDocument/2006/relationships/tags" Target="../tags/tag28.xml"/><Relationship Id="rId1" Type="http://schemas.openxmlformats.org/officeDocument/2006/relationships/tags" Target="../tags/tag27.xml"/><Relationship Id="rId5" Type="http://schemas.openxmlformats.org/officeDocument/2006/relationships/image" Target="../media/image12.emf"/><Relationship Id="rId4" Type="http://schemas.openxmlformats.org/officeDocument/2006/relationships/oleObject" Target="../embeddings/oleObject26.bin"/></Relationships>
</file>

<file path=ppt/slideLayouts/_rels/slideLayout29.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Master" Target="../slideMasters/slideMaster4.xml"/><Relationship Id="rId1" Type="http://schemas.openxmlformats.org/officeDocument/2006/relationships/tags" Target="../tags/tag29.xml"/><Relationship Id="rId4" Type="http://schemas.openxmlformats.org/officeDocument/2006/relationships/image" Target="../media/image12.emf"/></Relationships>
</file>

<file path=ppt/slideLayouts/_rels/slideLayout30.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Master" Target="../slideMasters/slideMaster4.xml"/><Relationship Id="rId1" Type="http://schemas.openxmlformats.org/officeDocument/2006/relationships/tags" Target="../tags/tag30.xml"/><Relationship Id="rId4" Type="http://schemas.openxmlformats.org/officeDocument/2006/relationships/image" Target="../media/image12.emf"/></Relationships>
</file>

<file path=ppt/slideLayouts/_rels/slideLayout31.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Master" Target="../slideMasters/slideMaster4.xml"/><Relationship Id="rId1" Type="http://schemas.openxmlformats.org/officeDocument/2006/relationships/tags" Target="../tags/tag31.xml"/><Relationship Id="rId4" Type="http://schemas.openxmlformats.org/officeDocument/2006/relationships/image" Target="../media/image12.emf"/></Relationships>
</file>

<file path=ppt/slideLayouts/_rels/slideLayout32.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slideMaster" Target="../slideMasters/slideMaster4.xml"/><Relationship Id="rId1" Type="http://schemas.openxmlformats.org/officeDocument/2006/relationships/tags" Target="../tags/tag32.xml"/><Relationship Id="rId4" Type="http://schemas.openxmlformats.org/officeDocument/2006/relationships/image" Target="../media/image12.emf"/></Relationships>
</file>

<file path=ppt/slideLayouts/_rels/slideLayout33.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Master" Target="../slideMasters/slideMaster4.xml"/><Relationship Id="rId1" Type="http://schemas.openxmlformats.org/officeDocument/2006/relationships/tags" Target="../tags/tag33.xml"/><Relationship Id="rId4" Type="http://schemas.openxmlformats.org/officeDocument/2006/relationships/image" Target="../media/image12.emf"/></Relationships>
</file>

<file path=ppt/slideLayouts/_rels/slideLayout34.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slideMaster" Target="../slideMasters/slideMaster4.xml"/><Relationship Id="rId1" Type="http://schemas.openxmlformats.org/officeDocument/2006/relationships/tags" Target="../tags/tag34.xml"/><Relationship Id="rId4" Type="http://schemas.openxmlformats.org/officeDocument/2006/relationships/image" Target="../media/image12.emf"/></Relationships>
</file>

<file path=ppt/slideLayouts/_rels/slideLayout35.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slideMaster" Target="../slideMasters/slideMaster4.xml"/><Relationship Id="rId1" Type="http://schemas.openxmlformats.org/officeDocument/2006/relationships/tags" Target="../tags/tag35.xml"/><Relationship Id="rId4" Type="http://schemas.openxmlformats.org/officeDocument/2006/relationships/image" Target="../media/image12.emf"/></Relationships>
</file>

<file path=ppt/slideLayouts/_rels/slideLayout36.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Master" Target="../slideMasters/slideMaster4.xml"/><Relationship Id="rId1" Type="http://schemas.openxmlformats.org/officeDocument/2006/relationships/tags" Target="../tags/tag36.xml"/><Relationship Id="rId6" Type="http://schemas.openxmlformats.org/officeDocument/2006/relationships/image" Target="../media/image13.png"/><Relationship Id="rId5" Type="http://schemas.openxmlformats.org/officeDocument/2006/relationships/image" Target="../media/image8.png"/><Relationship Id="rId4" Type="http://schemas.openxmlformats.org/officeDocument/2006/relationships/image" Target="../media/image12.emf"/></Relationships>
</file>

<file path=ppt/slideLayouts/_rels/slideLayout37.xml.rels><?xml version="1.0" encoding="UTF-8" standalone="yes"?>
<Relationships xmlns="http://schemas.openxmlformats.org/package/2006/relationships"><Relationship Id="rId3" Type="http://schemas.openxmlformats.org/officeDocument/2006/relationships/oleObject" Target="../embeddings/oleObject35.bin"/><Relationship Id="rId2" Type="http://schemas.openxmlformats.org/officeDocument/2006/relationships/slideMaster" Target="../slideMasters/slideMaster4.xml"/><Relationship Id="rId1" Type="http://schemas.openxmlformats.org/officeDocument/2006/relationships/tags" Target="../tags/tag37.xml"/><Relationship Id="rId6" Type="http://schemas.openxmlformats.org/officeDocument/2006/relationships/image" Target="../media/image7.png"/><Relationship Id="rId5" Type="http://schemas.openxmlformats.org/officeDocument/2006/relationships/image" Target="../media/image9.png"/><Relationship Id="rId4" Type="http://schemas.openxmlformats.org/officeDocument/2006/relationships/image" Target="../media/image12.emf"/></Relationships>
</file>

<file path=ppt/slideLayouts/_rels/slideLayout38.xml.rels><?xml version="1.0" encoding="UTF-8" standalone="yes"?>
<Relationships xmlns="http://schemas.openxmlformats.org/package/2006/relationships"><Relationship Id="rId3" Type="http://schemas.openxmlformats.org/officeDocument/2006/relationships/oleObject" Target="../embeddings/oleObject36.bin"/><Relationship Id="rId2" Type="http://schemas.openxmlformats.org/officeDocument/2006/relationships/slideMaster" Target="../slideMasters/slideMaster4.xml"/><Relationship Id="rId1" Type="http://schemas.openxmlformats.org/officeDocument/2006/relationships/tags" Target="../tags/tag38.xml"/><Relationship Id="rId6" Type="http://schemas.openxmlformats.org/officeDocument/2006/relationships/image" Target="../media/image10.png"/><Relationship Id="rId5" Type="http://schemas.openxmlformats.org/officeDocument/2006/relationships/image" Target="../media/image8.png"/><Relationship Id="rId4" Type="http://schemas.openxmlformats.org/officeDocument/2006/relationships/image" Target="../media/image12.emf"/></Relationships>
</file>

<file path=ppt/slideLayouts/_rels/slideLayout39.xml.rels><?xml version="1.0" encoding="UTF-8" standalone="yes"?>
<Relationships xmlns="http://schemas.openxmlformats.org/package/2006/relationships"><Relationship Id="rId3" Type="http://schemas.openxmlformats.org/officeDocument/2006/relationships/oleObject" Target="../embeddings/oleObject37.bin"/><Relationship Id="rId2" Type="http://schemas.openxmlformats.org/officeDocument/2006/relationships/slideMaster" Target="../slideMasters/slideMaster4.xml"/><Relationship Id="rId1" Type="http://schemas.openxmlformats.org/officeDocument/2006/relationships/tags" Target="../tags/tag39.xml"/><Relationship Id="rId6" Type="http://schemas.openxmlformats.org/officeDocument/2006/relationships/image" Target="../media/image11.png"/><Relationship Id="rId5" Type="http://schemas.openxmlformats.org/officeDocument/2006/relationships/image" Target="../media/image9.png"/><Relationship Id="rId4" Type="http://schemas.openxmlformats.org/officeDocument/2006/relationships/image" Target="../media/image12.emf"/></Relationships>
</file>

<file path=ppt/slideLayouts/_rels/slideLayout40.xml.rels><?xml version="1.0" encoding="UTF-8" standalone="yes"?>
<Relationships xmlns="http://schemas.openxmlformats.org/package/2006/relationships"><Relationship Id="rId3" Type="http://schemas.openxmlformats.org/officeDocument/2006/relationships/oleObject" Target="../embeddings/oleObject38.bin"/><Relationship Id="rId2" Type="http://schemas.openxmlformats.org/officeDocument/2006/relationships/slideMaster" Target="../slideMasters/slideMaster4.xml"/><Relationship Id="rId1" Type="http://schemas.openxmlformats.org/officeDocument/2006/relationships/tags" Target="../tags/tag40.xml"/><Relationship Id="rId4" Type="http://schemas.openxmlformats.org/officeDocument/2006/relationships/image" Target="../media/image3.emf"/></Relationships>
</file>

<file path=ppt/slideLayouts/_rels/slideLayout41.xml.rels><?xml version="1.0" encoding="UTF-8" standalone="yes"?>
<Relationships xmlns="http://schemas.openxmlformats.org/package/2006/relationships"><Relationship Id="rId3" Type="http://schemas.openxmlformats.org/officeDocument/2006/relationships/oleObject" Target="../embeddings/oleObject39.bin"/><Relationship Id="rId2" Type="http://schemas.openxmlformats.org/officeDocument/2006/relationships/slideMaster" Target="../slideMasters/slideMaster4.xml"/><Relationship Id="rId1" Type="http://schemas.openxmlformats.org/officeDocument/2006/relationships/tags" Target="../tags/tag41.xml"/><Relationship Id="rId4" Type="http://schemas.openxmlformats.org/officeDocument/2006/relationships/image" Target="../media/image3.emf"/></Relationships>
</file>

<file path=ppt/slideLayouts/_rels/slideLayout42.xml.rels><?xml version="1.0" encoding="UTF-8" standalone="yes"?>
<Relationships xmlns="http://schemas.openxmlformats.org/package/2006/relationships"><Relationship Id="rId3" Type="http://schemas.openxmlformats.org/officeDocument/2006/relationships/oleObject" Target="../embeddings/oleObject40.bin"/><Relationship Id="rId2" Type="http://schemas.openxmlformats.org/officeDocument/2006/relationships/slideMaster" Target="../slideMasters/slideMaster4.xml"/><Relationship Id="rId1" Type="http://schemas.openxmlformats.org/officeDocument/2006/relationships/tags" Target="../tags/tag42.xml"/><Relationship Id="rId4" Type="http://schemas.openxmlformats.org/officeDocument/2006/relationships/image" Target="../media/image3.emf"/></Relationships>
</file>

<file path=ppt/slideLayouts/_rels/slideLayout43.xml.rels><?xml version="1.0" encoding="UTF-8" standalone="yes"?>
<Relationships xmlns="http://schemas.openxmlformats.org/package/2006/relationships"><Relationship Id="rId3" Type="http://schemas.openxmlformats.org/officeDocument/2006/relationships/oleObject" Target="../embeddings/oleObject41.bin"/><Relationship Id="rId2" Type="http://schemas.openxmlformats.org/officeDocument/2006/relationships/slideMaster" Target="../slideMasters/slideMaster4.xml"/><Relationship Id="rId1" Type="http://schemas.openxmlformats.org/officeDocument/2006/relationships/tags" Target="../tags/tag43.xml"/><Relationship Id="rId4" Type="http://schemas.openxmlformats.org/officeDocument/2006/relationships/image" Target="../media/image3.emf"/></Relationships>
</file>

<file path=ppt/slideLayouts/_rels/slideLayout44.xml.rels><?xml version="1.0" encoding="UTF-8" standalone="yes"?>
<Relationships xmlns="http://schemas.openxmlformats.org/package/2006/relationships"><Relationship Id="rId3" Type="http://schemas.openxmlformats.org/officeDocument/2006/relationships/oleObject" Target="../embeddings/oleObject42.bin"/><Relationship Id="rId2" Type="http://schemas.openxmlformats.org/officeDocument/2006/relationships/slideMaster" Target="../slideMasters/slideMaster4.xml"/><Relationship Id="rId1" Type="http://schemas.openxmlformats.org/officeDocument/2006/relationships/tags" Target="../tags/tag44.xml"/><Relationship Id="rId4" Type="http://schemas.openxmlformats.org/officeDocument/2006/relationships/image" Target="../media/image3.emf"/></Relationships>
</file>

<file path=ppt/slideLayouts/_rels/slideLayout45.xml.rels><?xml version="1.0" encoding="UTF-8" standalone="yes"?>
<Relationships xmlns="http://schemas.openxmlformats.org/package/2006/relationships"><Relationship Id="rId3" Type="http://schemas.openxmlformats.org/officeDocument/2006/relationships/oleObject" Target="../embeddings/oleObject43.bin"/><Relationship Id="rId2" Type="http://schemas.openxmlformats.org/officeDocument/2006/relationships/slideMaster" Target="../slideMasters/slideMaster4.xml"/><Relationship Id="rId1" Type="http://schemas.openxmlformats.org/officeDocument/2006/relationships/tags" Target="../tags/tag45.xml"/><Relationship Id="rId4" Type="http://schemas.openxmlformats.org/officeDocument/2006/relationships/image" Target="../media/image3.emf"/></Relationships>
</file>

<file path=ppt/slideLayouts/_rels/slideLayout46.xml.rels><?xml version="1.0" encoding="UTF-8" standalone="yes"?>
<Relationships xmlns="http://schemas.openxmlformats.org/package/2006/relationships"><Relationship Id="rId3" Type="http://schemas.openxmlformats.org/officeDocument/2006/relationships/oleObject" Target="../embeddings/oleObject44.bin"/><Relationship Id="rId7" Type="http://schemas.openxmlformats.org/officeDocument/2006/relationships/image" Target="../media/image15.jpeg"/><Relationship Id="rId2" Type="http://schemas.openxmlformats.org/officeDocument/2006/relationships/slideMaster" Target="../slideMasters/slideMaster4.xml"/><Relationship Id="rId1" Type="http://schemas.openxmlformats.org/officeDocument/2006/relationships/tags" Target="../tags/tag46.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emf"/></Relationships>
</file>

<file path=ppt/slideLayouts/_rels/slideLayout47.xml.rels><?xml version="1.0" encoding="UTF-8" standalone="yes"?>
<Relationships xmlns="http://schemas.openxmlformats.org/package/2006/relationships"><Relationship Id="rId3" Type="http://schemas.openxmlformats.org/officeDocument/2006/relationships/oleObject" Target="../embeddings/oleObject46.bin"/><Relationship Id="rId2" Type="http://schemas.openxmlformats.org/officeDocument/2006/relationships/slideMaster" Target="../slideMasters/slideMaster5.xml"/><Relationship Id="rId1" Type="http://schemas.openxmlformats.org/officeDocument/2006/relationships/tags" Target="../tags/tag48.xml"/><Relationship Id="rId5" Type="http://schemas.openxmlformats.org/officeDocument/2006/relationships/image" Target="../media/image6.png"/><Relationship Id="rId4" Type="http://schemas.openxmlformats.org/officeDocument/2006/relationships/image" Target="../media/image12.emf"/></Relationships>
</file>

<file path=ppt/slideLayouts/_rels/slideLayout48.xml.rels><?xml version="1.0" encoding="UTF-8" standalone="yes"?>
<Relationships xmlns="http://schemas.openxmlformats.org/package/2006/relationships"><Relationship Id="rId3" Type="http://schemas.openxmlformats.org/officeDocument/2006/relationships/oleObject" Target="../embeddings/oleObject47.bin"/><Relationship Id="rId2" Type="http://schemas.openxmlformats.org/officeDocument/2006/relationships/slideMaster" Target="../slideMasters/slideMaster5.xml"/><Relationship Id="rId1" Type="http://schemas.openxmlformats.org/officeDocument/2006/relationships/tags" Target="../tags/tag49.xml"/><Relationship Id="rId4" Type="http://schemas.openxmlformats.org/officeDocument/2006/relationships/image" Target="../media/image12.emf"/></Relationships>
</file>

<file path=ppt/slideLayouts/_rels/slideLayout49.xml.rels><?xml version="1.0" encoding="UTF-8" standalone="yes"?>
<Relationships xmlns="http://schemas.openxmlformats.org/package/2006/relationships"><Relationship Id="rId3" Type="http://schemas.openxmlformats.org/officeDocument/2006/relationships/oleObject" Target="../embeddings/oleObject48.bin"/><Relationship Id="rId2" Type="http://schemas.openxmlformats.org/officeDocument/2006/relationships/slideMaster" Target="../slideMasters/slideMaster5.xml"/><Relationship Id="rId1" Type="http://schemas.openxmlformats.org/officeDocument/2006/relationships/tags" Target="../tags/tag50.xml"/><Relationship Id="rId5" Type="http://schemas.openxmlformats.org/officeDocument/2006/relationships/image" Target="../media/image7.png"/><Relationship Id="rId4" Type="http://schemas.openxmlformats.org/officeDocument/2006/relationships/image" Target="../media/image12.emf"/></Relationships>
</file>

<file path=ppt/slideLayouts/_rels/slideLayout50.xml.rels><?xml version="1.0" encoding="UTF-8" standalone="yes"?>
<Relationships xmlns="http://schemas.openxmlformats.org/package/2006/relationships"><Relationship Id="rId3" Type="http://schemas.openxmlformats.org/officeDocument/2006/relationships/oleObject" Target="../embeddings/oleObject49.bin"/><Relationship Id="rId2" Type="http://schemas.openxmlformats.org/officeDocument/2006/relationships/slideMaster" Target="../slideMasters/slideMaster5.xml"/><Relationship Id="rId1" Type="http://schemas.openxmlformats.org/officeDocument/2006/relationships/tags" Target="../tags/tag51.xml"/><Relationship Id="rId4" Type="http://schemas.openxmlformats.org/officeDocument/2006/relationships/image" Target="../media/image12.emf"/></Relationships>
</file>

<file path=ppt/slideLayouts/_rels/slideLayout51.xml.rels><?xml version="1.0" encoding="UTF-8" standalone="yes"?>
<Relationships xmlns="http://schemas.openxmlformats.org/package/2006/relationships"><Relationship Id="rId3" Type="http://schemas.openxmlformats.org/officeDocument/2006/relationships/slideMaster" Target="../slideMasters/slideMaster5.xml"/><Relationship Id="rId2" Type="http://schemas.openxmlformats.org/officeDocument/2006/relationships/tags" Target="../tags/tag53.xml"/><Relationship Id="rId1" Type="http://schemas.openxmlformats.org/officeDocument/2006/relationships/tags" Target="../tags/tag52.xml"/><Relationship Id="rId5" Type="http://schemas.openxmlformats.org/officeDocument/2006/relationships/image" Target="../media/image12.emf"/><Relationship Id="rId4" Type="http://schemas.openxmlformats.org/officeDocument/2006/relationships/oleObject" Target="../embeddings/oleObject50.bin"/></Relationships>
</file>

<file path=ppt/slideLayouts/_rels/slideLayout52.xml.rels><?xml version="1.0" encoding="UTF-8" standalone="yes"?>
<Relationships xmlns="http://schemas.openxmlformats.org/package/2006/relationships"><Relationship Id="rId3" Type="http://schemas.openxmlformats.org/officeDocument/2006/relationships/oleObject" Target="../embeddings/oleObject51.bin"/><Relationship Id="rId2" Type="http://schemas.openxmlformats.org/officeDocument/2006/relationships/slideMaster" Target="../slideMasters/slideMaster5.xml"/><Relationship Id="rId1" Type="http://schemas.openxmlformats.org/officeDocument/2006/relationships/tags" Target="../tags/tag54.xml"/><Relationship Id="rId4" Type="http://schemas.openxmlformats.org/officeDocument/2006/relationships/image" Target="../media/image12.emf"/></Relationships>
</file>

<file path=ppt/slideLayouts/_rels/slideLayout53.xml.rels><?xml version="1.0" encoding="UTF-8" standalone="yes"?>
<Relationships xmlns="http://schemas.openxmlformats.org/package/2006/relationships"><Relationship Id="rId3" Type="http://schemas.openxmlformats.org/officeDocument/2006/relationships/oleObject" Target="../embeddings/oleObject52.bin"/><Relationship Id="rId2" Type="http://schemas.openxmlformats.org/officeDocument/2006/relationships/slideMaster" Target="../slideMasters/slideMaster5.xml"/><Relationship Id="rId1" Type="http://schemas.openxmlformats.org/officeDocument/2006/relationships/tags" Target="../tags/tag55.xml"/><Relationship Id="rId4" Type="http://schemas.openxmlformats.org/officeDocument/2006/relationships/image" Target="../media/image12.emf"/></Relationships>
</file>

<file path=ppt/slideLayouts/_rels/slideLayout54.xml.rels><?xml version="1.0" encoding="UTF-8" standalone="yes"?>
<Relationships xmlns="http://schemas.openxmlformats.org/package/2006/relationships"><Relationship Id="rId3" Type="http://schemas.openxmlformats.org/officeDocument/2006/relationships/oleObject" Target="../embeddings/oleObject53.bin"/><Relationship Id="rId2" Type="http://schemas.openxmlformats.org/officeDocument/2006/relationships/slideMaster" Target="../slideMasters/slideMaster5.xml"/><Relationship Id="rId1" Type="http://schemas.openxmlformats.org/officeDocument/2006/relationships/tags" Target="../tags/tag56.xml"/><Relationship Id="rId4" Type="http://schemas.openxmlformats.org/officeDocument/2006/relationships/image" Target="../media/image12.emf"/></Relationships>
</file>

<file path=ppt/slideLayouts/_rels/slideLayout55.xml.rels><?xml version="1.0" encoding="UTF-8" standalone="yes"?>
<Relationships xmlns="http://schemas.openxmlformats.org/package/2006/relationships"><Relationship Id="rId3" Type="http://schemas.openxmlformats.org/officeDocument/2006/relationships/oleObject" Target="../embeddings/oleObject54.bin"/><Relationship Id="rId2" Type="http://schemas.openxmlformats.org/officeDocument/2006/relationships/slideMaster" Target="../slideMasters/slideMaster5.xml"/><Relationship Id="rId1" Type="http://schemas.openxmlformats.org/officeDocument/2006/relationships/tags" Target="../tags/tag57.xml"/><Relationship Id="rId4" Type="http://schemas.openxmlformats.org/officeDocument/2006/relationships/image" Target="../media/image12.emf"/></Relationships>
</file>

<file path=ppt/slideLayouts/_rels/slideLayout56.xml.rels><?xml version="1.0" encoding="UTF-8" standalone="yes"?>
<Relationships xmlns="http://schemas.openxmlformats.org/package/2006/relationships"><Relationship Id="rId3" Type="http://schemas.openxmlformats.org/officeDocument/2006/relationships/oleObject" Target="../embeddings/oleObject55.bin"/><Relationship Id="rId2" Type="http://schemas.openxmlformats.org/officeDocument/2006/relationships/slideMaster" Target="../slideMasters/slideMaster5.xml"/><Relationship Id="rId1" Type="http://schemas.openxmlformats.org/officeDocument/2006/relationships/tags" Target="../tags/tag58.xml"/><Relationship Id="rId4" Type="http://schemas.openxmlformats.org/officeDocument/2006/relationships/image" Target="../media/image12.emf"/></Relationships>
</file>

<file path=ppt/slideLayouts/_rels/slideLayout57.xml.rels><?xml version="1.0" encoding="UTF-8" standalone="yes"?>
<Relationships xmlns="http://schemas.openxmlformats.org/package/2006/relationships"><Relationship Id="rId3" Type="http://schemas.openxmlformats.org/officeDocument/2006/relationships/oleObject" Target="../embeddings/oleObject56.bin"/><Relationship Id="rId2" Type="http://schemas.openxmlformats.org/officeDocument/2006/relationships/slideMaster" Target="../slideMasters/slideMaster5.xml"/><Relationship Id="rId1" Type="http://schemas.openxmlformats.org/officeDocument/2006/relationships/tags" Target="../tags/tag59.xml"/><Relationship Id="rId4" Type="http://schemas.openxmlformats.org/officeDocument/2006/relationships/image" Target="../media/image12.emf"/></Relationships>
</file>

<file path=ppt/slideLayouts/_rels/slideLayout58.xml.rels><?xml version="1.0" encoding="UTF-8" standalone="yes"?>
<Relationships xmlns="http://schemas.openxmlformats.org/package/2006/relationships"><Relationship Id="rId3" Type="http://schemas.openxmlformats.org/officeDocument/2006/relationships/oleObject" Target="../embeddings/oleObject57.bin"/><Relationship Id="rId2" Type="http://schemas.openxmlformats.org/officeDocument/2006/relationships/slideMaster" Target="../slideMasters/slideMaster5.xml"/><Relationship Id="rId1" Type="http://schemas.openxmlformats.org/officeDocument/2006/relationships/tags" Target="../tags/tag60.xml"/><Relationship Id="rId4" Type="http://schemas.openxmlformats.org/officeDocument/2006/relationships/image" Target="../media/image12.emf"/></Relationships>
</file>

<file path=ppt/slideLayouts/_rels/slideLayout59.xml.rels><?xml version="1.0" encoding="UTF-8" standalone="yes"?>
<Relationships xmlns="http://schemas.openxmlformats.org/package/2006/relationships"><Relationship Id="rId3" Type="http://schemas.openxmlformats.org/officeDocument/2006/relationships/oleObject" Target="../embeddings/oleObject58.bin"/><Relationship Id="rId2" Type="http://schemas.openxmlformats.org/officeDocument/2006/relationships/slideMaster" Target="../slideMasters/slideMaster5.xml"/><Relationship Id="rId1" Type="http://schemas.openxmlformats.org/officeDocument/2006/relationships/tags" Target="../tags/tag61.xml"/><Relationship Id="rId6" Type="http://schemas.openxmlformats.org/officeDocument/2006/relationships/image" Target="../media/image13.png"/><Relationship Id="rId5" Type="http://schemas.openxmlformats.org/officeDocument/2006/relationships/image" Target="../media/image8.png"/><Relationship Id="rId4" Type="http://schemas.openxmlformats.org/officeDocument/2006/relationships/image" Target="../media/image12.emf"/></Relationships>
</file>

<file path=ppt/slideLayouts/_rels/slideLayout60.xml.rels><?xml version="1.0" encoding="UTF-8" standalone="yes"?>
<Relationships xmlns="http://schemas.openxmlformats.org/package/2006/relationships"><Relationship Id="rId3" Type="http://schemas.openxmlformats.org/officeDocument/2006/relationships/oleObject" Target="../embeddings/oleObject59.bin"/><Relationship Id="rId2" Type="http://schemas.openxmlformats.org/officeDocument/2006/relationships/slideMaster" Target="../slideMasters/slideMaster5.xml"/><Relationship Id="rId1" Type="http://schemas.openxmlformats.org/officeDocument/2006/relationships/tags" Target="../tags/tag62.xml"/><Relationship Id="rId6" Type="http://schemas.openxmlformats.org/officeDocument/2006/relationships/image" Target="../media/image7.png"/><Relationship Id="rId5" Type="http://schemas.openxmlformats.org/officeDocument/2006/relationships/image" Target="../media/image9.png"/><Relationship Id="rId4" Type="http://schemas.openxmlformats.org/officeDocument/2006/relationships/image" Target="../media/image12.emf"/></Relationships>
</file>

<file path=ppt/slideLayouts/_rels/slideLayout61.xml.rels><?xml version="1.0" encoding="UTF-8" standalone="yes"?>
<Relationships xmlns="http://schemas.openxmlformats.org/package/2006/relationships"><Relationship Id="rId3" Type="http://schemas.openxmlformats.org/officeDocument/2006/relationships/oleObject" Target="../embeddings/oleObject60.bin"/><Relationship Id="rId2" Type="http://schemas.openxmlformats.org/officeDocument/2006/relationships/slideMaster" Target="../slideMasters/slideMaster5.xml"/><Relationship Id="rId1" Type="http://schemas.openxmlformats.org/officeDocument/2006/relationships/tags" Target="../tags/tag63.xml"/><Relationship Id="rId6" Type="http://schemas.openxmlformats.org/officeDocument/2006/relationships/image" Target="../media/image10.png"/><Relationship Id="rId5" Type="http://schemas.openxmlformats.org/officeDocument/2006/relationships/image" Target="../media/image8.png"/><Relationship Id="rId4" Type="http://schemas.openxmlformats.org/officeDocument/2006/relationships/image" Target="../media/image12.emf"/></Relationships>
</file>

<file path=ppt/slideLayouts/_rels/slideLayout62.xml.rels><?xml version="1.0" encoding="UTF-8" standalone="yes"?>
<Relationships xmlns="http://schemas.openxmlformats.org/package/2006/relationships"><Relationship Id="rId3" Type="http://schemas.openxmlformats.org/officeDocument/2006/relationships/oleObject" Target="../embeddings/oleObject61.bin"/><Relationship Id="rId2" Type="http://schemas.openxmlformats.org/officeDocument/2006/relationships/slideMaster" Target="../slideMasters/slideMaster5.xml"/><Relationship Id="rId1" Type="http://schemas.openxmlformats.org/officeDocument/2006/relationships/tags" Target="../tags/tag64.xml"/><Relationship Id="rId6" Type="http://schemas.openxmlformats.org/officeDocument/2006/relationships/image" Target="../media/image11.png"/><Relationship Id="rId5" Type="http://schemas.openxmlformats.org/officeDocument/2006/relationships/image" Target="../media/image9.png"/><Relationship Id="rId4" Type="http://schemas.openxmlformats.org/officeDocument/2006/relationships/image" Target="../media/image12.emf"/></Relationships>
</file>

<file path=ppt/slideLayouts/_rels/slideLayout63.xml.rels><?xml version="1.0" encoding="UTF-8" standalone="yes"?>
<Relationships xmlns="http://schemas.openxmlformats.org/package/2006/relationships"><Relationship Id="rId3" Type="http://schemas.openxmlformats.org/officeDocument/2006/relationships/oleObject" Target="../embeddings/oleObject62.bin"/><Relationship Id="rId2" Type="http://schemas.openxmlformats.org/officeDocument/2006/relationships/slideMaster" Target="../slideMasters/slideMaster5.xml"/><Relationship Id="rId1" Type="http://schemas.openxmlformats.org/officeDocument/2006/relationships/tags" Target="../tags/tag65.xml"/><Relationship Id="rId4" Type="http://schemas.openxmlformats.org/officeDocument/2006/relationships/image" Target="../media/image3.emf"/></Relationships>
</file>

<file path=ppt/slideLayouts/_rels/slideLayout64.xml.rels><?xml version="1.0" encoding="UTF-8" standalone="yes"?>
<Relationships xmlns="http://schemas.openxmlformats.org/package/2006/relationships"><Relationship Id="rId3" Type="http://schemas.openxmlformats.org/officeDocument/2006/relationships/oleObject" Target="../embeddings/oleObject63.bin"/><Relationship Id="rId2" Type="http://schemas.openxmlformats.org/officeDocument/2006/relationships/slideMaster" Target="../slideMasters/slideMaster5.xml"/><Relationship Id="rId1" Type="http://schemas.openxmlformats.org/officeDocument/2006/relationships/tags" Target="../tags/tag66.xml"/><Relationship Id="rId4" Type="http://schemas.openxmlformats.org/officeDocument/2006/relationships/image" Target="../media/image3.emf"/></Relationships>
</file>

<file path=ppt/slideLayouts/_rels/slideLayout65.xml.rels><?xml version="1.0" encoding="UTF-8" standalone="yes"?>
<Relationships xmlns="http://schemas.openxmlformats.org/package/2006/relationships"><Relationship Id="rId3" Type="http://schemas.openxmlformats.org/officeDocument/2006/relationships/oleObject" Target="../embeddings/oleObject64.bin"/><Relationship Id="rId2" Type="http://schemas.openxmlformats.org/officeDocument/2006/relationships/slideMaster" Target="../slideMasters/slideMaster5.xml"/><Relationship Id="rId1" Type="http://schemas.openxmlformats.org/officeDocument/2006/relationships/tags" Target="../tags/tag67.xml"/><Relationship Id="rId4" Type="http://schemas.openxmlformats.org/officeDocument/2006/relationships/image" Target="../media/image3.emf"/></Relationships>
</file>

<file path=ppt/slideLayouts/_rels/slideLayout66.xml.rels><?xml version="1.0" encoding="UTF-8" standalone="yes"?>
<Relationships xmlns="http://schemas.openxmlformats.org/package/2006/relationships"><Relationship Id="rId3" Type="http://schemas.openxmlformats.org/officeDocument/2006/relationships/oleObject" Target="../embeddings/oleObject65.bin"/><Relationship Id="rId2" Type="http://schemas.openxmlformats.org/officeDocument/2006/relationships/slideMaster" Target="../slideMasters/slideMaster5.xml"/><Relationship Id="rId1" Type="http://schemas.openxmlformats.org/officeDocument/2006/relationships/tags" Target="../tags/tag68.xml"/><Relationship Id="rId4" Type="http://schemas.openxmlformats.org/officeDocument/2006/relationships/image" Target="../media/image3.emf"/></Relationships>
</file>

<file path=ppt/slideLayouts/_rels/slideLayout67.xml.rels><?xml version="1.0" encoding="UTF-8" standalone="yes"?>
<Relationships xmlns="http://schemas.openxmlformats.org/package/2006/relationships"><Relationship Id="rId3" Type="http://schemas.openxmlformats.org/officeDocument/2006/relationships/oleObject" Target="../embeddings/oleObject66.bin"/><Relationship Id="rId2" Type="http://schemas.openxmlformats.org/officeDocument/2006/relationships/slideMaster" Target="../slideMasters/slideMaster5.xml"/><Relationship Id="rId1" Type="http://schemas.openxmlformats.org/officeDocument/2006/relationships/tags" Target="../tags/tag69.xml"/><Relationship Id="rId4" Type="http://schemas.openxmlformats.org/officeDocument/2006/relationships/image" Target="../media/image3.emf"/></Relationships>
</file>

<file path=ppt/slideLayouts/_rels/slideLayout68.xml.rels><?xml version="1.0" encoding="UTF-8" standalone="yes"?>
<Relationships xmlns="http://schemas.openxmlformats.org/package/2006/relationships"><Relationship Id="rId3" Type="http://schemas.openxmlformats.org/officeDocument/2006/relationships/oleObject" Target="../embeddings/oleObject67.bin"/><Relationship Id="rId2" Type="http://schemas.openxmlformats.org/officeDocument/2006/relationships/slideMaster" Target="../slideMasters/slideMaster5.xml"/><Relationship Id="rId1" Type="http://schemas.openxmlformats.org/officeDocument/2006/relationships/tags" Target="../tags/tag70.xml"/><Relationship Id="rId4" Type="http://schemas.openxmlformats.org/officeDocument/2006/relationships/image" Target="../media/image3.emf"/></Relationships>
</file>

<file path=ppt/slideLayouts/_rels/slideLayout69.xml.rels><?xml version="1.0" encoding="UTF-8" standalone="yes"?>
<Relationships xmlns="http://schemas.openxmlformats.org/package/2006/relationships"><Relationship Id="rId3" Type="http://schemas.openxmlformats.org/officeDocument/2006/relationships/oleObject" Target="../embeddings/oleObject68.bin"/><Relationship Id="rId7" Type="http://schemas.openxmlformats.org/officeDocument/2006/relationships/image" Target="../media/image15.jpeg"/><Relationship Id="rId2" Type="http://schemas.openxmlformats.org/officeDocument/2006/relationships/slideMaster" Target="../slideMasters/slideMaster5.xml"/><Relationship Id="rId1" Type="http://schemas.openxmlformats.org/officeDocument/2006/relationships/tags" Target="../tags/tag7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emf"/></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basic_cover">
    <p:bg>
      <p:bgPr>
        <a:solidFill>
          <a:schemeClr val="bg1"/>
        </a:solidFill>
        <a:effectLst/>
      </p:bgPr>
    </p:bg>
    <p:spTree>
      <p:nvGrpSpPr>
        <p:cNvPr id="1" name=""/>
        <p:cNvGrpSpPr/>
        <p:nvPr/>
      </p:nvGrpSpPr>
      <p:grpSpPr>
        <a:xfrm>
          <a:off x="0" y="0"/>
          <a:ext cx="0" cy="0"/>
          <a:chOff x="0" y="0"/>
          <a:chExt cx="0" cy="0"/>
        </a:xfrm>
      </p:grpSpPr>
      <p:sp>
        <p:nvSpPr>
          <p:cNvPr id="56" name="正方形/長方形 55"/>
          <p:cNvSpPr/>
          <p:nvPr userDrawn="1"/>
        </p:nvSpPr>
        <p:spPr>
          <a:xfrm>
            <a:off x="119063" y="728663"/>
            <a:ext cx="11953875" cy="6012000"/>
          </a:xfrm>
          <a:prstGeom prst="rect">
            <a:avLst/>
          </a:prstGeom>
          <a:solidFill>
            <a:srgbClr val="ECF1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タイトル 66"/>
          <p:cNvSpPr>
            <a:spLocks noGrp="1"/>
          </p:cNvSpPr>
          <p:nvPr>
            <p:ph type="title" hasCustomPrompt="1"/>
          </p:nvPr>
        </p:nvSpPr>
        <p:spPr>
          <a:xfrm>
            <a:off x="750626" y="2520666"/>
            <a:ext cx="10925374" cy="1842043"/>
          </a:xfrm>
          <a:prstGeom prst="rect">
            <a:avLst/>
          </a:prstGeom>
          <a:noFill/>
        </p:spPr>
        <p:txBody>
          <a:bodyPr wrap="square" lIns="0" tIns="0" rIns="0" bIns="0" anchor="t">
            <a:noAutofit/>
          </a:bodyPr>
          <a:lstStyle>
            <a:lvl1pPr>
              <a:lnSpc>
                <a:spcPct val="95000"/>
              </a:lnSpc>
              <a:defRPr sz="4200" b="1" spc="-100" baseline="0">
                <a:latin typeface="+mj-lt"/>
                <a:ea typeface="+mj-ea"/>
              </a:defRPr>
            </a:lvl1pPr>
          </a:lstStyle>
          <a:p>
            <a:r>
              <a:rPr kumimoji="1" lang="ja-JP" altLang="en-US"/>
              <a:t>プレゼンテーション</a:t>
            </a:r>
            <a:r>
              <a:rPr kumimoji="1" lang="en-US" altLang="ja-JP"/>
              <a:t> </a:t>
            </a:r>
            <a:r>
              <a:rPr kumimoji="1" lang="ja-JP" altLang="en-US"/>
              <a:t>タイトル</a:t>
            </a:r>
            <a:br>
              <a:rPr kumimoji="1" lang="en-US" altLang="ja-JP"/>
            </a:br>
            <a:r>
              <a:rPr kumimoji="1" lang="ja-JP" altLang="en-US"/>
              <a:t>游ゴシック</a:t>
            </a:r>
            <a:r>
              <a:rPr kumimoji="1" lang="en-US" altLang="ja-JP"/>
              <a:t> Bold 42pt </a:t>
            </a:r>
            <a:br>
              <a:rPr kumimoji="1" lang="en-US" altLang="ja-JP"/>
            </a:br>
            <a:r>
              <a:rPr kumimoji="1" lang="ja-JP" altLang="en-US"/>
              <a:t>行間</a:t>
            </a:r>
            <a:r>
              <a:rPr kumimoji="1" lang="en-US" altLang="ja-JP"/>
              <a:t>0.95</a:t>
            </a:r>
            <a:endParaRPr kumimoji="1" lang="ja-JP" altLang="en-US"/>
          </a:p>
        </p:txBody>
      </p:sp>
      <p:sp>
        <p:nvSpPr>
          <p:cNvPr id="16" name="テキスト プレースホルダー 28"/>
          <p:cNvSpPr>
            <a:spLocks noGrp="1"/>
          </p:cNvSpPr>
          <p:nvPr>
            <p:ph type="body" sz="quarter" idx="11" hasCustomPrompt="1"/>
          </p:nvPr>
        </p:nvSpPr>
        <p:spPr>
          <a:xfrm>
            <a:off x="750626" y="4704321"/>
            <a:ext cx="10925374" cy="553998"/>
          </a:xfrm>
          <a:prstGeom prst="rect">
            <a:avLst/>
          </a:prstGeom>
          <a:noFill/>
        </p:spPr>
        <p:txBody>
          <a:bodyPr wrap="square" lIns="0" tIns="0" rIns="0" bIns="0" anchor="t" anchorCtr="0">
            <a:noAutofit/>
          </a:bodyPr>
          <a:lstStyle>
            <a:lvl1pPr marL="0" indent="0" defTabSz="158115">
              <a:lnSpc>
                <a:spcPct val="100000"/>
              </a:lnSpc>
              <a:spcBef>
                <a:spcPts val="0"/>
              </a:spcBef>
              <a:buNone/>
              <a:defRPr sz="1800" b="0" spc="-30" baseline="0">
                <a:latin typeface="+mj-lt"/>
                <a:ea typeface="+mj-ea"/>
              </a:defRPr>
            </a:lvl1pPr>
            <a:lvl2pPr marL="0" indent="0" defTabSz="158115">
              <a:buNone/>
              <a:defRPr sz="1400" b="1"/>
            </a:lvl2pPr>
            <a:lvl3pPr marL="0" indent="0" defTabSz="158115">
              <a:buNone/>
              <a:defRPr b="1"/>
            </a:lvl3pPr>
            <a:lvl4pPr marL="1371600" indent="0">
              <a:buNone/>
              <a:defRPr/>
            </a:lvl4pPr>
            <a:lvl5pPr marL="1828800" indent="0">
              <a:buNone/>
              <a:defRPr/>
            </a:lvl5pPr>
          </a:lstStyle>
          <a:p>
            <a:pPr lvl="0"/>
            <a:r>
              <a:rPr kumimoji="1" lang="ja-JP" altLang="en-US"/>
              <a:t>サブタイトル</a:t>
            </a:r>
            <a:r>
              <a:rPr kumimoji="1" lang="en-US" altLang="ja-JP"/>
              <a:t> </a:t>
            </a:r>
            <a:r>
              <a:rPr kumimoji="1" lang="ja-JP" altLang="en-US"/>
              <a:t>游ゴシック </a:t>
            </a:r>
            <a:r>
              <a:rPr kumimoji="1" lang="en-US" altLang="ja-JP"/>
              <a:t>Medium 18pt / </a:t>
            </a:r>
            <a:r>
              <a:rPr kumimoji="1" lang="ja-JP" altLang="en-US"/>
              <a:t>行間</a:t>
            </a:r>
            <a:r>
              <a:rPr kumimoji="1" lang="en-US" altLang="ja-JP"/>
              <a:t>1</a:t>
            </a:r>
            <a:br>
              <a:rPr kumimoji="1" lang="en-US" altLang="ja-JP"/>
            </a:br>
            <a:r>
              <a:rPr kumimoji="1" lang="ja-JP" altLang="en-US"/>
              <a:t>日付　　＊社外向け資料には、サブタイトル内に自社名を必ず記入してください。</a:t>
            </a:r>
            <a:endParaRPr kumimoji="1" lang="en-US" altLang="ja-JP"/>
          </a:p>
        </p:txBody>
      </p:sp>
      <p:sp>
        <p:nvSpPr>
          <p:cNvPr id="14" name="テキスト プレースホルダー 4"/>
          <p:cNvSpPr>
            <a:spLocks noGrp="1"/>
          </p:cNvSpPr>
          <p:nvPr>
            <p:ph type="body" sz="quarter" idx="17" hasCustomPrompt="1"/>
          </p:nvPr>
        </p:nvSpPr>
        <p:spPr>
          <a:xfrm>
            <a:off x="750627" y="1653463"/>
            <a:ext cx="10925373" cy="369332"/>
          </a:xfrm>
          <a:prstGeom prst="rect">
            <a:avLst/>
          </a:prstGeom>
        </p:spPr>
        <p:txBody>
          <a:bodyPr lIns="0" tIns="0" rIns="0" bIns="0" anchor="ctr">
            <a:noAutofit/>
          </a:bodyPr>
          <a:lstStyle>
            <a:lvl1pPr marL="0" indent="0">
              <a:spcBef>
                <a:spcPts val="0"/>
              </a:spcBef>
              <a:buNone/>
              <a:defRPr sz="2400" b="0" spc="-30" baseline="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kumimoji="1" lang="ja-JP" altLang="en-US"/>
              <a:t>タイトル</a:t>
            </a:r>
            <a:r>
              <a:rPr kumimoji="1" lang="en-US" altLang="ja-JP"/>
              <a:t> </a:t>
            </a:r>
            <a:r>
              <a:rPr kumimoji="1" lang="ja-JP" altLang="en-US"/>
              <a:t>游ゴシック </a:t>
            </a:r>
            <a:r>
              <a:rPr kumimoji="1" lang="en-US" altLang="ja-JP"/>
              <a:t>Medium 24pt</a:t>
            </a:r>
            <a:endParaRPr kumimoji="1" lang="ja-JP" altLang="en-US"/>
          </a:p>
        </p:txBody>
      </p:sp>
      <p:sp>
        <p:nvSpPr>
          <p:cNvPr id="13" name="テキスト ボックス 12"/>
          <p:cNvSpPr txBox="1"/>
          <p:nvPr userDrawn="1"/>
        </p:nvSpPr>
        <p:spPr>
          <a:xfrm>
            <a:off x="10768120" y="6397228"/>
            <a:ext cx="1188000" cy="241980"/>
          </a:xfrm>
          <a:prstGeom prst="rect">
            <a:avLst/>
          </a:prstGeom>
          <a:noFill/>
          <a:ln>
            <a:solidFill>
              <a:srgbClr val="FF0000"/>
            </a:solidFill>
          </a:ln>
        </p:spPr>
        <p:txBody>
          <a:bodyPr wrap="square" lIns="36000" tIns="36000" rIns="36000" bIns="36000" rtlCol="0" anchor="ctr">
            <a:spAutoFit/>
          </a:bodyPr>
          <a:lstStyle/>
          <a:p>
            <a:pPr algn="ctr"/>
            <a:r>
              <a:rPr kumimoji="1" lang="en-US" altLang="ja-JP" sz="1100" b="0" i="0">
                <a:solidFill>
                  <a:srgbClr val="FF0000"/>
                </a:solidFill>
                <a:latin typeface="+mj-lt"/>
                <a:ea typeface="MS Gothic" panose="020B0609070205080204" pitchFamily="49" charset="-128"/>
              </a:rPr>
              <a:t>CONFIDENTIAL</a:t>
            </a:r>
            <a:endParaRPr kumimoji="1" lang="ja-JP" altLang="en-US" sz="1100" b="0" i="0">
              <a:solidFill>
                <a:srgbClr val="FF0000"/>
              </a:solidFill>
              <a:latin typeface="+mj-lt"/>
              <a:ea typeface="MS Gothic" panose="020B0609070205080204" pitchFamily="49" charset="-128"/>
            </a:endParaRPr>
          </a:p>
        </p:txBody>
      </p:sp>
      <p:pic>
        <p:nvPicPr>
          <p:cNvPr id="2"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844538" y="101218"/>
            <a:ext cx="2228400" cy="45663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basic_section cover">
    <p:bg>
      <p:bgPr>
        <a:solidFill>
          <a:schemeClr val="bg1"/>
        </a:solidFill>
        <a:effectLst/>
      </p:bgPr>
    </p:bg>
    <p:spTree>
      <p:nvGrpSpPr>
        <p:cNvPr id="1" name=""/>
        <p:cNvGrpSpPr/>
        <p:nvPr/>
      </p:nvGrpSpPr>
      <p:grpSpPr>
        <a:xfrm>
          <a:off x="0" y="0"/>
          <a:ext cx="0" cy="0"/>
          <a:chOff x="0" y="0"/>
          <a:chExt cx="0" cy="0"/>
        </a:xfrm>
      </p:grpSpPr>
      <p:sp>
        <p:nvSpPr>
          <p:cNvPr id="9" name="正方形/長方形 8"/>
          <p:cNvSpPr/>
          <p:nvPr userDrawn="1"/>
        </p:nvSpPr>
        <p:spPr>
          <a:xfrm>
            <a:off x="119063" y="728663"/>
            <a:ext cx="11953875" cy="6012000"/>
          </a:xfrm>
          <a:prstGeom prst="rect">
            <a:avLst/>
          </a:prstGeom>
          <a:solidFill>
            <a:srgbClr val="ECF1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テキスト プレースホルダー 28"/>
          <p:cNvSpPr>
            <a:spLocks noGrp="1"/>
          </p:cNvSpPr>
          <p:nvPr>
            <p:ph type="body" sz="quarter" idx="11" hasCustomPrompt="1"/>
          </p:nvPr>
        </p:nvSpPr>
        <p:spPr>
          <a:xfrm>
            <a:off x="750626" y="4235913"/>
            <a:ext cx="10925374" cy="276999"/>
          </a:xfrm>
          <a:prstGeom prst="rect">
            <a:avLst/>
          </a:prstGeom>
          <a:noFill/>
        </p:spPr>
        <p:txBody>
          <a:bodyPr wrap="square" lIns="0" tIns="0" rIns="0" bIns="0" anchor="t" anchorCtr="0">
            <a:noAutofit/>
          </a:bodyPr>
          <a:lstStyle>
            <a:lvl1pPr marL="0" indent="0" defTabSz="158115">
              <a:lnSpc>
                <a:spcPct val="100000"/>
              </a:lnSpc>
              <a:spcBef>
                <a:spcPts val="500"/>
              </a:spcBef>
              <a:buNone/>
              <a:defRPr sz="1800" b="0" spc="-30" baseline="0">
                <a:latin typeface="+mj-lt"/>
                <a:ea typeface="+mj-ea"/>
              </a:defRPr>
            </a:lvl1pPr>
            <a:lvl2pPr marL="0" indent="0" defTabSz="158115">
              <a:buNone/>
              <a:defRPr sz="1400" b="1"/>
            </a:lvl2pPr>
            <a:lvl3pPr marL="0" indent="0" defTabSz="158115">
              <a:buNone/>
              <a:defRPr b="1"/>
            </a:lvl3pPr>
            <a:lvl4pPr marL="1371600" indent="0">
              <a:buNone/>
              <a:defRPr/>
            </a:lvl4pPr>
            <a:lvl5pPr marL="1828800" indent="0">
              <a:buNone/>
              <a:defRPr/>
            </a:lvl5pPr>
          </a:lstStyle>
          <a:p>
            <a:pPr lvl="0"/>
            <a:r>
              <a:rPr kumimoji="1" lang="ja-JP" altLang="en-US"/>
              <a:t>サブタイトル</a:t>
            </a:r>
            <a:r>
              <a:rPr kumimoji="1" lang="en-US" altLang="ja-JP"/>
              <a:t> </a:t>
            </a:r>
            <a:r>
              <a:rPr kumimoji="1" lang="ja-JP" altLang="en-US"/>
              <a:t>游ゴシック </a:t>
            </a:r>
            <a:r>
              <a:rPr kumimoji="1" lang="en-US" altLang="ja-JP"/>
              <a:t>Medium 18pt</a:t>
            </a:r>
          </a:p>
        </p:txBody>
      </p:sp>
      <p:sp>
        <p:nvSpPr>
          <p:cNvPr id="23" name="タイトル 22"/>
          <p:cNvSpPr>
            <a:spLocks noGrp="1"/>
          </p:cNvSpPr>
          <p:nvPr>
            <p:ph type="title" hasCustomPrompt="1"/>
          </p:nvPr>
        </p:nvSpPr>
        <p:spPr>
          <a:xfrm>
            <a:off x="750626" y="2867723"/>
            <a:ext cx="10925374" cy="1231106"/>
          </a:xfrm>
          <a:prstGeom prst="rect">
            <a:avLst/>
          </a:prstGeom>
        </p:spPr>
        <p:txBody>
          <a:bodyPr lIns="0" tIns="0" rIns="0" bIns="0" anchor="ctr">
            <a:noAutofit/>
          </a:bodyPr>
          <a:lstStyle>
            <a:lvl1pPr>
              <a:defRPr sz="4000"/>
            </a:lvl1pPr>
          </a:lstStyle>
          <a:p>
            <a:r>
              <a:rPr lang="ja-JP" altLang="en-US" sz="4000"/>
              <a:t>セクションタイトル</a:t>
            </a:r>
            <a:br>
              <a:rPr lang="en-US" altLang="ja-JP" sz="4000"/>
            </a:br>
            <a:r>
              <a:rPr lang="ja-JP" altLang="en-US" sz="4000"/>
              <a:t>游ゴシック</a:t>
            </a:r>
            <a:r>
              <a:rPr lang="en-US" altLang="ja-JP" sz="4000"/>
              <a:t> Bold 40pt / </a:t>
            </a:r>
            <a:r>
              <a:rPr lang="ja-JP" altLang="en-US" sz="4000"/>
              <a:t>行間</a:t>
            </a:r>
            <a:r>
              <a:rPr lang="en-US" altLang="ja-JP" sz="4000"/>
              <a:t>1</a:t>
            </a:r>
            <a:endParaRPr kumimoji="1" lang="ja-JP" altLang="en-US"/>
          </a:p>
        </p:txBody>
      </p:sp>
      <p:sp>
        <p:nvSpPr>
          <p:cNvPr id="2" name="テキスト ボックス 1"/>
          <p:cNvSpPr txBox="1"/>
          <p:nvPr userDrawn="1"/>
        </p:nvSpPr>
        <p:spPr>
          <a:xfrm>
            <a:off x="10768120" y="6397228"/>
            <a:ext cx="1188000" cy="241980"/>
          </a:xfrm>
          <a:prstGeom prst="rect">
            <a:avLst/>
          </a:prstGeom>
          <a:noFill/>
          <a:ln>
            <a:solidFill>
              <a:srgbClr val="FF0000"/>
            </a:solidFill>
          </a:ln>
        </p:spPr>
        <p:txBody>
          <a:bodyPr wrap="square" lIns="36000" tIns="36000" rIns="36000" bIns="36000" rtlCol="0" anchor="ctr">
            <a:spAutoFit/>
          </a:bodyPr>
          <a:lstStyle/>
          <a:p>
            <a:pPr algn="ctr"/>
            <a:r>
              <a:rPr kumimoji="1" lang="en-US" altLang="ja-JP" sz="1100" b="0" i="0">
                <a:solidFill>
                  <a:srgbClr val="FF0000"/>
                </a:solidFill>
                <a:latin typeface="+mj-lt"/>
                <a:ea typeface="MS Gothic" panose="020B0609070205080204" pitchFamily="49" charset="-128"/>
              </a:rPr>
              <a:t>CONFIDENTIAL</a:t>
            </a:r>
            <a:endParaRPr kumimoji="1" lang="ja-JP" altLang="en-US" sz="1100" b="0" i="0">
              <a:solidFill>
                <a:srgbClr val="FF0000"/>
              </a:solidFill>
              <a:latin typeface="+mj-lt"/>
              <a:ea typeface="MS Gothic" panose="020B0609070205080204" pitchFamily="49" charset="-128"/>
            </a:endParaRPr>
          </a:p>
        </p:txBody>
      </p:sp>
      <p:pic>
        <p:nvPicPr>
          <p:cNvPr id="4" name="Picture 2">
            <a:extLst>
              <a:ext uri="{FF2B5EF4-FFF2-40B4-BE49-F238E27FC236}">
                <a16:creationId xmlns:a16="http://schemas.microsoft.com/office/drawing/2014/main" id="{BB689C8C-FA0B-7055-CC34-997E7292425C}"/>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844538" y="101218"/>
            <a:ext cx="2228400" cy="45663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basic_text">
    <p:spTree>
      <p:nvGrpSpPr>
        <p:cNvPr id="1" name=""/>
        <p:cNvGrpSpPr/>
        <p:nvPr/>
      </p:nvGrpSpPr>
      <p:grpSpPr>
        <a:xfrm>
          <a:off x="0" y="0"/>
          <a:ext cx="0" cy="0"/>
          <a:chOff x="0" y="0"/>
          <a:chExt cx="0" cy="0"/>
        </a:xfrm>
      </p:grpSpPr>
      <p:sp>
        <p:nvSpPr>
          <p:cNvPr id="4" name="タイトル 3"/>
          <p:cNvSpPr>
            <a:spLocks noGrp="1"/>
          </p:cNvSpPr>
          <p:nvPr>
            <p:ph type="title" hasCustomPrompt="1"/>
          </p:nvPr>
        </p:nvSpPr>
        <p:spPr>
          <a:xfrm>
            <a:off x="414336" y="255264"/>
            <a:ext cx="9327072" cy="369332"/>
          </a:xfrm>
        </p:spPr>
        <p:txBody>
          <a:bodyPr/>
          <a:lstStyle/>
          <a:p>
            <a:r>
              <a:rPr kumimoji="1" lang="ja-JP" altLang="en-US"/>
              <a:t>タイトル</a:t>
            </a:r>
            <a:r>
              <a:rPr kumimoji="1" lang="en-US" altLang="ja-JP"/>
              <a:t> </a:t>
            </a:r>
            <a:r>
              <a:rPr kumimoji="1" lang="ja-JP" altLang="en-US"/>
              <a:t>游ゴシック</a:t>
            </a:r>
            <a:r>
              <a:rPr kumimoji="1" lang="en-US" altLang="ja-JP"/>
              <a:t>Bold 24pt</a:t>
            </a:r>
            <a:endParaRPr kumimoji="1" lang="ja-JP" altLang="en-US"/>
          </a:p>
        </p:txBody>
      </p:sp>
      <p:sp>
        <p:nvSpPr>
          <p:cNvPr id="15" name="コンテンツ プレースホルダー 14"/>
          <p:cNvSpPr>
            <a:spLocks noGrp="1"/>
          </p:cNvSpPr>
          <p:nvPr>
            <p:ph sz="quarter" idx="10" hasCustomPrompt="1"/>
          </p:nvPr>
        </p:nvSpPr>
        <p:spPr>
          <a:xfrm>
            <a:off x="414338" y="857251"/>
            <a:ext cx="11550650" cy="5380038"/>
          </a:xfrm>
        </p:spPr>
        <p:txBody>
          <a:bodyPr/>
          <a:lstStyle>
            <a:lvl1pPr>
              <a:lnSpc>
                <a:spcPct val="150000"/>
              </a:lnSpc>
              <a:defRPr sz="1600"/>
            </a:lvl1pPr>
            <a:lvl2pPr>
              <a:lnSpc>
                <a:spcPct val="150000"/>
              </a:lnSpc>
              <a:defRPr/>
            </a:lvl2pPr>
            <a:lvl3pPr>
              <a:lnSpc>
                <a:spcPct val="150000"/>
              </a:lnSpc>
              <a:defRPr/>
            </a:lvl3pPr>
            <a:lvl4pPr>
              <a:lnSpc>
                <a:spcPct val="150000"/>
              </a:lnSpc>
              <a:defRPr/>
            </a:lvl4pPr>
            <a:lvl5pPr>
              <a:lnSpc>
                <a:spcPct val="150000"/>
              </a:lnSpc>
              <a:defRPr/>
            </a:lvl5pPr>
          </a:lstStyle>
          <a:p>
            <a:pPr lvl="0"/>
            <a:r>
              <a:rPr kumimoji="1" lang="ja-JP" altLang="en-US"/>
              <a:t>本文テキスト</a:t>
            </a:r>
            <a:r>
              <a:rPr kumimoji="1" lang="en-US" altLang="ja-JP"/>
              <a:t> </a:t>
            </a:r>
            <a:r>
              <a:rPr kumimoji="1" lang="ja-JP" altLang="en-US"/>
              <a:t>游ゴシック </a:t>
            </a:r>
            <a:r>
              <a:rPr kumimoji="1" lang="en-US" altLang="ja-JP"/>
              <a:t>Medium 16pt / </a:t>
            </a:r>
            <a:r>
              <a:rPr kumimoji="1" lang="ja-JP" altLang="en-US"/>
              <a:t>行間</a:t>
            </a:r>
            <a:r>
              <a:rPr kumimoji="1" lang="en-US" altLang="ja-JP"/>
              <a:t>1.5</a:t>
            </a:r>
            <a:br>
              <a:rPr kumimoji="1" lang="en-US" altLang="ja-JP"/>
            </a:br>
            <a:r>
              <a:rPr kumimoji="1" lang="ja-JP" altLang="en-US"/>
              <a:t>テーマカラー：</a:t>
            </a:r>
            <a:r>
              <a:rPr kumimoji="1" lang="en-US" altLang="ja-JP"/>
              <a:t>Blue and Cool gray </a:t>
            </a:r>
          </a:p>
        </p:txBody>
      </p:sp>
      <p:sp>
        <p:nvSpPr>
          <p:cNvPr id="5" name="テキスト ボックス 4"/>
          <p:cNvSpPr txBox="1"/>
          <p:nvPr userDrawn="1"/>
        </p:nvSpPr>
        <p:spPr>
          <a:xfrm>
            <a:off x="10768120" y="6397228"/>
            <a:ext cx="1188000" cy="241980"/>
          </a:xfrm>
          <a:prstGeom prst="rect">
            <a:avLst/>
          </a:prstGeom>
          <a:noFill/>
          <a:ln>
            <a:solidFill>
              <a:srgbClr val="FF0000"/>
            </a:solidFill>
          </a:ln>
        </p:spPr>
        <p:txBody>
          <a:bodyPr wrap="square" lIns="36000" tIns="36000" rIns="36000" bIns="36000" rtlCol="0" anchor="ctr">
            <a:spAutoFit/>
          </a:bodyPr>
          <a:lstStyle/>
          <a:p>
            <a:pPr algn="ctr"/>
            <a:r>
              <a:rPr kumimoji="1" lang="en-US" altLang="ja-JP" sz="1100" b="0" i="0">
                <a:solidFill>
                  <a:srgbClr val="FF0000"/>
                </a:solidFill>
                <a:latin typeface="+mj-lt"/>
                <a:ea typeface="MS Gothic" panose="020B0609070205080204" pitchFamily="49" charset="-128"/>
              </a:rPr>
              <a:t>CONFIDENTIAL</a:t>
            </a:r>
            <a:endParaRPr kumimoji="1" lang="ja-JP" altLang="en-US" sz="1100" b="0" i="0">
              <a:solidFill>
                <a:srgbClr val="FF0000"/>
              </a:solidFill>
              <a:latin typeface="+mj-lt"/>
              <a:ea typeface="MS Gothic" panose="020B0609070205080204" pitchFamily="49" charset="-128"/>
            </a:endParaRPr>
          </a:p>
        </p:txBody>
      </p:sp>
      <p:pic>
        <p:nvPicPr>
          <p:cNvPr id="3" name="Picture 2">
            <a:extLst>
              <a:ext uri="{FF2B5EF4-FFF2-40B4-BE49-F238E27FC236}">
                <a16:creationId xmlns:a16="http://schemas.microsoft.com/office/drawing/2014/main" id="{BA094BBD-C310-6CA8-A0A6-B066056E0C1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844538" y="101218"/>
            <a:ext cx="2228400" cy="45663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基本版） タイトルのみ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p:txBody>
          <a:bodyPr/>
          <a:lstStyle>
            <a:lvl1pPr>
              <a:defRPr>
                <a:solidFill>
                  <a:schemeClr val="tx1"/>
                </a:solidFill>
                <a:latin typeface="+mn-lt"/>
                <a:ea typeface="+mn-ea"/>
                <a:cs typeface="+mn-cs"/>
                <a:sym typeface="+mn-lt"/>
              </a:defRPr>
            </a:lvl1pPr>
          </a:lstStyle>
          <a:p>
            <a:r>
              <a:rPr lang="en-GB" altLang="en-GB"/>
              <a:t>DT Power Library &amp; Appendix</a:t>
            </a:r>
          </a:p>
        </p:txBody>
      </p:sp>
      <p:sp>
        <p:nvSpPr>
          <p:cNvPr id="4" name="スライド番号プレースホルダ 3"/>
          <p:cNvSpPr>
            <a:spLocks noGrp="1"/>
          </p:cNvSpPr>
          <p:nvPr>
            <p:ph type="sldNum" sz="quarter" idx="11"/>
          </p:nvPr>
        </p:nvSpPr>
        <p:spPr bwMode="gray"/>
        <p:txBody>
          <a:bodyPr/>
          <a:lstStyle>
            <a:lvl1pPr>
              <a:defRPr>
                <a:solidFill>
                  <a:schemeClr val="tx1"/>
                </a:solidFill>
                <a:latin typeface="+mn-lt"/>
                <a:ea typeface="+mn-ea"/>
                <a:cs typeface="+mn-cs"/>
                <a:sym typeface="+mn-lt"/>
              </a:defRPr>
            </a:lvl1pPr>
          </a:lstStyle>
          <a:p>
            <a:fld id="{AA5FCFE5-FE56-4EF1-80A8-07776887C2A1}" type="slidenum">
              <a:rPr lang="ja-JP" altLang="en-US" smtClean="0"/>
              <a:t>‹#›</a:t>
            </a:fld>
            <a:endParaRPr lang="ja-JP" altLang="en-US"/>
          </a:p>
        </p:txBody>
      </p:sp>
      <p:sp>
        <p:nvSpPr>
          <p:cNvPr id="9" name="テキスト プレースホルダー 2"/>
          <p:cNvSpPr>
            <a:spLocks noGrp="1"/>
          </p:cNvSpPr>
          <p:nvPr>
            <p:ph type="body" sz="quarter" idx="15" hasCustomPrompt="1"/>
          </p:nvPr>
        </p:nvSpPr>
        <p:spPr bwMode="gray">
          <a:xfrm>
            <a:off x="512610" y="1008000"/>
            <a:ext cx="5361231" cy="468000"/>
          </a:xfrm>
          <a:prstGeom prst="rect">
            <a:avLst/>
          </a:prstGeom>
        </p:spPr>
        <p:txBody>
          <a:bodyPr wrap="none" anchor="ctr">
            <a:noAutofit/>
          </a:bodyPr>
          <a:lstStyle>
            <a:lvl1pPr>
              <a:lnSpc>
                <a:spcPct val="100000"/>
              </a:lnSpc>
              <a:spcBef>
                <a:spcPts val="0"/>
              </a:spcBef>
              <a:defRPr sz="1600" b="1">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6" name="タイトル 5"/>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a:t>キーメッセージを入力（本スライドで一番伝えたいこと＜名詞止め・体言止め不可＞）</a:t>
            </a:r>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basic_cover">
    <p:bg>
      <p:bgPr>
        <a:solidFill>
          <a:schemeClr val="bg1"/>
        </a:solidFill>
        <a:effectLst/>
      </p:bgPr>
    </p:bg>
    <p:spTree>
      <p:nvGrpSpPr>
        <p:cNvPr id="1" name=""/>
        <p:cNvGrpSpPr/>
        <p:nvPr/>
      </p:nvGrpSpPr>
      <p:grpSpPr>
        <a:xfrm>
          <a:off x="0" y="0"/>
          <a:ext cx="0" cy="0"/>
          <a:chOff x="0" y="0"/>
          <a:chExt cx="0" cy="0"/>
        </a:xfrm>
      </p:grpSpPr>
      <p:sp>
        <p:nvSpPr>
          <p:cNvPr id="56" name="正方形/長方形 55"/>
          <p:cNvSpPr/>
          <p:nvPr userDrawn="1"/>
        </p:nvSpPr>
        <p:spPr>
          <a:xfrm>
            <a:off x="119063" y="728663"/>
            <a:ext cx="11953875" cy="6012000"/>
          </a:xfrm>
          <a:prstGeom prst="rect">
            <a:avLst/>
          </a:prstGeom>
          <a:solidFill>
            <a:srgbClr val="ECF1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タイトル 66"/>
          <p:cNvSpPr>
            <a:spLocks noGrp="1"/>
          </p:cNvSpPr>
          <p:nvPr>
            <p:ph type="title" hasCustomPrompt="1"/>
          </p:nvPr>
        </p:nvSpPr>
        <p:spPr>
          <a:xfrm>
            <a:off x="750626" y="2520666"/>
            <a:ext cx="10925374" cy="1842043"/>
          </a:xfrm>
          <a:prstGeom prst="rect">
            <a:avLst/>
          </a:prstGeom>
          <a:noFill/>
        </p:spPr>
        <p:txBody>
          <a:bodyPr wrap="square" lIns="0" tIns="0" rIns="0" bIns="0" anchor="t">
            <a:noAutofit/>
          </a:bodyPr>
          <a:lstStyle>
            <a:lvl1pPr>
              <a:lnSpc>
                <a:spcPct val="95000"/>
              </a:lnSpc>
              <a:defRPr sz="4200" b="1" spc="-100" baseline="0">
                <a:latin typeface="+mj-lt"/>
                <a:ea typeface="+mj-ea"/>
              </a:defRPr>
            </a:lvl1pPr>
          </a:lstStyle>
          <a:p>
            <a:r>
              <a:rPr kumimoji="1" lang="ja-JP" altLang="en-US"/>
              <a:t>プレゼンテーション</a:t>
            </a:r>
            <a:r>
              <a:rPr kumimoji="1" lang="en-US" altLang="ja-JP"/>
              <a:t> </a:t>
            </a:r>
            <a:r>
              <a:rPr kumimoji="1" lang="ja-JP" altLang="en-US"/>
              <a:t>タイトル</a:t>
            </a:r>
            <a:br>
              <a:rPr kumimoji="1" lang="en-US" altLang="ja-JP"/>
            </a:br>
            <a:r>
              <a:rPr kumimoji="1" lang="ja-JP" altLang="en-US"/>
              <a:t>游ゴシック</a:t>
            </a:r>
            <a:r>
              <a:rPr kumimoji="1" lang="en-US" altLang="ja-JP"/>
              <a:t> Bold 42pt </a:t>
            </a:r>
            <a:br>
              <a:rPr kumimoji="1" lang="en-US" altLang="ja-JP"/>
            </a:br>
            <a:r>
              <a:rPr kumimoji="1" lang="ja-JP" altLang="en-US"/>
              <a:t>行間</a:t>
            </a:r>
            <a:r>
              <a:rPr kumimoji="1" lang="en-US" altLang="ja-JP"/>
              <a:t>0.95</a:t>
            </a:r>
            <a:endParaRPr kumimoji="1" lang="ja-JP" altLang="en-US"/>
          </a:p>
        </p:txBody>
      </p:sp>
      <p:sp>
        <p:nvSpPr>
          <p:cNvPr id="16" name="テキスト プレースホルダー 28"/>
          <p:cNvSpPr>
            <a:spLocks noGrp="1"/>
          </p:cNvSpPr>
          <p:nvPr>
            <p:ph type="body" sz="quarter" idx="11" hasCustomPrompt="1"/>
          </p:nvPr>
        </p:nvSpPr>
        <p:spPr>
          <a:xfrm>
            <a:off x="750626" y="4704321"/>
            <a:ext cx="10925374" cy="553998"/>
          </a:xfrm>
          <a:prstGeom prst="rect">
            <a:avLst/>
          </a:prstGeom>
          <a:noFill/>
        </p:spPr>
        <p:txBody>
          <a:bodyPr wrap="square" lIns="0" tIns="0" rIns="0" bIns="0" anchor="t" anchorCtr="0">
            <a:noAutofit/>
          </a:bodyPr>
          <a:lstStyle>
            <a:lvl1pPr marL="0" indent="0" defTabSz="158115">
              <a:lnSpc>
                <a:spcPct val="100000"/>
              </a:lnSpc>
              <a:spcBef>
                <a:spcPts val="0"/>
              </a:spcBef>
              <a:buNone/>
              <a:defRPr sz="1800" b="0" spc="-30" baseline="0">
                <a:latin typeface="+mj-lt"/>
                <a:ea typeface="+mj-ea"/>
              </a:defRPr>
            </a:lvl1pPr>
            <a:lvl2pPr marL="0" indent="0" defTabSz="158115">
              <a:buNone/>
              <a:defRPr sz="1400" b="1"/>
            </a:lvl2pPr>
            <a:lvl3pPr marL="0" indent="0" defTabSz="158115">
              <a:buNone/>
              <a:defRPr b="1"/>
            </a:lvl3pPr>
            <a:lvl4pPr marL="1371600" indent="0">
              <a:buNone/>
              <a:defRPr/>
            </a:lvl4pPr>
            <a:lvl5pPr marL="1828800" indent="0">
              <a:buNone/>
              <a:defRPr/>
            </a:lvl5pPr>
          </a:lstStyle>
          <a:p>
            <a:pPr lvl="0"/>
            <a:r>
              <a:rPr kumimoji="1" lang="ja-JP" altLang="en-US"/>
              <a:t>サブタイトル</a:t>
            </a:r>
            <a:r>
              <a:rPr kumimoji="1" lang="en-US" altLang="ja-JP"/>
              <a:t> </a:t>
            </a:r>
            <a:r>
              <a:rPr kumimoji="1" lang="ja-JP" altLang="en-US"/>
              <a:t>游ゴシック </a:t>
            </a:r>
            <a:r>
              <a:rPr kumimoji="1" lang="en-US" altLang="ja-JP"/>
              <a:t>Medium 18pt / </a:t>
            </a:r>
            <a:r>
              <a:rPr kumimoji="1" lang="ja-JP" altLang="en-US"/>
              <a:t>行間</a:t>
            </a:r>
            <a:r>
              <a:rPr kumimoji="1" lang="en-US" altLang="ja-JP"/>
              <a:t>1</a:t>
            </a:r>
            <a:br>
              <a:rPr kumimoji="1" lang="en-US" altLang="ja-JP"/>
            </a:br>
            <a:r>
              <a:rPr kumimoji="1" lang="ja-JP" altLang="en-US"/>
              <a:t>日付　　＊社外向け資料には、サブタイトル内に自社名を必ず記入してください。</a:t>
            </a:r>
            <a:endParaRPr kumimoji="1" lang="en-US" altLang="ja-JP"/>
          </a:p>
        </p:txBody>
      </p:sp>
      <p:sp>
        <p:nvSpPr>
          <p:cNvPr id="14" name="テキスト プレースホルダー 4"/>
          <p:cNvSpPr>
            <a:spLocks noGrp="1"/>
          </p:cNvSpPr>
          <p:nvPr>
            <p:ph type="body" sz="quarter" idx="17" hasCustomPrompt="1"/>
          </p:nvPr>
        </p:nvSpPr>
        <p:spPr>
          <a:xfrm>
            <a:off x="750627" y="1653463"/>
            <a:ext cx="10925373" cy="369332"/>
          </a:xfrm>
          <a:prstGeom prst="rect">
            <a:avLst/>
          </a:prstGeom>
        </p:spPr>
        <p:txBody>
          <a:bodyPr lIns="0" tIns="0" rIns="0" bIns="0" anchor="ctr">
            <a:noAutofit/>
          </a:bodyPr>
          <a:lstStyle>
            <a:lvl1pPr marL="0" indent="0">
              <a:spcBef>
                <a:spcPts val="0"/>
              </a:spcBef>
              <a:buNone/>
              <a:defRPr sz="2400" b="0" spc="-30" baseline="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kumimoji="1" lang="ja-JP" altLang="en-US"/>
              <a:t>タイトル</a:t>
            </a:r>
            <a:r>
              <a:rPr kumimoji="1" lang="en-US" altLang="ja-JP"/>
              <a:t> </a:t>
            </a:r>
            <a:r>
              <a:rPr kumimoji="1" lang="ja-JP" altLang="en-US"/>
              <a:t>游ゴシック </a:t>
            </a:r>
            <a:r>
              <a:rPr kumimoji="1" lang="en-US" altLang="ja-JP"/>
              <a:t>Medium 24pt</a:t>
            </a:r>
            <a:endParaRPr kumimoji="1" lang="ja-JP" altLang="en-US"/>
          </a:p>
        </p:txBody>
      </p:sp>
      <p:pic>
        <p:nvPicPr>
          <p:cNvPr id="3" name="図 2" descr="テキスト&#10;&#10;中程度の精度で自動的に生成された説明"/>
          <p:cNvPicPr>
            <a:picLocks noChangeAspect="1"/>
          </p:cNvPicPr>
          <p:nvPr userDrawn="1"/>
        </p:nvPicPr>
        <p:blipFill>
          <a:blip r:embed="rId2"/>
          <a:stretch>
            <a:fillRect/>
          </a:stretch>
        </p:blipFill>
        <p:spPr>
          <a:xfrm>
            <a:off x="9930034" y="66263"/>
            <a:ext cx="2182024" cy="66240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basic_section cover">
    <p:bg>
      <p:bgPr>
        <a:solidFill>
          <a:schemeClr val="bg1"/>
        </a:solidFill>
        <a:effectLst/>
      </p:bgPr>
    </p:bg>
    <p:spTree>
      <p:nvGrpSpPr>
        <p:cNvPr id="1" name=""/>
        <p:cNvGrpSpPr/>
        <p:nvPr/>
      </p:nvGrpSpPr>
      <p:grpSpPr>
        <a:xfrm>
          <a:off x="0" y="0"/>
          <a:ext cx="0" cy="0"/>
          <a:chOff x="0" y="0"/>
          <a:chExt cx="0" cy="0"/>
        </a:xfrm>
      </p:grpSpPr>
      <p:sp>
        <p:nvSpPr>
          <p:cNvPr id="9" name="正方形/長方形 8"/>
          <p:cNvSpPr/>
          <p:nvPr userDrawn="1"/>
        </p:nvSpPr>
        <p:spPr>
          <a:xfrm>
            <a:off x="119063" y="728663"/>
            <a:ext cx="11953875" cy="6012000"/>
          </a:xfrm>
          <a:prstGeom prst="rect">
            <a:avLst/>
          </a:prstGeom>
          <a:solidFill>
            <a:srgbClr val="ECF1F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テキスト プレースホルダー 28"/>
          <p:cNvSpPr>
            <a:spLocks noGrp="1"/>
          </p:cNvSpPr>
          <p:nvPr>
            <p:ph type="body" sz="quarter" idx="11" hasCustomPrompt="1"/>
          </p:nvPr>
        </p:nvSpPr>
        <p:spPr>
          <a:xfrm>
            <a:off x="750626" y="4235913"/>
            <a:ext cx="10925374" cy="276999"/>
          </a:xfrm>
          <a:prstGeom prst="rect">
            <a:avLst/>
          </a:prstGeom>
          <a:noFill/>
        </p:spPr>
        <p:txBody>
          <a:bodyPr wrap="square" lIns="0" tIns="0" rIns="0" bIns="0" anchor="t" anchorCtr="0">
            <a:noAutofit/>
          </a:bodyPr>
          <a:lstStyle>
            <a:lvl1pPr marL="0" indent="0" defTabSz="158115">
              <a:lnSpc>
                <a:spcPct val="100000"/>
              </a:lnSpc>
              <a:spcBef>
                <a:spcPts val="500"/>
              </a:spcBef>
              <a:buNone/>
              <a:defRPr sz="1800" b="0" spc="-30" baseline="0">
                <a:latin typeface="+mj-lt"/>
                <a:ea typeface="+mj-ea"/>
              </a:defRPr>
            </a:lvl1pPr>
            <a:lvl2pPr marL="0" indent="0" defTabSz="158115">
              <a:buNone/>
              <a:defRPr sz="1400" b="1"/>
            </a:lvl2pPr>
            <a:lvl3pPr marL="0" indent="0" defTabSz="158115">
              <a:buNone/>
              <a:defRPr b="1"/>
            </a:lvl3pPr>
            <a:lvl4pPr marL="1371600" indent="0">
              <a:buNone/>
              <a:defRPr/>
            </a:lvl4pPr>
            <a:lvl5pPr marL="1828800" indent="0">
              <a:buNone/>
              <a:defRPr/>
            </a:lvl5pPr>
          </a:lstStyle>
          <a:p>
            <a:pPr lvl="0"/>
            <a:r>
              <a:rPr kumimoji="1" lang="ja-JP" altLang="en-US"/>
              <a:t>サブタイトル</a:t>
            </a:r>
            <a:r>
              <a:rPr kumimoji="1" lang="en-US" altLang="ja-JP"/>
              <a:t> </a:t>
            </a:r>
            <a:r>
              <a:rPr kumimoji="1" lang="ja-JP" altLang="en-US"/>
              <a:t>游ゴシック </a:t>
            </a:r>
            <a:r>
              <a:rPr kumimoji="1" lang="en-US" altLang="ja-JP"/>
              <a:t>Medium 18pt</a:t>
            </a:r>
          </a:p>
        </p:txBody>
      </p:sp>
      <p:sp>
        <p:nvSpPr>
          <p:cNvPr id="23" name="タイトル 22"/>
          <p:cNvSpPr>
            <a:spLocks noGrp="1"/>
          </p:cNvSpPr>
          <p:nvPr>
            <p:ph type="title" hasCustomPrompt="1"/>
          </p:nvPr>
        </p:nvSpPr>
        <p:spPr>
          <a:xfrm>
            <a:off x="750626" y="2867723"/>
            <a:ext cx="10925374" cy="1231106"/>
          </a:xfrm>
          <a:prstGeom prst="rect">
            <a:avLst/>
          </a:prstGeom>
        </p:spPr>
        <p:txBody>
          <a:bodyPr lIns="0" tIns="0" rIns="0" bIns="0" anchor="ctr">
            <a:noAutofit/>
          </a:bodyPr>
          <a:lstStyle>
            <a:lvl1pPr>
              <a:defRPr sz="4000"/>
            </a:lvl1pPr>
          </a:lstStyle>
          <a:p>
            <a:r>
              <a:rPr lang="ja-JP" altLang="en-US" sz="4000"/>
              <a:t>セクションタイトル</a:t>
            </a:r>
            <a:br>
              <a:rPr lang="en-US" altLang="ja-JP" sz="4000"/>
            </a:br>
            <a:r>
              <a:rPr lang="ja-JP" altLang="en-US" sz="4000"/>
              <a:t>游ゴシック</a:t>
            </a:r>
            <a:r>
              <a:rPr lang="en-US" altLang="ja-JP" sz="4000"/>
              <a:t> Bold 40pt / </a:t>
            </a:r>
            <a:r>
              <a:rPr lang="ja-JP" altLang="en-US" sz="4000"/>
              <a:t>行間</a:t>
            </a:r>
            <a:r>
              <a:rPr lang="en-US" altLang="ja-JP" sz="4000"/>
              <a:t>1</a:t>
            </a:r>
            <a:endParaRPr kumimoji="1" lang="ja-JP" altLang="en-US"/>
          </a:p>
        </p:txBody>
      </p:sp>
      <p:pic>
        <p:nvPicPr>
          <p:cNvPr id="5" name="図 4" descr="テキスト&#10;&#10;中程度の精度で自動的に生成された説明"/>
          <p:cNvPicPr>
            <a:picLocks noChangeAspect="1"/>
          </p:cNvPicPr>
          <p:nvPr userDrawn="1"/>
        </p:nvPicPr>
        <p:blipFill>
          <a:blip r:embed="rId2"/>
          <a:stretch>
            <a:fillRect/>
          </a:stretch>
        </p:blipFill>
        <p:spPr>
          <a:xfrm>
            <a:off x="9930034" y="66263"/>
            <a:ext cx="2182024" cy="66240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basic_text">
    <p:spTree>
      <p:nvGrpSpPr>
        <p:cNvPr id="1" name=""/>
        <p:cNvGrpSpPr/>
        <p:nvPr/>
      </p:nvGrpSpPr>
      <p:grpSpPr>
        <a:xfrm>
          <a:off x="0" y="0"/>
          <a:ext cx="0" cy="0"/>
          <a:chOff x="0" y="0"/>
          <a:chExt cx="0" cy="0"/>
        </a:xfrm>
      </p:grpSpPr>
      <p:sp>
        <p:nvSpPr>
          <p:cNvPr id="4" name="タイトル 3"/>
          <p:cNvSpPr>
            <a:spLocks noGrp="1"/>
          </p:cNvSpPr>
          <p:nvPr>
            <p:ph type="title" hasCustomPrompt="1"/>
          </p:nvPr>
        </p:nvSpPr>
        <p:spPr>
          <a:xfrm>
            <a:off x="414336" y="255264"/>
            <a:ext cx="9327072" cy="369332"/>
          </a:xfrm>
        </p:spPr>
        <p:txBody>
          <a:bodyPr/>
          <a:lstStyle/>
          <a:p>
            <a:r>
              <a:rPr kumimoji="1" lang="ja-JP" altLang="en-US"/>
              <a:t>タイトル</a:t>
            </a:r>
            <a:r>
              <a:rPr kumimoji="1" lang="en-US" altLang="ja-JP"/>
              <a:t> </a:t>
            </a:r>
            <a:r>
              <a:rPr kumimoji="1" lang="ja-JP" altLang="en-US"/>
              <a:t>游ゴシック</a:t>
            </a:r>
            <a:r>
              <a:rPr kumimoji="1" lang="en-US" altLang="ja-JP"/>
              <a:t>Bold 24pt</a:t>
            </a:r>
            <a:endParaRPr kumimoji="1" lang="ja-JP" altLang="en-US"/>
          </a:p>
        </p:txBody>
      </p:sp>
      <p:sp>
        <p:nvSpPr>
          <p:cNvPr id="15" name="コンテンツ プレースホルダー 14"/>
          <p:cNvSpPr>
            <a:spLocks noGrp="1"/>
          </p:cNvSpPr>
          <p:nvPr>
            <p:ph sz="quarter" idx="10" hasCustomPrompt="1"/>
          </p:nvPr>
        </p:nvSpPr>
        <p:spPr>
          <a:xfrm>
            <a:off x="414338" y="865415"/>
            <a:ext cx="11550650" cy="5371874"/>
          </a:xfrm>
        </p:spPr>
        <p:txBody>
          <a:bodyPr/>
          <a:lstStyle>
            <a:lvl1pPr>
              <a:lnSpc>
                <a:spcPct val="150000"/>
              </a:lnSpc>
              <a:defRPr sz="1600"/>
            </a:lvl1pPr>
            <a:lvl2pPr>
              <a:lnSpc>
                <a:spcPct val="150000"/>
              </a:lnSpc>
              <a:defRPr/>
            </a:lvl2pPr>
            <a:lvl3pPr>
              <a:lnSpc>
                <a:spcPct val="150000"/>
              </a:lnSpc>
              <a:defRPr/>
            </a:lvl3pPr>
            <a:lvl4pPr>
              <a:lnSpc>
                <a:spcPct val="150000"/>
              </a:lnSpc>
              <a:defRPr/>
            </a:lvl4pPr>
            <a:lvl5pPr>
              <a:lnSpc>
                <a:spcPct val="150000"/>
              </a:lnSpc>
              <a:defRPr/>
            </a:lvl5pPr>
          </a:lstStyle>
          <a:p>
            <a:pPr lvl="0"/>
            <a:r>
              <a:rPr kumimoji="1" lang="ja-JP" altLang="en-US"/>
              <a:t>本文テキスト</a:t>
            </a:r>
            <a:r>
              <a:rPr kumimoji="1" lang="en-US" altLang="ja-JP"/>
              <a:t> </a:t>
            </a:r>
            <a:r>
              <a:rPr kumimoji="1" lang="ja-JP" altLang="en-US"/>
              <a:t>游ゴシック </a:t>
            </a:r>
            <a:r>
              <a:rPr kumimoji="1" lang="en-US" altLang="ja-JP"/>
              <a:t>Medium 16pt / </a:t>
            </a:r>
            <a:r>
              <a:rPr kumimoji="1" lang="ja-JP" altLang="en-US"/>
              <a:t>行間</a:t>
            </a:r>
            <a:r>
              <a:rPr kumimoji="1" lang="en-US" altLang="ja-JP"/>
              <a:t>1.5</a:t>
            </a:r>
            <a:br>
              <a:rPr kumimoji="1" lang="en-US" altLang="ja-JP"/>
            </a:br>
            <a:r>
              <a:rPr kumimoji="1" lang="ja-JP" altLang="en-US"/>
              <a:t>テーマカラー：</a:t>
            </a:r>
            <a:r>
              <a:rPr kumimoji="1" lang="en-US" altLang="ja-JP"/>
              <a:t>Blue and Cool gray </a:t>
            </a:r>
          </a:p>
        </p:txBody>
      </p:sp>
      <p:pic>
        <p:nvPicPr>
          <p:cNvPr id="3" name="図 2" descr="アイコン&#10;&#10;低い精度で自動的に生成された説明"/>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689431" y="66162"/>
            <a:ext cx="1441424" cy="662901"/>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基本版） タイトル_ ロゴ入り_A4">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4" name="オブジェクト 3"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9" name="Picture Placeholder 8"/>
          <p:cNvSpPr>
            <a:spLocks noGrp="1" noChangeAspect="1"/>
          </p:cNvSpPr>
          <p:nvPr>
            <p:ph type="pic" sz="quarter" idx="11" hasCustomPrompt="1"/>
          </p:nvPr>
        </p:nvSpPr>
        <p:spPr bwMode="gray">
          <a:xfrm>
            <a:off x="3105231" y="999000"/>
            <a:ext cx="5981538" cy="4860000"/>
          </a:xfrm>
          <a:prstGeom prst="rect">
            <a:avLst/>
          </a:prstGeom>
        </p:spPr>
        <p:txBody>
          <a:bodyPr/>
          <a:lstStyle>
            <a:lvl1pPr>
              <a:defRPr baseline="0">
                <a:latin typeface="+mn-lt"/>
                <a:ea typeface="+mn-ea"/>
                <a:cs typeface="+mn-cs"/>
                <a:sym typeface="+mn-lt"/>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513969" y="5040009"/>
            <a:ext cx="5582769" cy="615553"/>
          </a:xfrm>
        </p:spPr>
        <p:txBody>
          <a:bodyPr vert="horz" anchor="b" anchorCtr="0">
            <a:noAutofit/>
          </a:bodyPr>
          <a:lstStyle>
            <a:lvl1pPr algn="l">
              <a:lnSpc>
                <a:spcPct val="100000"/>
              </a:lnSpc>
              <a:spcBef>
                <a:spcPts val="0"/>
              </a:spcBef>
              <a:spcAft>
                <a:spcPts val="0"/>
              </a:spcAft>
              <a:defRPr sz="2000" b="1" baseline="0">
                <a:solidFill>
                  <a:schemeClr val="tx1"/>
                </a:solidFill>
                <a:latin typeface="+mj-lt"/>
                <a:ea typeface="+mj-ea"/>
                <a:cs typeface="+mj-cs"/>
                <a:sym typeface="+mj-lt"/>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513969" y="5652009"/>
            <a:ext cx="5582769" cy="492443"/>
          </a:xfrm>
          <a:prstGeom prst="rect">
            <a:avLst/>
          </a:prstGeom>
        </p:spPr>
        <p:txBody>
          <a:bodyPr lIns="0" tIns="0" rIns="0" bIns="0" anchor="t" anchorCtr="0">
            <a:noAutofit/>
          </a:bodyPr>
          <a:lstStyle>
            <a:lvl1pPr marL="0" indent="0" algn="l">
              <a:lnSpc>
                <a:spcPct val="100000"/>
              </a:lnSpc>
              <a:spcBef>
                <a:spcPts val="0"/>
              </a:spcBef>
              <a:spcAft>
                <a:spcPts val="0"/>
              </a:spcAft>
              <a:buNone/>
              <a:defRPr sz="1600" baseline="0">
                <a:solidFill>
                  <a:schemeClr val="tx1"/>
                </a:solidFill>
                <a:latin typeface="+mn-lt"/>
                <a:ea typeface="+mn-ea"/>
                <a:cs typeface="+mn-cs"/>
                <a:sym typeface="+mn-lt"/>
              </a:defRPr>
            </a:lvl1pPr>
            <a:lvl2pPr marL="495300" indent="0" algn="ctr">
              <a:buNone/>
              <a:defRPr sz="2165"/>
            </a:lvl2pPr>
            <a:lvl3pPr marL="990600" indent="0" algn="ctr">
              <a:buNone/>
              <a:defRPr sz="1950"/>
            </a:lvl3pPr>
            <a:lvl4pPr marL="1485900" indent="0" algn="ctr">
              <a:buNone/>
              <a:defRPr sz="1735"/>
            </a:lvl4pPr>
            <a:lvl5pPr marL="1981200" indent="0" algn="ctr">
              <a:buNone/>
              <a:defRPr sz="1735"/>
            </a:lvl5pPr>
            <a:lvl6pPr marL="2476500" indent="0" algn="ctr">
              <a:buNone/>
              <a:defRPr sz="1735"/>
            </a:lvl6pPr>
            <a:lvl7pPr marL="2971800" indent="0" algn="ctr">
              <a:buNone/>
              <a:defRPr sz="1735"/>
            </a:lvl7pPr>
            <a:lvl8pPr marL="3467100" indent="0" algn="ctr">
              <a:buNone/>
              <a:defRPr sz="1735"/>
            </a:lvl8pPr>
            <a:lvl9pPr marL="3962400" indent="0" algn="ctr">
              <a:buNone/>
              <a:defRPr sz="1735"/>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513968" y="6408003"/>
            <a:ext cx="5582769" cy="215444"/>
          </a:xfrm>
          <a:prstGeom prst="rect">
            <a:avLst/>
          </a:prstGeom>
        </p:spPr>
        <p:txBody>
          <a:bodyPr wrap="square" lIns="0" anchor="b" anchorCtr="0">
            <a:spAutoFit/>
          </a:bodyPr>
          <a:lstStyle>
            <a:lvl1pPr>
              <a:lnSpc>
                <a:spcPct val="100000"/>
              </a:lnSpc>
              <a:spcBef>
                <a:spcPts val="0"/>
              </a:spcBef>
              <a:spcAft>
                <a:spcPts val="0"/>
              </a:spcAft>
              <a:defRPr sz="1400" baseline="0">
                <a:solidFill>
                  <a:schemeClr val="tx1"/>
                </a:solidFill>
                <a:latin typeface="+mn-lt"/>
                <a:ea typeface="+mn-ea"/>
                <a:cs typeface="+mn-cs"/>
                <a:sym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10" name="テキスト プレースホルダー 9"/>
          <p:cNvSpPr>
            <a:spLocks noGrp="1"/>
          </p:cNvSpPr>
          <p:nvPr>
            <p:ph type="body" sz="quarter" idx="12" hasCustomPrompt="1"/>
          </p:nvPr>
        </p:nvSpPr>
        <p:spPr bwMode="gray">
          <a:xfrm>
            <a:off x="6096000" y="396000"/>
            <a:ext cx="5582769" cy="676800"/>
          </a:xfrm>
          <a:prstGeom prst="rect">
            <a:avLst/>
          </a:prstGeom>
        </p:spPr>
        <p:txBody>
          <a:bodyPr lIns="0">
            <a:normAutofit/>
          </a:bodyPr>
          <a:lstStyle>
            <a:lvl1pPr algn="r">
              <a:lnSpc>
                <a:spcPct val="100000"/>
              </a:lnSpc>
              <a:spcBef>
                <a:spcPts val="0"/>
              </a:spcBef>
              <a:defRPr sz="2200" baseline="0">
                <a:latin typeface="+mn-lt"/>
                <a:ea typeface="+mn-ea"/>
                <a:cs typeface="+mn-cs"/>
                <a:sym typeface="+mn-lt"/>
              </a:defRPr>
            </a:lvl1pPr>
            <a:lvl2pPr>
              <a:defRPr sz="2200"/>
            </a:lvl2pPr>
            <a:lvl3pPr>
              <a:defRPr sz="2200"/>
            </a:lvl3pPr>
            <a:lvl4pPr>
              <a:defRPr sz="2200"/>
            </a:lvl4pPr>
            <a:lvl5pPr>
              <a:defRPr sz="2200"/>
            </a:lvl5pPr>
          </a:lstStyle>
          <a:p>
            <a:pPr lvl="0"/>
            <a:r>
              <a:rPr kumimoji="1" lang="ja-JP" altLang="en-US"/>
              <a:t>クライアント社名</a:t>
            </a:r>
          </a:p>
        </p:txBody>
      </p:sp>
      <p:pic>
        <p:nvPicPr>
          <p:cNvPr id="7" name="図 6"/>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bwMode="gray">
          <a:xfrm>
            <a:off x="512610" y="432000"/>
            <a:ext cx="2304000" cy="587972"/>
          </a:xfrm>
          <a:prstGeom prst="rect">
            <a:avLst/>
          </a:prstGeom>
        </p:spPr>
      </p:pic>
      <p:sp>
        <p:nvSpPr>
          <p:cNvPr id="6" name="日付プレースホルダー 5"/>
          <p:cNvSpPr>
            <a:spLocks noGrp="1"/>
          </p:cNvSpPr>
          <p:nvPr>
            <p:ph type="dt" sz="half" idx="13"/>
          </p:nvPr>
        </p:nvSpPr>
        <p:spPr bwMode="gray"/>
        <p:txBody>
          <a:bodyPr/>
          <a:lstStyle>
            <a:lvl1pPr>
              <a:defRPr>
                <a:cs typeface="+mn-cs"/>
              </a:defRPr>
            </a:lvl1pPr>
          </a:lstStyle>
          <a:p>
            <a:pPr algn="ctr"/>
            <a:r>
              <a:rPr lang="en-US"/>
              <a:t>&lt; Confidential &gt;</a:t>
            </a:r>
          </a:p>
        </p:txBody>
      </p:sp>
    </p:spTree>
  </p:cSld>
  <p:clrMapOvr>
    <a:masterClrMapping/>
  </p:clrMapOvr>
  <p:hf hdr="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基本版） タイトル ロゴ無_A4">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4" name="オブジェクト 3"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9" name="Picture Placeholder 8"/>
          <p:cNvSpPr>
            <a:spLocks noGrp="1" noChangeAspect="1"/>
          </p:cNvSpPr>
          <p:nvPr>
            <p:ph type="pic" sz="quarter" idx="11" hasCustomPrompt="1"/>
          </p:nvPr>
        </p:nvSpPr>
        <p:spPr bwMode="gray">
          <a:xfrm>
            <a:off x="3105231" y="999000"/>
            <a:ext cx="5981538" cy="4860000"/>
          </a:xfrm>
          <a:prstGeom prst="rect">
            <a:avLst/>
          </a:prstGeom>
        </p:spPr>
        <p:txBody>
          <a:bodyPr/>
          <a:lstStyle>
            <a:lvl1pPr>
              <a:defRPr>
                <a:latin typeface="+mn-lt"/>
                <a:ea typeface="+mn-ea"/>
                <a:cs typeface="+mn-cs"/>
                <a:sym typeface="+mn-lt"/>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513969" y="5040009"/>
            <a:ext cx="5582769" cy="615553"/>
          </a:xfrm>
        </p:spPr>
        <p:txBody>
          <a:bodyPr vert="horz" anchor="b" anchorCtr="0">
            <a:noAutofit/>
          </a:bodyPr>
          <a:lstStyle>
            <a:lvl1pPr algn="l">
              <a:lnSpc>
                <a:spcPct val="100000"/>
              </a:lnSpc>
              <a:spcBef>
                <a:spcPts val="0"/>
              </a:spcBef>
              <a:spcAft>
                <a:spcPts val="0"/>
              </a:spcAft>
              <a:defRPr sz="2000" b="1" baseline="0">
                <a:solidFill>
                  <a:schemeClr val="tx1"/>
                </a:solidFill>
                <a:latin typeface="+mj-lt"/>
                <a:ea typeface="+mj-ea"/>
                <a:cs typeface="+mj-cs"/>
                <a:sym typeface="+mj-lt"/>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513969" y="5652009"/>
            <a:ext cx="5582769" cy="492443"/>
          </a:xfrm>
          <a:prstGeom prst="rect">
            <a:avLst/>
          </a:prstGeom>
        </p:spPr>
        <p:txBody>
          <a:bodyPr lIns="0" tIns="0" rIns="0" bIns="0" anchor="t" anchorCtr="0">
            <a:noAutofit/>
          </a:bodyPr>
          <a:lstStyle>
            <a:lvl1pPr marL="0" indent="0" algn="l">
              <a:lnSpc>
                <a:spcPct val="100000"/>
              </a:lnSpc>
              <a:spcBef>
                <a:spcPts val="0"/>
              </a:spcBef>
              <a:spcAft>
                <a:spcPts val="0"/>
              </a:spcAft>
              <a:buNone/>
              <a:defRPr sz="1600">
                <a:solidFill>
                  <a:schemeClr val="tx1"/>
                </a:solidFill>
                <a:latin typeface="+mn-lt"/>
                <a:ea typeface="+mn-ea"/>
                <a:cs typeface="+mn-cs"/>
                <a:sym typeface="+mn-lt"/>
              </a:defRPr>
            </a:lvl1pPr>
            <a:lvl2pPr marL="495300" indent="0" algn="ctr">
              <a:buNone/>
              <a:defRPr sz="2165"/>
            </a:lvl2pPr>
            <a:lvl3pPr marL="990600" indent="0" algn="ctr">
              <a:buNone/>
              <a:defRPr sz="1950"/>
            </a:lvl3pPr>
            <a:lvl4pPr marL="1485900" indent="0" algn="ctr">
              <a:buNone/>
              <a:defRPr sz="1735"/>
            </a:lvl4pPr>
            <a:lvl5pPr marL="1981200" indent="0" algn="ctr">
              <a:buNone/>
              <a:defRPr sz="1735"/>
            </a:lvl5pPr>
            <a:lvl6pPr marL="2476500" indent="0" algn="ctr">
              <a:buNone/>
              <a:defRPr sz="1735"/>
            </a:lvl6pPr>
            <a:lvl7pPr marL="2971800" indent="0" algn="ctr">
              <a:buNone/>
              <a:defRPr sz="1735"/>
            </a:lvl7pPr>
            <a:lvl8pPr marL="3467100" indent="0" algn="ctr">
              <a:buNone/>
              <a:defRPr sz="1735"/>
            </a:lvl8pPr>
            <a:lvl9pPr marL="3962400" indent="0" algn="ctr">
              <a:buNone/>
              <a:defRPr sz="1735"/>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513968" y="6408003"/>
            <a:ext cx="5582769" cy="215444"/>
          </a:xfrm>
          <a:prstGeom prst="rect">
            <a:avLst/>
          </a:prstGeom>
        </p:spPr>
        <p:txBody>
          <a:bodyPr wrap="square" lIns="0" anchor="b" anchorCtr="0">
            <a:spAutoFit/>
          </a:bodyPr>
          <a:lstStyle>
            <a:lvl1pPr>
              <a:lnSpc>
                <a:spcPct val="100000"/>
              </a:lnSpc>
              <a:spcBef>
                <a:spcPts val="0"/>
              </a:spcBef>
              <a:spcAft>
                <a:spcPts val="0"/>
              </a:spcAft>
              <a:defRPr sz="1400">
                <a:solidFill>
                  <a:schemeClr val="tx1"/>
                </a:solidFill>
                <a:latin typeface="+mn-lt"/>
                <a:ea typeface="+mn-ea"/>
                <a:cs typeface="+mn-cs"/>
                <a:sym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6" name="日付プレースホルダー 5"/>
          <p:cNvSpPr>
            <a:spLocks noGrp="1"/>
          </p:cNvSpPr>
          <p:nvPr>
            <p:ph type="dt" sz="half" idx="12"/>
          </p:nvPr>
        </p:nvSpPr>
        <p:spPr bwMode="gray"/>
        <p:txBody>
          <a:bodyPr/>
          <a:lstStyle>
            <a:lvl1pPr>
              <a:defRPr>
                <a:cs typeface="+mn-cs"/>
              </a:defRPr>
            </a:lvl1pPr>
          </a:lstStyle>
          <a:p>
            <a:pPr algn="ctr"/>
            <a:r>
              <a:rPr lang="en-US"/>
              <a:t>&lt; Confidential &gt;</a:t>
            </a:r>
          </a:p>
        </p:txBody>
      </p:sp>
    </p:spTree>
  </p:cSld>
  <p:clrMapOvr>
    <a:masterClrMapping/>
  </p:clrMapOvr>
  <p:hf hdr="0"/>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基本版） タイトル_ ロゴ入り_A4_黒">
    <p:bg bwMode="gray">
      <p:bgPr>
        <a:solidFill>
          <a:schemeClr val="tx1"/>
        </a:solidFill>
        <a:effectLst/>
      </p:bgPr>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4" name="オブジェクト 3"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9" name="Picture Placeholder 8"/>
          <p:cNvSpPr>
            <a:spLocks noGrp="1" noChangeAspect="1"/>
          </p:cNvSpPr>
          <p:nvPr>
            <p:ph type="pic" sz="quarter" idx="11" hasCustomPrompt="1"/>
          </p:nvPr>
        </p:nvSpPr>
        <p:spPr bwMode="gray">
          <a:xfrm>
            <a:off x="3105231" y="999000"/>
            <a:ext cx="5981538" cy="4860000"/>
          </a:xfrm>
          <a:prstGeom prst="rect">
            <a:avLst/>
          </a:prstGeom>
        </p:spPr>
        <p:txBody>
          <a:bodyPr/>
          <a:lstStyle>
            <a:lvl1pPr>
              <a:defRPr baseline="0">
                <a:latin typeface="+mn-lt"/>
                <a:ea typeface="+mn-ea"/>
                <a:cs typeface="+mn-cs"/>
                <a:sym typeface="+mn-lt"/>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513969" y="5040009"/>
            <a:ext cx="5582769" cy="615553"/>
          </a:xfrm>
        </p:spPr>
        <p:txBody>
          <a:bodyPr vert="horz" anchor="b" anchorCtr="0">
            <a:noAutofit/>
          </a:bodyPr>
          <a:lstStyle>
            <a:lvl1pPr algn="l">
              <a:lnSpc>
                <a:spcPct val="100000"/>
              </a:lnSpc>
              <a:spcBef>
                <a:spcPts val="0"/>
              </a:spcBef>
              <a:spcAft>
                <a:spcPts val="0"/>
              </a:spcAft>
              <a:defRPr sz="2000" b="1" baseline="0">
                <a:solidFill>
                  <a:schemeClr val="bg1"/>
                </a:solidFill>
                <a:latin typeface="+mj-lt"/>
                <a:ea typeface="+mj-ea"/>
                <a:cs typeface="+mj-cs"/>
                <a:sym typeface="+mj-lt"/>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513969" y="5652009"/>
            <a:ext cx="5582769" cy="492443"/>
          </a:xfrm>
          <a:prstGeom prst="rect">
            <a:avLst/>
          </a:prstGeom>
        </p:spPr>
        <p:txBody>
          <a:bodyPr lIns="0" tIns="0" rIns="0" bIns="0" anchor="t" anchorCtr="0">
            <a:noAutofit/>
          </a:bodyPr>
          <a:lstStyle>
            <a:lvl1pPr marL="0" indent="0" algn="l">
              <a:lnSpc>
                <a:spcPct val="100000"/>
              </a:lnSpc>
              <a:spcBef>
                <a:spcPts val="0"/>
              </a:spcBef>
              <a:spcAft>
                <a:spcPts val="0"/>
              </a:spcAft>
              <a:buNone/>
              <a:defRPr sz="1600" baseline="0">
                <a:solidFill>
                  <a:schemeClr val="bg1"/>
                </a:solidFill>
                <a:latin typeface="+mn-lt"/>
                <a:ea typeface="+mn-ea"/>
                <a:cs typeface="+mn-cs"/>
                <a:sym typeface="+mn-lt"/>
              </a:defRPr>
            </a:lvl1pPr>
            <a:lvl2pPr marL="495300" indent="0" algn="ctr">
              <a:buNone/>
              <a:defRPr sz="2165"/>
            </a:lvl2pPr>
            <a:lvl3pPr marL="990600" indent="0" algn="ctr">
              <a:buNone/>
              <a:defRPr sz="1950"/>
            </a:lvl3pPr>
            <a:lvl4pPr marL="1485900" indent="0" algn="ctr">
              <a:buNone/>
              <a:defRPr sz="1735"/>
            </a:lvl4pPr>
            <a:lvl5pPr marL="1981200" indent="0" algn="ctr">
              <a:buNone/>
              <a:defRPr sz="1735"/>
            </a:lvl5pPr>
            <a:lvl6pPr marL="2476500" indent="0" algn="ctr">
              <a:buNone/>
              <a:defRPr sz="1735"/>
            </a:lvl6pPr>
            <a:lvl7pPr marL="2971800" indent="0" algn="ctr">
              <a:buNone/>
              <a:defRPr sz="1735"/>
            </a:lvl7pPr>
            <a:lvl8pPr marL="3467100" indent="0" algn="ctr">
              <a:buNone/>
              <a:defRPr sz="1735"/>
            </a:lvl8pPr>
            <a:lvl9pPr marL="3962400" indent="0" algn="ctr">
              <a:buNone/>
              <a:defRPr sz="1735"/>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513968" y="6408003"/>
            <a:ext cx="5582769" cy="215444"/>
          </a:xfrm>
          <a:prstGeom prst="rect">
            <a:avLst/>
          </a:prstGeom>
        </p:spPr>
        <p:txBody>
          <a:bodyPr wrap="square" lIns="0" anchor="b" anchorCtr="0">
            <a:spAutoFit/>
          </a:bodyPr>
          <a:lstStyle>
            <a:lvl1pPr>
              <a:lnSpc>
                <a:spcPct val="100000"/>
              </a:lnSpc>
              <a:spcBef>
                <a:spcPts val="0"/>
              </a:spcBef>
              <a:spcAft>
                <a:spcPts val="0"/>
              </a:spcAft>
              <a:defRPr sz="1400" baseline="0">
                <a:solidFill>
                  <a:schemeClr val="bg1"/>
                </a:solidFill>
                <a:latin typeface="+mn-lt"/>
                <a:ea typeface="+mn-ea"/>
                <a:cs typeface="+mn-cs"/>
                <a:sym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10" name="テキスト プレースホルダー 9"/>
          <p:cNvSpPr>
            <a:spLocks noGrp="1"/>
          </p:cNvSpPr>
          <p:nvPr>
            <p:ph type="body" sz="quarter" idx="12" hasCustomPrompt="1"/>
          </p:nvPr>
        </p:nvSpPr>
        <p:spPr bwMode="gray">
          <a:xfrm>
            <a:off x="6096000" y="396000"/>
            <a:ext cx="5582769" cy="676800"/>
          </a:xfrm>
          <a:prstGeom prst="rect">
            <a:avLst/>
          </a:prstGeom>
        </p:spPr>
        <p:txBody>
          <a:bodyPr lIns="0">
            <a:normAutofit/>
          </a:bodyPr>
          <a:lstStyle>
            <a:lvl1pPr algn="r">
              <a:lnSpc>
                <a:spcPct val="100000"/>
              </a:lnSpc>
              <a:spcBef>
                <a:spcPts val="0"/>
              </a:spcBef>
              <a:defRPr sz="2200" baseline="0">
                <a:solidFill>
                  <a:schemeClr val="bg1"/>
                </a:solidFill>
                <a:latin typeface="+mn-lt"/>
                <a:ea typeface="+mn-ea"/>
                <a:cs typeface="+mn-cs"/>
                <a:sym typeface="+mn-lt"/>
              </a:defRPr>
            </a:lvl1pPr>
            <a:lvl2pPr>
              <a:defRPr sz="2200"/>
            </a:lvl2pPr>
            <a:lvl3pPr>
              <a:defRPr sz="2200"/>
            </a:lvl3pPr>
            <a:lvl4pPr>
              <a:defRPr sz="2200"/>
            </a:lvl4pPr>
            <a:lvl5pPr>
              <a:defRPr sz="2200"/>
            </a:lvl5pPr>
          </a:lstStyle>
          <a:p>
            <a:pPr lvl="0"/>
            <a:r>
              <a:rPr kumimoji="1" lang="ja-JP" altLang="en-US"/>
              <a:t>クライアント社名</a:t>
            </a:r>
          </a:p>
        </p:txBody>
      </p:sp>
      <p:pic>
        <p:nvPicPr>
          <p:cNvPr id="11" name="図 10"/>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bwMode="gray">
          <a:xfrm>
            <a:off x="513969" y="432000"/>
            <a:ext cx="2304000" cy="581488"/>
          </a:xfrm>
          <a:prstGeom prst="rect">
            <a:avLst/>
          </a:prstGeom>
        </p:spPr>
      </p:pic>
      <p:sp>
        <p:nvSpPr>
          <p:cNvPr id="6" name="日付プレースホルダー 5"/>
          <p:cNvSpPr>
            <a:spLocks noGrp="1"/>
          </p:cNvSpPr>
          <p:nvPr>
            <p:ph type="dt" sz="half" idx="13"/>
          </p:nvPr>
        </p:nvSpPr>
        <p:spPr bwMode="gray"/>
        <p:txBody>
          <a:bodyPr/>
          <a:lstStyle>
            <a:lvl1pPr>
              <a:defRPr>
                <a:cs typeface="+mn-cs"/>
              </a:defRPr>
            </a:lvl1pPr>
          </a:lstStyle>
          <a:p>
            <a:pPr algn="ctr"/>
            <a:r>
              <a:rPr lang="en-US"/>
              <a:t>&lt; Confidential &gt;</a:t>
            </a:r>
          </a:p>
        </p:txBody>
      </p:sp>
    </p:spTree>
  </p:cSld>
  <p:clrMapOvr>
    <a:masterClrMapping/>
  </p:clrMapOvr>
  <p:hf hdr="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基本版） タイトル ロゴ無_A4_黒">
    <p:bg bwMode="gray">
      <p:bgPr>
        <a:solidFill>
          <a:schemeClr val="tx1"/>
        </a:solidFill>
        <a:effectLst/>
      </p:bgPr>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4" name="オブジェクト 3"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9" name="Picture Placeholder 8"/>
          <p:cNvSpPr>
            <a:spLocks noGrp="1" noChangeAspect="1"/>
          </p:cNvSpPr>
          <p:nvPr>
            <p:ph type="pic" sz="quarter" idx="11" hasCustomPrompt="1"/>
          </p:nvPr>
        </p:nvSpPr>
        <p:spPr bwMode="gray">
          <a:xfrm>
            <a:off x="3105231" y="999000"/>
            <a:ext cx="5981538" cy="4860000"/>
          </a:xfrm>
          <a:prstGeom prst="rect">
            <a:avLst/>
          </a:prstGeom>
        </p:spPr>
        <p:txBody>
          <a:bodyPr/>
          <a:lstStyle>
            <a:lvl1pPr>
              <a:defRPr>
                <a:latin typeface="+mn-lt"/>
                <a:ea typeface="+mn-ea"/>
                <a:cs typeface="+mn-cs"/>
                <a:sym typeface="+mn-lt"/>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513969" y="5040009"/>
            <a:ext cx="5582769" cy="615553"/>
          </a:xfrm>
        </p:spPr>
        <p:txBody>
          <a:bodyPr vert="horz" anchor="b" anchorCtr="0">
            <a:noAutofit/>
          </a:bodyPr>
          <a:lstStyle>
            <a:lvl1pPr algn="l">
              <a:lnSpc>
                <a:spcPct val="100000"/>
              </a:lnSpc>
              <a:spcBef>
                <a:spcPts val="0"/>
              </a:spcBef>
              <a:spcAft>
                <a:spcPts val="0"/>
              </a:spcAft>
              <a:defRPr sz="2000" b="1" baseline="0">
                <a:solidFill>
                  <a:schemeClr val="bg1"/>
                </a:solidFill>
                <a:latin typeface="+mj-lt"/>
                <a:ea typeface="+mj-ea"/>
                <a:cs typeface="+mj-cs"/>
                <a:sym typeface="+mj-lt"/>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513969" y="5652009"/>
            <a:ext cx="5582769" cy="492443"/>
          </a:xfrm>
          <a:prstGeom prst="rect">
            <a:avLst/>
          </a:prstGeom>
        </p:spPr>
        <p:txBody>
          <a:bodyPr lIns="0" tIns="0" rIns="0" bIns="0" anchor="t" anchorCtr="0">
            <a:noAutofit/>
          </a:bodyPr>
          <a:lstStyle>
            <a:lvl1pPr marL="0" indent="0" algn="l">
              <a:lnSpc>
                <a:spcPct val="100000"/>
              </a:lnSpc>
              <a:spcBef>
                <a:spcPts val="0"/>
              </a:spcBef>
              <a:spcAft>
                <a:spcPts val="0"/>
              </a:spcAft>
              <a:buNone/>
              <a:defRPr sz="1600">
                <a:solidFill>
                  <a:schemeClr val="bg1"/>
                </a:solidFill>
                <a:latin typeface="+mn-lt"/>
                <a:ea typeface="+mn-ea"/>
                <a:cs typeface="+mn-cs"/>
                <a:sym typeface="+mn-lt"/>
              </a:defRPr>
            </a:lvl1pPr>
            <a:lvl2pPr marL="495300" indent="0" algn="ctr">
              <a:buNone/>
              <a:defRPr sz="2165"/>
            </a:lvl2pPr>
            <a:lvl3pPr marL="990600" indent="0" algn="ctr">
              <a:buNone/>
              <a:defRPr sz="1950"/>
            </a:lvl3pPr>
            <a:lvl4pPr marL="1485900" indent="0" algn="ctr">
              <a:buNone/>
              <a:defRPr sz="1735"/>
            </a:lvl4pPr>
            <a:lvl5pPr marL="1981200" indent="0" algn="ctr">
              <a:buNone/>
              <a:defRPr sz="1735"/>
            </a:lvl5pPr>
            <a:lvl6pPr marL="2476500" indent="0" algn="ctr">
              <a:buNone/>
              <a:defRPr sz="1735"/>
            </a:lvl6pPr>
            <a:lvl7pPr marL="2971800" indent="0" algn="ctr">
              <a:buNone/>
              <a:defRPr sz="1735"/>
            </a:lvl7pPr>
            <a:lvl8pPr marL="3467100" indent="0" algn="ctr">
              <a:buNone/>
              <a:defRPr sz="1735"/>
            </a:lvl8pPr>
            <a:lvl9pPr marL="3962400" indent="0" algn="ctr">
              <a:buNone/>
              <a:defRPr sz="1735"/>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513968" y="6408003"/>
            <a:ext cx="5582769" cy="215444"/>
          </a:xfrm>
          <a:prstGeom prst="rect">
            <a:avLst/>
          </a:prstGeom>
        </p:spPr>
        <p:txBody>
          <a:bodyPr wrap="square" lIns="0" anchor="b" anchorCtr="0">
            <a:spAutoFit/>
          </a:bodyPr>
          <a:lstStyle>
            <a:lvl1pPr>
              <a:lnSpc>
                <a:spcPct val="100000"/>
              </a:lnSpc>
              <a:spcBef>
                <a:spcPts val="0"/>
              </a:spcBef>
              <a:spcAft>
                <a:spcPts val="0"/>
              </a:spcAft>
              <a:defRPr sz="1400">
                <a:solidFill>
                  <a:schemeClr val="bg1"/>
                </a:solidFill>
                <a:latin typeface="+mn-lt"/>
                <a:ea typeface="+mn-ea"/>
                <a:cs typeface="+mn-cs"/>
                <a:sym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6" name="日付プレースホルダー 5"/>
          <p:cNvSpPr>
            <a:spLocks noGrp="1"/>
          </p:cNvSpPr>
          <p:nvPr>
            <p:ph type="dt" sz="half" idx="12"/>
          </p:nvPr>
        </p:nvSpPr>
        <p:spPr bwMode="gray"/>
        <p:txBody>
          <a:bodyPr/>
          <a:lstStyle>
            <a:lvl1pPr>
              <a:defRPr>
                <a:cs typeface="+mn-cs"/>
              </a:defRPr>
            </a:lvl1pPr>
          </a:lstStyle>
          <a:p>
            <a:pPr algn="ctr"/>
            <a:r>
              <a:rPr lang="en-US"/>
              <a:t>&lt; Confidential &gt;</a:t>
            </a:r>
          </a:p>
        </p:txBody>
      </p:sp>
    </p:spTree>
  </p:cSld>
  <p:clrMapOvr>
    <a:masterClrMapping/>
  </p:clrMapOvr>
  <p:hf hdr="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基本版） 目次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13" name="Content Placeholder 3"/>
          <p:cNvSpPr>
            <a:spLocks noGrp="1"/>
          </p:cNvSpPr>
          <p:nvPr>
            <p:ph sz="quarter" idx="10"/>
          </p:nvPr>
        </p:nvSpPr>
        <p:spPr bwMode="gray">
          <a:xfrm>
            <a:off x="513233" y="1476000"/>
            <a:ext cx="5361231" cy="4824000"/>
          </a:xfrm>
          <a:prstGeom prst="rect">
            <a:avLst/>
          </a:prstGeom>
        </p:spPr>
        <p:txBody>
          <a:bodyPr/>
          <a:lstStyle>
            <a:lvl1pPr>
              <a:lnSpc>
                <a:spcPct val="110000"/>
              </a:lnSpc>
              <a:spcBef>
                <a:spcPts val="600"/>
              </a:spcBef>
              <a:tabLst>
                <a:tab pos="5448300" algn="r"/>
              </a:tabLst>
              <a:defRPr sz="1200">
                <a:latin typeface="+mn-lt"/>
                <a:ea typeface="+mn-ea"/>
                <a:cs typeface="+mn-cs"/>
                <a:sym typeface="+mn-lt"/>
              </a:defRPr>
            </a:lvl1pPr>
            <a:lvl2pPr>
              <a:lnSpc>
                <a:spcPct val="110000"/>
              </a:lnSpc>
              <a:spcBef>
                <a:spcPts val="600"/>
              </a:spcBef>
              <a:tabLst>
                <a:tab pos="5448300" algn="r"/>
              </a:tabLst>
              <a:defRPr sz="1200">
                <a:latin typeface="+mn-lt"/>
                <a:ea typeface="+mn-ea"/>
                <a:cs typeface="+mn-cs"/>
                <a:sym typeface="+mn-lt"/>
              </a:defRPr>
            </a:lvl2pPr>
            <a:lvl3pPr>
              <a:lnSpc>
                <a:spcPct val="110000"/>
              </a:lnSpc>
              <a:spcBef>
                <a:spcPts val="600"/>
              </a:spcBef>
              <a:tabLst>
                <a:tab pos="5448300" algn="r"/>
              </a:tabLst>
              <a:defRPr sz="1200">
                <a:latin typeface="+mn-lt"/>
                <a:ea typeface="+mn-ea"/>
                <a:cs typeface="+mn-cs"/>
                <a:sym typeface="+mn-lt"/>
              </a:defRPr>
            </a:lvl3pPr>
            <a:lvl4pPr>
              <a:lnSpc>
                <a:spcPct val="110000"/>
              </a:lnSpc>
              <a:spcBef>
                <a:spcPts val="600"/>
              </a:spcBef>
              <a:tabLst>
                <a:tab pos="5448300" algn="r"/>
              </a:tabLst>
              <a:defRPr sz="1200">
                <a:latin typeface="+mn-lt"/>
                <a:ea typeface="+mn-ea"/>
                <a:cs typeface="+mn-cs"/>
                <a:sym typeface="+mn-lt"/>
              </a:defRPr>
            </a:lvl4pPr>
            <a:lvl5pPr>
              <a:tabLst>
                <a:tab pos="5448300"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15" name="Content Placeholder 3"/>
          <p:cNvSpPr>
            <a:spLocks noGrp="1"/>
          </p:cNvSpPr>
          <p:nvPr>
            <p:ph sz="quarter" idx="20"/>
          </p:nvPr>
        </p:nvSpPr>
        <p:spPr bwMode="gray">
          <a:xfrm>
            <a:off x="6317538" y="1476000"/>
            <a:ext cx="5361231" cy="4824000"/>
          </a:xfrm>
          <a:prstGeom prst="rect">
            <a:avLst/>
          </a:prstGeom>
        </p:spPr>
        <p:txBody>
          <a:bodyPr/>
          <a:lstStyle>
            <a:lvl1pPr>
              <a:lnSpc>
                <a:spcPct val="110000"/>
              </a:lnSpc>
              <a:spcBef>
                <a:spcPts val="600"/>
              </a:spcBef>
              <a:tabLst>
                <a:tab pos="5448300" algn="r"/>
              </a:tabLst>
              <a:defRPr sz="1200">
                <a:latin typeface="+mn-lt"/>
                <a:ea typeface="+mn-ea"/>
                <a:cs typeface="+mn-cs"/>
                <a:sym typeface="+mn-lt"/>
              </a:defRPr>
            </a:lvl1pPr>
            <a:lvl2pPr>
              <a:lnSpc>
                <a:spcPct val="110000"/>
              </a:lnSpc>
              <a:spcBef>
                <a:spcPts val="600"/>
              </a:spcBef>
              <a:tabLst>
                <a:tab pos="5448300" algn="r"/>
              </a:tabLst>
              <a:defRPr sz="1200">
                <a:latin typeface="+mn-lt"/>
                <a:ea typeface="+mn-ea"/>
                <a:cs typeface="+mn-cs"/>
                <a:sym typeface="+mn-lt"/>
              </a:defRPr>
            </a:lvl2pPr>
            <a:lvl3pPr>
              <a:lnSpc>
                <a:spcPct val="110000"/>
              </a:lnSpc>
              <a:spcBef>
                <a:spcPts val="600"/>
              </a:spcBef>
              <a:tabLst>
                <a:tab pos="5448300" algn="r"/>
              </a:tabLst>
              <a:defRPr sz="1200">
                <a:latin typeface="+mn-lt"/>
                <a:ea typeface="+mn-ea"/>
                <a:cs typeface="+mn-cs"/>
                <a:sym typeface="+mn-lt"/>
              </a:defRPr>
            </a:lvl3pPr>
            <a:lvl4pPr>
              <a:lnSpc>
                <a:spcPct val="110000"/>
              </a:lnSpc>
              <a:spcBef>
                <a:spcPts val="600"/>
              </a:spcBef>
              <a:tabLst>
                <a:tab pos="5448300" algn="r"/>
              </a:tabLst>
              <a:defRPr sz="1200">
                <a:latin typeface="+mn-lt"/>
                <a:ea typeface="+mn-ea"/>
                <a:cs typeface="+mn-cs"/>
                <a:sym typeface="+mn-lt"/>
              </a:defRPr>
            </a:lvl4pPr>
            <a:lvl5pPr>
              <a:tabLst>
                <a:tab pos="5448300"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4" name="タイトル 3"/>
          <p:cNvSpPr>
            <a:spLocks noGrp="1"/>
          </p:cNvSpPr>
          <p:nvPr>
            <p:ph type="title"/>
          </p:nvPr>
        </p:nvSpPr>
        <p:spPr bwMode="gray"/>
        <p:txBody>
          <a:bodyPr vert="horz"/>
          <a:lstStyle>
            <a:lvl1pPr>
              <a:defRPr>
                <a:latin typeface="+mj-lt"/>
                <a:ea typeface="+mj-ea"/>
                <a:cs typeface="+mj-cs"/>
                <a:sym typeface="+mj-lt"/>
              </a:defRPr>
            </a:lvl1pPr>
          </a:lstStyle>
          <a:p>
            <a:r>
              <a:rPr kumimoji="1" lang="ja-JP" altLang="en-US"/>
              <a:t>マスター タイトルの書式設定</a:t>
            </a:r>
          </a:p>
        </p:txBody>
      </p:sp>
    </p:spTree>
  </p:cSld>
  <p:clrMapOvr>
    <a:masterClrMapping/>
  </p:clrMapOvr>
  <p:hf hdr="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基本版） 白紙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3" name="フッター プレースホルダー 2"/>
          <p:cNvSpPr>
            <a:spLocks noGrp="1"/>
          </p:cNvSpPr>
          <p:nvPr>
            <p:ph type="ftr" sz="quarter" idx="10"/>
          </p:nvPr>
        </p:nvSpPr>
        <p:spPr bwMode="gray"/>
        <p:txBody>
          <a:bodyPr/>
          <a:lstStyle>
            <a:lvl1pPr>
              <a:defRPr>
                <a:latin typeface="+mn-lt"/>
                <a:ea typeface="+mn-ea"/>
                <a:cs typeface="+mn-cs"/>
                <a:sym typeface="+mn-lt"/>
              </a:defRPr>
            </a:lvl1pPr>
          </a:lstStyle>
          <a:p>
            <a:r>
              <a:rPr lang="en-GB" altLang="en-GB"/>
              <a:t>DT Template A4</a:t>
            </a:r>
          </a:p>
        </p:txBody>
      </p:sp>
      <p:sp>
        <p:nvSpPr>
          <p:cNvPr id="4" name="スライド番号プレースホルダー 3"/>
          <p:cNvSpPr>
            <a:spLocks noGrp="1"/>
          </p:cNvSpPr>
          <p:nvPr>
            <p:ph type="sldNum" sz="quarter" idx="11"/>
          </p:nvPr>
        </p:nvSpPr>
        <p:spPr bwMode="gray"/>
        <p:txBody>
          <a:bodyPr/>
          <a:lstStyle>
            <a:lvl1pPr>
              <a:defRPr>
                <a:latin typeface="+mn-lt"/>
                <a:ea typeface="+mn-ea"/>
                <a:cs typeface="+mn-cs"/>
                <a:sym typeface="+mn-lt"/>
              </a:defRPr>
            </a:lvl1pPr>
          </a:lstStyle>
          <a:p>
            <a:fld id="{AA5FCFE5-FE56-4EF1-80A8-07776887C2A1}" type="slidenum">
              <a:rPr lang="ja-JP" altLang="en-US" smtClean="0"/>
              <a:t>‹#›</a:t>
            </a:fld>
            <a:endParaRPr lang="ja-JP" altLang="en-US"/>
          </a:p>
        </p:txBody>
      </p:sp>
      <p:sp>
        <p:nvSpPr>
          <p:cNvPr id="6" name="テキスト プレースホルダー 5"/>
          <p:cNvSpPr>
            <a:spLocks noGrp="1"/>
          </p:cNvSpPr>
          <p:nvPr>
            <p:ph type="body" sz="quarter" idx="12"/>
          </p:nvPr>
        </p:nvSpPr>
        <p:spPr bwMode="gray">
          <a:xfrm>
            <a:off x="2329846" y="2340000"/>
            <a:ext cx="7532308" cy="2520000"/>
          </a:xfrm>
          <a:prstGeom prst="rect">
            <a:avLst/>
          </a:prstGeom>
        </p:spPr>
        <p:txBody>
          <a:bodyPr/>
          <a:lstStyle>
            <a:lvl1pPr>
              <a:defRPr>
                <a:latin typeface="+mn-lt"/>
                <a:ea typeface="+mn-ea"/>
                <a:cs typeface="+mn-cs"/>
                <a:sym typeface="+mn-lt"/>
              </a:defRPr>
            </a:lvl1pPr>
          </a:lstStyle>
          <a:p>
            <a:pPr lvl="0"/>
            <a:r>
              <a:rPr kumimoji="1" lang="ja-JP" altLang="en-US"/>
              <a:t>マスター テキストの書式設定</a:t>
            </a:r>
          </a:p>
        </p:txBody>
      </p:sp>
    </p:spTree>
  </p:cSld>
  <p:clrMapOvr>
    <a:masterClrMapping/>
  </p:clrMapOvr>
  <p:hf hdr="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基本版） 中表紙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8" name="Text Placeholder 7"/>
          <p:cNvSpPr>
            <a:spLocks noGrp="1"/>
          </p:cNvSpPr>
          <p:nvPr>
            <p:ph type="body" sz="quarter" idx="10" hasCustomPrompt="1"/>
          </p:nvPr>
        </p:nvSpPr>
        <p:spPr bwMode="gray">
          <a:xfrm>
            <a:off x="1267199" y="2232000"/>
            <a:ext cx="6380308" cy="432000"/>
          </a:xfrm>
          <a:prstGeom prst="rect">
            <a:avLst/>
          </a:prstGeom>
          <a:noFill/>
        </p:spPr>
        <p:txBody>
          <a:bodyPr wrap="square" lIns="0" rIns="0" anchor="t" anchorCtr="0">
            <a:noAutofit/>
          </a:bodyPr>
          <a:lstStyle>
            <a:lvl1pPr marL="0" indent="0" algn="l">
              <a:lnSpc>
                <a:spcPct val="100000"/>
              </a:lnSpc>
              <a:spcBef>
                <a:spcPts val="0"/>
              </a:spcBef>
              <a:buNone/>
              <a:defRPr sz="2800" b="1" baseline="0">
                <a:solidFill>
                  <a:schemeClr val="tx1"/>
                </a:solidFill>
                <a:latin typeface="+mj-lt"/>
                <a:ea typeface="+mj-ea"/>
                <a:cs typeface="+mn-cs"/>
                <a:sym typeface="+mn-lt"/>
              </a:defRPr>
            </a:lvl1pPr>
          </a:lstStyle>
          <a:p>
            <a:pPr lvl="0"/>
            <a:r>
              <a:rPr lang="ja-JP" altLang="en-US"/>
              <a:t>中表紙タイトル</a:t>
            </a:r>
          </a:p>
        </p:txBody>
      </p:sp>
      <p:sp>
        <p:nvSpPr>
          <p:cNvPr id="5" name="スライド番号プレースホルダ 4"/>
          <p:cNvSpPr>
            <a:spLocks noGrp="1"/>
          </p:cNvSpPr>
          <p:nvPr>
            <p:ph type="sldNum" sz="quarter" idx="11"/>
          </p:nvPr>
        </p:nvSpPr>
        <p:spPr bwMode="gray"/>
        <p:txBody>
          <a:bodyPr/>
          <a:lstStyle>
            <a:lvl1pPr>
              <a:defRPr>
                <a:solidFill>
                  <a:schemeClr val="tx1"/>
                </a:solidFill>
                <a:latin typeface="+mn-lt"/>
                <a:ea typeface="+mn-ea"/>
                <a:cs typeface="+mn-cs"/>
                <a:sym typeface="+mn-lt"/>
              </a:defRPr>
            </a:lvl1pPr>
          </a:lstStyle>
          <a:p>
            <a:fld id="{AA5FCFE5-FE56-4EF1-80A8-07776887C2A1}" type="slidenum">
              <a:rPr lang="ja-JP" altLang="en-US" smtClean="0"/>
              <a:t>‹#›</a:t>
            </a:fld>
            <a:endParaRPr lang="ja-JP" altLang="en-US"/>
          </a:p>
        </p:txBody>
      </p:sp>
      <p:sp>
        <p:nvSpPr>
          <p:cNvPr id="7" name="フッター プレースホルダ 6"/>
          <p:cNvSpPr>
            <a:spLocks noGrp="1"/>
          </p:cNvSpPr>
          <p:nvPr>
            <p:ph type="ftr" sz="quarter" idx="12"/>
          </p:nvPr>
        </p:nvSpPr>
        <p:spPr bwMode="gray"/>
        <p:txBody>
          <a:bodyPr/>
          <a:lstStyle>
            <a:lvl1pPr>
              <a:defRPr>
                <a:solidFill>
                  <a:schemeClr val="tx1"/>
                </a:solidFill>
                <a:latin typeface="+mn-lt"/>
                <a:ea typeface="+mn-ea"/>
                <a:cs typeface="+mn-cs"/>
                <a:sym typeface="+mn-lt"/>
              </a:defRPr>
            </a:lvl1pPr>
          </a:lstStyle>
          <a:p>
            <a:r>
              <a:rPr lang="en-GB" altLang="en-GB"/>
              <a:t>DT Template A4</a:t>
            </a:r>
          </a:p>
        </p:txBody>
      </p:sp>
    </p:spTree>
  </p:cSld>
  <p:clrMapOvr>
    <a:masterClrMapping/>
  </p:clrMapOvr>
  <p:hf hdr="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基本版） タイトルのみ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p:txBody>
          <a:bodyPr/>
          <a:lstStyle>
            <a:lvl1pPr>
              <a:defRPr>
                <a:solidFill>
                  <a:schemeClr val="tx1"/>
                </a:solidFill>
                <a:latin typeface="+mn-lt"/>
                <a:ea typeface="+mn-ea"/>
                <a:cs typeface="+mn-cs"/>
                <a:sym typeface="+mn-lt"/>
              </a:defRPr>
            </a:lvl1pPr>
          </a:lstStyle>
          <a:p>
            <a:r>
              <a:rPr lang="en-GB" altLang="en-GB"/>
              <a:t>DT Template A4</a:t>
            </a:r>
          </a:p>
        </p:txBody>
      </p:sp>
      <p:sp>
        <p:nvSpPr>
          <p:cNvPr id="4" name="スライド番号プレースホルダ 3"/>
          <p:cNvSpPr>
            <a:spLocks noGrp="1"/>
          </p:cNvSpPr>
          <p:nvPr>
            <p:ph type="sldNum" sz="quarter" idx="11"/>
          </p:nvPr>
        </p:nvSpPr>
        <p:spPr bwMode="gray"/>
        <p:txBody>
          <a:bodyPr/>
          <a:lstStyle>
            <a:lvl1pPr>
              <a:defRPr>
                <a:solidFill>
                  <a:schemeClr val="tx1"/>
                </a:solidFill>
                <a:latin typeface="+mn-lt"/>
                <a:ea typeface="+mn-ea"/>
                <a:cs typeface="+mn-cs"/>
                <a:sym typeface="+mn-lt"/>
              </a:defRPr>
            </a:lvl1pPr>
          </a:lstStyle>
          <a:p>
            <a:fld id="{AA5FCFE5-FE56-4EF1-80A8-07776887C2A1}" type="slidenum">
              <a:rPr lang="ja-JP" altLang="en-US" smtClean="0"/>
              <a:t>‹#›</a:t>
            </a:fld>
            <a:endParaRPr lang="ja-JP" altLang="en-US"/>
          </a:p>
        </p:txBody>
      </p:sp>
      <p:sp>
        <p:nvSpPr>
          <p:cNvPr id="9" name="テキスト プレースホルダー 2"/>
          <p:cNvSpPr>
            <a:spLocks noGrp="1"/>
          </p:cNvSpPr>
          <p:nvPr>
            <p:ph type="body" sz="quarter" idx="15" hasCustomPrompt="1"/>
          </p:nvPr>
        </p:nvSpPr>
        <p:spPr bwMode="gray">
          <a:xfrm>
            <a:off x="512610" y="1008000"/>
            <a:ext cx="5361231" cy="468000"/>
          </a:xfrm>
          <a:prstGeom prst="rect">
            <a:avLst/>
          </a:prstGeom>
        </p:spPr>
        <p:txBody>
          <a:bodyPr wrap="none" anchor="ctr">
            <a:noAutofit/>
          </a:bodyPr>
          <a:lstStyle>
            <a:lvl1pPr>
              <a:lnSpc>
                <a:spcPct val="100000"/>
              </a:lnSpc>
              <a:spcBef>
                <a:spcPts val="0"/>
              </a:spcBef>
              <a:defRPr sz="1600" b="1">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6" name="タイトル 5"/>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a:t>キーメッセージを入力（本スライドで一番伝えたいこと＜名詞止め・体言止め不可＞）</a:t>
            </a:r>
            <a:endParaRPr kumimoji="1" lang="ja-JP" altLang="en-US"/>
          </a:p>
        </p:txBody>
      </p:sp>
    </p:spTree>
  </p:cSld>
  <p:clrMapOvr>
    <a:masterClrMapping/>
  </p:clrMapOvr>
  <p:hf hdr="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基本版） タイトルのみ_Header上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p:txBody>
          <a:bodyPr/>
          <a:lstStyle>
            <a:lvl1pPr>
              <a:defRPr>
                <a:solidFill>
                  <a:schemeClr val="tx1"/>
                </a:solidFill>
                <a:latin typeface="+mn-lt"/>
                <a:ea typeface="+mn-ea"/>
                <a:cs typeface="+mn-cs"/>
                <a:sym typeface="+mn-lt"/>
              </a:defRPr>
            </a:lvl1pPr>
          </a:lstStyle>
          <a:p>
            <a:r>
              <a:rPr lang="en-GB" altLang="en-GB"/>
              <a:t>DT Template A4</a:t>
            </a:r>
          </a:p>
        </p:txBody>
      </p:sp>
      <p:sp>
        <p:nvSpPr>
          <p:cNvPr id="4" name="スライド番号プレースホルダ 3"/>
          <p:cNvSpPr>
            <a:spLocks noGrp="1"/>
          </p:cNvSpPr>
          <p:nvPr>
            <p:ph type="sldNum" sz="quarter" idx="11"/>
          </p:nvPr>
        </p:nvSpPr>
        <p:spPr bwMode="gray"/>
        <p:txBody>
          <a:bodyPr/>
          <a:lstStyle>
            <a:lvl1pPr>
              <a:defRPr>
                <a:solidFill>
                  <a:schemeClr val="tx1"/>
                </a:solidFill>
                <a:latin typeface="+mn-lt"/>
                <a:ea typeface="+mn-ea"/>
                <a:cs typeface="+mn-cs"/>
                <a:sym typeface="+mn-lt"/>
              </a:defRPr>
            </a:lvl1pPr>
          </a:lstStyle>
          <a:p>
            <a:fld id="{AA5FCFE5-FE56-4EF1-80A8-07776887C2A1}" type="slidenum">
              <a:rPr lang="ja-JP" altLang="en-US" smtClean="0"/>
              <a:t>‹#›</a:t>
            </a:fld>
            <a:endParaRPr lang="ja-JP" altLang="en-US"/>
          </a:p>
        </p:txBody>
      </p:sp>
      <p:sp>
        <p:nvSpPr>
          <p:cNvPr id="9" name="テキスト プレースホルダー 2"/>
          <p:cNvSpPr>
            <a:spLocks noGrp="1"/>
          </p:cNvSpPr>
          <p:nvPr>
            <p:ph type="body" sz="quarter" idx="15" hasCustomPrompt="1"/>
          </p:nvPr>
        </p:nvSpPr>
        <p:spPr bwMode="gray">
          <a:xfrm>
            <a:off x="513231" y="180000"/>
            <a:ext cx="11165538" cy="360000"/>
          </a:xfrm>
          <a:prstGeom prst="rect">
            <a:avLst/>
          </a:prstGeom>
        </p:spPr>
        <p:txBody>
          <a:bodyPr wrap="none" anchor="t" anchorCtr="0">
            <a:noAutofit/>
          </a:bodyPr>
          <a:lstStyle>
            <a:lvl1pPr>
              <a:lnSpc>
                <a:spcPct val="100000"/>
              </a:lnSpc>
              <a:spcBef>
                <a:spcPts val="0"/>
              </a:spcBef>
              <a:defRPr sz="2100" b="1" baseline="0">
                <a:solidFill>
                  <a:schemeClr val="tx1"/>
                </a:solidFill>
                <a:latin typeface="+mj-lt"/>
                <a:ea typeface="+mj-ea"/>
                <a:cs typeface="+mn-cs"/>
                <a:sym typeface="+mn-lt"/>
              </a:defRPr>
            </a:lvl1pPr>
          </a:lstStyle>
          <a:p>
            <a:pPr lvl="0"/>
            <a:r>
              <a:rPr kumimoji="1" lang="en-US" altLang="ja-JP"/>
              <a:t>Header</a:t>
            </a:r>
            <a:r>
              <a:rPr kumimoji="1" lang="ja-JP" altLang="en-US"/>
              <a:t>を入力（スライドタイトル）</a:t>
            </a:r>
          </a:p>
        </p:txBody>
      </p:sp>
      <p:sp>
        <p:nvSpPr>
          <p:cNvPr id="6" name="タイトル 5"/>
          <p:cNvSpPr>
            <a:spLocks noGrp="1"/>
          </p:cNvSpPr>
          <p:nvPr>
            <p:ph type="title" hasCustomPrompt="1"/>
          </p:nvPr>
        </p:nvSpPr>
        <p:spPr bwMode="gray">
          <a:xfrm>
            <a:off x="512611" y="684000"/>
            <a:ext cx="11165538" cy="615600"/>
          </a:xfrm>
        </p:spPr>
        <p:txBody>
          <a:bodyPr vert="horz" anchor="t"/>
          <a:lstStyle>
            <a:lvl1pPr>
              <a:defRPr sz="1800" b="0" baseline="0">
                <a:latin typeface="+mn-lt"/>
                <a:ea typeface="+mn-ea"/>
                <a:cs typeface="+mj-cs"/>
                <a:sym typeface="+mj-lt"/>
              </a:defRPr>
            </a:lvl1pPr>
          </a:lstStyle>
          <a:p>
            <a:r>
              <a:rPr lang="ja-JP" altLang="en-US"/>
              <a:t>キーメッセージを入力（本スライドで一番伝えたいこと＜名詞止め・体言止め不可＞）</a:t>
            </a:r>
            <a:endParaRPr kumimoji="1" lang="ja-JP" altLang="en-US"/>
          </a:p>
        </p:txBody>
      </p:sp>
    </p:spTree>
  </p:cSld>
  <p:clrMapOvr>
    <a:masterClrMapping/>
  </p:clrMapOvr>
  <p:hf hdr="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基本版） コンテンツ左サイド_レベル_A4">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4" name="オブジェクト 3"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7" name="コンテンツ プレースホルダ 2"/>
          <p:cNvSpPr>
            <a:spLocks noGrp="1"/>
          </p:cNvSpPr>
          <p:nvPr>
            <p:ph idx="1"/>
          </p:nvPr>
        </p:nvSpPr>
        <p:spPr bwMode="gray">
          <a:xfrm>
            <a:off x="512610" y="1476000"/>
            <a:ext cx="5361231" cy="4824000"/>
          </a:xfrm>
          <a:prstGeom prst="rect">
            <a:avLst/>
          </a:prstGeom>
        </p:spPr>
        <p:txBody>
          <a:bodyPr/>
          <a:lstStyle>
            <a:lvl1pPr>
              <a:lnSpc>
                <a:spcPct val="110000"/>
              </a:lnSpc>
              <a:spcBef>
                <a:spcPts val="600"/>
              </a:spcBef>
              <a:buNone/>
              <a:defRPr sz="1200" baseline="0">
                <a:latin typeface="+mn-lt"/>
                <a:ea typeface="+mn-ea"/>
                <a:cs typeface="+mn-cs"/>
                <a:sym typeface="+mn-lt"/>
              </a:defRPr>
            </a:lvl1pPr>
            <a:lvl2pPr marL="179705" indent="-179705">
              <a:lnSpc>
                <a:spcPct val="110000"/>
              </a:lnSpc>
              <a:spcBef>
                <a:spcPts val="600"/>
              </a:spcBef>
              <a:buFont typeface="Wingdings" panose="05000000000000000000" pitchFamily="2" charset="2"/>
              <a:buChar char="n"/>
              <a:defRPr sz="1200" baseline="0">
                <a:latin typeface="+mn-lt"/>
                <a:ea typeface="+mn-ea"/>
                <a:cs typeface="+mn-cs"/>
                <a:sym typeface="+mn-lt"/>
              </a:defRPr>
            </a:lvl2pPr>
            <a:lvl3pPr marL="360045" indent="-179705">
              <a:lnSpc>
                <a:spcPct val="110000"/>
              </a:lnSpc>
              <a:spcBef>
                <a:spcPts val="600"/>
              </a:spcBef>
              <a:buFont typeface="Wingdings" panose="05000000000000000000" pitchFamily="2" charset="2"/>
              <a:buChar char="Ø"/>
              <a:defRPr sz="1200" baseline="0">
                <a:latin typeface="+mn-lt"/>
                <a:ea typeface="+mn-ea"/>
                <a:cs typeface="+mn-cs"/>
                <a:sym typeface="+mn-lt"/>
              </a:defRPr>
            </a:lvl3pPr>
            <a:lvl4pPr marL="504190" marR="0" indent="-144145" algn="l" defTabSz="989330" rtl="0" eaLnBrk="1" fontAlgn="auto" latinLnBrk="0" hangingPunct="1">
              <a:lnSpc>
                <a:spcPct val="110000"/>
              </a:lnSpc>
              <a:spcBef>
                <a:spcPts val="600"/>
              </a:spcBef>
              <a:spcAft>
                <a:spcPts val="0"/>
              </a:spcAft>
              <a:buClrTx/>
              <a:buSzTx/>
              <a:buFont typeface="Arial" panose="020B0604020202020204" pitchFamily="34" charset="0"/>
              <a:buChar char="•"/>
              <a:defRPr sz="1200" baseline="0">
                <a:latin typeface="+mn-lt"/>
                <a:ea typeface="+mn-ea"/>
                <a:cs typeface="+mn-cs"/>
                <a:sym typeface="+mn-lt"/>
              </a:defRPr>
            </a:lvl4pPr>
            <a:lvl5pPr>
              <a:defRPr sz="1200"/>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6" name="スライド番号プレースホルダ 5"/>
          <p:cNvSpPr>
            <a:spLocks noGrp="1"/>
          </p:cNvSpPr>
          <p:nvPr>
            <p:ph type="sldNum" sz="quarter" idx="10"/>
          </p:nvPr>
        </p:nvSpPr>
        <p:spPr bwMode="gray"/>
        <p:txBody>
          <a:bodyPr/>
          <a:lstStyle>
            <a:lvl1pPr>
              <a:defRPr baseline="0">
                <a:solidFill>
                  <a:schemeClr val="tx1"/>
                </a:solidFill>
                <a:latin typeface="+mn-lt"/>
                <a:ea typeface="+mn-ea"/>
                <a:cs typeface="+mn-cs"/>
                <a:sym typeface="+mn-lt"/>
              </a:defRPr>
            </a:lvl1pPr>
          </a:lstStyle>
          <a:p>
            <a:fld id="{0822A2BF-4EE5-45F6-88E1-9AA10A8C672A}" type="slidenum">
              <a:rPr lang="ja-JP" altLang="en-US" smtClean="0"/>
              <a:t>‹#›</a:t>
            </a:fld>
            <a:endParaRPr lang="ja-JP" altLang="en-US"/>
          </a:p>
        </p:txBody>
      </p:sp>
      <p:sp>
        <p:nvSpPr>
          <p:cNvPr id="8" name="フッター プレースホルダ 7"/>
          <p:cNvSpPr>
            <a:spLocks noGrp="1"/>
          </p:cNvSpPr>
          <p:nvPr>
            <p:ph type="ftr" sz="quarter" idx="11"/>
          </p:nvPr>
        </p:nvSpPr>
        <p:spPr bwMode="gray"/>
        <p:txBody>
          <a:bodyPr/>
          <a:lstStyle>
            <a:lvl1pPr>
              <a:defRPr baseline="0">
                <a:solidFill>
                  <a:schemeClr val="tx1"/>
                </a:solidFill>
                <a:latin typeface="+mn-lt"/>
                <a:ea typeface="+mn-ea"/>
                <a:cs typeface="+mn-cs"/>
                <a:sym typeface="+mn-lt"/>
              </a:defRPr>
            </a:lvl1pPr>
          </a:lstStyle>
          <a:p>
            <a:r>
              <a:rPr lang="en-GB" altLang="en-GB"/>
              <a:t>DT Template A4</a:t>
            </a:r>
          </a:p>
        </p:txBody>
      </p:sp>
      <p:sp>
        <p:nvSpPr>
          <p:cNvPr id="3" name="テキスト プレースホルダー 2"/>
          <p:cNvSpPr>
            <a:spLocks noGrp="1"/>
          </p:cNvSpPr>
          <p:nvPr>
            <p:ph type="body" sz="quarter" idx="12" hasCustomPrompt="1"/>
          </p:nvPr>
        </p:nvSpPr>
        <p:spPr bwMode="gray">
          <a:xfrm>
            <a:off x="512610" y="1008000"/>
            <a:ext cx="5361231" cy="468000"/>
          </a:xfrm>
          <a:prstGeom prst="rect">
            <a:avLst/>
          </a:prstGeom>
        </p:spPr>
        <p:txBody>
          <a:bodyPr wrap="none" anchor="ctr">
            <a:noAutofit/>
          </a:bodyPr>
          <a:lstStyle>
            <a:lvl1pPr>
              <a:lnSpc>
                <a:spcPct val="100000"/>
              </a:lnSpc>
              <a:spcBef>
                <a:spcPts val="0"/>
              </a:spcBef>
              <a:defRPr sz="1600" b="1" baseline="0">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2" name="タイトル 1"/>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a:t>キーメッセージを入力（本スライドで一番伝えたいこと＜名詞止め・体言止め不可＞）</a:t>
            </a:r>
            <a:endParaRPr kumimoji="1" lang="ja-JP" altLang="en-US"/>
          </a:p>
        </p:txBody>
      </p:sp>
    </p:spTree>
  </p:cSld>
  <p:clrMapOvr>
    <a:masterClrMapping/>
  </p:clrMapOvr>
  <p:hf hdr="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基本版） コンテンツ両サイド_レベル_A4">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4" name="オブジェクト 3"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8" name="コンテンツ プレースホルダ 2"/>
          <p:cNvSpPr>
            <a:spLocks noGrp="1"/>
          </p:cNvSpPr>
          <p:nvPr>
            <p:ph idx="1"/>
          </p:nvPr>
        </p:nvSpPr>
        <p:spPr bwMode="gray">
          <a:xfrm>
            <a:off x="512610" y="1476000"/>
            <a:ext cx="5361231" cy="4824000"/>
          </a:xfrm>
          <a:prstGeom prst="rect">
            <a:avLst/>
          </a:prstGeom>
        </p:spPr>
        <p:txBody>
          <a:bodyPr/>
          <a:lstStyle>
            <a:lvl1pPr>
              <a:lnSpc>
                <a:spcPct val="110000"/>
              </a:lnSpc>
              <a:spcBef>
                <a:spcPts val="600"/>
              </a:spcBef>
              <a:buNone/>
              <a:defRPr sz="1200" baseline="0">
                <a:latin typeface="+mn-lt"/>
                <a:ea typeface="+mn-ea"/>
                <a:cs typeface="+mn-cs"/>
                <a:sym typeface="+mn-lt"/>
              </a:defRPr>
            </a:lvl1pPr>
            <a:lvl2pPr marL="179705" indent="-179705">
              <a:lnSpc>
                <a:spcPct val="110000"/>
              </a:lnSpc>
              <a:spcBef>
                <a:spcPts val="600"/>
              </a:spcBef>
              <a:buFont typeface="Wingdings" panose="05000000000000000000" pitchFamily="2" charset="2"/>
              <a:buChar char="n"/>
              <a:defRPr sz="1200" baseline="0">
                <a:latin typeface="+mn-lt"/>
                <a:ea typeface="+mn-ea"/>
                <a:cs typeface="+mn-cs"/>
                <a:sym typeface="+mn-lt"/>
              </a:defRPr>
            </a:lvl2pPr>
            <a:lvl3pPr marL="360045" indent="-179705">
              <a:lnSpc>
                <a:spcPct val="110000"/>
              </a:lnSpc>
              <a:spcBef>
                <a:spcPts val="600"/>
              </a:spcBef>
              <a:buFont typeface="Wingdings" panose="05000000000000000000" pitchFamily="2" charset="2"/>
              <a:buChar char="Ø"/>
              <a:defRPr sz="1200" baseline="0">
                <a:latin typeface="+mn-lt"/>
                <a:ea typeface="+mn-ea"/>
                <a:cs typeface="+mn-cs"/>
                <a:sym typeface="+mn-lt"/>
              </a:defRPr>
            </a:lvl3pPr>
            <a:lvl4pPr marL="504190" marR="0" indent="-144145" algn="l" defTabSz="989330" rtl="0" eaLnBrk="1" fontAlgn="auto" latinLnBrk="0" hangingPunct="1">
              <a:lnSpc>
                <a:spcPct val="110000"/>
              </a:lnSpc>
              <a:spcBef>
                <a:spcPts val="600"/>
              </a:spcBef>
              <a:spcAft>
                <a:spcPts val="0"/>
              </a:spcAft>
              <a:buClrTx/>
              <a:buSzTx/>
              <a:buFont typeface="Arial" panose="020B0604020202020204" pitchFamily="34" charset="0"/>
              <a:buChar char="•"/>
              <a:defRPr sz="1200" baseline="0">
                <a:latin typeface="+mn-lt"/>
                <a:ea typeface="+mn-ea"/>
                <a:cs typeface="+mn-cs"/>
                <a:sym typeface="+mn-lt"/>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9" name="コンテンツ プレースホルダ 2"/>
          <p:cNvSpPr>
            <a:spLocks noGrp="1"/>
          </p:cNvSpPr>
          <p:nvPr>
            <p:ph idx="12"/>
          </p:nvPr>
        </p:nvSpPr>
        <p:spPr bwMode="gray">
          <a:xfrm>
            <a:off x="6316785" y="1476000"/>
            <a:ext cx="5361231" cy="4824000"/>
          </a:xfrm>
          <a:prstGeom prst="rect">
            <a:avLst/>
          </a:prstGeom>
        </p:spPr>
        <p:txBody>
          <a:bodyPr/>
          <a:lstStyle>
            <a:lvl1pPr>
              <a:lnSpc>
                <a:spcPct val="110000"/>
              </a:lnSpc>
              <a:spcBef>
                <a:spcPts val="600"/>
              </a:spcBef>
              <a:buNone/>
              <a:defRPr sz="1200" baseline="0">
                <a:latin typeface="+mn-lt"/>
                <a:ea typeface="+mn-ea"/>
                <a:cs typeface="+mn-cs"/>
                <a:sym typeface="+mn-lt"/>
              </a:defRPr>
            </a:lvl1pPr>
            <a:lvl2pPr marL="179705" indent="-179705">
              <a:lnSpc>
                <a:spcPct val="110000"/>
              </a:lnSpc>
              <a:spcBef>
                <a:spcPts val="600"/>
              </a:spcBef>
              <a:buFont typeface="Wingdings" panose="05000000000000000000" pitchFamily="2" charset="2"/>
              <a:buChar char="n"/>
              <a:defRPr sz="1200" baseline="0">
                <a:latin typeface="+mn-lt"/>
                <a:ea typeface="+mn-ea"/>
                <a:cs typeface="+mn-cs"/>
                <a:sym typeface="+mn-lt"/>
              </a:defRPr>
            </a:lvl2pPr>
            <a:lvl3pPr marL="360045" indent="-179705">
              <a:lnSpc>
                <a:spcPct val="110000"/>
              </a:lnSpc>
              <a:spcBef>
                <a:spcPts val="600"/>
              </a:spcBef>
              <a:buFont typeface="Wingdings" panose="05000000000000000000" pitchFamily="2" charset="2"/>
              <a:buChar char="Ø"/>
              <a:defRPr sz="1200" baseline="0">
                <a:latin typeface="+mn-lt"/>
                <a:ea typeface="+mn-ea"/>
                <a:cs typeface="+mn-cs"/>
                <a:sym typeface="+mn-lt"/>
              </a:defRPr>
            </a:lvl3pPr>
            <a:lvl4pPr marL="504190" indent="-144145">
              <a:lnSpc>
                <a:spcPct val="110000"/>
              </a:lnSpc>
              <a:spcBef>
                <a:spcPts val="600"/>
              </a:spcBef>
              <a:buFont typeface="Arial" panose="020B0604020202020204" pitchFamily="34" charset="0"/>
              <a:buChar char="•"/>
              <a:defRPr sz="1200" baseline="0">
                <a:latin typeface="+mn-lt"/>
                <a:ea typeface="+mn-ea"/>
                <a:cs typeface="+mn-cs"/>
                <a:sym typeface="+mn-lt"/>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10" name="スライド番号プレースホルダ 9"/>
          <p:cNvSpPr>
            <a:spLocks noGrp="1"/>
          </p:cNvSpPr>
          <p:nvPr>
            <p:ph type="sldNum" sz="quarter" idx="13"/>
          </p:nvPr>
        </p:nvSpPr>
        <p:spPr bwMode="gray"/>
        <p:txBody>
          <a:bodyPr/>
          <a:lstStyle>
            <a:lvl1pPr>
              <a:defRPr baseline="0">
                <a:solidFill>
                  <a:schemeClr val="tx1"/>
                </a:solidFill>
                <a:latin typeface="+mn-lt"/>
                <a:ea typeface="+mn-ea"/>
                <a:cs typeface="+mn-cs"/>
                <a:sym typeface="+mn-lt"/>
              </a:defRPr>
            </a:lvl1pPr>
          </a:lstStyle>
          <a:p>
            <a:fld id="{A3EB1B23-9AF8-425B-BAD7-B9FA00F18833}" type="slidenum">
              <a:rPr lang="ja-JP" altLang="en-US" smtClean="0"/>
              <a:t>‹#›</a:t>
            </a:fld>
            <a:endParaRPr lang="ja-JP" altLang="en-US"/>
          </a:p>
        </p:txBody>
      </p:sp>
      <p:sp>
        <p:nvSpPr>
          <p:cNvPr id="11" name="フッター プレースホルダ 10"/>
          <p:cNvSpPr>
            <a:spLocks noGrp="1"/>
          </p:cNvSpPr>
          <p:nvPr>
            <p:ph type="ftr" sz="quarter" idx="14"/>
          </p:nvPr>
        </p:nvSpPr>
        <p:spPr bwMode="gray"/>
        <p:txBody>
          <a:bodyPr/>
          <a:lstStyle>
            <a:lvl1pPr>
              <a:defRPr baseline="0">
                <a:solidFill>
                  <a:schemeClr val="tx1"/>
                </a:solidFill>
                <a:latin typeface="+mn-lt"/>
                <a:ea typeface="+mn-ea"/>
                <a:cs typeface="+mn-cs"/>
                <a:sym typeface="+mn-lt"/>
              </a:defRPr>
            </a:lvl1pPr>
          </a:lstStyle>
          <a:p>
            <a:r>
              <a:rPr lang="en-GB" altLang="en-GB"/>
              <a:t>DT Template A4</a:t>
            </a:r>
          </a:p>
        </p:txBody>
      </p:sp>
      <p:sp>
        <p:nvSpPr>
          <p:cNvPr id="3" name="テキスト プレースホルダー 2"/>
          <p:cNvSpPr>
            <a:spLocks noGrp="1"/>
          </p:cNvSpPr>
          <p:nvPr>
            <p:ph type="body" sz="quarter" idx="15" hasCustomPrompt="1"/>
          </p:nvPr>
        </p:nvSpPr>
        <p:spPr bwMode="gray">
          <a:xfrm>
            <a:off x="512610" y="1008000"/>
            <a:ext cx="5361231" cy="468000"/>
          </a:xfrm>
          <a:prstGeom prst="rect">
            <a:avLst/>
          </a:prstGeom>
        </p:spPr>
        <p:txBody>
          <a:bodyPr wrap="none" anchor="ctr">
            <a:noAutofit/>
          </a:bodyPr>
          <a:lstStyle>
            <a:lvl1pPr>
              <a:lnSpc>
                <a:spcPct val="100000"/>
              </a:lnSpc>
              <a:spcBef>
                <a:spcPts val="0"/>
              </a:spcBef>
              <a:defRPr sz="1600" b="1" baseline="0">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13" name="テキスト プレースホルダー 2"/>
          <p:cNvSpPr>
            <a:spLocks noGrp="1"/>
          </p:cNvSpPr>
          <p:nvPr>
            <p:ph type="body" sz="quarter" idx="16" hasCustomPrompt="1"/>
          </p:nvPr>
        </p:nvSpPr>
        <p:spPr bwMode="gray">
          <a:xfrm>
            <a:off x="6316785" y="1008000"/>
            <a:ext cx="5361231" cy="468000"/>
          </a:xfrm>
          <a:prstGeom prst="rect">
            <a:avLst/>
          </a:prstGeom>
        </p:spPr>
        <p:txBody>
          <a:bodyPr wrap="none" anchor="ctr">
            <a:noAutofit/>
          </a:bodyPr>
          <a:lstStyle>
            <a:lvl1pPr>
              <a:lnSpc>
                <a:spcPct val="100000"/>
              </a:lnSpc>
              <a:spcBef>
                <a:spcPts val="0"/>
              </a:spcBef>
              <a:defRPr sz="1600" b="1" baseline="0">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2" name="タイトル 1"/>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a:t>キーメッセージを入力（本スライドで一番伝えたいこと＜名詞止め・体言止め不可＞）</a:t>
            </a:r>
            <a:endParaRPr kumimoji="1" lang="ja-JP" altLang="en-US"/>
          </a:p>
        </p:txBody>
      </p:sp>
    </p:spTree>
  </p:cSld>
  <p:clrMapOvr>
    <a:masterClrMapping/>
  </p:clrMapOvr>
  <p:hf hdr="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基本版） コンテンツ全面_レベル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6" name="コンテンツ プレースホルダ 2"/>
          <p:cNvSpPr>
            <a:spLocks noGrp="1"/>
          </p:cNvSpPr>
          <p:nvPr>
            <p:ph idx="1"/>
          </p:nvPr>
        </p:nvSpPr>
        <p:spPr bwMode="gray">
          <a:xfrm>
            <a:off x="513230" y="1476000"/>
            <a:ext cx="11165538" cy="4824000"/>
          </a:xfrm>
          <a:prstGeom prst="rect">
            <a:avLst/>
          </a:prstGeom>
        </p:spPr>
        <p:txBody>
          <a:bodyPr/>
          <a:lstStyle>
            <a:lvl1pPr>
              <a:lnSpc>
                <a:spcPct val="110000"/>
              </a:lnSpc>
              <a:spcBef>
                <a:spcPts val="600"/>
              </a:spcBef>
              <a:buFont typeface="Arial" panose="020B0604020202020204" pitchFamily="34" charset="0"/>
              <a:buNone/>
              <a:defRPr sz="1200" baseline="0">
                <a:latin typeface="+mn-lt"/>
                <a:ea typeface="+mn-ea"/>
                <a:cs typeface="+mn-cs"/>
                <a:sym typeface="+mn-lt"/>
              </a:defRPr>
            </a:lvl1pPr>
            <a:lvl2pPr marL="179705" indent="-179705">
              <a:lnSpc>
                <a:spcPct val="110000"/>
              </a:lnSpc>
              <a:spcBef>
                <a:spcPts val="600"/>
              </a:spcBef>
              <a:buFont typeface="Wingdings" panose="05000000000000000000" pitchFamily="2" charset="2"/>
              <a:buChar char="n"/>
              <a:defRPr sz="1200" baseline="0">
                <a:latin typeface="+mn-lt"/>
                <a:ea typeface="+mn-ea"/>
                <a:cs typeface="+mn-cs"/>
                <a:sym typeface="+mn-lt"/>
              </a:defRPr>
            </a:lvl2pPr>
            <a:lvl3pPr marL="360045" indent="-179705">
              <a:lnSpc>
                <a:spcPct val="110000"/>
              </a:lnSpc>
              <a:spcBef>
                <a:spcPts val="600"/>
              </a:spcBef>
              <a:buFont typeface="Wingdings" panose="05000000000000000000" pitchFamily="2" charset="2"/>
              <a:buChar char="Ø"/>
              <a:defRPr sz="1200" baseline="0">
                <a:latin typeface="+mn-lt"/>
                <a:ea typeface="+mn-ea"/>
                <a:cs typeface="+mn-cs"/>
                <a:sym typeface="+mn-lt"/>
              </a:defRPr>
            </a:lvl3pPr>
            <a:lvl4pPr marL="504190" indent="-144145">
              <a:lnSpc>
                <a:spcPct val="110000"/>
              </a:lnSpc>
              <a:spcBef>
                <a:spcPts val="600"/>
              </a:spcBef>
              <a:buFont typeface="Arial" panose="020B0604020202020204" pitchFamily="34" charset="0"/>
              <a:buChar char="•"/>
              <a:defRPr sz="1200" baseline="0">
                <a:latin typeface="+mn-lt"/>
                <a:ea typeface="+mn-ea"/>
                <a:cs typeface="+mn-cs"/>
                <a:sym typeface="+mn-lt"/>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9" name="スライド番号プレースホルダ 8"/>
          <p:cNvSpPr>
            <a:spLocks noGrp="1"/>
          </p:cNvSpPr>
          <p:nvPr>
            <p:ph type="sldNum" sz="quarter" idx="10"/>
          </p:nvPr>
        </p:nvSpPr>
        <p:spPr bwMode="gray"/>
        <p:txBody>
          <a:bodyPr/>
          <a:lstStyle>
            <a:lvl1pPr>
              <a:defRPr baseline="0">
                <a:solidFill>
                  <a:schemeClr val="tx1"/>
                </a:solidFill>
                <a:latin typeface="+mn-lt"/>
                <a:ea typeface="+mn-ea"/>
                <a:cs typeface="+mn-cs"/>
                <a:sym typeface="+mn-lt"/>
              </a:defRPr>
            </a:lvl1pPr>
          </a:lstStyle>
          <a:p>
            <a:fld id="{543A0986-838B-4D2A-A95C-8CB1738263FE}" type="slidenum">
              <a:rPr lang="ja-JP" altLang="en-US" smtClean="0"/>
              <a:t>‹#›</a:t>
            </a:fld>
            <a:endParaRPr lang="ja-JP" altLang="en-US"/>
          </a:p>
        </p:txBody>
      </p:sp>
      <p:sp>
        <p:nvSpPr>
          <p:cNvPr id="10" name="フッター プレースホルダ 9"/>
          <p:cNvSpPr>
            <a:spLocks noGrp="1"/>
          </p:cNvSpPr>
          <p:nvPr>
            <p:ph type="ftr" sz="quarter" idx="11"/>
          </p:nvPr>
        </p:nvSpPr>
        <p:spPr bwMode="gray"/>
        <p:txBody>
          <a:bodyPr/>
          <a:lstStyle>
            <a:lvl1pPr>
              <a:defRPr baseline="0">
                <a:solidFill>
                  <a:schemeClr val="tx1"/>
                </a:solidFill>
                <a:latin typeface="+mn-lt"/>
                <a:ea typeface="+mn-ea"/>
                <a:cs typeface="+mn-cs"/>
                <a:sym typeface="+mn-lt"/>
              </a:defRPr>
            </a:lvl1pPr>
          </a:lstStyle>
          <a:p>
            <a:r>
              <a:rPr lang="en-GB" altLang="en-GB"/>
              <a:t>DT Template A4</a:t>
            </a:r>
          </a:p>
        </p:txBody>
      </p:sp>
      <p:sp>
        <p:nvSpPr>
          <p:cNvPr id="8" name="テキスト プレースホルダー 2"/>
          <p:cNvSpPr>
            <a:spLocks noGrp="1"/>
          </p:cNvSpPr>
          <p:nvPr>
            <p:ph type="body" sz="quarter" idx="15" hasCustomPrompt="1"/>
          </p:nvPr>
        </p:nvSpPr>
        <p:spPr bwMode="gray">
          <a:xfrm>
            <a:off x="512610" y="1008000"/>
            <a:ext cx="5361231" cy="468000"/>
          </a:xfrm>
          <a:prstGeom prst="rect">
            <a:avLst/>
          </a:prstGeom>
        </p:spPr>
        <p:txBody>
          <a:bodyPr wrap="none" anchor="ctr">
            <a:noAutofit/>
          </a:bodyPr>
          <a:lstStyle>
            <a:lvl1pPr>
              <a:lnSpc>
                <a:spcPct val="100000"/>
              </a:lnSpc>
              <a:spcBef>
                <a:spcPts val="0"/>
              </a:spcBef>
              <a:defRPr sz="1600" b="1" baseline="0">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3" name="タイトル 2"/>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a:t>キーメッセージを入力（本スライドで一番伝えたいこと＜名詞止め・体言止め不可＞）</a:t>
            </a:r>
            <a:endParaRPr kumimoji="1" lang="ja-JP" altLang="en-US"/>
          </a:p>
        </p:txBody>
      </p:sp>
    </p:spTree>
  </p:cSld>
  <p:clrMapOvr>
    <a:masterClrMapping/>
  </p:clrMapOvr>
  <p:hf hdr="0"/>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白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7" name="テキスト ボックス 6"/>
          <p:cNvSpPr txBox="1"/>
          <p:nvPr userDrawn="1"/>
        </p:nvSpPr>
        <p:spPr bwMode="gray">
          <a:xfrm>
            <a:off x="9896858" y="6517424"/>
            <a:ext cx="1402628" cy="251544"/>
          </a:xfrm>
          <a:prstGeom prst="rect">
            <a:avLst/>
          </a:prstGeom>
          <a:noFill/>
        </p:spPr>
        <p:txBody>
          <a:bodyPr wrap="none" lIns="0" tIns="0" rIns="0" bIns="0" rtlCol="0">
            <a:spAutoFit/>
          </a:bodyPr>
          <a:lstStyle/>
          <a:p>
            <a:pPr algn="l">
              <a:lnSpc>
                <a:spcPts val="950"/>
              </a:lnSpc>
            </a:pPr>
            <a:r>
              <a:rPr kumimoji="1" lang="en-US" altLang="ja-JP" sz="800">
                <a:latin typeface="+mn-lt"/>
                <a:cs typeface="+mn-cs"/>
                <a:sym typeface="+mn-lt"/>
              </a:rPr>
              <a:t>Member of</a:t>
            </a:r>
            <a:br>
              <a:rPr kumimoji="1" lang="en-US" altLang="ja-JP" sz="800">
                <a:latin typeface="+mn-lt"/>
                <a:cs typeface="+mn-cs"/>
                <a:sym typeface="+mn-lt"/>
              </a:rPr>
            </a:br>
            <a:r>
              <a:rPr kumimoji="1" lang="en-US" altLang="ja-JP" sz="800" b="1">
                <a:latin typeface="+mn-lt"/>
                <a:cs typeface="+mn-cs"/>
                <a:sym typeface="+mn-lt"/>
              </a:rPr>
              <a:t>Deloitte Touche Tohmatsu Limited</a:t>
            </a:r>
            <a:endParaRPr kumimoji="1" lang="ja-JP" altLang="en-US" sz="800" b="1">
              <a:latin typeface="+mn-lt"/>
              <a:cs typeface="+mn-cs"/>
              <a:sym typeface="+mn-lt"/>
            </a:endParaRPr>
          </a:p>
        </p:txBody>
      </p:sp>
      <p:sp>
        <p:nvSpPr>
          <p:cNvPr id="14" name="テキスト プレースホルダー 13"/>
          <p:cNvSpPr>
            <a:spLocks noGrp="1"/>
          </p:cNvSpPr>
          <p:nvPr>
            <p:ph type="body" sz="quarter" idx="10"/>
          </p:nvPr>
        </p:nvSpPr>
        <p:spPr bwMode="gray">
          <a:xfrm>
            <a:off x="513969" y="6336003"/>
            <a:ext cx="8640000" cy="127856"/>
          </a:xfrm>
        </p:spPr>
        <p:txBody>
          <a:bodyPr anchor="b" anchorCtr="0">
            <a:spAutoFit/>
          </a:bodyPr>
          <a:lstStyle>
            <a:lvl1pPr>
              <a:defRPr sz="800">
                <a:cs typeface="+mn-cs"/>
              </a:defRPr>
            </a:lvl1pPr>
          </a:lstStyle>
          <a:p>
            <a:pPr lvl="0"/>
            <a:r>
              <a:rPr kumimoji="1" lang="ja-JP" altLang="en-US"/>
              <a:t>マスター テキストの書式設定</a:t>
            </a:r>
          </a:p>
        </p:txBody>
      </p:sp>
      <p:pic>
        <p:nvPicPr>
          <p:cNvPr id="18" name="図 17"/>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bwMode="gray">
          <a:xfrm>
            <a:off x="513969" y="432000"/>
            <a:ext cx="2304000" cy="587972"/>
          </a:xfrm>
          <a:prstGeom prst="rect">
            <a:avLst/>
          </a:prstGeom>
        </p:spPr>
      </p:pic>
      <p:sp>
        <p:nvSpPr>
          <p:cNvPr id="8" name="Text Box 37"/>
          <p:cNvSpPr txBox="1">
            <a:spLocks noChangeArrowheads="1"/>
          </p:cNvSpPr>
          <p:nvPr userDrawn="1"/>
        </p:nvSpPr>
        <p:spPr bwMode="gray">
          <a:xfrm>
            <a:off x="513969" y="6588000"/>
            <a:ext cx="5361231" cy="169200"/>
          </a:xfrm>
          <a:prstGeom prst="rect">
            <a:avLst/>
          </a:prstGeom>
          <a:noFill/>
          <a:ln w="9525">
            <a:noFill/>
            <a:miter lim="800000"/>
          </a:ln>
          <a:effectLst/>
        </p:spPr>
        <p:txBody>
          <a:bodyPr wrap="none" lIns="0" tIns="0" rIns="0" bIns="0" anchor="b" anchorCtr="0">
            <a:noAutofit/>
          </a:bodyPr>
          <a:lstStyle/>
          <a:p>
            <a:pPr algn="l" rtl="0" eaLnBrk="0" fontAlgn="base" hangingPunct="0">
              <a:spcBef>
                <a:spcPct val="50000"/>
              </a:spcBef>
              <a:spcAft>
                <a:spcPct val="0"/>
              </a:spcAft>
            </a:pPr>
            <a:r>
              <a:rPr lang="en-US" altLang="ja-JP" sz="800" kern="1200">
                <a:solidFill>
                  <a:schemeClr val="tx1"/>
                </a:solidFill>
                <a:latin typeface="+mn-lt"/>
                <a:ea typeface="+mn-ea"/>
                <a:cs typeface="+mn-cs"/>
                <a:sym typeface="+mn-lt"/>
              </a:rPr>
              <a:t>© 2022. For information, contact Deloitte Tohmatsu Group.</a:t>
            </a:r>
          </a:p>
        </p:txBody>
      </p:sp>
      <p:pic>
        <p:nvPicPr>
          <p:cNvPr id="4" name="図 3"/>
          <p:cNvPicPr>
            <a:picLocks noChangeAspect="1"/>
          </p:cNvPicPr>
          <p:nvPr userDrawn="1"/>
        </p:nvPicPr>
        <p:blipFill>
          <a:blip r:embed="rId6"/>
          <a:stretch>
            <a:fillRect/>
          </a:stretch>
        </p:blipFill>
        <p:spPr bwMode="gray">
          <a:xfrm>
            <a:off x="9908831" y="5472511"/>
            <a:ext cx="1772308" cy="873777"/>
          </a:xfrm>
          <a:prstGeom prst="rect">
            <a:avLst/>
          </a:prstGeom>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黒_A4">
    <p:bg bwMode="gray">
      <p:bgPr>
        <a:solidFill>
          <a:schemeClr val="tx1"/>
        </a:solidFill>
        <a:effectLst/>
      </p:bgPr>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7" name="テキスト ボックス 6"/>
          <p:cNvSpPr txBox="1"/>
          <p:nvPr userDrawn="1"/>
        </p:nvSpPr>
        <p:spPr bwMode="gray">
          <a:xfrm>
            <a:off x="9896858" y="6517424"/>
            <a:ext cx="1402628" cy="251544"/>
          </a:xfrm>
          <a:prstGeom prst="rect">
            <a:avLst/>
          </a:prstGeom>
          <a:noFill/>
        </p:spPr>
        <p:txBody>
          <a:bodyPr wrap="none" lIns="0" tIns="0" rIns="0" bIns="0" rtlCol="0">
            <a:spAutoFit/>
          </a:bodyPr>
          <a:lstStyle/>
          <a:p>
            <a:pPr algn="l">
              <a:lnSpc>
                <a:spcPts val="950"/>
              </a:lnSpc>
            </a:pPr>
            <a:r>
              <a:rPr kumimoji="1" lang="en-US" altLang="ja-JP" sz="800">
                <a:solidFill>
                  <a:schemeClr val="bg1"/>
                </a:solidFill>
                <a:latin typeface="+mn-lt"/>
                <a:cs typeface="+mn-cs"/>
                <a:sym typeface="+mn-lt"/>
              </a:rPr>
              <a:t>Member of</a:t>
            </a:r>
            <a:br>
              <a:rPr kumimoji="1" lang="en-US" altLang="ja-JP" sz="800">
                <a:solidFill>
                  <a:schemeClr val="bg1"/>
                </a:solidFill>
                <a:latin typeface="+mn-lt"/>
                <a:cs typeface="+mn-cs"/>
                <a:sym typeface="+mn-lt"/>
              </a:rPr>
            </a:br>
            <a:r>
              <a:rPr kumimoji="1" lang="en-US" altLang="ja-JP" sz="800" b="1">
                <a:solidFill>
                  <a:schemeClr val="bg1"/>
                </a:solidFill>
                <a:latin typeface="+mn-lt"/>
                <a:cs typeface="+mn-cs"/>
                <a:sym typeface="+mn-lt"/>
              </a:rPr>
              <a:t>Deloitte Touche Tohmatsu Limited</a:t>
            </a:r>
            <a:endParaRPr kumimoji="1" lang="ja-JP" altLang="en-US" sz="800" b="1">
              <a:solidFill>
                <a:schemeClr val="bg1"/>
              </a:solidFill>
              <a:latin typeface="+mn-lt"/>
              <a:cs typeface="+mn-cs"/>
              <a:sym typeface="+mn-lt"/>
            </a:endParaRPr>
          </a:p>
        </p:txBody>
      </p:sp>
      <p:sp>
        <p:nvSpPr>
          <p:cNvPr id="11" name="テキスト プレースホルダー 13"/>
          <p:cNvSpPr>
            <a:spLocks noGrp="1"/>
          </p:cNvSpPr>
          <p:nvPr>
            <p:ph type="body" sz="quarter" idx="10"/>
          </p:nvPr>
        </p:nvSpPr>
        <p:spPr bwMode="gray">
          <a:xfrm>
            <a:off x="513969" y="6336003"/>
            <a:ext cx="8640000" cy="127856"/>
          </a:xfrm>
        </p:spPr>
        <p:txBody>
          <a:bodyPr anchor="b" anchorCtr="0">
            <a:spAutoFit/>
          </a:bodyPr>
          <a:lstStyle>
            <a:lvl1pPr>
              <a:defRPr sz="800">
                <a:solidFill>
                  <a:schemeClr val="bg1"/>
                </a:solidFill>
                <a:cs typeface="+mn-cs"/>
              </a:defRPr>
            </a:lvl1pPr>
          </a:lstStyle>
          <a:p>
            <a:pPr lvl="0"/>
            <a:r>
              <a:rPr kumimoji="1" lang="ja-JP" altLang="en-US"/>
              <a:t>マスター テキストの書式設定</a:t>
            </a:r>
          </a:p>
        </p:txBody>
      </p:sp>
      <p:pic>
        <p:nvPicPr>
          <p:cNvPr id="13" name="図 12"/>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bwMode="gray">
          <a:xfrm>
            <a:off x="513971" y="432000"/>
            <a:ext cx="2302096" cy="586800"/>
          </a:xfrm>
          <a:prstGeom prst="rect">
            <a:avLst/>
          </a:prstGeom>
        </p:spPr>
      </p:pic>
      <p:sp>
        <p:nvSpPr>
          <p:cNvPr id="8" name="Text Box 37"/>
          <p:cNvSpPr txBox="1">
            <a:spLocks noChangeArrowheads="1"/>
          </p:cNvSpPr>
          <p:nvPr userDrawn="1"/>
        </p:nvSpPr>
        <p:spPr bwMode="gray">
          <a:xfrm>
            <a:off x="513969" y="6588000"/>
            <a:ext cx="5361231" cy="169200"/>
          </a:xfrm>
          <a:prstGeom prst="rect">
            <a:avLst/>
          </a:prstGeom>
          <a:noFill/>
          <a:ln w="9525">
            <a:noFill/>
            <a:miter lim="800000"/>
          </a:ln>
          <a:effectLst/>
        </p:spPr>
        <p:txBody>
          <a:bodyPr wrap="none" lIns="0" tIns="0" rIns="0" bIns="0" anchor="b" anchorCtr="0">
            <a:noAutofit/>
          </a:bodyPr>
          <a:lstStyle/>
          <a:p>
            <a:pPr algn="l" rtl="0" eaLnBrk="0" fontAlgn="base" hangingPunct="0">
              <a:spcBef>
                <a:spcPct val="50000"/>
              </a:spcBef>
              <a:spcAft>
                <a:spcPct val="0"/>
              </a:spcAft>
            </a:pPr>
            <a:r>
              <a:rPr lang="en-US" altLang="ja-JP" sz="800" kern="1200">
                <a:solidFill>
                  <a:schemeClr val="bg1"/>
                </a:solidFill>
                <a:latin typeface="+mn-lt"/>
                <a:ea typeface="+mn-ea"/>
                <a:cs typeface="+mn-cs"/>
                <a:sym typeface="+mn-lt"/>
              </a:rPr>
              <a:t>© 2022. For information, contact Deloitte Tohmatsu Group.</a:t>
            </a:r>
          </a:p>
        </p:txBody>
      </p:sp>
      <p:pic>
        <p:nvPicPr>
          <p:cNvPr id="6" name="図 5"/>
          <p:cNvPicPr>
            <a:picLocks noChangeAspect="1"/>
          </p:cNvPicPr>
          <p:nvPr userDrawn="1"/>
        </p:nvPicPr>
        <p:blipFill>
          <a:blip r:embed="rId6"/>
          <a:stretch>
            <a:fillRect/>
          </a:stretch>
        </p:blipFill>
        <p:spPr bwMode="gray">
          <a:xfrm>
            <a:off x="9908831" y="5472506"/>
            <a:ext cx="1772308" cy="873777"/>
          </a:xfrm>
          <a:prstGeom prst="rect">
            <a:avLst/>
          </a:prstGeom>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白_トーマツロゴ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7" name="テキスト ボックス 6"/>
          <p:cNvSpPr txBox="1"/>
          <p:nvPr userDrawn="1"/>
        </p:nvSpPr>
        <p:spPr bwMode="gray">
          <a:xfrm>
            <a:off x="9896858" y="6517424"/>
            <a:ext cx="1402628" cy="251544"/>
          </a:xfrm>
          <a:prstGeom prst="rect">
            <a:avLst/>
          </a:prstGeom>
          <a:noFill/>
        </p:spPr>
        <p:txBody>
          <a:bodyPr wrap="none" lIns="0" tIns="0" rIns="0" bIns="0" rtlCol="0">
            <a:spAutoFit/>
          </a:bodyPr>
          <a:lstStyle/>
          <a:p>
            <a:pPr algn="l">
              <a:lnSpc>
                <a:spcPts val="950"/>
              </a:lnSpc>
            </a:pPr>
            <a:r>
              <a:rPr kumimoji="1" lang="en-US" altLang="ja-JP" sz="800">
                <a:latin typeface="+mn-lt"/>
                <a:cs typeface="+mn-cs"/>
                <a:sym typeface="+mn-lt"/>
              </a:rPr>
              <a:t>Member of</a:t>
            </a:r>
            <a:br>
              <a:rPr kumimoji="1" lang="en-US" altLang="ja-JP" sz="800">
                <a:latin typeface="+mn-lt"/>
                <a:cs typeface="+mn-cs"/>
                <a:sym typeface="+mn-lt"/>
              </a:rPr>
            </a:br>
            <a:r>
              <a:rPr kumimoji="1" lang="en-US" altLang="ja-JP" sz="800" b="1">
                <a:latin typeface="+mn-lt"/>
                <a:cs typeface="+mn-cs"/>
                <a:sym typeface="+mn-lt"/>
              </a:rPr>
              <a:t>Deloitte Touche Tohmatsu Limited</a:t>
            </a:r>
            <a:endParaRPr kumimoji="1" lang="ja-JP" altLang="en-US" sz="800" b="1">
              <a:latin typeface="+mn-lt"/>
              <a:cs typeface="+mn-cs"/>
              <a:sym typeface="+mn-lt"/>
            </a:endParaRPr>
          </a:p>
        </p:txBody>
      </p:sp>
      <p:sp>
        <p:nvSpPr>
          <p:cNvPr id="10" name="テキスト プレースホルダー 13"/>
          <p:cNvSpPr>
            <a:spLocks noGrp="1"/>
          </p:cNvSpPr>
          <p:nvPr>
            <p:ph type="body" sz="quarter" idx="10"/>
          </p:nvPr>
        </p:nvSpPr>
        <p:spPr bwMode="gray">
          <a:xfrm>
            <a:off x="513969" y="6336003"/>
            <a:ext cx="8640000" cy="127856"/>
          </a:xfrm>
        </p:spPr>
        <p:txBody>
          <a:bodyPr anchor="b" anchorCtr="0">
            <a:spAutoFit/>
          </a:bodyPr>
          <a:lstStyle>
            <a:lvl1pPr>
              <a:defRPr sz="800">
                <a:cs typeface="+mn-cs"/>
              </a:defRPr>
            </a:lvl1pPr>
          </a:lstStyle>
          <a:p>
            <a:pPr lvl="0"/>
            <a:r>
              <a:rPr kumimoji="1" lang="ja-JP" altLang="en-US"/>
              <a:t>マスター テキストの書式設定</a:t>
            </a:r>
          </a:p>
        </p:txBody>
      </p:sp>
      <p:pic>
        <p:nvPicPr>
          <p:cNvPr id="13" name="図 12"/>
          <p:cNvPicPr>
            <a:picLocks noChangeAspect="1"/>
          </p:cNvPicPr>
          <p:nvPr userDrawn="1"/>
        </p:nvPicPr>
        <p:blipFill rotWithShape="1">
          <a:blip r:embed="rId5">
            <a:extLst>
              <a:ext uri="{28A0092B-C50C-407E-A947-70E740481C1C}">
                <a14:useLocalDpi xmlns:a14="http://schemas.microsoft.com/office/drawing/2010/main" val="0"/>
              </a:ext>
            </a:extLst>
          </a:blip>
          <a:srcRect/>
          <a:stretch>
            <a:fillRect/>
          </a:stretch>
        </p:blipFill>
        <p:spPr bwMode="gray">
          <a:xfrm>
            <a:off x="512610" y="431005"/>
            <a:ext cx="4243429" cy="586800"/>
          </a:xfrm>
          <a:prstGeom prst="rect">
            <a:avLst/>
          </a:prstGeom>
          <a:noFill/>
          <a:ln>
            <a:noFill/>
          </a:ln>
        </p:spPr>
      </p:pic>
      <p:sp>
        <p:nvSpPr>
          <p:cNvPr id="8" name="Text Box 37"/>
          <p:cNvSpPr txBox="1">
            <a:spLocks noChangeArrowheads="1"/>
          </p:cNvSpPr>
          <p:nvPr userDrawn="1"/>
        </p:nvSpPr>
        <p:spPr bwMode="gray">
          <a:xfrm>
            <a:off x="513969" y="6588000"/>
            <a:ext cx="5361231" cy="169200"/>
          </a:xfrm>
          <a:prstGeom prst="rect">
            <a:avLst/>
          </a:prstGeom>
          <a:noFill/>
          <a:ln w="9525">
            <a:noFill/>
            <a:miter lim="800000"/>
          </a:ln>
          <a:effectLst/>
        </p:spPr>
        <p:txBody>
          <a:bodyPr wrap="none" lIns="0" tIns="0" rIns="0" bIns="0" anchor="b" anchorCtr="0">
            <a:noAutofit/>
          </a:bodyPr>
          <a:lstStyle/>
          <a:p>
            <a:pPr algn="l" rtl="0" eaLnBrk="0" fontAlgn="base" hangingPunct="0">
              <a:spcBef>
                <a:spcPct val="50000"/>
              </a:spcBef>
              <a:spcAft>
                <a:spcPct val="0"/>
              </a:spcAft>
            </a:pPr>
            <a:r>
              <a:rPr lang="en-US" altLang="ja-JP" sz="800" kern="1200">
                <a:solidFill>
                  <a:schemeClr val="tx1"/>
                </a:solidFill>
                <a:latin typeface="+mn-lt"/>
                <a:ea typeface="+mn-ea"/>
                <a:cs typeface="+mn-cs"/>
                <a:sym typeface="+mn-lt"/>
              </a:rPr>
              <a:t>© 2022. For information, contact Deloitte Tohmatsu Group.</a:t>
            </a:r>
          </a:p>
        </p:txBody>
      </p:sp>
      <p:pic>
        <p:nvPicPr>
          <p:cNvPr id="12" name="図 11"/>
          <p:cNvPicPr>
            <a:picLocks noChangeAspect="1"/>
          </p:cNvPicPr>
          <p:nvPr userDrawn="1"/>
        </p:nvPicPr>
        <p:blipFill>
          <a:blip r:embed="rId6"/>
          <a:stretch>
            <a:fillRect/>
          </a:stretch>
        </p:blipFill>
        <p:spPr bwMode="gray">
          <a:xfrm>
            <a:off x="9908831" y="5472511"/>
            <a:ext cx="1772308" cy="873777"/>
          </a:xfrm>
          <a:prstGeom prst="rect">
            <a:avLst/>
          </a:prstGeom>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黒_トーマツロゴ_A4">
    <p:bg bwMode="gray">
      <p:bgPr>
        <a:solidFill>
          <a:schemeClr val="tx1"/>
        </a:solidFill>
        <a:effectLst/>
      </p:bgPr>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7" name="テキスト ボックス 6"/>
          <p:cNvSpPr txBox="1"/>
          <p:nvPr userDrawn="1"/>
        </p:nvSpPr>
        <p:spPr bwMode="gray">
          <a:xfrm>
            <a:off x="9896858" y="6517424"/>
            <a:ext cx="1402628" cy="251544"/>
          </a:xfrm>
          <a:prstGeom prst="rect">
            <a:avLst/>
          </a:prstGeom>
          <a:noFill/>
        </p:spPr>
        <p:txBody>
          <a:bodyPr wrap="none" lIns="0" tIns="0" rIns="0" bIns="0" rtlCol="0">
            <a:spAutoFit/>
          </a:bodyPr>
          <a:lstStyle/>
          <a:p>
            <a:pPr algn="l">
              <a:lnSpc>
                <a:spcPts val="950"/>
              </a:lnSpc>
            </a:pPr>
            <a:r>
              <a:rPr kumimoji="1" lang="en-US" altLang="ja-JP" sz="800">
                <a:solidFill>
                  <a:schemeClr val="bg1"/>
                </a:solidFill>
                <a:latin typeface="+mn-lt"/>
                <a:cs typeface="+mn-cs"/>
                <a:sym typeface="+mn-lt"/>
              </a:rPr>
              <a:t>Member of</a:t>
            </a:r>
            <a:br>
              <a:rPr kumimoji="1" lang="en-US" altLang="ja-JP" sz="800">
                <a:solidFill>
                  <a:schemeClr val="bg1"/>
                </a:solidFill>
                <a:latin typeface="+mn-lt"/>
                <a:cs typeface="+mn-cs"/>
                <a:sym typeface="+mn-lt"/>
              </a:rPr>
            </a:br>
            <a:r>
              <a:rPr kumimoji="1" lang="en-US" altLang="ja-JP" sz="800" b="1">
                <a:solidFill>
                  <a:schemeClr val="bg1"/>
                </a:solidFill>
                <a:latin typeface="+mn-lt"/>
                <a:cs typeface="+mn-cs"/>
                <a:sym typeface="+mn-lt"/>
              </a:rPr>
              <a:t>Deloitte Touche Tohmatsu Limited</a:t>
            </a:r>
            <a:endParaRPr kumimoji="1" lang="ja-JP" altLang="en-US" sz="800" b="1">
              <a:solidFill>
                <a:schemeClr val="bg1"/>
              </a:solidFill>
              <a:latin typeface="+mn-lt"/>
              <a:cs typeface="+mn-cs"/>
              <a:sym typeface="+mn-lt"/>
            </a:endParaRPr>
          </a:p>
        </p:txBody>
      </p:sp>
      <p:sp>
        <p:nvSpPr>
          <p:cNvPr id="10" name="テキスト プレースホルダー 13"/>
          <p:cNvSpPr>
            <a:spLocks noGrp="1"/>
          </p:cNvSpPr>
          <p:nvPr>
            <p:ph type="body" sz="quarter" idx="10"/>
          </p:nvPr>
        </p:nvSpPr>
        <p:spPr bwMode="gray">
          <a:xfrm>
            <a:off x="513969" y="6336003"/>
            <a:ext cx="8640000" cy="127856"/>
          </a:xfrm>
        </p:spPr>
        <p:txBody>
          <a:bodyPr anchor="b" anchorCtr="0">
            <a:spAutoFit/>
          </a:bodyPr>
          <a:lstStyle>
            <a:lvl1pPr>
              <a:defRPr sz="800">
                <a:solidFill>
                  <a:schemeClr val="bg1"/>
                </a:solidFill>
                <a:cs typeface="+mn-cs"/>
              </a:defRPr>
            </a:lvl1pPr>
          </a:lstStyle>
          <a:p>
            <a:pPr lvl="0"/>
            <a:r>
              <a:rPr kumimoji="1" lang="ja-JP" altLang="en-US"/>
              <a:t>マスター テキストの書式設定</a:t>
            </a:r>
          </a:p>
        </p:txBody>
      </p:sp>
      <p:pic>
        <p:nvPicPr>
          <p:cNvPr id="13" name="図 12"/>
          <p:cNvPicPr>
            <a:picLocks noChangeAspect="1"/>
          </p:cNvPicPr>
          <p:nvPr userDrawn="1"/>
        </p:nvPicPr>
        <p:blipFill rotWithShape="1">
          <a:blip r:embed="rId5">
            <a:extLst>
              <a:ext uri="{28A0092B-C50C-407E-A947-70E740481C1C}">
                <a14:useLocalDpi xmlns:a14="http://schemas.microsoft.com/office/drawing/2010/main" val="0"/>
              </a:ext>
            </a:extLst>
          </a:blip>
          <a:stretch>
            <a:fillRect/>
          </a:stretch>
        </p:blipFill>
        <p:spPr bwMode="gray">
          <a:xfrm>
            <a:off x="513969" y="432000"/>
            <a:ext cx="4246090" cy="586076"/>
          </a:xfrm>
          <a:prstGeom prst="rect">
            <a:avLst/>
          </a:prstGeom>
        </p:spPr>
      </p:pic>
      <p:sp>
        <p:nvSpPr>
          <p:cNvPr id="9" name="Text Box 37"/>
          <p:cNvSpPr txBox="1">
            <a:spLocks noChangeArrowheads="1"/>
          </p:cNvSpPr>
          <p:nvPr userDrawn="1"/>
        </p:nvSpPr>
        <p:spPr bwMode="gray">
          <a:xfrm>
            <a:off x="513969" y="6588000"/>
            <a:ext cx="5361231" cy="169200"/>
          </a:xfrm>
          <a:prstGeom prst="rect">
            <a:avLst/>
          </a:prstGeom>
          <a:noFill/>
          <a:ln w="9525">
            <a:noFill/>
            <a:miter lim="800000"/>
          </a:ln>
          <a:effectLst/>
        </p:spPr>
        <p:txBody>
          <a:bodyPr wrap="none" lIns="0" tIns="0" rIns="0" bIns="0" anchor="b" anchorCtr="0">
            <a:noAutofit/>
          </a:bodyPr>
          <a:lstStyle/>
          <a:p>
            <a:pPr algn="l" rtl="0" eaLnBrk="0" fontAlgn="base" hangingPunct="0">
              <a:spcBef>
                <a:spcPct val="50000"/>
              </a:spcBef>
              <a:spcAft>
                <a:spcPct val="0"/>
              </a:spcAft>
            </a:pPr>
            <a:r>
              <a:rPr lang="en-US" altLang="ja-JP" sz="800" kern="1200">
                <a:solidFill>
                  <a:schemeClr val="bg1"/>
                </a:solidFill>
                <a:latin typeface="+mn-lt"/>
                <a:ea typeface="+mn-ea"/>
                <a:cs typeface="+mn-cs"/>
                <a:sym typeface="+mn-lt"/>
              </a:rPr>
              <a:t>© 2022. For information, contact Deloitte Tohmatsu Group.</a:t>
            </a:r>
          </a:p>
        </p:txBody>
      </p:sp>
      <p:pic>
        <p:nvPicPr>
          <p:cNvPr id="12" name="図 11"/>
          <p:cNvPicPr>
            <a:picLocks noChangeAspect="1"/>
          </p:cNvPicPr>
          <p:nvPr userDrawn="1"/>
        </p:nvPicPr>
        <p:blipFill>
          <a:blip r:embed="rId6"/>
          <a:stretch>
            <a:fillRect/>
          </a:stretch>
        </p:blipFill>
        <p:spPr bwMode="gray">
          <a:xfrm>
            <a:off x="9908831" y="5472506"/>
            <a:ext cx="1772308" cy="873777"/>
          </a:xfrm>
          <a:prstGeom prst="rect">
            <a:avLst/>
          </a:prstGeom>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基本版） タイトル_ ロゴ入り_16:9">
    <p:bg bwMode="gray">
      <p:bgPr>
        <a:solidFill>
          <a:schemeClr val="bg1"/>
        </a:solidFill>
        <a:effectLst/>
      </p:bgPr>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hasCustomPrompt="1"/>
          </p:nvPr>
        </p:nvSpPr>
        <p:spPr bwMode="gray">
          <a:xfrm>
            <a:off x="3666000" y="999000"/>
            <a:ext cx="4860000" cy="4860000"/>
          </a:xfrm>
          <a:prstGeom prst="rect">
            <a:avLst/>
          </a:prstGeom>
        </p:spPr>
        <p:txBody>
          <a:bodyPr/>
          <a:lstStyle>
            <a:lvl1pPr>
              <a:defRPr>
                <a:latin typeface="+mn-lt"/>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78799" y="5292000"/>
            <a:ext cx="5616000" cy="864000"/>
          </a:xfrm>
        </p:spPr>
        <p:txBody>
          <a:bodyPr anchor="t" anchorCtr="0">
            <a:noAutofit/>
          </a:bodyPr>
          <a:lstStyle>
            <a:lvl1pPr algn="l">
              <a:lnSpc>
                <a:spcPct val="100000"/>
              </a:lnSpc>
              <a:spcBef>
                <a:spcPts val="0"/>
              </a:spcBef>
              <a:spcAft>
                <a:spcPts val="0"/>
              </a:spcAft>
              <a:defRPr sz="2800" b="1" baseline="0">
                <a:solidFill>
                  <a:schemeClr val="tx1"/>
                </a:solidFill>
                <a:latin typeface="+mj-lt"/>
                <a:ea typeface="+mj-ea"/>
                <a:cs typeface="+mj-cs"/>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478799" y="5760001"/>
            <a:ext cx="5616000" cy="307777"/>
          </a:xfrm>
          <a:prstGeom prst="rect">
            <a:avLst/>
          </a:prstGeom>
        </p:spPr>
        <p:txBody>
          <a:bodyPr wrap="none" lIns="0" tIns="0" rIns="0" bIns="0" anchor="t" anchorCtr="0">
            <a:noAutofit/>
          </a:bodyPr>
          <a:lstStyle>
            <a:lvl1pPr marL="0" indent="0" algn="l">
              <a:lnSpc>
                <a:spcPct val="100000"/>
              </a:lnSpc>
              <a:spcBef>
                <a:spcPts val="0"/>
              </a:spcBef>
              <a:spcAft>
                <a:spcPts val="0"/>
              </a:spcAft>
              <a:buNone/>
              <a:defRPr sz="2000">
                <a:solidFill>
                  <a:schemeClr val="tx1"/>
                </a:solidFill>
                <a:latin typeface="+mn-lt"/>
              </a:defRPr>
            </a:lvl1pPr>
            <a:lvl2pPr marL="495300" indent="0" algn="ctr">
              <a:buNone/>
              <a:defRPr sz="2165"/>
            </a:lvl2pPr>
            <a:lvl3pPr marL="990600" indent="0" algn="ctr">
              <a:buNone/>
              <a:defRPr sz="1950"/>
            </a:lvl3pPr>
            <a:lvl4pPr marL="1485900" indent="0" algn="ctr">
              <a:buNone/>
              <a:defRPr sz="1735"/>
            </a:lvl4pPr>
            <a:lvl5pPr marL="1981200" indent="0" algn="ctr">
              <a:buNone/>
              <a:defRPr sz="1735"/>
            </a:lvl5pPr>
            <a:lvl6pPr marL="2476500" indent="0" algn="ctr">
              <a:buNone/>
              <a:defRPr sz="1735"/>
            </a:lvl6pPr>
            <a:lvl7pPr marL="2971800" indent="0" algn="ctr">
              <a:buNone/>
              <a:defRPr sz="1735"/>
            </a:lvl7pPr>
            <a:lvl8pPr marL="3467100" indent="0" algn="ctr">
              <a:buNone/>
              <a:defRPr sz="1735"/>
            </a:lvl8pPr>
            <a:lvl9pPr marL="3962400" indent="0" algn="ctr">
              <a:buNone/>
              <a:defRPr sz="1735"/>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478799" y="6408000"/>
            <a:ext cx="5616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tx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10" name="テキスト プレースホルダー 9"/>
          <p:cNvSpPr>
            <a:spLocks noGrp="1"/>
          </p:cNvSpPr>
          <p:nvPr>
            <p:ph type="body" sz="quarter" idx="12" hasCustomPrompt="1"/>
          </p:nvPr>
        </p:nvSpPr>
        <p:spPr bwMode="gray">
          <a:xfrm>
            <a:off x="6095999" y="396000"/>
            <a:ext cx="5616000" cy="676800"/>
          </a:xfrm>
          <a:prstGeom prst="rect">
            <a:avLst/>
          </a:prstGeom>
        </p:spPr>
        <p:txBody>
          <a:bodyPr lIns="0" tIns="0">
            <a:normAutofit/>
          </a:bodyPr>
          <a:lstStyle>
            <a:lvl1pPr algn="r">
              <a:lnSpc>
                <a:spcPct val="100000"/>
              </a:lnSpc>
              <a:spcBef>
                <a:spcPts val="0"/>
              </a:spcBef>
              <a:defRPr sz="2200">
                <a:latin typeface="+mn-lt"/>
              </a:defRPr>
            </a:lvl1pPr>
            <a:lvl2pPr>
              <a:defRPr sz="2200"/>
            </a:lvl2pPr>
            <a:lvl3pPr>
              <a:defRPr sz="2200"/>
            </a:lvl3pPr>
            <a:lvl4pPr>
              <a:defRPr sz="2200"/>
            </a:lvl4pPr>
            <a:lvl5pPr>
              <a:defRPr sz="2200"/>
            </a:lvl5pPr>
          </a:lstStyle>
          <a:p>
            <a:pPr lvl="0"/>
            <a:r>
              <a:rPr kumimoji="1" lang="ja-JP" altLang="en-US"/>
              <a:t>クライアント社名</a:t>
            </a:r>
          </a:p>
        </p:txBody>
      </p:sp>
      <p:pic>
        <p:nvPicPr>
          <p:cNvPr id="11" name="図 10"/>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bwMode="gray">
          <a:xfrm>
            <a:off x="478800" y="432000"/>
            <a:ext cx="2016000" cy="633201"/>
          </a:xfrm>
          <a:prstGeom prst="rect">
            <a:avLst/>
          </a:prstGeom>
        </p:spPr>
      </p:pic>
      <p:sp>
        <p:nvSpPr>
          <p:cNvPr id="6" name="日付プレースホルダー 5"/>
          <p:cNvSpPr>
            <a:spLocks noGrp="1"/>
          </p:cNvSpPr>
          <p:nvPr>
            <p:ph type="dt" sz="half" idx="13"/>
          </p:nvPr>
        </p:nvSpPr>
        <p:spPr bwMode="gray"/>
        <p:txBody>
          <a:bodyPr/>
          <a:lstStyle/>
          <a:p>
            <a:pPr algn="ctr"/>
            <a:r>
              <a:rPr lang="en-US"/>
              <a:t>&lt; Confidential &gt;</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基本版） タイトル ロゴ無_16:9">
    <p:bg bwMode="gray">
      <p:bgPr>
        <a:solidFill>
          <a:schemeClr val="bg1"/>
        </a:solidFill>
        <a:effectLst/>
      </p:bgPr>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hasCustomPrompt="1"/>
          </p:nvPr>
        </p:nvSpPr>
        <p:spPr bwMode="gray">
          <a:xfrm>
            <a:off x="3666000" y="999000"/>
            <a:ext cx="4860000" cy="4860000"/>
          </a:xfrm>
          <a:prstGeom prst="rect">
            <a:avLst/>
          </a:prstGeom>
        </p:spPr>
        <p:txBody>
          <a:bodyPr/>
          <a:lstStyle>
            <a:lvl1pPr>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78800" y="5292000"/>
            <a:ext cx="5616000" cy="864000"/>
          </a:xfrm>
        </p:spPr>
        <p:txBody>
          <a:bodyPr anchor="t" anchorCtr="0">
            <a:noAutofit/>
          </a:bodyPr>
          <a:lstStyle>
            <a:lvl1pPr algn="l">
              <a:lnSpc>
                <a:spcPct val="100000"/>
              </a:lnSpc>
              <a:spcBef>
                <a:spcPts val="0"/>
              </a:spcBef>
              <a:spcAft>
                <a:spcPts val="0"/>
              </a:spcAft>
              <a:defRPr sz="2800" b="1" baseline="0">
                <a:solidFill>
                  <a:schemeClr val="tx1"/>
                </a:solidFill>
                <a:latin typeface="+mj-lt"/>
                <a:ea typeface="+mj-ea"/>
                <a:cs typeface="+mj-cs"/>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478800" y="5760001"/>
            <a:ext cx="5616000" cy="307777"/>
          </a:xfrm>
          <a:prstGeom prst="rect">
            <a:avLst/>
          </a:prstGeom>
        </p:spPr>
        <p:txBody>
          <a:bodyPr lIns="0" tIns="0" rIns="0" bIns="0" anchor="t" anchorCtr="0">
            <a:noAutofit/>
          </a:bodyPr>
          <a:lstStyle>
            <a:lvl1pPr marL="0" indent="0" algn="l">
              <a:lnSpc>
                <a:spcPct val="100000"/>
              </a:lnSpc>
              <a:spcBef>
                <a:spcPts val="0"/>
              </a:spcBef>
              <a:spcAft>
                <a:spcPts val="0"/>
              </a:spcAft>
              <a:buNone/>
              <a:defRPr sz="2000">
                <a:solidFill>
                  <a:schemeClr val="tx1"/>
                </a:solidFill>
              </a:defRPr>
            </a:lvl1pPr>
            <a:lvl2pPr marL="495300" indent="0" algn="ctr">
              <a:buNone/>
              <a:defRPr sz="2165"/>
            </a:lvl2pPr>
            <a:lvl3pPr marL="990600" indent="0" algn="ctr">
              <a:buNone/>
              <a:defRPr sz="1950"/>
            </a:lvl3pPr>
            <a:lvl4pPr marL="1485900" indent="0" algn="ctr">
              <a:buNone/>
              <a:defRPr sz="1735"/>
            </a:lvl4pPr>
            <a:lvl5pPr marL="1981200" indent="0" algn="ctr">
              <a:buNone/>
              <a:defRPr sz="1735"/>
            </a:lvl5pPr>
            <a:lvl6pPr marL="2476500" indent="0" algn="ctr">
              <a:buNone/>
              <a:defRPr sz="1735"/>
            </a:lvl6pPr>
            <a:lvl7pPr marL="2971800" indent="0" algn="ctr">
              <a:buNone/>
              <a:defRPr sz="1735"/>
            </a:lvl7pPr>
            <a:lvl8pPr marL="3467100" indent="0" algn="ctr">
              <a:buNone/>
              <a:defRPr sz="1735"/>
            </a:lvl8pPr>
            <a:lvl9pPr marL="3962400" indent="0" algn="ctr">
              <a:buNone/>
              <a:defRPr sz="1735"/>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478800" y="6408000"/>
            <a:ext cx="5616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6" name="日付プレースホルダー 5"/>
          <p:cNvSpPr>
            <a:spLocks noGrp="1"/>
          </p:cNvSpPr>
          <p:nvPr>
            <p:ph type="dt" sz="half" idx="12"/>
          </p:nvPr>
        </p:nvSpPr>
        <p:spPr bwMode="gray"/>
        <p:txBody>
          <a:bodyPr/>
          <a:lstStyle/>
          <a:p>
            <a:pPr algn="ctr"/>
            <a:r>
              <a:rPr lang="en-US"/>
              <a:t>&lt; Confidential &gt;</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黒_（基本版） タイトル_ ロゴ入り_16:9">
    <p:bg bwMode="gray">
      <p:bgPr>
        <a:solidFill>
          <a:schemeClr val="tx1"/>
        </a:solidFill>
        <a:effectLst/>
      </p:bgPr>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hasCustomPrompt="1"/>
          </p:nvPr>
        </p:nvSpPr>
        <p:spPr bwMode="gray">
          <a:xfrm>
            <a:off x="3666000" y="999000"/>
            <a:ext cx="4860000" cy="4860000"/>
          </a:xfrm>
          <a:prstGeom prst="rect">
            <a:avLst/>
          </a:prstGeom>
        </p:spPr>
        <p:txBody>
          <a:bodyPr/>
          <a:lstStyle>
            <a:lvl1pPr>
              <a:defRPr>
                <a:solidFill>
                  <a:schemeClr val="bg1"/>
                </a:solidFill>
                <a:latin typeface="+mn-lt"/>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78800" y="5292000"/>
            <a:ext cx="5616000" cy="864000"/>
          </a:xfrm>
        </p:spPr>
        <p:txBody>
          <a:bodyPr anchor="t" anchorCtr="0">
            <a:noAutofit/>
          </a:bodyPr>
          <a:lstStyle>
            <a:lvl1pPr algn="l">
              <a:lnSpc>
                <a:spcPct val="100000"/>
              </a:lnSpc>
              <a:spcBef>
                <a:spcPts val="0"/>
              </a:spcBef>
              <a:spcAft>
                <a:spcPts val="0"/>
              </a:spcAft>
              <a:defRPr sz="2800" b="1" baseline="0">
                <a:solidFill>
                  <a:schemeClr val="bg1"/>
                </a:solidFill>
                <a:latin typeface="+mj-lt"/>
                <a:ea typeface="+mj-ea"/>
                <a:cs typeface="+mj-cs"/>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478800" y="5760001"/>
            <a:ext cx="5616000" cy="307777"/>
          </a:xfrm>
          <a:prstGeom prst="rect">
            <a:avLst/>
          </a:prstGeom>
        </p:spPr>
        <p:txBody>
          <a:bodyPr wrap="none" lIns="0" tIns="0" rIns="0" bIns="0" anchor="t" anchorCtr="0">
            <a:noAutofit/>
          </a:bodyPr>
          <a:lstStyle>
            <a:lvl1pPr marL="0" indent="0" algn="l">
              <a:lnSpc>
                <a:spcPct val="100000"/>
              </a:lnSpc>
              <a:spcBef>
                <a:spcPts val="0"/>
              </a:spcBef>
              <a:spcAft>
                <a:spcPts val="0"/>
              </a:spcAft>
              <a:buNone/>
              <a:defRPr sz="2000">
                <a:solidFill>
                  <a:schemeClr val="bg1"/>
                </a:solidFill>
                <a:latin typeface="+mn-lt"/>
              </a:defRPr>
            </a:lvl1pPr>
            <a:lvl2pPr marL="495300" indent="0" algn="ctr">
              <a:buNone/>
              <a:defRPr sz="2165"/>
            </a:lvl2pPr>
            <a:lvl3pPr marL="990600" indent="0" algn="ctr">
              <a:buNone/>
              <a:defRPr sz="1950"/>
            </a:lvl3pPr>
            <a:lvl4pPr marL="1485900" indent="0" algn="ctr">
              <a:buNone/>
              <a:defRPr sz="1735"/>
            </a:lvl4pPr>
            <a:lvl5pPr marL="1981200" indent="0" algn="ctr">
              <a:buNone/>
              <a:defRPr sz="1735"/>
            </a:lvl5pPr>
            <a:lvl6pPr marL="2476500" indent="0" algn="ctr">
              <a:buNone/>
              <a:defRPr sz="1735"/>
            </a:lvl6pPr>
            <a:lvl7pPr marL="2971800" indent="0" algn="ctr">
              <a:buNone/>
              <a:defRPr sz="1735"/>
            </a:lvl7pPr>
            <a:lvl8pPr marL="3467100" indent="0" algn="ctr">
              <a:buNone/>
              <a:defRPr sz="1735"/>
            </a:lvl8pPr>
            <a:lvl9pPr marL="3962400" indent="0" algn="ctr">
              <a:buNone/>
              <a:defRPr sz="1735"/>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478800" y="6408000"/>
            <a:ext cx="5616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bg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10" name="テキスト プレースホルダー 9"/>
          <p:cNvSpPr>
            <a:spLocks noGrp="1"/>
          </p:cNvSpPr>
          <p:nvPr>
            <p:ph type="body" sz="quarter" idx="12" hasCustomPrompt="1"/>
          </p:nvPr>
        </p:nvSpPr>
        <p:spPr bwMode="gray">
          <a:xfrm>
            <a:off x="6094800" y="396000"/>
            <a:ext cx="5616000" cy="676800"/>
          </a:xfrm>
          <a:prstGeom prst="rect">
            <a:avLst/>
          </a:prstGeom>
        </p:spPr>
        <p:txBody>
          <a:bodyPr lIns="0" tIns="0">
            <a:normAutofit/>
          </a:bodyPr>
          <a:lstStyle>
            <a:lvl1pPr algn="r">
              <a:lnSpc>
                <a:spcPct val="100000"/>
              </a:lnSpc>
              <a:spcBef>
                <a:spcPts val="0"/>
              </a:spcBef>
              <a:defRPr sz="2200">
                <a:solidFill>
                  <a:schemeClr val="bg1"/>
                </a:solidFill>
                <a:latin typeface="+mn-lt"/>
              </a:defRPr>
            </a:lvl1pPr>
            <a:lvl2pPr>
              <a:defRPr sz="2200"/>
            </a:lvl2pPr>
            <a:lvl3pPr>
              <a:defRPr sz="2200"/>
            </a:lvl3pPr>
            <a:lvl4pPr>
              <a:defRPr sz="2200"/>
            </a:lvl4pPr>
            <a:lvl5pPr>
              <a:defRPr sz="2200"/>
            </a:lvl5pPr>
          </a:lstStyle>
          <a:p>
            <a:pPr lvl="0"/>
            <a:r>
              <a:rPr kumimoji="1" lang="ja-JP" altLang="en-US"/>
              <a:t>クライアント社名</a:t>
            </a:r>
          </a:p>
        </p:txBody>
      </p:sp>
      <p:pic>
        <p:nvPicPr>
          <p:cNvPr id="11" name="図 10"/>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bwMode="gray">
          <a:xfrm>
            <a:off x="478800" y="431999"/>
            <a:ext cx="2016000" cy="627200"/>
          </a:xfrm>
          <a:prstGeom prst="rect">
            <a:avLst/>
          </a:prstGeom>
        </p:spPr>
      </p:pic>
      <p:sp>
        <p:nvSpPr>
          <p:cNvPr id="6" name="日付プレースホルダー 5"/>
          <p:cNvSpPr>
            <a:spLocks noGrp="1"/>
          </p:cNvSpPr>
          <p:nvPr>
            <p:ph type="dt" sz="half" idx="13"/>
          </p:nvPr>
        </p:nvSpPr>
        <p:spPr bwMode="gray"/>
        <p:txBody>
          <a:bodyPr/>
          <a:lstStyle/>
          <a:p>
            <a:pPr algn="ctr"/>
            <a:r>
              <a:rPr lang="en-US"/>
              <a:t>&lt; Confidential &gt;</a:t>
            </a: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黒_（基本版） タイトル ロゴ無_16:9">
    <p:bg bwMode="gray">
      <p:bgPr>
        <a:solidFill>
          <a:schemeClr val="tx1"/>
        </a:solidFill>
        <a:effectLst/>
      </p:bgPr>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hasCustomPrompt="1"/>
          </p:nvPr>
        </p:nvSpPr>
        <p:spPr bwMode="gray">
          <a:xfrm>
            <a:off x="3666000" y="999000"/>
            <a:ext cx="4860000" cy="4860000"/>
          </a:xfrm>
          <a:prstGeom prst="rect">
            <a:avLst/>
          </a:prstGeom>
        </p:spPr>
        <p:txBody>
          <a:bodyPr/>
          <a:lstStyle>
            <a:lvl1pPr>
              <a:defRPr>
                <a:solidFill>
                  <a:schemeClr val="bg1"/>
                </a:solidFill>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78799" y="5292000"/>
            <a:ext cx="5616000" cy="864000"/>
          </a:xfrm>
        </p:spPr>
        <p:txBody>
          <a:bodyPr anchor="t" anchorCtr="0">
            <a:noAutofit/>
          </a:bodyPr>
          <a:lstStyle>
            <a:lvl1pPr algn="l">
              <a:lnSpc>
                <a:spcPct val="100000"/>
              </a:lnSpc>
              <a:spcBef>
                <a:spcPts val="0"/>
              </a:spcBef>
              <a:spcAft>
                <a:spcPts val="0"/>
              </a:spcAft>
              <a:defRPr sz="2800" b="1" baseline="0">
                <a:solidFill>
                  <a:schemeClr val="bg1"/>
                </a:solidFill>
                <a:latin typeface="+mj-lt"/>
                <a:ea typeface="+mj-ea"/>
                <a:cs typeface="+mj-cs"/>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478799" y="5760001"/>
            <a:ext cx="5616000" cy="307777"/>
          </a:xfrm>
          <a:prstGeom prst="rect">
            <a:avLst/>
          </a:prstGeom>
        </p:spPr>
        <p:txBody>
          <a:bodyPr lIns="0" tIns="0" rIns="0" bIns="0" anchor="t" anchorCtr="0">
            <a:noAutofit/>
          </a:bodyPr>
          <a:lstStyle>
            <a:lvl1pPr marL="0" indent="0" algn="l">
              <a:lnSpc>
                <a:spcPct val="100000"/>
              </a:lnSpc>
              <a:spcBef>
                <a:spcPts val="0"/>
              </a:spcBef>
              <a:spcAft>
                <a:spcPts val="0"/>
              </a:spcAft>
              <a:buNone/>
              <a:defRPr sz="2000">
                <a:solidFill>
                  <a:schemeClr val="bg1"/>
                </a:solidFill>
              </a:defRPr>
            </a:lvl1pPr>
            <a:lvl2pPr marL="495300" indent="0" algn="ctr">
              <a:buNone/>
              <a:defRPr sz="2165"/>
            </a:lvl2pPr>
            <a:lvl3pPr marL="990600" indent="0" algn="ctr">
              <a:buNone/>
              <a:defRPr sz="1950"/>
            </a:lvl3pPr>
            <a:lvl4pPr marL="1485900" indent="0" algn="ctr">
              <a:buNone/>
              <a:defRPr sz="1735"/>
            </a:lvl4pPr>
            <a:lvl5pPr marL="1981200" indent="0" algn="ctr">
              <a:buNone/>
              <a:defRPr sz="1735"/>
            </a:lvl5pPr>
            <a:lvl6pPr marL="2476500" indent="0" algn="ctr">
              <a:buNone/>
              <a:defRPr sz="1735"/>
            </a:lvl6pPr>
            <a:lvl7pPr marL="2971800" indent="0" algn="ctr">
              <a:buNone/>
              <a:defRPr sz="1735"/>
            </a:lvl7pPr>
            <a:lvl8pPr marL="3467100" indent="0" algn="ctr">
              <a:buNone/>
              <a:defRPr sz="1735"/>
            </a:lvl8pPr>
            <a:lvl9pPr marL="3962400" indent="0" algn="ctr">
              <a:buNone/>
              <a:defRPr sz="1735"/>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478799" y="6408000"/>
            <a:ext cx="5616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6" name="日付プレースホルダー 5"/>
          <p:cNvSpPr>
            <a:spLocks noGrp="1"/>
          </p:cNvSpPr>
          <p:nvPr>
            <p:ph type="dt" sz="half" idx="12"/>
          </p:nvPr>
        </p:nvSpPr>
        <p:spPr bwMode="gray"/>
        <p:txBody>
          <a:bodyPr/>
          <a:lstStyle/>
          <a:p>
            <a:pPr algn="ctr"/>
            <a:r>
              <a:rPr lang="en-US"/>
              <a:t>&lt; Confidential &gt;</a:t>
            </a: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基本版） 目次_16:9">
    <p:bg bwMode="gray">
      <p:bgRef idx="1001">
        <a:schemeClr val="bg1"/>
      </p:bgRef>
    </p:bg>
    <p:spTree>
      <p:nvGrpSpPr>
        <p:cNvPr id="1" name=""/>
        <p:cNvGrpSpPr/>
        <p:nvPr/>
      </p:nvGrpSpPr>
      <p:grpSpPr>
        <a:xfrm>
          <a:off x="0" y="0"/>
          <a:ext cx="0" cy="0"/>
          <a:chOff x="0" y="0"/>
          <a:chExt cx="0" cy="0"/>
        </a:xfrm>
      </p:grpSpPr>
      <p:graphicFrame>
        <p:nvGraphicFramePr>
          <p:cNvPr id="3" name="オブジェクト 2"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4" imgW="7620" imgH="7620" progId="TCLayout.ActiveDocument.1">
                  <p:embed/>
                </p:oleObj>
              </mc:Choice>
              <mc:Fallback>
                <p:oleObj name="think-cellスライド" r:id="rId4" imgW="7620" imgH="7620" progId="TCLayout.ActiveDocument.1">
                  <p:embed/>
                  <p:pic>
                    <p:nvPicPr>
                      <p:cNvPr id="3" name="オブジェクト 2"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正方形/長方形 4" hidden="1"/>
          <p:cNvSpPr/>
          <p:nvPr userDrawn="1">
            <p:custDataLst>
              <p:tags r:id="rId2"/>
            </p:custDataLst>
          </p:nvPr>
        </p:nvSpPr>
        <p:spPr bwMode="gray">
          <a:xfrm>
            <a:off x="0" y="0"/>
            <a:ext cx="158750" cy="158750"/>
          </a:xfrm>
          <a:prstGeom prst="rect">
            <a:avLst/>
          </a:prstGeom>
          <a:solidFill>
            <a:srgbClr val="BBBCBC"/>
          </a:solidFill>
          <a:ln w="12700" algn="ctr">
            <a:solidFill>
              <a:srgbClr val="BBBCBC"/>
            </a:solidFill>
            <a:miter lim="800000"/>
          </a:ln>
        </p:spPr>
        <p:txBody>
          <a:bodyPr rot="0" spcFirstLastPara="0" vertOverflow="overflow" horzOverflow="overflow" vert="horz" wrap="none" lIns="0" tIns="0" rIns="0" bIns="0" numCol="1" spcCol="0" rtlCol="0" fromWordArt="0" anchor="ctr" anchorCtr="0" forceAA="0" compatLnSpc="1">
            <a:noAutofit/>
          </a:bodyPr>
          <a:lstStyle/>
          <a:p>
            <a:pPr marL="0" marR="0" lvl="0" indent="0" algn="ctr" defTabSz="990600" rtl="0" eaLnBrk="1" fontAlgn="auto" latinLnBrk="0" hangingPunct="1">
              <a:lnSpc>
                <a:spcPct val="100000"/>
              </a:lnSpc>
              <a:spcBef>
                <a:spcPts val="0"/>
              </a:spcBef>
              <a:spcAft>
                <a:spcPts val="0"/>
              </a:spcAft>
              <a:buClrTx/>
              <a:buSzPct val="100000"/>
              <a:buFont typeface="Wingdings" panose="05000000000000000000" pitchFamily="2" charset="2"/>
              <a:buNone/>
            </a:pPr>
            <a:endParaRPr kumimoji="1" lang="ja-JP" altLang="en-US" sz="2400" b="1" i="0" u="none" strike="noStrike" kern="1200" cap="none" spc="0" normalizeH="0" baseline="0" noProof="0">
              <a:ln>
                <a:noFill/>
              </a:ln>
              <a:solidFill>
                <a:prstClr val="black"/>
              </a:solidFill>
              <a:effectLst/>
              <a:uLnTx/>
              <a:uFillTx/>
              <a:latin typeface="Calibri" panose="020F0502020204030204" pitchFamily="34" charset="0"/>
              <a:ea typeface="Yu Gothic UI" panose="020B0500000000000000" pitchFamily="50" charset="-128"/>
              <a:cs typeface="+mj-cs"/>
              <a:sym typeface="Calibri" panose="020F0502020204030204" pitchFamily="34" charset="0"/>
            </a:endParaRPr>
          </a:p>
        </p:txBody>
      </p:sp>
      <p:sp>
        <p:nvSpPr>
          <p:cNvPr id="13" name="Content Placeholder 3"/>
          <p:cNvSpPr>
            <a:spLocks noGrp="1"/>
          </p:cNvSpPr>
          <p:nvPr>
            <p:ph sz="quarter" idx="10"/>
          </p:nvPr>
        </p:nvSpPr>
        <p:spPr bwMode="gray">
          <a:xfrm>
            <a:off x="480000" y="1476000"/>
            <a:ext cx="5436000" cy="4824000"/>
          </a:xfrm>
          <a:prstGeom prst="rect">
            <a:avLst/>
          </a:prstGeom>
        </p:spPr>
        <p:txBody>
          <a:bodyPr/>
          <a:lstStyle>
            <a:lvl1pPr>
              <a:tabLst>
                <a:tab pos="5447665" algn="r"/>
              </a:tabLst>
              <a:defRPr/>
            </a:lvl1pPr>
            <a:lvl2pPr>
              <a:tabLst>
                <a:tab pos="5447665" algn="r"/>
              </a:tabLst>
              <a:defRPr/>
            </a:lvl2pPr>
            <a:lvl3pPr>
              <a:tabLst>
                <a:tab pos="5447665" algn="r"/>
              </a:tabLst>
              <a:defRPr/>
            </a:lvl3pPr>
            <a:lvl4pPr>
              <a:tabLst>
                <a:tab pos="5447665" algn="r"/>
              </a:tabLst>
              <a:defRPr/>
            </a:lvl4pPr>
            <a:lvl5pPr>
              <a:tabLst>
                <a:tab pos="5447665"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15" name="Content Placeholder 3"/>
          <p:cNvSpPr>
            <a:spLocks noGrp="1"/>
          </p:cNvSpPr>
          <p:nvPr>
            <p:ph sz="quarter" idx="20"/>
          </p:nvPr>
        </p:nvSpPr>
        <p:spPr bwMode="gray">
          <a:xfrm>
            <a:off x="6276000" y="1476000"/>
            <a:ext cx="5436000" cy="4824000"/>
          </a:xfrm>
          <a:prstGeom prst="rect">
            <a:avLst/>
          </a:prstGeom>
        </p:spPr>
        <p:txBody>
          <a:bodyPr/>
          <a:lstStyle>
            <a:lvl1pPr>
              <a:tabLst>
                <a:tab pos="5447665" algn="r"/>
              </a:tabLst>
              <a:defRPr/>
            </a:lvl1pPr>
            <a:lvl2pPr>
              <a:tabLst>
                <a:tab pos="5447665" algn="r"/>
              </a:tabLst>
              <a:defRPr/>
            </a:lvl2pPr>
            <a:lvl3pPr>
              <a:tabLst>
                <a:tab pos="5447665" algn="r"/>
              </a:tabLst>
              <a:defRPr/>
            </a:lvl3pPr>
            <a:lvl4pPr>
              <a:tabLst>
                <a:tab pos="5447665" algn="r"/>
              </a:tabLst>
              <a:defRPr/>
            </a:lvl4pPr>
            <a:lvl5pPr>
              <a:tabLst>
                <a:tab pos="5447665"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4" name="タイトル 3"/>
          <p:cNvSpPr>
            <a:spLocks noGrp="1"/>
          </p:cNvSpPr>
          <p:nvPr>
            <p:ph type="title"/>
          </p:nvPr>
        </p:nvSpPr>
        <p:spPr bwMode="gray">
          <a:xfrm>
            <a:off x="480000" y="108000"/>
            <a:ext cx="11232000" cy="738000"/>
          </a:xfrm>
        </p:spPr>
        <p:txBody>
          <a:bodyPr/>
          <a:lstStyle>
            <a:lvl1pPr>
              <a:defRPr baseline="0">
                <a:latin typeface="+mj-lt"/>
                <a:ea typeface="+mj-ea"/>
              </a:defRPr>
            </a:lvl1pPr>
          </a:lstStyle>
          <a:p>
            <a:r>
              <a:rPr kumimoji="1" lang="ja-JP" altLang="en-US"/>
              <a:t>マスター タイトルの書式設定</a:t>
            </a:r>
          </a:p>
        </p:txBody>
      </p:sp>
    </p:spTree>
  </p:cSld>
  <p:clrMapOvr>
    <a:masterClrMapping/>
  </p:clrMapOvr>
  <p:hf hdr="0"/>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基本版） 白紙_16:9">
    <p:bg bwMode="gray">
      <p:bgRef idx="1001">
        <a:schemeClr val="bg1"/>
      </p:bgRef>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スライド番号プレースホルダー 3"/>
          <p:cNvSpPr>
            <a:spLocks noGrp="1"/>
          </p:cNvSpPr>
          <p:nvPr>
            <p:ph type="sldNum" sz="quarter" idx="11"/>
          </p:nvPr>
        </p:nvSpPr>
        <p:spPr bwMode="gray"/>
        <p:txBody>
          <a:bodyPr/>
          <a:lstStyle>
            <a:lvl1pPr>
              <a:defRPr/>
            </a:lvl1pPr>
          </a:lstStyle>
          <a:p>
            <a:fld id="{AA5FCFE5-FE56-4EF1-80A8-07776887C2A1}" type="slidenum">
              <a:rPr lang="ja-JP" altLang="en-US" smtClean="0"/>
              <a:t>‹#›</a:t>
            </a:fld>
            <a:endParaRPr lang="ja-JP" altLang="en-US"/>
          </a:p>
        </p:txBody>
      </p:sp>
      <p:sp>
        <p:nvSpPr>
          <p:cNvPr id="6" name="テキスト プレースホルダー 5"/>
          <p:cNvSpPr>
            <a:spLocks noGrp="1"/>
          </p:cNvSpPr>
          <p:nvPr>
            <p:ph type="body" sz="quarter" idx="12"/>
          </p:nvPr>
        </p:nvSpPr>
        <p:spPr bwMode="gray">
          <a:xfrm>
            <a:off x="1596000" y="2556000"/>
            <a:ext cx="9000000" cy="1440000"/>
          </a:xfrm>
          <a:prstGeom prst="rect">
            <a:avLst/>
          </a:prstGeom>
        </p:spPr>
        <p:txBody>
          <a:bodyPr/>
          <a:lstStyle>
            <a:lvl1pPr>
              <a:defRPr sz="2400" baseline="0">
                <a:latin typeface="+mj-lt"/>
                <a:ea typeface="+mj-ea"/>
              </a:defRPr>
            </a:lvl1pPr>
          </a:lstStyle>
          <a:p>
            <a:pPr lvl="0"/>
            <a:r>
              <a:rPr kumimoji="1" lang="ja-JP" altLang="en-US"/>
              <a:t>マスター テキストの書式設定</a:t>
            </a:r>
          </a:p>
        </p:txBody>
      </p:sp>
      <p:sp>
        <p:nvSpPr>
          <p:cNvPr id="5"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基本版） 中表紙_16:9">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ext Placeholder 7"/>
          <p:cNvSpPr>
            <a:spLocks noGrp="1"/>
          </p:cNvSpPr>
          <p:nvPr>
            <p:ph type="body" sz="quarter" idx="10" hasCustomPrompt="1"/>
          </p:nvPr>
        </p:nvSpPr>
        <p:spPr bwMode="gray">
          <a:xfrm>
            <a:off x="1018800" y="2232000"/>
            <a:ext cx="6264000" cy="432000"/>
          </a:xfrm>
          <a:prstGeom prst="rect">
            <a:avLst/>
          </a:prstGeom>
          <a:noFill/>
        </p:spPr>
        <p:txBody>
          <a:bodyPr wrap="none" lIns="0" tIns="0" rIns="0" anchor="t" anchorCtr="0">
            <a:noAutofit/>
          </a:bodyPr>
          <a:lstStyle>
            <a:lvl1pPr marL="0" indent="0" algn="l">
              <a:lnSpc>
                <a:spcPct val="100000"/>
              </a:lnSpc>
              <a:spcBef>
                <a:spcPts val="0"/>
              </a:spcBef>
              <a:buNone/>
              <a:defRPr sz="2800" b="1" baseline="0">
                <a:solidFill>
                  <a:schemeClr val="tx1"/>
                </a:solidFill>
                <a:latin typeface="+mj-lt"/>
                <a:ea typeface="+mj-ea"/>
                <a:cs typeface="+mn-cs"/>
              </a:defRPr>
            </a:lvl1pPr>
          </a:lstStyle>
          <a:p>
            <a:pPr lvl="0"/>
            <a:r>
              <a:rPr lang="ja-JP" altLang="en-US"/>
              <a:t>中表紙タイトル</a:t>
            </a:r>
          </a:p>
        </p:txBody>
      </p:sp>
      <p:sp>
        <p:nvSpPr>
          <p:cNvPr id="5" name="スライド番号プレースホルダ 4"/>
          <p:cNvSpPr>
            <a:spLocks noGrp="1"/>
          </p:cNvSpPr>
          <p:nvPr>
            <p:ph type="sldNum" sz="quarter" idx="11"/>
          </p:nvPr>
        </p:nvSpPr>
        <p:spPr bwMode="gray"/>
        <p:txBody>
          <a:bodyPr/>
          <a:lstStyle>
            <a:lvl1pPr>
              <a:defRPr>
                <a:solidFill>
                  <a:schemeClr val="tx1"/>
                </a:solidFill>
              </a:defRPr>
            </a:lvl1pPr>
          </a:lstStyle>
          <a:p>
            <a:fld id="{AA5FCFE5-FE56-4EF1-80A8-07776887C2A1}" type="slidenum">
              <a:rPr lang="ja-JP" altLang="en-US" smtClean="0"/>
              <a:t>‹#›</a:t>
            </a:fld>
            <a:endParaRPr lang="ja-JP" altLang="en-US"/>
          </a:p>
        </p:txBody>
      </p:sp>
      <p:sp>
        <p:nvSpPr>
          <p:cNvPr id="3"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基本版） タイトルのみ_16:9">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テキスト プレースホルダー 2"/>
          <p:cNvSpPr>
            <a:spLocks noGrp="1"/>
          </p:cNvSpPr>
          <p:nvPr>
            <p:ph type="body" sz="quarter" idx="15" hasCustomPrompt="1"/>
          </p:nvPr>
        </p:nvSpPr>
        <p:spPr bwMode="gray">
          <a:xfrm>
            <a:off x="478799" y="1008000"/>
            <a:ext cx="5436000" cy="468000"/>
          </a:xfrm>
          <a:prstGeom prst="rect">
            <a:avLst/>
          </a:prstGeom>
        </p:spPr>
        <p:txBody>
          <a:bodyPr wrap="none" tIns="0" anchor="ctr">
            <a:noAutofit/>
          </a:bodyPr>
          <a:lstStyle>
            <a:lvl1pPr>
              <a:lnSpc>
                <a:spcPct val="100000"/>
              </a:lnSpc>
              <a:spcBef>
                <a:spcPts val="0"/>
              </a:spcBef>
              <a:defRPr sz="1800" b="1">
                <a:solidFill>
                  <a:schemeClr val="accent1"/>
                </a:solidFill>
              </a:defRPr>
            </a:lvl1pPr>
          </a:lstStyle>
          <a:p>
            <a:pPr lvl="0"/>
            <a:r>
              <a:rPr kumimoji="1" lang="en-US" altLang="ja-JP"/>
              <a:t>Header</a:t>
            </a:r>
            <a:r>
              <a:rPr kumimoji="1" lang="ja-JP" altLang="en-US"/>
              <a:t>を入力（スライドタイトル）</a:t>
            </a:r>
          </a:p>
        </p:txBody>
      </p:sp>
      <p:sp>
        <p:nvSpPr>
          <p:cNvPr id="7" name="タイトル 6"/>
          <p:cNvSpPr>
            <a:spLocks noGrp="1"/>
          </p:cNvSpPr>
          <p:nvPr>
            <p:ph type="title"/>
          </p:nvPr>
        </p:nvSpPr>
        <p:spPr/>
        <p:txBody>
          <a:bodyPr/>
          <a:lstStyle/>
          <a:p>
            <a:r>
              <a:rPr kumimoji="1" lang="ja-JP" altLang="en-US"/>
              <a:t>マスター タイトルの書式設定</a:t>
            </a:r>
          </a:p>
        </p:txBody>
      </p:sp>
      <p:sp>
        <p:nvSpPr>
          <p:cNvPr id="24" name="スライド番号プレースホルダー 23"/>
          <p:cNvSpPr>
            <a:spLocks noGrp="1"/>
          </p:cNvSpPr>
          <p:nvPr>
            <p:ph type="sldNum" sz="quarter" idx="18"/>
          </p:nvPr>
        </p:nvSpPr>
        <p:spPr/>
        <p:txBody>
          <a:bodyPr/>
          <a:lstStyle/>
          <a:p>
            <a:pPr fontAlgn="auto">
              <a:spcBef>
                <a:spcPts val="0"/>
              </a:spcBef>
              <a:spcAft>
                <a:spcPts val="0"/>
              </a:spcAft>
            </a:pPr>
            <a:fld id="{AA5FCFE5-FE56-4EF1-80A8-07776887C2A1}" type="slidenum">
              <a:rPr kumimoji="1" lang="ja-JP" altLang="en-US" smtClean="0"/>
              <a:t>‹#›</a:t>
            </a:fld>
            <a:endParaRPr kumimoji="1" lang="ja-JP" altLang="en-US"/>
          </a:p>
        </p:txBody>
      </p:sp>
      <p:sp>
        <p:nvSpPr>
          <p:cNvPr id="3"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基本版） タイトルのみ_Header上_16:9">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スライド番号プレースホルダ 3"/>
          <p:cNvSpPr>
            <a:spLocks noGrp="1"/>
          </p:cNvSpPr>
          <p:nvPr>
            <p:ph type="sldNum" sz="quarter" idx="11"/>
          </p:nvPr>
        </p:nvSpPr>
        <p:spPr bwMode="gray"/>
        <p:txBody>
          <a:bodyPr/>
          <a:lstStyle>
            <a:lvl1pPr>
              <a:defRPr>
                <a:solidFill>
                  <a:schemeClr val="tx1"/>
                </a:solidFill>
              </a:defRPr>
            </a:lvl1pPr>
          </a:lstStyle>
          <a:p>
            <a:fld id="{AA5FCFE5-FE56-4EF1-80A8-07776887C2A1}" type="slidenum">
              <a:rPr lang="ja-JP" altLang="en-US" smtClean="0"/>
              <a:t>‹#›</a:t>
            </a:fld>
            <a:endParaRPr lang="ja-JP" altLang="en-US"/>
          </a:p>
        </p:txBody>
      </p:sp>
      <p:sp>
        <p:nvSpPr>
          <p:cNvPr id="9" name="テキスト プレースホルダー 2"/>
          <p:cNvSpPr>
            <a:spLocks noGrp="1"/>
          </p:cNvSpPr>
          <p:nvPr>
            <p:ph type="body" sz="quarter" idx="15" hasCustomPrompt="1"/>
          </p:nvPr>
        </p:nvSpPr>
        <p:spPr bwMode="gray">
          <a:xfrm>
            <a:off x="478798" y="180000"/>
            <a:ext cx="11232000" cy="369332"/>
          </a:xfrm>
          <a:prstGeom prst="rect">
            <a:avLst/>
          </a:prstGeom>
        </p:spPr>
        <p:txBody>
          <a:bodyPr wrap="none" tIns="0" anchor="t" anchorCtr="0">
            <a:noAutofit/>
          </a:bodyPr>
          <a:lstStyle>
            <a:lvl1pPr>
              <a:lnSpc>
                <a:spcPct val="100000"/>
              </a:lnSpc>
              <a:spcBef>
                <a:spcPts val="0"/>
              </a:spcBef>
              <a:defRPr sz="2400" b="1" baseline="0">
                <a:solidFill>
                  <a:schemeClr val="tx1"/>
                </a:solidFill>
                <a:latin typeface="+mj-lt"/>
                <a:ea typeface="+mj-ea"/>
              </a:defRPr>
            </a:lvl1pPr>
          </a:lstStyle>
          <a:p>
            <a:pPr lvl="0"/>
            <a:r>
              <a:rPr kumimoji="1" lang="en-US" altLang="ja-JP"/>
              <a:t>Header</a:t>
            </a:r>
            <a:r>
              <a:rPr kumimoji="1" lang="ja-JP" altLang="en-US"/>
              <a:t>を入力（スライドタイトル）</a:t>
            </a:r>
          </a:p>
        </p:txBody>
      </p:sp>
      <p:sp>
        <p:nvSpPr>
          <p:cNvPr id="6" name="タイトル 5"/>
          <p:cNvSpPr>
            <a:spLocks noGrp="1"/>
          </p:cNvSpPr>
          <p:nvPr>
            <p:ph type="title" hasCustomPrompt="1"/>
          </p:nvPr>
        </p:nvSpPr>
        <p:spPr bwMode="gray">
          <a:xfrm>
            <a:off x="480000" y="684000"/>
            <a:ext cx="11232000" cy="576000"/>
          </a:xfrm>
        </p:spPr>
        <p:txBody>
          <a:bodyPr vert="horz" anchor="t" anchorCtr="0">
            <a:noAutofit/>
          </a:bodyPr>
          <a:lstStyle>
            <a:lvl1pPr>
              <a:defRPr sz="1800" b="0" baseline="0">
                <a:latin typeface="+mn-lt"/>
                <a:ea typeface="+mn-ea"/>
              </a:defRPr>
            </a:lvl1pPr>
          </a:lstStyle>
          <a:p>
            <a:r>
              <a:rPr lang="ja-JP" altLang="en-US"/>
              <a:t>キーメッセージを入力（本スライドで一番伝えたいこと＜名詞止め・体言止め不可＞）</a:t>
            </a:r>
            <a:endParaRPr kumimoji="1" lang="ja-JP" altLang="en-US"/>
          </a:p>
        </p:txBody>
      </p:sp>
      <p:sp>
        <p:nvSpPr>
          <p:cNvPr id="5"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基本版） コンテンツ左サイド_レベル_16:9">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コンテンツ プレースホルダ 2"/>
          <p:cNvSpPr>
            <a:spLocks noGrp="1"/>
          </p:cNvSpPr>
          <p:nvPr>
            <p:ph idx="1"/>
          </p:nvPr>
        </p:nvSpPr>
        <p:spPr bwMode="gray">
          <a:xfrm>
            <a:off x="480000" y="1476000"/>
            <a:ext cx="5436000" cy="4824000"/>
          </a:xfrm>
          <a:prstGeom prst="rect">
            <a:avLst/>
          </a:prstGeom>
        </p:spPr>
        <p:txBody>
          <a:bodyPr/>
          <a:lstStyle>
            <a:lvl1pPr>
              <a:lnSpc>
                <a:spcPct val="110000"/>
              </a:lnSpc>
              <a:spcBef>
                <a:spcPts val="600"/>
              </a:spcBef>
              <a:buNone/>
              <a:defRPr sz="1600" baseline="0">
                <a:latin typeface="+mn-lt"/>
                <a:ea typeface="+mn-ea"/>
                <a:cs typeface="+mn-cs"/>
              </a:defRPr>
            </a:lvl1pPr>
            <a:lvl2pPr marL="252095" indent="-252095">
              <a:lnSpc>
                <a:spcPct val="110000"/>
              </a:lnSpc>
              <a:spcBef>
                <a:spcPts val="600"/>
              </a:spcBef>
              <a:buFont typeface="Wingdings" panose="05000000000000000000" pitchFamily="2" charset="2"/>
              <a:buChar char="n"/>
              <a:defRPr sz="1600" baseline="0">
                <a:latin typeface="+mn-lt"/>
                <a:ea typeface="+mn-ea"/>
                <a:cs typeface="+mn-cs"/>
              </a:defRPr>
            </a:lvl2pPr>
            <a:lvl3pPr marL="504190" indent="-252095">
              <a:lnSpc>
                <a:spcPct val="110000"/>
              </a:lnSpc>
              <a:spcBef>
                <a:spcPts val="600"/>
              </a:spcBef>
              <a:buFont typeface="Wingdings" panose="05000000000000000000" pitchFamily="2" charset="2"/>
              <a:buChar char="Ø"/>
              <a:defRPr sz="1600" baseline="0">
                <a:latin typeface="+mn-lt"/>
                <a:ea typeface="+mn-ea"/>
                <a:cs typeface="+mn-cs"/>
              </a:defRPr>
            </a:lvl3pPr>
            <a:lvl4pPr marL="683895" marR="0" indent="-179705" algn="l" defTabSz="989330" rtl="0" eaLnBrk="1" fontAlgn="auto" latinLnBrk="0" hangingPunct="1">
              <a:lnSpc>
                <a:spcPct val="110000"/>
              </a:lnSpc>
              <a:spcBef>
                <a:spcPts val="600"/>
              </a:spcBef>
              <a:spcAft>
                <a:spcPts val="0"/>
              </a:spcAft>
              <a:buClrTx/>
              <a:buSzTx/>
              <a:buFont typeface="Arial" panose="020B0604020202020204" pitchFamily="34" charset="0"/>
              <a:buChar char="•"/>
              <a:defRPr sz="1600" baseline="0">
                <a:latin typeface="+mn-lt"/>
                <a:ea typeface="+mn-ea"/>
                <a:cs typeface="+mn-cs"/>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6" name="スライド番号プレースホルダ 5"/>
          <p:cNvSpPr>
            <a:spLocks noGrp="1"/>
          </p:cNvSpPr>
          <p:nvPr>
            <p:ph type="sldNum" sz="quarter" idx="10"/>
          </p:nvPr>
        </p:nvSpPr>
        <p:spPr bwMode="gray"/>
        <p:txBody>
          <a:bodyPr/>
          <a:lstStyle>
            <a:lvl1pPr>
              <a:defRPr baseline="0">
                <a:solidFill>
                  <a:schemeClr val="tx1"/>
                </a:solidFill>
                <a:latin typeface="+mn-lt"/>
              </a:defRPr>
            </a:lvl1pPr>
          </a:lstStyle>
          <a:p>
            <a:fld id="{0822A2BF-4EE5-45F6-88E1-9AA10A8C672A}" type="slidenum">
              <a:rPr lang="ja-JP" altLang="en-US" smtClean="0"/>
              <a:t>‹#›</a:t>
            </a:fld>
            <a:endParaRPr lang="ja-JP" altLang="en-US"/>
          </a:p>
        </p:txBody>
      </p:sp>
      <p:sp>
        <p:nvSpPr>
          <p:cNvPr id="3" name="テキスト プレースホルダー 2"/>
          <p:cNvSpPr>
            <a:spLocks noGrp="1"/>
          </p:cNvSpPr>
          <p:nvPr>
            <p:ph type="body" sz="quarter" idx="12" hasCustomPrompt="1"/>
          </p:nvPr>
        </p:nvSpPr>
        <p:spPr bwMode="gray">
          <a:xfrm>
            <a:off x="480000" y="1008000"/>
            <a:ext cx="5436000" cy="468000"/>
          </a:xfrm>
          <a:prstGeom prst="rect">
            <a:avLst/>
          </a:prstGeom>
        </p:spPr>
        <p:txBody>
          <a:bodyPr vert="horz" wrap="none" lIns="0" tIns="0" rIns="0" bIns="0" rtlCol="0" anchor="ctr">
            <a:noAutofit/>
          </a:bodyPr>
          <a:lstStyle>
            <a:lvl1pPr>
              <a:defRPr lang="ja-JP" altLang="en-US" sz="1800" b="1" baseline="0" dirty="0">
                <a:solidFill>
                  <a:schemeClr val="accent1"/>
                </a:solidFill>
                <a:latin typeface="+mn-lt"/>
              </a:defRPr>
            </a:lvl1pPr>
          </a:lstStyle>
          <a:p>
            <a:pPr lvl="0">
              <a:lnSpc>
                <a:spcPct val="100000"/>
              </a:lnSpc>
              <a:spcBef>
                <a:spcPts val="0"/>
              </a:spcBef>
            </a:pPr>
            <a:r>
              <a:rPr kumimoji="1" lang="en-US" altLang="ja-JP"/>
              <a:t>Header</a:t>
            </a:r>
            <a:r>
              <a:rPr kumimoji="1" lang="ja-JP" altLang="en-US"/>
              <a:t>を入力（スライドタイトル）</a:t>
            </a:r>
          </a:p>
        </p:txBody>
      </p:sp>
      <p:sp>
        <p:nvSpPr>
          <p:cNvPr id="2" name="タイトル 1"/>
          <p:cNvSpPr>
            <a:spLocks noGrp="1"/>
          </p:cNvSpPr>
          <p:nvPr>
            <p:ph type="title" hasCustomPrompt="1"/>
          </p:nvPr>
        </p:nvSpPr>
        <p:spPr bwMode="gray">
          <a:xfrm>
            <a:off x="480000" y="108000"/>
            <a:ext cx="11232000" cy="738000"/>
          </a:xfrm>
        </p:spPr>
        <p:txBody>
          <a:bodyPr/>
          <a:lstStyle/>
          <a:p>
            <a:r>
              <a:rPr lang="ja-JP" altLang="en-US"/>
              <a:t>キーメッセージを入力（本スライドで一番伝えたいこと＜名詞止め・体言止め不可＞）</a:t>
            </a:r>
            <a:endParaRPr kumimoji="1" lang="ja-JP" altLang="en-US"/>
          </a:p>
        </p:txBody>
      </p:sp>
      <p:sp>
        <p:nvSpPr>
          <p:cNvPr id="5"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基本版） コンテンツ両サイド_レベル_16:9">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コンテンツ プレースホルダ 2"/>
          <p:cNvSpPr>
            <a:spLocks noGrp="1"/>
          </p:cNvSpPr>
          <p:nvPr>
            <p:ph idx="1"/>
          </p:nvPr>
        </p:nvSpPr>
        <p:spPr bwMode="gray">
          <a:xfrm>
            <a:off x="480000" y="1476000"/>
            <a:ext cx="5436000" cy="4824000"/>
          </a:xfrm>
          <a:prstGeom prst="rect">
            <a:avLst/>
          </a:prstGeom>
        </p:spPr>
        <p:txBody>
          <a:bodyPr/>
          <a:lstStyle>
            <a:lvl1pPr>
              <a:lnSpc>
                <a:spcPct val="110000"/>
              </a:lnSpc>
              <a:spcBef>
                <a:spcPts val="600"/>
              </a:spcBef>
              <a:buNone/>
              <a:defRPr sz="1600" baseline="0">
                <a:latin typeface="+mn-lt"/>
                <a:ea typeface="+mn-ea"/>
                <a:cs typeface="+mn-cs"/>
              </a:defRPr>
            </a:lvl1pPr>
            <a:lvl2pPr marL="252095" indent="-252095">
              <a:lnSpc>
                <a:spcPct val="110000"/>
              </a:lnSpc>
              <a:spcBef>
                <a:spcPts val="600"/>
              </a:spcBef>
              <a:buFont typeface="Wingdings" panose="05000000000000000000" pitchFamily="2" charset="2"/>
              <a:buChar char="n"/>
              <a:defRPr sz="1600" baseline="0">
                <a:latin typeface="+mn-lt"/>
                <a:ea typeface="+mn-ea"/>
                <a:cs typeface="+mn-cs"/>
              </a:defRPr>
            </a:lvl2pPr>
            <a:lvl3pPr marL="504190" indent="-252095">
              <a:lnSpc>
                <a:spcPct val="110000"/>
              </a:lnSpc>
              <a:spcBef>
                <a:spcPts val="600"/>
              </a:spcBef>
              <a:buFont typeface="Wingdings" panose="05000000000000000000" pitchFamily="2" charset="2"/>
              <a:buChar char="Ø"/>
              <a:defRPr sz="1600" baseline="0">
                <a:latin typeface="+mn-lt"/>
                <a:ea typeface="+mn-ea"/>
                <a:cs typeface="+mn-cs"/>
              </a:defRPr>
            </a:lvl3pPr>
            <a:lvl4pPr marL="683895" marR="0" indent="-179705" algn="l" defTabSz="989330" rtl="0" eaLnBrk="1" fontAlgn="auto" latinLnBrk="0" hangingPunct="1">
              <a:lnSpc>
                <a:spcPct val="110000"/>
              </a:lnSpc>
              <a:spcBef>
                <a:spcPts val="600"/>
              </a:spcBef>
              <a:spcAft>
                <a:spcPts val="0"/>
              </a:spcAft>
              <a:buClrTx/>
              <a:buSzTx/>
              <a:buFont typeface="Arial" panose="020B0604020202020204" pitchFamily="34" charset="0"/>
              <a:buChar char="•"/>
              <a:defRPr sz="1600" baseline="0">
                <a:latin typeface="+mn-lt"/>
                <a:ea typeface="+mn-ea"/>
                <a:cs typeface="+mn-cs"/>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9" name="コンテンツ プレースホルダ 2"/>
          <p:cNvSpPr>
            <a:spLocks noGrp="1"/>
          </p:cNvSpPr>
          <p:nvPr>
            <p:ph idx="12"/>
          </p:nvPr>
        </p:nvSpPr>
        <p:spPr bwMode="gray">
          <a:xfrm>
            <a:off x="6276000" y="1476000"/>
            <a:ext cx="5436000" cy="4824000"/>
          </a:xfrm>
          <a:prstGeom prst="rect">
            <a:avLst/>
          </a:prstGeom>
        </p:spPr>
        <p:txBody>
          <a:bodyPr/>
          <a:lstStyle>
            <a:lvl1pPr>
              <a:lnSpc>
                <a:spcPct val="110000"/>
              </a:lnSpc>
              <a:spcBef>
                <a:spcPts val="600"/>
              </a:spcBef>
              <a:buNone/>
              <a:defRPr sz="1600" baseline="0">
                <a:latin typeface="+mn-lt"/>
                <a:ea typeface="+mn-ea"/>
                <a:cs typeface="+mn-cs"/>
              </a:defRPr>
            </a:lvl1pPr>
            <a:lvl2pPr marL="252095" indent="-252095">
              <a:lnSpc>
                <a:spcPct val="110000"/>
              </a:lnSpc>
              <a:spcBef>
                <a:spcPts val="600"/>
              </a:spcBef>
              <a:buFont typeface="Wingdings" panose="05000000000000000000" pitchFamily="2" charset="2"/>
              <a:buChar char="n"/>
              <a:defRPr sz="1600" baseline="0">
                <a:latin typeface="+mn-lt"/>
                <a:ea typeface="+mn-ea"/>
                <a:cs typeface="+mn-cs"/>
              </a:defRPr>
            </a:lvl2pPr>
            <a:lvl3pPr marL="504190" indent="-252095">
              <a:lnSpc>
                <a:spcPct val="110000"/>
              </a:lnSpc>
              <a:spcBef>
                <a:spcPts val="600"/>
              </a:spcBef>
              <a:buFont typeface="Wingdings" panose="05000000000000000000" pitchFamily="2" charset="2"/>
              <a:buChar char="Ø"/>
              <a:defRPr sz="1600" baseline="0">
                <a:latin typeface="+mn-lt"/>
                <a:ea typeface="+mn-ea"/>
                <a:cs typeface="+mn-cs"/>
              </a:defRPr>
            </a:lvl3pPr>
            <a:lvl4pPr marL="683895" indent="-179705">
              <a:lnSpc>
                <a:spcPct val="110000"/>
              </a:lnSpc>
              <a:spcBef>
                <a:spcPts val="600"/>
              </a:spcBef>
              <a:buFont typeface="Arial" panose="020B0604020202020204" pitchFamily="34" charset="0"/>
              <a:buChar char="•"/>
              <a:defRPr sz="1600" baseline="0">
                <a:latin typeface="+mn-lt"/>
                <a:ea typeface="+mn-ea"/>
                <a:cs typeface="+mn-cs"/>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10" name="スライド番号プレースホルダ 9"/>
          <p:cNvSpPr>
            <a:spLocks noGrp="1"/>
          </p:cNvSpPr>
          <p:nvPr>
            <p:ph type="sldNum" sz="quarter" idx="13"/>
          </p:nvPr>
        </p:nvSpPr>
        <p:spPr bwMode="gray"/>
        <p:txBody>
          <a:bodyPr/>
          <a:lstStyle>
            <a:lvl1pPr>
              <a:defRPr baseline="0">
                <a:solidFill>
                  <a:schemeClr val="tx1"/>
                </a:solidFill>
                <a:latin typeface="+mn-lt"/>
              </a:defRPr>
            </a:lvl1pPr>
          </a:lstStyle>
          <a:p>
            <a:fld id="{A3EB1B23-9AF8-425B-BAD7-B9FA00F18833}" type="slidenum">
              <a:rPr lang="ja-JP" altLang="en-US" smtClean="0"/>
              <a:t>‹#›</a:t>
            </a:fld>
            <a:endParaRPr lang="ja-JP" altLang="en-US"/>
          </a:p>
        </p:txBody>
      </p:sp>
      <p:sp>
        <p:nvSpPr>
          <p:cNvPr id="3" name="テキスト プレースホルダー 2"/>
          <p:cNvSpPr>
            <a:spLocks noGrp="1"/>
          </p:cNvSpPr>
          <p:nvPr>
            <p:ph type="body" sz="quarter" idx="15" hasCustomPrompt="1"/>
          </p:nvPr>
        </p:nvSpPr>
        <p:spPr bwMode="gray">
          <a:xfrm>
            <a:off x="480000" y="1008000"/>
            <a:ext cx="5436000" cy="468000"/>
          </a:xfrm>
          <a:prstGeom prst="rect">
            <a:avLst/>
          </a:prstGeom>
        </p:spPr>
        <p:txBody>
          <a:bodyPr vert="horz" wrap="none" lIns="0" tIns="0" rIns="0" bIns="0" rtlCol="0" anchor="ctr">
            <a:noAutofit/>
          </a:bodyPr>
          <a:lstStyle>
            <a:lvl1pPr>
              <a:defRPr lang="ja-JP" altLang="en-US" sz="1800" b="1" baseline="0" dirty="0">
                <a:solidFill>
                  <a:schemeClr val="accent1"/>
                </a:solidFill>
                <a:latin typeface="+mn-lt"/>
              </a:defRPr>
            </a:lvl1pPr>
          </a:lstStyle>
          <a:p>
            <a:pPr lvl="0">
              <a:lnSpc>
                <a:spcPct val="100000"/>
              </a:lnSpc>
              <a:spcBef>
                <a:spcPts val="0"/>
              </a:spcBef>
            </a:pPr>
            <a:r>
              <a:rPr kumimoji="1" lang="en-US" altLang="ja-JP"/>
              <a:t>Header</a:t>
            </a:r>
            <a:r>
              <a:rPr kumimoji="1" lang="ja-JP" altLang="en-US"/>
              <a:t>を入力（スライドタイトル）</a:t>
            </a:r>
          </a:p>
        </p:txBody>
      </p:sp>
      <p:sp>
        <p:nvSpPr>
          <p:cNvPr id="13" name="テキスト プレースホルダー 2"/>
          <p:cNvSpPr>
            <a:spLocks noGrp="1"/>
          </p:cNvSpPr>
          <p:nvPr>
            <p:ph type="body" sz="quarter" idx="16" hasCustomPrompt="1"/>
          </p:nvPr>
        </p:nvSpPr>
        <p:spPr bwMode="gray">
          <a:xfrm>
            <a:off x="6276000" y="1008000"/>
            <a:ext cx="5436000" cy="468000"/>
          </a:xfrm>
          <a:prstGeom prst="rect">
            <a:avLst/>
          </a:prstGeom>
        </p:spPr>
        <p:txBody>
          <a:bodyPr vert="horz" wrap="none" lIns="0" tIns="0" rIns="0" bIns="0" rtlCol="0" anchor="ctr">
            <a:noAutofit/>
          </a:bodyPr>
          <a:lstStyle>
            <a:lvl1pPr>
              <a:defRPr lang="ja-JP" altLang="en-US" sz="1800" b="1" baseline="0" dirty="0">
                <a:solidFill>
                  <a:schemeClr val="accent1"/>
                </a:solidFill>
                <a:latin typeface="+mn-lt"/>
              </a:defRPr>
            </a:lvl1pPr>
          </a:lstStyle>
          <a:p>
            <a:pPr lvl="0">
              <a:lnSpc>
                <a:spcPct val="100000"/>
              </a:lnSpc>
              <a:spcBef>
                <a:spcPts val="0"/>
              </a:spcBef>
            </a:pPr>
            <a:r>
              <a:rPr kumimoji="1" lang="en-US" altLang="ja-JP"/>
              <a:t>Header</a:t>
            </a:r>
            <a:r>
              <a:rPr kumimoji="1" lang="ja-JP" altLang="en-US"/>
              <a:t>を入力（スライドタイトル）</a:t>
            </a:r>
          </a:p>
        </p:txBody>
      </p:sp>
      <p:sp>
        <p:nvSpPr>
          <p:cNvPr id="2" name="タイトル 1"/>
          <p:cNvSpPr>
            <a:spLocks noGrp="1"/>
          </p:cNvSpPr>
          <p:nvPr>
            <p:ph type="title" hasCustomPrompt="1"/>
          </p:nvPr>
        </p:nvSpPr>
        <p:spPr bwMode="gray">
          <a:xfrm>
            <a:off x="480000" y="108000"/>
            <a:ext cx="11232000" cy="738000"/>
          </a:xfrm>
        </p:spPr>
        <p:txBody>
          <a:bodyPr/>
          <a:lstStyle/>
          <a:p>
            <a:r>
              <a:rPr lang="ja-JP" altLang="en-US"/>
              <a:t>キーメッセージを入力（本スライドで一番伝えたいこと＜名詞止め・体言止め不可＞）</a:t>
            </a:r>
            <a:endParaRPr kumimoji="1" lang="ja-JP" altLang="en-US"/>
          </a:p>
        </p:txBody>
      </p:sp>
      <p:sp>
        <p:nvSpPr>
          <p:cNvPr id="5"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基本版） コンテンツ全面_レベル_16:9">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コンテンツ プレースホルダ 2"/>
          <p:cNvSpPr>
            <a:spLocks noGrp="1"/>
          </p:cNvSpPr>
          <p:nvPr>
            <p:ph idx="1"/>
          </p:nvPr>
        </p:nvSpPr>
        <p:spPr bwMode="gray">
          <a:xfrm>
            <a:off x="480000" y="1476000"/>
            <a:ext cx="11232000" cy="4824000"/>
          </a:xfrm>
          <a:prstGeom prst="rect">
            <a:avLst/>
          </a:prstGeom>
        </p:spPr>
        <p:txBody>
          <a:bodyPr/>
          <a:lstStyle>
            <a:lvl1pPr>
              <a:lnSpc>
                <a:spcPct val="110000"/>
              </a:lnSpc>
              <a:spcBef>
                <a:spcPts val="600"/>
              </a:spcBef>
              <a:buFont typeface="Arial" panose="020B0604020202020204" pitchFamily="34" charset="0"/>
              <a:buNone/>
              <a:defRPr sz="1600" baseline="0">
                <a:latin typeface="+mn-lt"/>
                <a:ea typeface="+mn-ea"/>
                <a:cs typeface="+mn-cs"/>
              </a:defRPr>
            </a:lvl1pPr>
            <a:lvl2pPr marL="252095" indent="-252095">
              <a:lnSpc>
                <a:spcPct val="110000"/>
              </a:lnSpc>
              <a:spcBef>
                <a:spcPts val="600"/>
              </a:spcBef>
              <a:buFont typeface="Wingdings" panose="05000000000000000000" pitchFamily="2" charset="2"/>
              <a:buChar char="n"/>
              <a:defRPr sz="1600" baseline="0">
                <a:latin typeface="+mn-lt"/>
                <a:ea typeface="+mn-ea"/>
                <a:cs typeface="+mn-cs"/>
              </a:defRPr>
            </a:lvl2pPr>
            <a:lvl3pPr marL="504190" indent="-252095">
              <a:lnSpc>
                <a:spcPct val="110000"/>
              </a:lnSpc>
              <a:spcBef>
                <a:spcPts val="600"/>
              </a:spcBef>
              <a:buFont typeface="Wingdings" panose="05000000000000000000" pitchFamily="2" charset="2"/>
              <a:buChar char="Ø"/>
              <a:defRPr sz="1600" baseline="0">
                <a:latin typeface="+mn-lt"/>
                <a:ea typeface="+mn-ea"/>
                <a:cs typeface="+mn-cs"/>
              </a:defRPr>
            </a:lvl3pPr>
            <a:lvl4pPr marL="683895" indent="-179705">
              <a:lnSpc>
                <a:spcPct val="110000"/>
              </a:lnSpc>
              <a:spcBef>
                <a:spcPts val="600"/>
              </a:spcBef>
              <a:buFont typeface="Arial" panose="020B0604020202020204" pitchFamily="34" charset="0"/>
              <a:buChar char="•"/>
              <a:defRPr sz="1600" baseline="0">
                <a:latin typeface="+mn-lt"/>
                <a:ea typeface="+mn-ea"/>
                <a:cs typeface="+mn-cs"/>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9" name="スライド番号プレースホルダ 8"/>
          <p:cNvSpPr>
            <a:spLocks noGrp="1"/>
          </p:cNvSpPr>
          <p:nvPr>
            <p:ph type="sldNum" sz="quarter" idx="10"/>
          </p:nvPr>
        </p:nvSpPr>
        <p:spPr bwMode="gray"/>
        <p:txBody>
          <a:bodyPr/>
          <a:lstStyle>
            <a:lvl1pPr>
              <a:defRPr baseline="0">
                <a:solidFill>
                  <a:schemeClr val="tx1"/>
                </a:solidFill>
                <a:latin typeface="+mn-lt"/>
              </a:defRPr>
            </a:lvl1pPr>
          </a:lstStyle>
          <a:p>
            <a:fld id="{543A0986-838B-4D2A-A95C-8CB1738263FE}" type="slidenum">
              <a:rPr lang="ja-JP" altLang="en-US" smtClean="0"/>
              <a:t>‹#›</a:t>
            </a:fld>
            <a:endParaRPr lang="ja-JP" altLang="en-US"/>
          </a:p>
        </p:txBody>
      </p:sp>
      <p:sp>
        <p:nvSpPr>
          <p:cNvPr id="8" name="テキスト プレースホルダー 2"/>
          <p:cNvSpPr>
            <a:spLocks noGrp="1"/>
          </p:cNvSpPr>
          <p:nvPr>
            <p:ph type="body" sz="quarter" idx="15" hasCustomPrompt="1"/>
          </p:nvPr>
        </p:nvSpPr>
        <p:spPr bwMode="gray">
          <a:xfrm>
            <a:off x="480000" y="1008000"/>
            <a:ext cx="5436000" cy="468000"/>
          </a:xfrm>
          <a:prstGeom prst="rect">
            <a:avLst/>
          </a:prstGeom>
        </p:spPr>
        <p:txBody>
          <a:bodyPr vert="horz" wrap="none" lIns="0" tIns="0" rIns="0" bIns="0" rtlCol="0" anchor="ctr">
            <a:noAutofit/>
          </a:bodyPr>
          <a:lstStyle>
            <a:lvl1pPr>
              <a:defRPr lang="ja-JP" altLang="en-US" sz="1800" b="1" baseline="0" dirty="0">
                <a:solidFill>
                  <a:schemeClr val="accent1"/>
                </a:solidFill>
                <a:latin typeface="+mn-lt"/>
              </a:defRPr>
            </a:lvl1pPr>
          </a:lstStyle>
          <a:p>
            <a:pPr lvl="0">
              <a:lnSpc>
                <a:spcPct val="100000"/>
              </a:lnSpc>
              <a:spcBef>
                <a:spcPts val="0"/>
              </a:spcBef>
            </a:pPr>
            <a:r>
              <a:rPr kumimoji="1" lang="en-US" altLang="ja-JP"/>
              <a:t>Header</a:t>
            </a:r>
            <a:r>
              <a:rPr kumimoji="1" lang="ja-JP" altLang="en-US"/>
              <a:t>を入力（スライドタイトル）</a:t>
            </a:r>
          </a:p>
        </p:txBody>
      </p:sp>
      <p:sp>
        <p:nvSpPr>
          <p:cNvPr id="3" name="タイトル 2"/>
          <p:cNvSpPr>
            <a:spLocks noGrp="1"/>
          </p:cNvSpPr>
          <p:nvPr>
            <p:ph type="title" hasCustomPrompt="1"/>
          </p:nvPr>
        </p:nvSpPr>
        <p:spPr bwMode="gray">
          <a:xfrm>
            <a:off x="480000" y="108000"/>
            <a:ext cx="11232000" cy="738000"/>
          </a:xfrm>
        </p:spPr>
        <p:txBody>
          <a:bodyPr/>
          <a:lstStyle/>
          <a:p>
            <a:r>
              <a:rPr lang="ja-JP" altLang="en-US"/>
              <a:t>キーメッセージを入力（本スライドで一番伝えたいこと＜名詞止め・体言止め不可＞）</a:t>
            </a:r>
            <a:endParaRPr kumimoji="1" lang="ja-JP" altLang="en-US"/>
          </a:p>
        </p:txBody>
      </p:sp>
      <p:sp>
        <p:nvSpPr>
          <p:cNvPr id="4"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白_16:9">
    <p:bg bwMode="gray">
      <p:bgRef idx="1001">
        <a:schemeClr val="bg1"/>
      </p:bgRef>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2" name="図 11"/>
          <p:cNvPicPr>
            <a:picLocks noChangeAspect="1"/>
          </p:cNvPicPr>
          <p:nvPr userDrawn="1"/>
        </p:nvPicPr>
        <p:blipFill>
          <a:blip r:embed="rId5"/>
          <a:stretch>
            <a:fillRect/>
          </a:stretch>
        </p:blipFill>
        <p:spPr bwMode="gray">
          <a:xfrm>
            <a:off x="10270800" y="5472000"/>
            <a:ext cx="1440000" cy="873776"/>
          </a:xfrm>
          <a:prstGeom prst="rect">
            <a:avLst/>
          </a:prstGeom>
        </p:spPr>
      </p:pic>
      <p:pic>
        <p:nvPicPr>
          <p:cNvPr id="7" name="図 6"/>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bwMode="gray">
          <a:xfrm>
            <a:off x="478800" y="432000"/>
            <a:ext cx="2016000" cy="631680"/>
          </a:xfrm>
          <a:prstGeom prst="rect">
            <a:avLst/>
          </a:prstGeom>
        </p:spPr>
      </p:pic>
      <p:sp>
        <p:nvSpPr>
          <p:cNvPr id="19" name="テキスト ボックス 18"/>
          <p:cNvSpPr txBox="1"/>
          <p:nvPr userDrawn="1"/>
        </p:nvSpPr>
        <p:spPr bwMode="gray">
          <a:xfrm>
            <a:off x="10308172" y="6517422"/>
            <a:ext cx="1402628" cy="251544"/>
          </a:xfrm>
          <a:prstGeom prst="rect">
            <a:avLst/>
          </a:prstGeom>
          <a:noFill/>
        </p:spPr>
        <p:txBody>
          <a:bodyPr wrap="none" lIns="0" tIns="0" rIns="0" bIns="0" rtlCol="0">
            <a:spAutoFit/>
          </a:bodyPr>
          <a:lstStyle/>
          <a:p>
            <a:pPr>
              <a:lnSpc>
                <a:spcPts val="950"/>
              </a:lnSpc>
            </a:pPr>
            <a:r>
              <a:rPr kumimoji="1" lang="en-US" altLang="ja-JP" sz="800">
                <a:solidFill>
                  <a:prstClr val="black"/>
                </a:solidFill>
                <a:latin typeface="+mn-lt"/>
                <a:cs typeface="+mn-cs"/>
                <a:sym typeface="+mn-lt"/>
              </a:rPr>
              <a:t>Member of</a:t>
            </a:r>
            <a:br>
              <a:rPr kumimoji="1" lang="en-US" altLang="ja-JP" sz="800">
                <a:solidFill>
                  <a:prstClr val="black"/>
                </a:solidFill>
                <a:latin typeface="+mn-lt"/>
                <a:cs typeface="+mn-cs"/>
                <a:sym typeface="+mn-lt"/>
              </a:rPr>
            </a:br>
            <a:r>
              <a:rPr kumimoji="1" lang="en-US" altLang="ja-JP" sz="800" b="1">
                <a:solidFill>
                  <a:prstClr val="black"/>
                </a:solidFill>
                <a:latin typeface="+mn-lt"/>
                <a:cs typeface="+mn-cs"/>
                <a:sym typeface="+mn-lt"/>
              </a:rPr>
              <a:t>Deloitte Touche Tohmatsu Limited</a:t>
            </a:r>
            <a:endParaRPr kumimoji="1" lang="ja-JP" altLang="en-US" sz="800" b="1">
              <a:solidFill>
                <a:prstClr val="black"/>
              </a:solidFill>
              <a:latin typeface="+mn-lt"/>
              <a:cs typeface="+mn-cs"/>
              <a:sym typeface="+mn-lt"/>
            </a:endParaRPr>
          </a:p>
        </p:txBody>
      </p:sp>
      <p:sp>
        <p:nvSpPr>
          <p:cNvPr id="4" name="テキスト プレースホルダー 3"/>
          <p:cNvSpPr>
            <a:spLocks noGrp="1"/>
          </p:cNvSpPr>
          <p:nvPr>
            <p:ph type="body" sz="quarter" idx="11"/>
          </p:nvPr>
        </p:nvSpPr>
        <p:spPr bwMode="gray">
          <a:xfrm>
            <a:off x="478800" y="6372000"/>
            <a:ext cx="7272000" cy="127856"/>
          </a:xfrm>
        </p:spPr>
        <p:txBody>
          <a:bodyPr vert="horz" lIns="0" tIns="0" rIns="0" bIns="0" rtlCol="0" anchor="b" anchorCtr="0">
            <a:spAutoFit/>
          </a:bodyPr>
          <a:lstStyle>
            <a:lvl1pPr>
              <a:defRPr lang="ja-JP" altLang="en-US" sz="800" smtClean="0"/>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p:cNvSpPr txBox="1">
            <a:spLocks noChangeArrowheads="1"/>
          </p:cNvSpPr>
          <p:nvPr userDrawn="1"/>
        </p:nvSpPr>
        <p:spPr bwMode="gray">
          <a:xfrm>
            <a:off x="478800" y="6660000"/>
            <a:ext cx="2452594" cy="123111"/>
          </a:xfrm>
          <a:prstGeom prst="rect">
            <a:avLst/>
          </a:prstGeom>
          <a:noFill/>
          <a:ln w="9525">
            <a:noFill/>
            <a:miter lim="800000"/>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tx1"/>
                </a:solidFill>
                <a:latin typeface="+mn-lt"/>
                <a:ea typeface="+mn-ea"/>
                <a:cs typeface="+mn-cs"/>
                <a:sym typeface="+mn-lt"/>
              </a:rPr>
              <a:t>© 2022. For information, contact Deloitte Tohmatsu Group.</a:t>
            </a:r>
          </a:p>
        </p:txBody>
      </p:sp>
    </p:spTree>
  </p:cSld>
  <p:clrMapOvr>
    <a:masterClrMapping/>
  </p:clrMapOvr>
  <p:hf hdr="0"/>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黒_16:9">
    <p:bg bwMode="gray">
      <p:bgPr>
        <a:solidFill>
          <a:schemeClr val="tx1"/>
        </a:solidFill>
        <a:effectLst/>
      </p:bgPr>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9" name="テキスト ボックス 18"/>
          <p:cNvSpPr txBox="1"/>
          <p:nvPr userDrawn="1"/>
        </p:nvSpPr>
        <p:spPr bwMode="gray">
          <a:xfrm>
            <a:off x="10308172" y="6517422"/>
            <a:ext cx="1402628" cy="251544"/>
          </a:xfrm>
          <a:prstGeom prst="rect">
            <a:avLst/>
          </a:prstGeom>
          <a:noFill/>
        </p:spPr>
        <p:txBody>
          <a:bodyPr wrap="none" lIns="0" tIns="0" rIns="0" bIns="0" rtlCol="0">
            <a:spAutoFit/>
          </a:bodyPr>
          <a:lstStyle/>
          <a:p>
            <a:pPr>
              <a:lnSpc>
                <a:spcPts val="950"/>
              </a:lnSpc>
            </a:pPr>
            <a:r>
              <a:rPr kumimoji="1" lang="en-US" altLang="ja-JP" sz="800">
                <a:solidFill>
                  <a:schemeClr val="bg1"/>
                </a:solidFill>
                <a:latin typeface="+mn-lt"/>
                <a:cs typeface="+mn-cs"/>
                <a:sym typeface="+mn-lt"/>
              </a:rPr>
              <a:t>Member of</a:t>
            </a:r>
            <a:br>
              <a:rPr kumimoji="1" lang="en-US" altLang="ja-JP" sz="800">
                <a:solidFill>
                  <a:schemeClr val="bg1"/>
                </a:solidFill>
                <a:latin typeface="+mn-lt"/>
                <a:cs typeface="+mn-cs"/>
                <a:sym typeface="+mn-lt"/>
              </a:rPr>
            </a:br>
            <a:r>
              <a:rPr kumimoji="1" lang="en-US" altLang="ja-JP" sz="800" b="1">
                <a:solidFill>
                  <a:schemeClr val="bg1"/>
                </a:solidFill>
                <a:latin typeface="+mn-lt"/>
                <a:cs typeface="+mn-cs"/>
                <a:sym typeface="+mn-lt"/>
              </a:rPr>
              <a:t>Deloitte Touche Tohmatsu Limited</a:t>
            </a:r>
            <a:endParaRPr kumimoji="1" lang="ja-JP" altLang="en-US" sz="800" b="1">
              <a:solidFill>
                <a:schemeClr val="bg1"/>
              </a:solidFill>
              <a:latin typeface="+mn-lt"/>
              <a:cs typeface="+mn-cs"/>
              <a:sym typeface="+mn-lt"/>
            </a:endParaRPr>
          </a:p>
        </p:txBody>
      </p:sp>
      <p:sp>
        <p:nvSpPr>
          <p:cNvPr id="4" name="テキスト プレースホルダー 3"/>
          <p:cNvSpPr>
            <a:spLocks noGrp="1"/>
          </p:cNvSpPr>
          <p:nvPr>
            <p:ph type="body" sz="quarter" idx="11"/>
          </p:nvPr>
        </p:nvSpPr>
        <p:spPr bwMode="gray">
          <a:xfrm>
            <a:off x="478800" y="6372000"/>
            <a:ext cx="7272000" cy="127856"/>
          </a:xfrm>
        </p:spPr>
        <p:txBody>
          <a:bodyPr vert="horz" lIns="0" tIns="0" rIns="0" bIns="0" rtlCol="0" anchor="b" anchorCtr="0">
            <a:spAutoFit/>
          </a:bodyPr>
          <a:lstStyle>
            <a:lvl1pPr>
              <a:defRPr lang="ja-JP" altLang="en-US" sz="800" smtClean="0">
                <a:solidFill>
                  <a:schemeClr val="bg1"/>
                </a:solidFill>
              </a:defRPr>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p:cNvSpPr txBox="1">
            <a:spLocks noChangeArrowheads="1"/>
          </p:cNvSpPr>
          <p:nvPr userDrawn="1"/>
        </p:nvSpPr>
        <p:spPr bwMode="gray">
          <a:xfrm>
            <a:off x="478800" y="6660000"/>
            <a:ext cx="2452594" cy="123111"/>
          </a:xfrm>
          <a:prstGeom prst="rect">
            <a:avLst/>
          </a:prstGeom>
          <a:noFill/>
          <a:ln w="9525">
            <a:noFill/>
            <a:miter lim="800000"/>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bg1"/>
                </a:solidFill>
                <a:latin typeface="+mn-lt"/>
                <a:ea typeface="+mn-ea"/>
                <a:cs typeface="+mn-cs"/>
                <a:sym typeface="+mn-lt"/>
              </a:rPr>
              <a:t>© 2022. For information, contact Deloitte Tohmatsu Group.</a:t>
            </a:r>
          </a:p>
        </p:txBody>
      </p:sp>
      <p:pic>
        <p:nvPicPr>
          <p:cNvPr id="8" name="図 7"/>
          <p:cNvPicPr>
            <a:picLocks noChangeAspect="1"/>
          </p:cNvPicPr>
          <p:nvPr userDrawn="1"/>
        </p:nvPicPr>
        <p:blipFill>
          <a:blip r:embed="rId5"/>
          <a:stretch>
            <a:fillRect/>
          </a:stretch>
        </p:blipFill>
        <p:spPr bwMode="gray">
          <a:xfrm>
            <a:off x="10270800" y="5472000"/>
            <a:ext cx="1440000" cy="873776"/>
          </a:xfrm>
          <a:prstGeom prst="rect">
            <a:avLst/>
          </a:prstGeom>
        </p:spPr>
      </p:pic>
      <p:pic>
        <p:nvPicPr>
          <p:cNvPr id="9" name="図 8"/>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bwMode="gray">
          <a:xfrm>
            <a:off x="478800" y="431999"/>
            <a:ext cx="2016000" cy="627200"/>
          </a:xfrm>
          <a:prstGeom prst="rect">
            <a:avLst/>
          </a:prstGeom>
        </p:spPr>
      </p:pic>
    </p:spTree>
  </p:cSld>
  <p:clrMapOvr>
    <a:masterClrMapping/>
  </p:clrMapOvr>
  <p:hf hdr="0"/>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白_トーマツロゴ_16:9">
    <p:bg bwMode="gray">
      <p:bgRef idx="1001">
        <a:schemeClr val="bg1"/>
      </p:bgRef>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2" name="図 11"/>
          <p:cNvPicPr>
            <a:picLocks noChangeAspect="1"/>
          </p:cNvPicPr>
          <p:nvPr userDrawn="1"/>
        </p:nvPicPr>
        <p:blipFill>
          <a:blip r:embed="rId5"/>
          <a:stretch>
            <a:fillRect/>
          </a:stretch>
        </p:blipFill>
        <p:spPr bwMode="gray">
          <a:xfrm>
            <a:off x="10270800" y="5472000"/>
            <a:ext cx="1440000" cy="873776"/>
          </a:xfrm>
          <a:prstGeom prst="rect">
            <a:avLst/>
          </a:prstGeom>
        </p:spPr>
      </p:pic>
      <p:sp>
        <p:nvSpPr>
          <p:cNvPr id="19" name="テキスト ボックス 18"/>
          <p:cNvSpPr txBox="1"/>
          <p:nvPr userDrawn="1"/>
        </p:nvSpPr>
        <p:spPr bwMode="gray">
          <a:xfrm>
            <a:off x="10308172" y="6517422"/>
            <a:ext cx="1402628" cy="251544"/>
          </a:xfrm>
          <a:prstGeom prst="rect">
            <a:avLst/>
          </a:prstGeom>
          <a:noFill/>
        </p:spPr>
        <p:txBody>
          <a:bodyPr wrap="none" lIns="0" tIns="0" rIns="0" bIns="0" rtlCol="0">
            <a:spAutoFit/>
          </a:bodyPr>
          <a:lstStyle/>
          <a:p>
            <a:pPr>
              <a:lnSpc>
                <a:spcPts val="950"/>
              </a:lnSpc>
            </a:pPr>
            <a:r>
              <a:rPr kumimoji="1" lang="en-US" altLang="ja-JP" sz="800">
                <a:solidFill>
                  <a:prstClr val="black"/>
                </a:solidFill>
                <a:latin typeface="+mn-lt"/>
                <a:cs typeface="+mn-cs"/>
                <a:sym typeface="+mn-lt"/>
              </a:rPr>
              <a:t>Member of</a:t>
            </a:r>
            <a:br>
              <a:rPr kumimoji="1" lang="en-US" altLang="ja-JP" sz="800">
                <a:solidFill>
                  <a:prstClr val="black"/>
                </a:solidFill>
                <a:latin typeface="+mn-lt"/>
                <a:cs typeface="+mn-cs"/>
                <a:sym typeface="+mn-lt"/>
              </a:rPr>
            </a:br>
            <a:r>
              <a:rPr kumimoji="1" lang="en-US" altLang="ja-JP" sz="800" b="1">
                <a:solidFill>
                  <a:prstClr val="black"/>
                </a:solidFill>
                <a:latin typeface="+mn-lt"/>
                <a:cs typeface="+mn-cs"/>
                <a:sym typeface="+mn-lt"/>
              </a:rPr>
              <a:t>Deloitte Touche Tohmatsu Limited</a:t>
            </a:r>
            <a:endParaRPr kumimoji="1" lang="ja-JP" altLang="en-US" sz="800" b="1">
              <a:solidFill>
                <a:prstClr val="black"/>
              </a:solidFill>
              <a:latin typeface="+mn-lt"/>
              <a:cs typeface="+mn-cs"/>
              <a:sym typeface="+mn-lt"/>
            </a:endParaRPr>
          </a:p>
        </p:txBody>
      </p:sp>
      <p:sp>
        <p:nvSpPr>
          <p:cNvPr id="4" name="テキスト プレースホルダー 3"/>
          <p:cNvSpPr>
            <a:spLocks noGrp="1"/>
          </p:cNvSpPr>
          <p:nvPr>
            <p:ph type="body" sz="quarter" idx="11"/>
          </p:nvPr>
        </p:nvSpPr>
        <p:spPr bwMode="gray">
          <a:xfrm>
            <a:off x="478800" y="6372000"/>
            <a:ext cx="7272000" cy="127856"/>
          </a:xfrm>
        </p:spPr>
        <p:txBody>
          <a:bodyPr vert="horz" lIns="0" tIns="0" rIns="0" bIns="0" rtlCol="0" anchor="b" anchorCtr="0">
            <a:spAutoFit/>
          </a:bodyPr>
          <a:lstStyle>
            <a:lvl1pPr>
              <a:defRPr lang="ja-JP" altLang="en-US" sz="800" smtClean="0"/>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p:cNvSpPr txBox="1">
            <a:spLocks noChangeArrowheads="1"/>
          </p:cNvSpPr>
          <p:nvPr userDrawn="1"/>
        </p:nvSpPr>
        <p:spPr bwMode="gray">
          <a:xfrm>
            <a:off x="478800" y="6660000"/>
            <a:ext cx="2452594" cy="123111"/>
          </a:xfrm>
          <a:prstGeom prst="rect">
            <a:avLst/>
          </a:prstGeom>
          <a:noFill/>
          <a:ln w="9525">
            <a:noFill/>
            <a:miter lim="800000"/>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tx1"/>
                </a:solidFill>
                <a:latin typeface="+mn-lt"/>
                <a:ea typeface="+mn-ea"/>
                <a:cs typeface="+mn-cs"/>
                <a:sym typeface="+mn-lt"/>
              </a:rPr>
              <a:t>© 2022. For information, contact Deloitte Tohmatsu Group.</a:t>
            </a:r>
          </a:p>
        </p:txBody>
      </p:sp>
      <p:pic>
        <p:nvPicPr>
          <p:cNvPr id="8" name="図 7"/>
          <p:cNvPicPr>
            <a:picLocks noChangeAspect="1"/>
          </p:cNvPicPr>
          <p:nvPr userDrawn="1"/>
        </p:nvPicPr>
        <p:blipFill rotWithShape="1">
          <a:blip r:embed="rId6">
            <a:extLst>
              <a:ext uri="{28A0092B-C50C-407E-A947-70E740481C1C}">
                <a14:useLocalDpi xmlns:a14="http://schemas.microsoft.com/office/drawing/2010/main" val="0"/>
              </a:ext>
            </a:extLst>
          </a:blip>
          <a:srcRect/>
          <a:stretch>
            <a:fillRect/>
          </a:stretch>
        </p:blipFill>
        <p:spPr bwMode="gray">
          <a:xfrm>
            <a:off x="478800" y="431005"/>
            <a:ext cx="3721455" cy="632962"/>
          </a:xfrm>
          <a:prstGeom prst="rect">
            <a:avLst/>
          </a:prstGeom>
          <a:noFill/>
          <a:ln>
            <a:noFill/>
          </a:ln>
        </p:spPr>
      </p:pic>
    </p:spTree>
  </p:cSld>
  <p:clrMapOvr>
    <a:masterClrMapping/>
  </p:clrMapOvr>
  <p:hf hdr="0"/>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黒_トーマツロゴ_16:9">
    <p:bg bwMode="gray">
      <p:bgPr>
        <a:solidFill>
          <a:schemeClr val="tx1"/>
        </a:solidFill>
        <a:effectLst/>
      </p:bgPr>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9" name="テキスト ボックス 18"/>
          <p:cNvSpPr txBox="1"/>
          <p:nvPr userDrawn="1"/>
        </p:nvSpPr>
        <p:spPr bwMode="gray">
          <a:xfrm>
            <a:off x="10308172" y="6517422"/>
            <a:ext cx="1402628" cy="251544"/>
          </a:xfrm>
          <a:prstGeom prst="rect">
            <a:avLst/>
          </a:prstGeom>
          <a:noFill/>
        </p:spPr>
        <p:txBody>
          <a:bodyPr wrap="none" lIns="0" tIns="0" rIns="0" bIns="0" rtlCol="0">
            <a:spAutoFit/>
          </a:bodyPr>
          <a:lstStyle/>
          <a:p>
            <a:pPr>
              <a:lnSpc>
                <a:spcPts val="950"/>
              </a:lnSpc>
            </a:pPr>
            <a:r>
              <a:rPr kumimoji="1" lang="en-US" altLang="ja-JP" sz="800">
                <a:solidFill>
                  <a:schemeClr val="bg1"/>
                </a:solidFill>
                <a:latin typeface="+mn-lt"/>
                <a:cs typeface="+mn-cs"/>
                <a:sym typeface="+mn-lt"/>
              </a:rPr>
              <a:t>Member of</a:t>
            </a:r>
            <a:br>
              <a:rPr kumimoji="1" lang="en-US" altLang="ja-JP" sz="800">
                <a:solidFill>
                  <a:schemeClr val="bg1"/>
                </a:solidFill>
                <a:latin typeface="+mn-lt"/>
                <a:cs typeface="+mn-cs"/>
                <a:sym typeface="+mn-lt"/>
              </a:rPr>
            </a:br>
            <a:r>
              <a:rPr kumimoji="1" lang="en-US" altLang="ja-JP" sz="800" b="1">
                <a:solidFill>
                  <a:schemeClr val="bg1"/>
                </a:solidFill>
                <a:latin typeface="+mn-lt"/>
                <a:cs typeface="+mn-cs"/>
                <a:sym typeface="+mn-lt"/>
              </a:rPr>
              <a:t>Deloitte Touche Tohmatsu Limited</a:t>
            </a:r>
            <a:endParaRPr kumimoji="1" lang="ja-JP" altLang="en-US" sz="800" b="1">
              <a:solidFill>
                <a:schemeClr val="bg1"/>
              </a:solidFill>
              <a:latin typeface="+mn-lt"/>
              <a:cs typeface="+mn-cs"/>
              <a:sym typeface="+mn-lt"/>
            </a:endParaRPr>
          </a:p>
        </p:txBody>
      </p:sp>
      <p:sp>
        <p:nvSpPr>
          <p:cNvPr id="4" name="テキスト プレースホルダー 3"/>
          <p:cNvSpPr>
            <a:spLocks noGrp="1"/>
          </p:cNvSpPr>
          <p:nvPr>
            <p:ph type="body" sz="quarter" idx="11"/>
          </p:nvPr>
        </p:nvSpPr>
        <p:spPr bwMode="gray">
          <a:xfrm>
            <a:off x="478800" y="6372000"/>
            <a:ext cx="7272000" cy="127856"/>
          </a:xfrm>
        </p:spPr>
        <p:txBody>
          <a:bodyPr vert="horz" lIns="0" tIns="0" rIns="0" bIns="0" rtlCol="0" anchor="b" anchorCtr="0">
            <a:spAutoFit/>
          </a:bodyPr>
          <a:lstStyle>
            <a:lvl1pPr>
              <a:defRPr lang="ja-JP" altLang="en-US" sz="800" smtClean="0">
                <a:solidFill>
                  <a:schemeClr val="bg1"/>
                </a:solidFill>
              </a:defRPr>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p:cNvSpPr txBox="1">
            <a:spLocks noChangeArrowheads="1"/>
          </p:cNvSpPr>
          <p:nvPr userDrawn="1"/>
        </p:nvSpPr>
        <p:spPr bwMode="gray">
          <a:xfrm>
            <a:off x="478800" y="6660000"/>
            <a:ext cx="2452594" cy="123111"/>
          </a:xfrm>
          <a:prstGeom prst="rect">
            <a:avLst/>
          </a:prstGeom>
          <a:noFill/>
          <a:ln w="9525">
            <a:noFill/>
            <a:miter lim="800000"/>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bg1"/>
                </a:solidFill>
                <a:latin typeface="+mn-lt"/>
                <a:ea typeface="+mn-ea"/>
                <a:cs typeface="+mn-cs"/>
                <a:sym typeface="+mn-lt"/>
              </a:rPr>
              <a:t>© 2022. For information, contact Deloitte Tohmatsu Group.</a:t>
            </a:r>
          </a:p>
        </p:txBody>
      </p:sp>
      <p:pic>
        <p:nvPicPr>
          <p:cNvPr id="8" name="図 7"/>
          <p:cNvPicPr>
            <a:picLocks noChangeAspect="1"/>
          </p:cNvPicPr>
          <p:nvPr userDrawn="1"/>
        </p:nvPicPr>
        <p:blipFill>
          <a:blip r:embed="rId5"/>
          <a:stretch>
            <a:fillRect/>
          </a:stretch>
        </p:blipFill>
        <p:spPr bwMode="gray">
          <a:xfrm>
            <a:off x="10270800" y="5472000"/>
            <a:ext cx="1440000" cy="873776"/>
          </a:xfrm>
          <a:prstGeom prst="rect">
            <a:avLst/>
          </a:prstGeom>
        </p:spPr>
      </p:pic>
      <p:pic>
        <p:nvPicPr>
          <p:cNvPr id="10" name="図 9"/>
          <p:cNvPicPr>
            <a:picLocks noChangeAspect="1"/>
          </p:cNvPicPr>
          <p:nvPr userDrawn="1"/>
        </p:nvPicPr>
        <p:blipFill rotWithShape="1">
          <a:blip r:embed="rId6">
            <a:extLst>
              <a:ext uri="{28A0092B-C50C-407E-A947-70E740481C1C}">
                <a14:useLocalDpi xmlns:a14="http://schemas.microsoft.com/office/drawing/2010/main" val="0"/>
              </a:ext>
            </a:extLst>
          </a:blip>
          <a:srcRect/>
          <a:stretch>
            <a:fillRect/>
          </a:stretch>
        </p:blipFill>
        <p:spPr bwMode="gray">
          <a:xfrm>
            <a:off x="478800" y="431997"/>
            <a:ext cx="3725944" cy="632962"/>
          </a:xfrm>
          <a:prstGeom prst="rect">
            <a:avLst/>
          </a:prstGeom>
        </p:spPr>
      </p:pic>
    </p:spTree>
  </p:cSld>
  <p:clrMapOvr>
    <a:masterClrMapping/>
  </p:clrMapOvr>
  <p:hf hdr="0"/>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userDrawn="1">
  <p:cSld name="（基本版） 目次_Proposal">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13" name="Content Placeholder 3"/>
          <p:cNvSpPr>
            <a:spLocks noGrp="1"/>
          </p:cNvSpPr>
          <p:nvPr>
            <p:ph sz="quarter" idx="10"/>
          </p:nvPr>
        </p:nvSpPr>
        <p:spPr bwMode="gray">
          <a:xfrm>
            <a:off x="513231" y="1476000"/>
            <a:ext cx="5361231" cy="4824000"/>
          </a:xfrm>
          <a:prstGeom prst="rect">
            <a:avLst/>
          </a:prstGeom>
        </p:spPr>
        <p:txBody>
          <a:bodyPr/>
          <a:lstStyle>
            <a:lvl1pPr>
              <a:lnSpc>
                <a:spcPct val="110000"/>
              </a:lnSpc>
              <a:spcBef>
                <a:spcPts val="740"/>
              </a:spcBef>
              <a:tabLst>
                <a:tab pos="6704965" algn="r"/>
              </a:tabLst>
              <a:defRPr sz="1475">
                <a:latin typeface="+mn-lt"/>
                <a:ea typeface="+mn-ea"/>
                <a:cs typeface="+mn-cs"/>
                <a:sym typeface="+mn-lt"/>
              </a:defRPr>
            </a:lvl1pPr>
            <a:lvl2pPr>
              <a:lnSpc>
                <a:spcPct val="110000"/>
              </a:lnSpc>
              <a:spcBef>
                <a:spcPts val="740"/>
              </a:spcBef>
              <a:tabLst>
                <a:tab pos="6704965" algn="r"/>
              </a:tabLst>
              <a:defRPr sz="1475">
                <a:latin typeface="+mn-lt"/>
                <a:ea typeface="+mn-ea"/>
                <a:cs typeface="+mn-cs"/>
                <a:sym typeface="+mn-lt"/>
              </a:defRPr>
            </a:lvl2pPr>
            <a:lvl3pPr>
              <a:lnSpc>
                <a:spcPct val="110000"/>
              </a:lnSpc>
              <a:spcBef>
                <a:spcPts val="740"/>
              </a:spcBef>
              <a:tabLst>
                <a:tab pos="6704965" algn="r"/>
              </a:tabLst>
              <a:defRPr sz="1475">
                <a:latin typeface="+mn-lt"/>
                <a:ea typeface="+mn-ea"/>
                <a:cs typeface="+mn-cs"/>
                <a:sym typeface="+mn-lt"/>
              </a:defRPr>
            </a:lvl3pPr>
            <a:lvl4pPr>
              <a:lnSpc>
                <a:spcPct val="110000"/>
              </a:lnSpc>
              <a:spcBef>
                <a:spcPts val="740"/>
              </a:spcBef>
              <a:tabLst>
                <a:tab pos="6704965" algn="r"/>
              </a:tabLst>
              <a:defRPr sz="1475">
                <a:latin typeface="+mn-lt"/>
                <a:ea typeface="+mn-ea"/>
                <a:cs typeface="+mn-cs"/>
                <a:sym typeface="+mn-lt"/>
              </a:defRPr>
            </a:lvl4pPr>
            <a:lvl5pPr>
              <a:tabLst>
                <a:tab pos="6704965"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15" name="Content Placeholder 3"/>
          <p:cNvSpPr>
            <a:spLocks noGrp="1"/>
          </p:cNvSpPr>
          <p:nvPr>
            <p:ph sz="quarter" idx="20"/>
          </p:nvPr>
        </p:nvSpPr>
        <p:spPr bwMode="gray">
          <a:xfrm>
            <a:off x="6317538" y="1476000"/>
            <a:ext cx="5361231" cy="4824000"/>
          </a:xfrm>
          <a:prstGeom prst="rect">
            <a:avLst/>
          </a:prstGeom>
        </p:spPr>
        <p:txBody>
          <a:bodyPr/>
          <a:lstStyle>
            <a:lvl1pPr>
              <a:lnSpc>
                <a:spcPct val="110000"/>
              </a:lnSpc>
              <a:spcBef>
                <a:spcPts val="740"/>
              </a:spcBef>
              <a:tabLst>
                <a:tab pos="6704965" algn="r"/>
              </a:tabLst>
              <a:defRPr sz="1475">
                <a:latin typeface="+mn-lt"/>
                <a:ea typeface="+mn-ea"/>
                <a:cs typeface="+mn-cs"/>
                <a:sym typeface="+mn-lt"/>
              </a:defRPr>
            </a:lvl1pPr>
            <a:lvl2pPr>
              <a:lnSpc>
                <a:spcPct val="110000"/>
              </a:lnSpc>
              <a:spcBef>
                <a:spcPts val="740"/>
              </a:spcBef>
              <a:tabLst>
                <a:tab pos="6704965" algn="r"/>
              </a:tabLst>
              <a:defRPr sz="1475">
                <a:latin typeface="+mn-lt"/>
                <a:ea typeface="+mn-ea"/>
                <a:cs typeface="+mn-cs"/>
                <a:sym typeface="+mn-lt"/>
              </a:defRPr>
            </a:lvl2pPr>
            <a:lvl3pPr>
              <a:lnSpc>
                <a:spcPct val="110000"/>
              </a:lnSpc>
              <a:spcBef>
                <a:spcPts val="740"/>
              </a:spcBef>
              <a:tabLst>
                <a:tab pos="6704965" algn="r"/>
              </a:tabLst>
              <a:defRPr sz="1475">
                <a:latin typeface="+mn-lt"/>
                <a:ea typeface="+mn-ea"/>
                <a:cs typeface="+mn-cs"/>
                <a:sym typeface="+mn-lt"/>
              </a:defRPr>
            </a:lvl3pPr>
            <a:lvl4pPr>
              <a:lnSpc>
                <a:spcPct val="110000"/>
              </a:lnSpc>
              <a:spcBef>
                <a:spcPts val="740"/>
              </a:spcBef>
              <a:tabLst>
                <a:tab pos="6704965" algn="r"/>
              </a:tabLst>
              <a:defRPr sz="1475">
                <a:latin typeface="+mn-lt"/>
                <a:ea typeface="+mn-ea"/>
                <a:cs typeface="+mn-cs"/>
                <a:sym typeface="+mn-lt"/>
              </a:defRPr>
            </a:lvl4pPr>
            <a:lvl5pPr>
              <a:tabLst>
                <a:tab pos="6704965"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4" name="タイトル 3"/>
          <p:cNvSpPr>
            <a:spLocks noGrp="1"/>
          </p:cNvSpPr>
          <p:nvPr>
            <p:ph type="title"/>
          </p:nvPr>
        </p:nvSpPr>
        <p:spPr bwMode="gray"/>
        <p:txBody>
          <a:bodyPr vert="horz"/>
          <a:lstStyle>
            <a:lvl1pPr>
              <a:defRPr>
                <a:latin typeface="+mj-lt"/>
                <a:ea typeface="+mj-ea"/>
                <a:cs typeface="+mj-cs"/>
                <a:sym typeface="+mj-lt"/>
              </a:defRPr>
            </a:lvl1pPr>
          </a:lstStyle>
          <a:p>
            <a:r>
              <a:rPr kumimoji="1" lang="ja-JP" altLang="en-US"/>
              <a:t>マスター タイトルの書式設定</a:t>
            </a: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基本版） 中表紙_Proposal">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8" name="Text Placeholder 7"/>
          <p:cNvSpPr>
            <a:spLocks noGrp="1"/>
          </p:cNvSpPr>
          <p:nvPr>
            <p:ph type="body" sz="quarter" idx="10" hasCustomPrompt="1"/>
          </p:nvPr>
        </p:nvSpPr>
        <p:spPr bwMode="gray">
          <a:xfrm>
            <a:off x="1267199" y="2232000"/>
            <a:ext cx="6380308" cy="432000"/>
          </a:xfrm>
          <a:prstGeom prst="rect">
            <a:avLst/>
          </a:prstGeom>
          <a:noFill/>
        </p:spPr>
        <p:txBody>
          <a:bodyPr wrap="square" lIns="0" rIns="0" anchor="t" anchorCtr="0">
            <a:noAutofit/>
          </a:bodyPr>
          <a:lstStyle>
            <a:lvl1pPr marL="0" indent="0" algn="l">
              <a:lnSpc>
                <a:spcPct val="100000"/>
              </a:lnSpc>
              <a:spcBef>
                <a:spcPts val="0"/>
              </a:spcBef>
              <a:buNone/>
              <a:defRPr sz="3445" b="1" baseline="0">
                <a:solidFill>
                  <a:schemeClr val="tx1"/>
                </a:solidFill>
                <a:latin typeface="+mj-lt"/>
                <a:ea typeface="+mj-ea"/>
                <a:cs typeface="+mn-cs"/>
                <a:sym typeface="+mn-lt"/>
              </a:defRPr>
            </a:lvl1pPr>
          </a:lstStyle>
          <a:p>
            <a:pPr lvl="0"/>
            <a:r>
              <a:rPr lang="ja-JP" altLang="en-US"/>
              <a:t>中表紙タイトル</a:t>
            </a:r>
          </a:p>
        </p:txBody>
      </p:sp>
      <p:sp>
        <p:nvSpPr>
          <p:cNvPr id="5" name="スライド番号プレースホルダ 4"/>
          <p:cNvSpPr>
            <a:spLocks noGrp="1"/>
          </p:cNvSpPr>
          <p:nvPr>
            <p:ph type="sldNum" sz="quarter" idx="11"/>
          </p:nvPr>
        </p:nvSpPr>
        <p:spPr bwMode="gray"/>
        <p:txBody>
          <a:bodyPr/>
          <a:lstStyle>
            <a:lvl1pPr>
              <a:defRPr>
                <a:solidFill>
                  <a:schemeClr val="tx1"/>
                </a:solidFill>
                <a:latin typeface="+mn-lt"/>
                <a:ea typeface="+mn-ea"/>
                <a:cs typeface="+mn-cs"/>
                <a:sym typeface="+mn-lt"/>
              </a:defRPr>
            </a:lvl1pPr>
          </a:lstStyle>
          <a:p>
            <a:fld id="{AA5FCFE5-FE56-4EF1-80A8-07776887C2A1}" type="slidenum">
              <a:rPr lang="ja-JP" altLang="en-US" smtClean="0"/>
              <a:t>‹#›</a:t>
            </a:fld>
            <a:endParaRPr lang="ja-JP" altLang="en-US"/>
          </a:p>
        </p:txBody>
      </p:sp>
      <p:sp>
        <p:nvSpPr>
          <p:cNvPr id="7" name="フッター プレースホルダ 6"/>
          <p:cNvSpPr>
            <a:spLocks noGrp="1"/>
          </p:cNvSpPr>
          <p:nvPr>
            <p:ph type="ftr" sz="quarter" idx="12"/>
          </p:nvPr>
        </p:nvSpPr>
        <p:spPr bwMode="gray">
          <a:xfrm>
            <a:off x="730800" y="6588000"/>
            <a:ext cx="5184000" cy="169200"/>
          </a:xfrm>
          <a:prstGeom prst="rect">
            <a:avLst/>
          </a:prstGeom>
        </p:spPr>
        <p:txBody>
          <a:bodyPr/>
          <a:lstStyle>
            <a:lvl1pPr>
              <a:defRPr>
                <a:solidFill>
                  <a:schemeClr val="tx1"/>
                </a:solidFill>
                <a:latin typeface="+mn-lt"/>
                <a:ea typeface="+mn-ea"/>
                <a:cs typeface="+mn-cs"/>
                <a:sym typeface="+mn-lt"/>
              </a:defRPr>
            </a:lvl1pPr>
          </a:lstStyle>
          <a:p>
            <a:r>
              <a:rPr lang="en-US" altLang="ja-JP"/>
              <a:t>Notes</a:t>
            </a:r>
            <a:r>
              <a:rPr lang="ja-JP" altLang="en-US"/>
              <a:t>アプリ刷新のご提案</a:t>
            </a:r>
            <a:endParaRPr lang="en-GB" altLang="en-GB"/>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cSld name="（基本版） コンテンツ両サイド_レベル_Proposal">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4" name="オブジェクト 3"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8" name="コンテンツ プレースホルダ 2"/>
          <p:cNvSpPr>
            <a:spLocks noGrp="1"/>
          </p:cNvSpPr>
          <p:nvPr>
            <p:ph idx="1"/>
          </p:nvPr>
        </p:nvSpPr>
        <p:spPr bwMode="gray">
          <a:xfrm>
            <a:off x="512610" y="1476000"/>
            <a:ext cx="5361231" cy="4824000"/>
          </a:xfrm>
          <a:prstGeom prst="rect">
            <a:avLst/>
          </a:prstGeom>
        </p:spPr>
        <p:txBody>
          <a:bodyPr/>
          <a:lstStyle>
            <a:lvl1pPr>
              <a:lnSpc>
                <a:spcPct val="110000"/>
              </a:lnSpc>
              <a:spcBef>
                <a:spcPts val="740"/>
              </a:spcBef>
              <a:buNone/>
              <a:defRPr sz="1475" baseline="0">
                <a:latin typeface="+mn-lt"/>
                <a:ea typeface="+mn-ea"/>
                <a:cs typeface="+mn-cs"/>
                <a:sym typeface="+mn-lt"/>
              </a:defRPr>
            </a:lvl1pPr>
            <a:lvl2pPr marL="221615" indent="-221615">
              <a:lnSpc>
                <a:spcPct val="110000"/>
              </a:lnSpc>
              <a:spcBef>
                <a:spcPts val="740"/>
              </a:spcBef>
              <a:buFont typeface="Wingdings" panose="05000000000000000000" pitchFamily="2" charset="2"/>
              <a:buChar char="n"/>
              <a:defRPr sz="1475" baseline="0">
                <a:latin typeface="+mn-lt"/>
                <a:ea typeface="+mn-ea"/>
                <a:cs typeface="+mn-cs"/>
                <a:sym typeface="+mn-lt"/>
              </a:defRPr>
            </a:lvl2pPr>
            <a:lvl3pPr marL="443230" indent="-221615">
              <a:lnSpc>
                <a:spcPct val="110000"/>
              </a:lnSpc>
              <a:spcBef>
                <a:spcPts val="740"/>
              </a:spcBef>
              <a:buFont typeface="Wingdings" panose="05000000000000000000" pitchFamily="2" charset="2"/>
              <a:buChar char="Ø"/>
              <a:defRPr sz="1475" baseline="0">
                <a:latin typeface="+mn-lt"/>
                <a:ea typeface="+mn-ea"/>
                <a:cs typeface="+mn-cs"/>
                <a:sym typeface="+mn-lt"/>
              </a:defRPr>
            </a:lvl3pPr>
            <a:lvl4pPr marL="620395" marR="0" indent="-177165" algn="l" defTabSz="1217295" rtl="0" eaLnBrk="1" fontAlgn="auto" latinLnBrk="0" hangingPunct="1">
              <a:lnSpc>
                <a:spcPct val="110000"/>
              </a:lnSpc>
              <a:spcBef>
                <a:spcPts val="740"/>
              </a:spcBef>
              <a:spcAft>
                <a:spcPts val="0"/>
              </a:spcAft>
              <a:buClrTx/>
              <a:buSzTx/>
              <a:buFont typeface="Arial" panose="020B0604020202020204" pitchFamily="34" charset="0"/>
              <a:buChar char="•"/>
              <a:defRPr sz="1475" baseline="0">
                <a:latin typeface="+mn-lt"/>
                <a:ea typeface="+mn-ea"/>
                <a:cs typeface="+mn-cs"/>
                <a:sym typeface="+mn-lt"/>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9" name="コンテンツ プレースホルダ 2"/>
          <p:cNvSpPr>
            <a:spLocks noGrp="1"/>
          </p:cNvSpPr>
          <p:nvPr>
            <p:ph idx="12"/>
          </p:nvPr>
        </p:nvSpPr>
        <p:spPr bwMode="gray">
          <a:xfrm>
            <a:off x="6316785" y="1476000"/>
            <a:ext cx="5361231" cy="4824000"/>
          </a:xfrm>
          <a:prstGeom prst="rect">
            <a:avLst/>
          </a:prstGeom>
        </p:spPr>
        <p:txBody>
          <a:bodyPr/>
          <a:lstStyle>
            <a:lvl1pPr>
              <a:lnSpc>
                <a:spcPct val="110000"/>
              </a:lnSpc>
              <a:spcBef>
                <a:spcPts val="740"/>
              </a:spcBef>
              <a:buNone/>
              <a:defRPr sz="1475" baseline="0">
                <a:latin typeface="+mn-lt"/>
                <a:ea typeface="+mn-ea"/>
                <a:cs typeface="+mn-cs"/>
                <a:sym typeface="+mn-lt"/>
              </a:defRPr>
            </a:lvl1pPr>
            <a:lvl2pPr marL="221615" indent="-221615">
              <a:lnSpc>
                <a:spcPct val="110000"/>
              </a:lnSpc>
              <a:spcBef>
                <a:spcPts val="740"/>
              </a:spcBef>
              <a:buFont typeface="Wingdings" panose="05000000000000000000" pitchFamily="2" charset="2"/>
              <a:buChar char="n"/>
              <a:defRPr sz="1475" baseline="0">
                <a:latin typeface="+mn-lt"/>
                <a:ea typeface="+mn-ea"/>
                <a:cs typeface="+mn-cs"/>
                <a:sym typeface="+mn-lt"/>
              </a:defRPr>
            </a:lvl2pPr>
            <a:lvl3pPr marL="443230" indent="-221615">
              <a:lnSpc>
                <a:spcPct val="110000"/>
              </a:lnSpc>
              <a:spcBef>
                <a:spcPts val="740"/>
              </a:spcBef>
              <a:buFont typeface="Wingdings" panose="05000000000000000000" pitchFamily="2" charset="2"/>
              <a:buChar char="Ø"/>
              <a:defRPr sz="1475" baseline="0">
                <a:latin typeface="+mn-lt"/>
                <a:ea typeface="+mn-ea"/>
                <a:cs typeface="+mn-cs"/>
                <a:sym typeface="+mn-lt"/>
              </a:defRPr>
            </a:lvl3pPr>
            <a:lvl4pPr marL="620395" indent="-177165">
              <a:lnSpc>
                <a:spcPct val="110000"/>
              </a:lnSpc>
              <a:spcBef>
                <a:spcPts val="740"/>
              </a:spcBef>
              <a:buFont typeface="Arial" panose="020B0604020202020204" pitchFamily="34" charset="0"/>
              <a:buChar char="•"/>
              <a:defRPr sz="1475" baseline="0">
                <a:latin typeface="+mn-lt"/>
                <a:ea typeface="+mn-ea"/>
                <a:cs typeface="+mn-cs"/>
                <a:sym typeface="+mn-lt"/>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10" name="スライド番号プレースホルダ 9"/>
          <p:cNvSpPr>
            <a:spLocks noGrp="1"/>
          </p:cNvSpPr>
          <p:nvPr>
            <p:ph type="sldNum" sz="quarter" idx="13"/>
          </p:nvPr>
        </p:nvSpPr>
        <p:spPr bwMode="gray"/>
        <p:txBody>
          <a:bodyPr/>
          <a:lstStyle>
            <a:lvl1pPr>
              <a:defRPr baseline="0">
                <a:solidFill>
                  <a:schemeClr val="tx1"/>
                </a:solidFill>
                <a:latin typeface="+mn-lt"/>
                <a:ea typeface="+mn-ea"/>
                <a:cs typeface="+mn-cs"/>
                <a:sym typeface="+mn-lt"/>
              </a:defRPr>
            </a:lvl1pPr>
          </a:lstStyle>
          <a:p>
            <a:fld id="{A3EB1B23-9AF8-425B-BAD7-B9FA00F18833}" type="slidenum">
              <a:rPr lang="ja-JP" altLang="en-US" smtClean="0"/>
              <a:t>‹#›</a:t>
            </a:fld>
            <a:endParaRPr lang="ja-JP" altLang="en-US"/>
          </a:p>
        </p:txBody>
      </p:sp>
      <p:sp>
        <p:nvSpPr>
          <p:cNvPr id="11" name="フッター プレースホルダ 10"/>
          <p:cNvSpPr>
            <a:spLocks noGrp="1"/>
          </p:cNvSpPr>
          <p:nvPr>
            <p:ph type="ftr" sz="quarter" idx="14"/>
          </p:nvPr>
        </p:nvSpPr>
        <p:spPr bwMode="gray">
          <a:xfrm>
            <a:off x="730800" y="6588000"/>
            <a:ext cx="5184000" cy="169200"/>
          </a:xfrm>
          <a:prstGeom prst="rect">
            <a:avLst/>
          </a:prstGeom>
        </p:spPr>
        <p:txBody>
          <a:bodyPr/>
          <a:lstStyle>
            <a:lvl1pPr>
              <a:defRPr baseline="0">
                <a:solidFill>
                  <a:schemeClr val="tx1"/>
                </a:solidFill>
                <a:latin typeface="+mn-lt"/>
                <a:ea typeface="+mn-ea"/>
                <a:cs typeface="+mn-cs"/>
                <a:sym typeface="+mn-lt"/>
              </a:defRPr>
            </a:lvl1pPr>
          </a:lstStyle>
          <a:p>
            <a:r>
              <a:rPr lang="en-US" altLang="ja-JP"/>
              <a:t>Notes</a:t>
            </a:r>
            <a:r>
              <a:rPr lang="ja-JP" altLang="en-US"/>
              <a:t>アプリ刷新のご提案</a:t>
            </a:r>
            <a:endParaRPr lang="en-GB" altLang="en-GB"/>
          </a:p>
        </p:txBody>
      </p:sp>
      <p:sp>
        <p:nvSpPr>
          <p:cNvPr id="3" name="テキスト プレースホルダー 2"/>
          <p:cNvSpPr>
            <a:spLocks noGrp="1"/>
          </p:cNvSpPr>
          <p:nvPr>
            <p:ph type="body" sz="quarter" idx="15" hasCustomPrompt="1"/>
          </p:nvPr>
        </p:nvSpPr>
        <p:spPr bwMode="gray">
          <a:xfrm>
            <a:off x="512610" y="1008000"/>
            <a:ext cx="5361231" cy="468000"/>
          </a:xfrm>
          <a:prstGeom prst="rect">
            <a:avLst/>
          </a:prstGeom>
        </p:spPr>
        <p:txBody>
          <a:bodyPr wrap="none" anchor="ctr">
            <a:noAutofit/>
          </a:bodyPr>
          <a:lstStyle>
            <a:lvl1pPr>
              <a:lnSpc>
                <a:spcPct val="100000"/>
              </a:lnSpc>
              <a:spcBef>
                <a:spcPts val="0"/>
              </a:spcBef>
              <a:defRPr sz="1725" b="1" baseline="0">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13" name="テキスト プレースホルダー 2"/>
          <p:cNvSpPr>
            <a:spLocks noGrp="1"/>
          </p:cNvSpPr>
          <p:nvPr>
            <p:ph type="body" sz="quarter" idx="16" hasCustomPrompt="1"/>
          </p:nvPr>
        </p:nvSpPr>
        <p:spPr bwMode="gray">
          <a:xfrm>
            <a:off x="6316785" y="1008000"/>
            <a:ext cx="5361231" cy="468000"/>
          </a:xfrm>
          <a:prstGeom prst="rect">
            <a:avLst/>
          </a:prstGeom>
        </p:spPr>
        <p:txBody>
          <a:bodyPr wrap="none" anchor="ctr">
            <a:noAutofit/>
          </a:bodyPr>
          <a:lstStyle>
            <a:lvl1pPr>
              <a:lnSpc>
                <a:spcPct val="100000"/>
              </a:lnSpc>
              <a:spcBef>
                <a:spcPts val="0"/>
              </a:spcBef>
              <a:defRPr sz="1725" b="1" baseline="0">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2" name="タイトル 1"/>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a:t>キーメッセージを入力（本スライドで一番伝えたいこと＜名詞止め・体言止め不可＞）</a:t>
            </a:r>
            <a:endParaRPr kumimoji="1" lang="ja-JP" altLang="en-US"/>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基本版） コンテンツ全面_レベル_Proposal">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6" name="コンテンツ プレースホルダ 2"/>
          <p:cNvSpPr>
            <a:spLocks noGrp="1"/>
          </p:cNvSpPr>
          <p:nvPr>
            <p:ph idx="1"/>
          </p:nvPr>
        </p:nvSpPr>
        <p:spPr bwMode="gray">
          <a:xfrm>
            <a:off x="513230" y="1476000"/>
            <a:ext cx="11165538" cy="4824000"/>
          </a:xfrm>
          <a:prstGeom prst="rect">
            <a:avLst/>
          </a:prstGeom>
        </p:spPr>
        <p:txBody>
          <a:bodyPr/>
          <a:lstStyle>
            <a:lvl1pPr>
              <a:lnSpc>
                <a:spcPct val="110000"/>
              </a:lnSpc>
              <a:spcBef>
                <a:spcPts val="740"/>
              </a:spcBef>
              <a:buFont typeface="Arial" panose="020B0604020202020204" pitchFamily="34" charset="0"/>
              <a:buNone/>
              <a:defRPr sz="1475" baseline="0">
                <a:latin typeface="+mn-lt"/>
                <a:ea typeface="+mn-ea"/>
                <a:cs typeface="+mn-cs"/>
                <a:sym typeface="+mn-lt"/>
              </a:defRPr>
            </a:lvl1pPr>
            <a:lvl2pPr marL="221615" indent="-221615">
              <a:lnSpc>
                <a:spcPct val="110000"/>
              </a:lnSpc>
              <a:spcBef>
                <a:spcPts val="740"/>
              </a:spcBef>
              <a:buFont typeface="Wingdings" panose="05000000000000000000" pitchFamily="2" charset="2"/>
              <a:buChar char="n"/>
              <a:defRPr sz="1475" baseline="0">
                <a:latin typeface="+mn-lt"/>
                <a:ea typeface="+mn-ea"/>
                <a:cs typeface="+mn-cs"/>
                <a:sym typeface="+mn-lt"/>
              </a:defRPr>
            </a:lvl2pPr>
            <a:lvl3pPr marL="443230" indent="-221615">
              <a:lnSpc>
                <a:spcPct val="110000"/>
              </a:lnSpc>
              <a:spcBef>
                <a:spcPts val="740"/>
              </a:spcBef>
              <a:buFont typeface="Wingdings" panose="05000000000000000000" pitchFamily="2" charset="2"/>
              <a:buChar char="Ø"/>
              <a:defRPr sz="1475" baseline="0">
                <a:latin typeface="+mn-lt"/>
                <a:ea typeface="+mn-ea"/>
                <a:cs typeface="+mn-cs"/>
                <a:sym typeface="+mn-lt"/>
              </a:defRPr>
            </a:lvl3pPr>
            <a:lvl4pPr marL="620395" indent="-177165">
              <a:lnSpc>
                <a:spcPct val="110000"/>
              </a:lnSpc>
              <a:spcBef>
                <a:spcPts val="740"/>
              </a:spcBef>
              <a:buFont typeface="Arial" panose="020B0604020202020204" pitchFamily="34" charset="0"/>
              <a:buChar char="•"/>
              <a:defRPr sz="1475" baseline="0">
                <a:latin typeface="+mn-lt"/>
                <a:ea typeface="+mn-ea"/>
                <a:cs typeface="+mn-cs"/>
                <a:sym typeface="+mn-lt"/>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9" name="スライド番号プレースホルダ 8"/>
          <p:cNvSpPr>
            <a:spLocks noGrp="1"/>
          </p:cNvSpPr>
          <p:nvPr>
            <p:ph type="sldNum" sz="quarter" idx="10"/>
          </p:nvPr>
        </p:nvSpPr>
        <p:spPr bwMode="gray"/>
        <p:txBody>
          <a:bodyPr/>
          <a:lstStyle>
            <a:lvl1pPr>
              <a:defRPr baseline="0">
                <a:solidFill>
                  <a:schemeClr val="tx1"/>
                </a:solidFill>
                <a:latin typeface="+mn-lt"/>
                <a:ea typeface="+mn-ea"/>
                <a:cs typeface="+mn-cs"/>
                <a:sym typeface="+mn-lt"/>
              </a:defRPr>
            </a:lvl1pPr>
          </a:lstStyle>
          <a:p>
            <a:fld id="{543A0986-838B-4D2A-A95C-8CB1738263FE}" type="slidenum">
              <a:rPr lang="ja-JP" altLang="en-US" smtClean="0"/>
              <a:t>‹#›</a:t>
            </a:fld>
            <a:endParaRPr lang="ja-JP" altLang="en-US"/>
          </a:p>
        </p:txBody>
      </p:sp>
      <p:sp>
        <p:nvSpPr>
          <p:cNvPr id="10" name="フッター プレースホルダ 9"/>
          <p:cNvSpPr>
            <a:spLocks noGrp="1"/>
          </p:cNvSpPr>
          <p:nvPr>
            <p:ph type="ftr" sz="quarter" idx="11"/>
          </p:nvPr>
        </p:nvSpPr>
        <p:spPr bwMode="gray">
          <a:xfrm>
            <a:off x="730800" y="6588000"/>
            <a:ext cx="5184000" cy="169200"/>
          </a:xfrm>
          <a:prstGeom prst="rect">
            <a:avLst/>
          </a:prstGeom>
        </p:spPr>
        <p:txBody>
          <a:bodyPr/>
          <a:lstStyle>
            <a:lvl1pPr>
              <a:defRPr baseline="0">
                <a:solidFill>
                  <a:schemeClr val="tx1"/>
                </a:solidFill>
                <a:latin typeface="+mn-lt"/>
                <a:ea typeface="+mn-ea"/>
                <a:cs typeface="+mn-cs"/>
                <a:sym typeface="+mn-lt"/>
              </a:defRPr>
            </a:lvl1pPr>
          </a:lstStyle>
          <a:p>
            <a:r>
              <a:rPr lang="en-US" altLang="ja-JP"/>
              <a:t>Notes</a:t>
            </a:r>
            <a:r>
              <a:rPr lang="ja-JP" altLang="en-US"/>
              <a:t>アプリ刷新のご提案</a:t>
            </a:r>
            <a:endParaRPr lang="en-GB" altLang="en-GB"/>
          </a:p>
        </p:txBody>
      </p:sp>
      <p:sp>
        <p:nvSpPr>
          <p:cNvPr id="8" name="テキスト プレースホルダー 2"/>
          <p:cNvSpPr>
            <a:spLocks noGrp="1"/>
          </p:cNvSpPr>
          <p:nvPr>
            <p:ph type="body" sz="quarter" idx="15" hasCustomPrompt="1"/>
          </p:nvPr>
        </p:nvSpPr>
        <p:spPr bwMode="gray">
          <a:xfrm>
            <a:off x="512610" y="1008000"/>
            <a:ext cx="5361231" cy="468000"/>
          </a:xfrm>
          <a:prstGeom prst="rect">
            <a:avLst/>
          </a:prstGeom>
        </p:spPr>
        <p:txBody>
          <a:bodyPr wrap="none" anchor="ctr">
            <a:noAutofit/>
          </a:bodyPr>
          <a:lstStyle>
            <a:lvl1pPr>
              <a:lnSpc>
                <a:spcPct val="100000"/>
              </a:lnSpc>
              <a:spcBef>
                <a:spcPts val="0"/>
              </a:spcBef>
              <a:defRPr sz="1725" b="1" baseline="0">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3" name="タイトル 2"/>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a:t>キーメッセージを入力（本スライドで一番伝えたいこと＜名詞止め・体言止め不可＞）</a:t>
            </a:r>
            <a:endParaRPr kumimoji="1" lang="ja-JP" altLang="en-US"/>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cSld name="（基本版） 白紙_Proposal">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3" name="フッター プレースホルダー 2"/>
          <p:cNvSpPr>
            <a:spLocks noGrp="1"/>
          </p:cNvSpPr>
          <p:nvPr>
            <p:ph type="ftr" sz="quarter" idx="10"/>
          </p:nvPr>
        </p:nvSpPr>
        <p:spPr bwMode="gray">
          <a:xfrm>
            <a:off x="730800" y="6588000"/>
            <a:ext cx="5184000" cy="169200"/>
          </a:xfrm>
          <a:prstGeom prst="rect">
            <a:avLst/>
          </a:prstGeom>
        </p:spPr>
        <p:txBody>
          <a:bodyPr/>
          <a:lstStyle>
            <a:lvl1pPr>
              <a:defRPr>
                <a:latin typeface="+mn-lt"/>
                <a:ea typeface="+mn-ea"/>
                <a:cs typeface="+mn-cs"/>
                <a:sym typeface="+mn-lt"/>
              </a:defRPr>
            </a:lvl1pPr>
          </a:lstStyle>
          <a:p>
            <a:r>
              <a:rPr lang="en-US" altLang="ja-JP"/>
              <a:t>Notes</a:t>
            </a:r>
            <a:r>
              <a:rPr lang="ja-JP" altLang="en-US"/>
              <a:t>アプリ刷新のご提案</a:t>
            </a:r>
            <a:endParaRPr lang="en-GB" altLang="en-GB"/>
          </a:p>
        </p:txBody>
      </p:sp>
      <p:sp>
        <p:nvSpPr>
          <p:cNvPr id="4" name="スライド番号プレースホルダー 3"/>
          <p:cNvSpPr>
            <a:spLocks noGrp="1"/>
          </p:cNvSpPr>
          <p:nvPr>
            <p:ph type="sldNum" sz="quarter" idx="11"/>
          </p:nvPr>
        </p:nvSpPr>
        <p:spPr bwMode="gray"/>
        <p:txBody>
          <a:bodyPr/>
          <a:lstStyle>
            <a:lvl1pPr>
              <a:defRPr>
                <a:latin typeface="+mn-lt"/>
                <a:ea typeface="+mn-ea"/>
                <a:cs typeface="+mn-cs"/>
                <a:sym typeface="+mn-lt"/>
              </a:defRPr>
            </a:lvl1pPr>
          </a:lstStyle>
          <a:p>
            <a:fld id="{AA5FCFE5-FE56-4EF1-80A8-07776887C2A1}" type="slidenum">
              <a:rPr lang="ja-JP" altLang="en-US" smtClean="0"/>
              <a:t>‹#›</a:t>
            </a:fld>
            <a:endParaRPr lang="ja-JP" altLang="en-US"/>
          </a:p>
        </p:txBody>
      </p:sp>
      <p:sp>
        <p:nvSpPr>
          <p:cNvPr id="6" name="テキスト プレースホルダー 5"/>
          <p:cNvSpPr>
            <a:spLocks noGrp="1"/>
          </p:cNvSpPr>
          <p:nvPr>
            <p:ph type="body" sz="quarter" idx="12"/>
          </p:nvPr>
        </p:nvSpPr>
        <p:spPr bwMode="gray">
          <a:xfrm>
            <a:off x="2329846" y="2340000"/>
            <a:ext cx="7532308" cy="2520000"/>
          </a:xfrm>
          <a:prstGeom prst="rect">
            <a:avLst/>
          </a:prstGeom>
        </p:spPr>
        <p:txBody>
          <a:bodyPr/>
          <a:lstStyle>
            <a:lvl1pPr>
              <a:defRPr>
                <a:latin typeface="+mn-lt"/>
                <a:ea typeface="+mn-ea"/>
                <a:cs typeface="+mn-cs"/>
                <a:sym typeface="+mn-lt"/>
              </a:defRPr>
            </a:lvl1pPr>
          </a:lstStyle>
          <a:p>
            <a:pPr lvl="0"/>
            <a:r>
              <a:rPr kumimoji="1" lang="ja-JP" altLang="en-US"/>
              <a:t>マスター テキストの書式設定</a:t>
            </a: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基本版） タイトルのみ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p:txBody>
          <a:bodyPr/>
          <a:lstStyle>
            <a:lvl1pPr>
              <a:defRPr>
                <a:solidFill>
                  <a:schemeClr val="tx1"/>
                </a:solidFill>
                <a:latin typeface="+mn-lt"/>
                <a:ea typeface="+mn-ea"/>
                <a:cs typeface="+mn-cs"/>
                <a:sym typeface="+mn-lt"/>
              </a:defRPr>
            </a:lvl1pPr>
          </a:lstStyle>
          <a:p>
            <a:r>
              <a:rPr lang="en-GB" altLang="en-GB"/>
              <a:t>DT Template A4</a:t>
            </a:r>
          </a:p>
        </p:txBody>
      </p:sp>
      <p:sp>
        <p:nvSpPr>
          <p:cNvPr id="4" name="スライド番号プレースホルダ 3"/>
          <p:cNvSpPr>
            <a:spLocks noGrp="1"/>
          </p:cNvSpPr>
          <p:nvPr>
            <p:ph type="sldNum" sz="quarter" idx="11"/>
          </p:nvPr>
        </p:nvSpPr>
        <p:spPr bwMode="gray"/>
        <p:txBody>
          <a:bodyPr/>
          <a:lstStyle>
            <a:lvl1pPr>
              <a:defRPr>
                <a:solidFill>
                  <a:schemeClr val="tx1"/>
                </a:solidFill>
                <a:latin typeface="+mn-lt"/>
                <a:ea typeface="+mn-ea"/>
                <a:cs typeface="+mn-cs"/>
                <a:sym typeface="+mn-lt"/>
              </a:defRPr>
            </a:lvl1pPr>
          </a:lstStyle>
          <a:p>
            <a:fld id="{AA5FCFE5-FE56-4EF1-80A8-07776887C2A1}" type="slidenum">
              <a:rPr lang="ja-JP" altLang="en-US" smtClean="0"/>
              <a:t>‹#›</a:t>
            </a:fld>
            <a:endParaRPr lang="ja-JP" altLang="en-US"/>
          </a:p>
        </p:txBody>
      </p:sp>
      <p:sp>
        <p:nvSpPr>
          <p:cNvPr id="9" name="テキスト プレースホルダー 2"/>
          <p:cNvSpPr>
            <a:spLocks noGrp="1"/>
          </p:cNvSpPr>
          <p:nvPr>
            <p:ph type="body" sz="quarter" idx="15" hasCustomPrompt="1"/>
          </p:nvPr>
        </p:nvSpPr>
        <p:spPr bwMode="gray">
          <a:xfrm>
            <a:off x="512610" y="1008000"/>
            <a:ext cx="5361231" cy="468000"/>
          </a:xfrm>
          <a:prstGeom prst="rect">
            <a:avLst/>
          </a:prstGeom>
        </p:spPr>
        <p:txBody>
          <a:bodyPr wrap="none" anchor="ctr">
            <a:noAutofit/>
          </a:bodyPr>
          <a:lstStyle>
            <a:lvl1pPr>
              <a:lnSpc>
                <a:spcPct val="100000"/>
              </a:lnSpc>
              <a:spcBef>
                <a:spcPts val="0"/>
              </a:spcBef>
              <a:defRPr sz="1600" b="1">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6" name="タイトル 5"/>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a:t>キーメッセージを入力（本スライドで一番伝えたいこと＜名詞止め・体言止め不可＞）</a:t>
            </a:r>
            <a:endParaRPr kumimoji="1" lang="ja-JP" altLang="en-US"/>
          </a:p>
        </p:txBody>
      </p:sp>
    </p:spTree>
  </p:cSld>
  <p:clrMapOvr>
    <a:masterClrMapping/>
  </p:clrMapOvr>
  <p:hf hdr="0"/>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userDrawn="1">
  <p:cSld name="（基本版）背表紙_16:9">
    <p:bg bwMode="gray">
      <p:bgRef idx="1001">
        <a:schemeClr val="bg1"/>
      </p:bgRef>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7" name="図 6"/>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bwMode="gray">
          <a:xfrm>
            <a:off x="478800" y="432000"/>
            <a:ext cx="2016000" cy="631680"/>
          </a:xfrm>
          <a:prstGeom prst="rect">
            <a:avLst/>
          </a:prstGeom>
        </p:spPr>
      </p:pic>
      <p:sp>
        <p:nvSpPr>
          <p:cNvPr id="19" name="テキスト ボックス 18"/>
          <p:cNvSpPr txBox="1"/>
          <p:nvPr userDrawn="1"/>
        </p:nvSpPr>
        <p:spPr bwMode="gray">
          <a:xfrm>
            <a:off x="10308172" y="6517422"/>
            <a:ext cx="1402628" cy="251544"/>
          </a:xfrm>
          <a:prstGeom prst="rect">
            <a:avLst/>
          </a:prstGeom>
          <a:noFill/>
        </p:spPr>
        <p:txBody>
          <a:bodyPr wrap="none" lIns="0" tIns="0" rIns="0" bIns="0" rtlCol="0">
            <a:spAutoFit/>
          </a:bodyPr>
          <a:lstStyle/>
          <a:p>
            <a:pPr>
              <a:lnSpc>
                <a:spcPts val="950"/>
              </a:lnSpc>
            </a:pPr>
            <a:r>
              <a:rPr kumimoji="1" lang="en-US" altLang="ja-JP" sz="800">
                <a:solidFill>
                  <a:prstClr val="black"/>
                </a:solidFill>
                <a:latin typeface="+mn-lt"/>
                <a:cs typeface="+mn-cs"/>
                <a:sym typeface="+mn-lt"/>
              </a:rPr>
              <a:t>Member of</a:t>
            </a:r>
            <a:br>
              <a:rPr kumimoji="1" lang="en-US" altLang="ja-JP" sz="800">
                <a:solidFill>
                  <a:prstClr val="black"/>
                </a:solidFill>
                <a:latin typeface="+mn-lt"/>
                <a:cs typeface="+mn-cs"/>
                <a:sym typeface="+mn-lt"/>
              </a:rPr>
            </a:br>
            <a:r>
              <a:rPr kumimoji="1" lang="en-US" altLang="ja-JP" sz="800" b="1">
                <a:solidFill>
                  <a:prstClr val="black"/>
                </a:solidFill>
                <a:latin typeface="+mn-lt"/>
                <a:cs typeface="+mn-cs"/>
                <a:sym typeface="+mn-lt"/>
              </a:rPr>
              <a:t>Deloitte Touche Tohmatsu Limited</a:t>
            </a:r>
            <a:endParaRPr kumimoji="1" lang="ja-JP" altLang="en-US" sz="800" b="1">
              <a:solidFill>
                <a:prstClr val="black"/>
              </a:solidFill>
              <a:latin typeface="+mn-lt"/>
              <a:cs typeface="+mn-cs"/>
              <a:sym typeface="+mn-lt"/>
            </a:endParaRPr>
          </a:p>
        </p:txBody>
      </p:sp>
      <p:sp>
        <p:nvSpPr>
          <p:cNvPr id="4" name="テキスト プレースホルダー 3"/>
          <p:cNvSpPr>
            <a:spLocks noGrp="1"/>
          </p:cNvSpPr>
          <p:nvPr>
            <p:ph type="body" sz="quarter" idx="11"/>
          </p:nvPr>
        </p:nvSpPr>
        <p:spPr bwMode="gray">
          <a:xfrm>
            <a:off x="478800" y="6372000"/>
            <a:ext cx="8820000" cy="127856"/>
          </a:xfrm>
        </p:spPr>
        <p:txBody>
          <a:bodyPr vert="horz" lIns="0" tIns="0" rIns="0" bIns="0" rtlCol="0" anchor="b" anchorCtr="0">
            <a:spAutoFit/>
          </a:bodyPr>
          <a:lstStyle>
            <a:lvl1pPr>
              <a:defRPr lang="ja-JP" altLang="en-US" sz="800" smtClean="0">
                <a:cs typeface="+mn-cs"/>
              </a:defRPr>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p:cNvSpPr txBox="1">
            <a:spLocks noChangeArrowheads="1"/>
          </p:cNvSpPr>
          <p:nvPr userDrawn="1"/>
        </p:nvSpPr>
        <p:spPr bwMode="gray">
          <a:xfrm>
            <a:off x="478800" y="6660000"/>
            <a:ext cx="2487861" cy="123111"/>
          </a:xfrm>
          <a:prstGeom prst="rect">
            <a:avLst/>
          </a:prstGeom>
          <a:noFill/>
          <a:ln w="9525">
            <a:noFill/>
            <a:miter lim="800000"/>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tx1"/>
                </a:solidFill>
                <a:latin typeface="+mn-lt"/>
                <a:ea typeface="+mn-ea"/>
                <a:cs typeface="+mn-cs"/>
                <a:sym typeface="+mn-lt"/>
              </a:rPr>
              <a:t>© 2024. For information, contact Deloitte Tohmatsu Group.</a:t>
            </a:r>
          </a:p>
        </p:txBody>
      </p:sp>
      <p:grpSp>
        <p:nvGrpSpPr>
          <p:cNvPr id="8" name="グループ化 7"/>
          <p:cNvGrpSpPr/>
          <p:nvPr userDrawn="1"/>
        </p:nvGrpSpPr>
        <p:grpSpPr>
          <a:xfrm>
            <a:off x="10270800" y="4114800"/>
            <a:ext cx="1440000" cy="1894801"/>
            <a:chOff x="8050246" y="4451478"/>
            <a:chExt cx="1440000" cy="1894801"/>
          </a:xfrm>
        </p:grpSpPr>
        <p:pic>
          <p:nvPicPr>
            <p:cNvPr id="9" name="図 8" descr="ロゴ, 会社名&#10;&#10;自動的に生成された説明"/>
            <p:cNvPicPr>
              <a:picLocks noChangeAspect="1"/>
            </p:cNvPicPr>
            <p:nvPr userDrawn="1"/>
          </p:nvPicPr>
          <p:blipFill>
            <a:blip r:embed="rId6" cstate="print"/>
            <a:stretch>
              <a:fillRect/>
            </a:stretch>
          </p:blipFill>
          <p:spPr bwMode="gray">
            <a:xfrm>
              <a:off x="8050246" y="4451478"/>
              <a:ext cx="1440000" cy="873777"/>
            </a:xfrm>
            <a:prstGeom prst="rect">
              <a:avLst/>
            </a:prstGeom>
          </p:spPr>
        </p:pic>
        <p:pic>
          <p:nvPicPr>
            <p:cNvPr id="10" name="図 9" descr="ロゴ&#10;&#10;自動的に生成された説明"/>
            <p:cNvPicPr>
              <a:picLocks noChangeAspect="1"/>
            </p:cNvPicPr>
            <p:nvPr userDrawn="1"/>
          </p:nvPicPr>
          <p:blipFill>
            <a:blip r:embed="rId7" cstate="print"/>
            <a:stretch>
              <a:fillRect/>
            </a:stretch>
          </p:blipFill>
          <p:spPr>
            <a:xfrm>
              <a:off x="8148021" y="5473537"/>
              <a:ext cx="1244450" cy="872742"/>
            </a:xfrm>
            <a:prstGeom prst="rect">
              <a:avLst/>
            </a:prstGeom>
          </p:spPr>
        </p:pic>
      </p:grpSp>
    </p:spTree>
  </p:cSld>
  <p:clrMapOvr>
    <a:masterClrMapping/>
  </p:clrMapOvr>
  <p:hf hdr="0"/>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p:cSld name="（基本版） タイトル_ ロゴ入り_16:9">
    <p:bg bwMode="gray">
      <p:bgPr>
        <a:solidFill>
          <a:schemeClr val="bg1"/>
        </a:solidFill>
        <a:effectLst/>
      </p:bgPr>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hasCustomPrompt="1"/>
          </p:nvPr>
        </p:nvSpPr>
        <p:spPr bwMode="gray">
          <a:xfrm>
            <a:off x="3666000" y="999000"/>
            <a:ext cx="4860000" cy="4860000"/>
          </a:xfrm>
          <a:prstGeom prst="rect">
            <a:avLst/>
          </a:prstGeom>
        </p:spPr>
        <p:txBody>
          <a:bodyPr/>
          <a:lstStyle>
            <a:lvl1pPr>
              <a:defRPr>
                <a:latin typeface="+mn-lt"/>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78799" y="5292000"/>
            <a:ext cx="5616000" cy="864000"/>
          </a:xfrm>
        </p:spPr>
        <p:txBody>
          <a:bodyPr anchor="t" anchorCtr="0">
            <a:noAutofit/>
          </a:bodyPr>
          <a:lstStyle>
            <a:lvl1pPr algn="l">
              <a:lnSpc>
                <a:spcPct val="100000"/>
              </a:lnSpc>
              <a:spcBef>
                <a:spcPts val="0"/>
              </a:spcBef>
              <a:spcAft>
                <a:spcPts val="0"/>
              </a:spcAft>
              <a:defRPr sz="2800" b="1" baseline="0">
                <a:solidFill>
                  <a:schemeClr val="tx1"/>
                </a:solidFill>
                <a:latin typeface="+mj-lt"/>
                <a:ea typeface="+mj-ea"/>
                <a:cs typeface="+mj-cs"/>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478799" y="5760001"/>
            <a:ext cx="5616000" cy="307777"/>
          </a:xfrm>
          <a:prstGeom prst="rect">
            <a:avLst/>
          </a:prstGeom>
        </p:spPr>
        <p:txBody>
          <a:bodyPr wrap="none" lIns="0" tIns="0" rIns="0" bIns="0" anchor="t" anchorCtr="0">
            <a:noAutofit/>
          </a:bodyPr>
          <a:lstStyle>
            <a:lvl1pPr marL="0" indent="0" algn="l">
              <a:lnSpc>
                <a:spcPct val="100000"/>
              </a:lnSpc>
              <a:spcBef>
                <a:spcPts val="0"/>
              </a:spcBef>
              <a:spcAft>
                <a:spcPts val="0"/>
              </a:spcAft>
              <a:buNone/>
              <a:defRPr sz="2000">
                <a:solidFill>
                  <a:schemeClr val="tx1"/>
                </a:solidFill>
                <a:latin typeface="+mn-lt"/>
              </a:defRPr>
            </a:lvl1pPr>
            <a:lvl2pPr marL="495300" indent="0" algn="ctr">
              <a:buNone/>
              <a:defRPr sz="2165"/>
            </a:lvl2pPr>
            <a:lvl3pPr marL="990600" indent="0" algn="ctr">
              <a:buNone/>
              <a:defRPr sz="1950"/>
            </a:lvl3pPr>
            <a:lvl4pPr marL="1485900" indent="0" algn="ctr">
              <a:buNone/>
              <a:defRPr sz="1735"/>
            </a:lvl4pPr>
            <a:lvl5pPr marL="1981200" indent="0" algn="ctr">
              <a:buNone/>
              <a:defRPr sz="1735"/>
            </a:lvl5pPr>
            <a:lvl6pPr marL="2476500" indent="0" algn="ctr">
              <a:buNone/>
              <a:defRPr sz="1735"/>
            </a:lvl6pPr>
            <a:lvl7pPr marL="2971800" indent="0" algn="ctr">
              <a:buNone/>
              <a:defRPr sz="1735"/>
            </a:lvl7pPr>
            <a:lvl8pPr marL="3467100" indent="0" algn="ctr">
              <a:buNone/>
              <a:defRPr sz="1735"/>
            </a:lvl8pPr>
            <a:lvl9pPr marL="3962400" indent="0" algn="ctr">
              <a:buNone/>
              <a:defRPr sz="1735"/>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478799" y="6408000"/>
            <a:ext cx="5616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tx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10" name="テキスト プレースホルダー 9"/>
          <p:cNvSpPr>
            <a:spLocks noGrp="1"/>
          </p:cNvSpPr>
          <p:nvPr>
            <p:ph type="body" sz="quarter" idx="12" hasCustomPrompt="1"/>
          </p:nvPr>
        </p:nvSpPr>
        <p:spPr bwMode="gray">
          <a:xfrm>
            <a:off x="6095999" y="396000"/>
            <a:ext cx="5616000" cy="676800"/>
          </a:xfrm>
          <a:prstGeom prst="rect">
            <a:avLst/>
          </a:prstGeom>
        </p:spPr>
        <p:txBody>
          <a:bodyPr lIns="0" tIns="0">
            <a:normAutofit/>
          </a:bodyPr>
          <a:lstStyle>
            <a:lvl1pPr algn="r">
              <a:lnSpc>
                <a:spcPct val="100000"/>
              </a:lnSpc>
              <a:spcBef>
                <a:spcPts val="0"/>
              </a:spcBef>
              <a:defRPr sz="2200">
                <a:latin typeface="+mn-lt"/>
              </a:defRPr>
            </a:lvl1pPr>
            <a:lvl2pPr>
              <a:defRPr sz="2200"/>
            </a:lvl2pPr>
            <a:lvl3pPr>
              <a:defRPr sz="2200"/>
            </a:lvl3pPr>
            <a:lvl4pPr>
              <a:defRPr sz="2200"/>
            </a:lvl4pPr>
            <a:lvl5pPr>
              <a:defRPr sz="2200"/>
            </a:lvl5pPr>
          </a:lstStyle>
          <a:p>
            <a:pPr lvl="0"/>
            <a:r>
              <a:rPr kumimoji="1" lang="ja-JP" altLang="en-US"/>
              <a:t>クライアント社名</a:t>
            </a:r>
          </a:p>
        </p:txBody>
      </p:sp>
      <p:pic>
        <p:nvPicPr>
          <p:cNvPr id="11" name="図 10"/>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bwMode="gray">
          <a:xfrm>
            <a:off x="478800" y="432000"/>
            <a:ext cx="2016000" cy="633201"/>
          </a:xfrm>
          <a:prstGeom prst="rect">
            <a:avLst/>
          </a:prstGeom>
        </p:spPr>
      </p:pic>
      <p:sp>
        <p:nvSpPr>
          <p:cNvPr id="6" name="日付プレースホルダー 5"/>
          <p:cNvSpPr>
            <a:spLocks noGrp="1"/>
          </p:cNvSpPr>
          <p:nvPr>
            <p:ph type="dt" sz="half" idx="13"/>
          </p:nvPr>
        </p:nvSpPr>
        <p:spPr bwMode="gray"/>
        <p:txBody>
          <a:bodyPr/>
          <a:lstStyle/>
          <a:p>
            <a:pPr algn="ctr"/>
            <a:r>
              <a:rPr lang="en-US"/>
              <a:t>&lt; Confidential &gt;</a:t>
            </a: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p:cSld name="（基本版） タイトル ロゴ無_16:9">
    <p:bg bwMode="gray">
      <p:bgPr>
        <a:solidFill>
          <a:schemeClr val="bg1"/>
        </a:solidFill>
        <a:effectLst/>
      </p:bgPr>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hasCustomPrompt="1"/>
          </p:nvPr>
        </p:nvSpPr>
        <p:spPr bwMode="gray">
          <a:xfrm>
            <a:off x="3666000" y="999000"/>
            <a:ext cx="4860000" cy="4860000"/>
          </a:xfrm>
          <a:prstGeom prst="rect">
            <a:avLst/>
          </a:prstGeom>
        </p:spPr>
        <p:txBody>
          <a:bodyPr/>
          <a:lstStyle>
            <a:lvl1pPr>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78800" y="5292000"/>
            <a:ext cx="5616000" cy="864000"/>
          </a:xfrm>
        </p:spPr>
        <p:txBody>
          <a:bodyPr anchor="t" anchorCtr="0">
            <a:noAutofit/>
          </a:bodyPr>
          <a:lstStyle>
            <a:lvl1pPr algn="l">
              <a:lnSpc>
                <a:spcPct val="100000"/>
              </a:lnSpc>
              <a:spcBef>
                <a:spcPts val="0"/>
              </a:spcBef>
              <a:spcAft>
                <a:spcPts val="0"/>
              </a:spcAft>
              <a:defRPr sz="2800" b="1" baseline="0">
                <a:solidFill>
                  <a:schemeClr val="tx1"/>
                </a:solidFill>
                <a:latin typeface="+mj-lt"/>
                <a:ea typeface="+mj-ea"/>
                <a:cs typeface="+mj-cs"/>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478800" y="5760001"/>
            <a:ext cx="5616000" cy="307777"/>
          </a:xfrm>
          <a:prstGeom prst="rect">
            <a:avLst/>
          </a:prstGeom>
        </p:spPr>
        <p:txBody>
          <a:bodyPr lIns="0" tIns="0" rIns="0" bIns="0" anchor="t" anchorCtr="0">
            <a:noAutofit/>
          </a:bodyPr>
          <a:lstStyle>
            <a:lvl1pPr marL="0" indent="0" algn="l">
              <a:lnSpc>
                <a:spcPct val="100000"/>
              </a:lnSpc>
              <a:spcBef>
                <a:spcPts val="0"/>
              </a:spcBef>
              <a:spcAft>
                <a:spcPts val="0"/>
              </a:spcAft>
              <a:buNone/>
              <a:defRPr sz="2000">
                <a:solidFill>
                  <a:schemeClr val="tx1"/>
                </a:solidFill>
              </a:defRPr>
            </a:lvl1pPr>
            <a:lvl2pPr marL="495300" indent="0" algn="ctr">
              <a:buNone/>
              <a:defRPr sz="2165"/>
            </a:lvl2pPr>
            <a:lvl3pPr marL="990600" indent="0" algn="ctr">
              <a:buNone/>
              <a:defRPr sz="1950"/>
            </a:lvl3pPr>
            <a:lvl4pPr marL="1485900" indent="0" algn="ctr">
              <a:buNone/>
              <a:defRPr sz="1735"/>
            </a:lvl4pPr>
            <a:lvl5pPr marL="1981200" indent="0" algn="ctr">
              <a:buNone/>
              <a:defRPr sz="1735"/>
            </a:lvl5pPr>
            <a:lvl6pPr marL="2476500" indent="0" algn="ctr">
              <a:buNone/>
              <a:defRPr sz="1735"/>
            </a:lvl6pPr>
            <a:lvl7pPr marL="2971800" indent="0" algn="ctr">
              <a:buNone/>
              <a:defRPr sz="1735"/>
            </a:lvl7pPr>
            <a:lvl8pPr marL="3467100" indent="0" algn="ctr">
              <a:buNone/>
              <a:defRPr sz="1735"/>
            </a:lvl8pPr>
            <a:lvl9pPr marL="3962400" indent="0" algn="ctr">
              <a:buNone/>
              <a:defRPr sz="1735"/>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478800" y="6408000"/>
            <a:ext cx="5616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6" name="日付プレースホルダー 5"/>
          <p:cNvSpPr>
            <a:spLocks noGrp="1"/>
          </p:cNvSpPr>
          <p:nvPr>
            <p:ph type="dt" sz="half" idx="12"/>
          </p:nvPr>
        </p:nvSpPr>
        <p:spPr bwMode="gray"/>
        <p:txBody>
          <a:bodyPr/>
          <a:lstStyle/>
          <a:p>
            <a:pPr algn="ctr"/>
            <a:r>
              <a:rPr lang="en-US"/>
              <a:t>&lt; Confidential &gt;</a:t>
            </a: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黒_（基本版） タイトル_ ロゴ入り_16:9">
    <p:bg bwMode="gray">
      <p:bgPr>
        <a:solidFill>
          <a:schemeClr val="tx1"/>
        </a:solidFill>
        <a:effectLst/>
      </p:bgPr>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hasCustomPrompt="1"/>
          </p:nvPr>
        </p:nvSpPr>
        <p:spPr bwMode="gray">
          <a:xfrm>
            <a:off x="3666000" y="999000"/>
            <a:ext cx="4860000" cy="4860000"/>
          </a:xfrm>
          <a:prstGeom prst="rect">
            <a:avLst/>
          </a:prstGeom>
        </p:spPr>
        <p:txBody>
          <a:bodyPr/>
          <a:lstStyle>
            <a:lvl1pPr>
              <a:defRPr>
                <a:solidFill>
                  <a:schemeClr val="bg1"/>
                </a:solidFill>
                <a:latin typeface="+mn-lt"/>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78800" y="5292000"/>
            <a:ext cx="5616000" cy="864000"/>
          </a:xfrm>
        </p:spPr>
        <p:txBody>
          <a:bodyPr anchor="t" anchorCtr="0">
            <a:noAutofit/>
          </a:bodyPr>
          <a:lstStyle>
            <a:lvl1pPr algn="l">
              <a:lnSpc>
                <a:spcPct val="100000"/>
              </a:lnSpc>
              <a:spcBef>
                <a:spcPts val="0"/>
              </a:spcBef>
              <a:spcAft>
                <a:spcPts val="0"/>
              </a:spcAft>
              <a:defRPr sz="2800" b="1" baseline="0">
                <a:solidFill>
                  <a:schemeClr val="bg1"/>
                </a:solidFill>
                <a:latin typeface="+mj-lt"/>
                <a:ea typeface="+mj-ea"/>
                <a:cs typeface="+mj-cs"/>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478800" y="5760001"/>
            <a:ext cx="5616000" cy="307777"/>
          </a:xfrm>
          <a:prstGeom prst="rect">
            <a:avLst/>
          </a:prstGeom>
        </p:spPr>
        <p:txBody>
          <a:bodyPr wrap="none" lIns="0" tIns="0" rIns="0" bIns="0" anchor="t" anchorCtr="0">
            <a:noAutofit/>
          </a:bodyPr>
          <a:lstStyle>
            <a:lvl1pPr marL="0" indent="0" algn="l">
              <a:lnSpc>
                <a:spcPct val="100000"/>
              </a:lnSpc>
              <a:spcBef>
                <a:spcPts val="0"/>
              </a:spcBef>
              <a:spcAft>
                <a:spcPts val="0"/>
              </a:spcAft>
              <a:buNone/>
              <a:defRPr sz="2000">
                <a:solidFill>
                  <a:schemeClr val="bg1"/>
                </a:solidFill>
                <a:latin typeface="+mn-lt"/>
              </a:defRPr>
            </a:lvl1pPr>
            <a:lvl2pPr marL="495300" indent="0" algn="ctr">
              <a:buNone/>
              <a:defRPr sz="2165"/>
            </a:lvl2pPr>
            <a:lvl3pPr marL="990600" indent="0" algn="ctr">
              <a:buNone/>
              <a:defRPr sz="1950"/>
            </a:lvl3pPr>
            <a:lvl4pPr marL="1485900" indent="0" algn="ctr">
              <a:buNone/>
              <a:defRPr sz="1735"/>
            </a:lvl4pPr>
            <a:lvl5pPr marL="1981200" indent="0" algn="ctr">
              <a:buNone/>
              <a:defRPr sz="1735"/>
            </a:lvl5pPr>
            <a:lvl6pPr marL="2476500" indent="0" algn="ctr">
              <a:buNone/>
              <a:defRPr sz="1735"/>
            </a:lvl6pPr>
            <a:lvl7pPr marL="2971800" indent="0" algn="ctr">
              <a:buNone/>
              <a:defRPr sz="1735"/>
            </a:lvl7pPr>
            <a:lvl8pPr marL="3467100" indent="0" algn="ctr">
              <a:buNone/>
              <a:defRPr sz="1735"/>
            </a:lvl8pPr>
            <a:lvl9pPr marL="3962400" indent="0" algn="ctr">
              <a:buNone/>
              <a:defRPr sz="1735"/>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478800" y="6408000"/>
            <a:ext cx="5616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bg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10" name="テキスト プレースホルダー 9"/>
          <p:cNvSpPr>
            <a:spLocks noGrp="1"/>
          </p:cNvSpPr>
          <p:nvPr>
            <p:ph type="body" sz="quarter" idx="12" hasCustomPrompt="1"/>
          </p:nvPr>
        </p:nvSpPr>
        <p:spPr bwMode="gray">
          <a:xfrm>
            <a:off x="6094800" y="396000"/>
            <a:ext cx="5616000" cy="676800"/>
          </a:xfrm>
          <a:prstGeom prst="rect">
            <a:avLst/>
          </a:prstGeom>
        </p:spPr>
        <p:txBody>
          <a:bodyPr lIns="0" tIns="0">
            <a:normAutofit/>
          </a:bodyPr>
          <a:lstStyle>
            <a:lvl1pPr algn="r">
              <a:lnSpc>
                <a:spcPct val="100000"/>
              </a:lnSpc>
              <a:spcBef>
                <a:spcPts val="0"/>
              </a:spcBef>
              <a:defRPr sz="2200">
                <a:solidFill>
                  <a:schemeClr val="bg1"/>
                </a:solidFill>
                <a:latin typeface="+mn-lt"/>
              </a:defRPr>
            </a:lvl1pPr>
            <a:lvl2pPr>
              <a:defRPr sz="2200"/>
            </a:lvl2pPr>
            <a:lvl3pPr>
              <a:defRPr sz="2200"/>
            </a:lvl3pPr>
            <a:lvl4pPr>
              <a:defRPr sz="2200"/>
            </a:lvl4pPr>
            <a:lvl5pPr>
              <a:defRPr sz="2200"/>
            </a:lvl5pPr>
          </a:lstStyle>
          <a:p>
            <a:pPr lvl="0"/>
            <a:r>
              <a:rPr kumimoji="1" lang="ja-JP" altLang="en-US"/>
              <a:t>クライアント社名</a:t>
            </a:r>
          </a:p>
        </p:txBody>
      </p:sp>
      <p:pic>
        <p:nvPicPr>
          <p:cNvPr id="11" name="図 10"/>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bwMode="gray">
          <a:xfrm>
            <a:off x="478800" y="431999"/>
            <a:ext cx="2016000" cy="627200"/>
          </a:xfrm>
          <a:prstGeom prst="rect">
            <a:avLst/>
          </a:prstGeom>
        </p:spPr>
      </p:pic>
      <p:sp>
        <p:nvSpPr>
          <p:cNvPr id="6" name="日付プレースホルダー 5"/>
          <p:cNvSpPr>
            <a:spLocks noGrp="1"/>
          </p:cNvSpPr>
          <p:nvPr>
            <p:ph type="dt" sz="half" idx="13"/>
          </p:nvPr>
        </p:nvSpPr>
        <p:spPr bwMode="gray"/>
        <p:txBody>
          <a:bodyPr/>
          <a:lstStyle/>
          <a:p>
            <a:pPr algn="ctr"/>
            <a:r>
              <a:rPr lang="en-US"/>
              <a:t>&lt; Confidential &gt;</a:t>
            </a: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黒_（基本版） タイトル ロゴ無_16:9">
    <p:bg bwMode="gray">
      <p:bgPr>
        <a:solidFill>
          <a:schemeClr val="tx1"/>
        </a:solidFill>
        <a:effectLst/>
      </p:bgPr>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p:cNvSpPr>
            <a:spLocks noGrp="1" noChangeAspect="1"/>
          </p:cNvSpPr>
          <p:nvPr>
            <p:ph type="pic" sz="quarter" idx="11" hasCustomPrompt="1"/>
          </p:nvPr>
        </p:nvSpPr>
        <p:spPr bwMode="gray">
          <a:xfrm>
            <a:off x="3666000" y="999000"/>
            <a:ext cx="4860000" cy="4860000"/>
          </a:xfrm>
          <a:prstGeom prst="rect">
            <a:avLst/>
          </a:prstGeom>
        </p:spPr>
        <p:txBody>
          <a:bodyPr/>
          <a:lstStyle>
            <a:lvl1pPr>
              <a:defRPr>
                <a:solidFill>
                  <a:schemeClr val="bg1"/>
                </a:solidFill>
              </a:defRPr>
            </a:lvl1pPr>
          </a:lstStyle>
          <a:p>
            <a:r>
              <a:rPr lang="ja-JP" altLang="en-US"/>
              <a:t>アイコンをクリックして図を追加</a:t>
            </a:r>
            <a:endParaRPr lang="en-GB"/>
          </a:p>
        </p:txBody>
      </p:sp>
      <p:sp>
        <p:nvSpPr>
          <p:cNvPr id="2" name="Title 1"/>
          <p:cNvSpPr>
            <a:spLocks noGrp="1"/>
          </p:cNvSpPr>
          <p:nvPr>
            <p:ph type="ctrTitle" hasCustomPrompt="1"/>
          </p:nvPr>
        </p:nvSpPr>
        <p:spPr bwMode="gray">
          <a:xfrm>
            <a:off x="478799" y="5292000"/>
            <a:ext cx="5616000" cy="864000"/>
          </a:xfrm>
        </p:spPr>
        <p:txBody>
          <a:bodyPr anchor="t" anchorCtr="0">
            <a:noAutofit/>
          </a:bodyPr>
          <a:lstStyle>
            <a:lvl1pPr algn="l">
              <a:lnSpc>
                <a:spcPct val="100000"/>
              </a:lnSpc>
              <a:spcBef>
                <a:spcPts val="0"/>
              </a:spcBef>
              <a:spcAft>
                <a:spcPts val="0"/>
              </a:spcAft>
              <a:defRPr sz="2800" b="1" baseline="0">
                <a:solidFill>
                  <a:schemeClr val="bg1"/>
                </a:solidFill>
                <a:latin typeface="+mj-lt"/>
                <a:ea typeface="+mj-ea"/>
                <a:cs typeface="+mj-cs"/>
              </a:defRPr>
            </a:lvl1pPr>
          </a:lstStyle>
          <a:p>
            <a:r>
              <a:rPr lang="ja-JP" altLang="en-US" noProof="0"/>
              <a:t>表紙タイトル</a:t>
            </a:r>
            <a:endParaRPr lang="en-US" noProof="0"/>
          </a:p>
        </p:txBody>
      </p:sp>
      <p:sp>
        <p:nvSpPr>
          <p:cNvPr id="3" name="Subtitle 2"/>
          <p:cNvSpPr>
            <a:spLocks noGrp="1"/>
          </p:cNvSpPr>
          <p:nvPr>
            <p:ph type="subTitle" idx="1" hasCustomPrompt="1"/>
          </p:nvPr>
        </p:nvSpPr>
        <p:spPr bwMode="gray">
          <a:xfrm>
            <a:off x="478799" y="5760001"/>
            <a:ext cx="5616000" cy="307777"/>
          </a:xfrm>
          <a:prstGeom prst="rect">
            <a:avLst/>
          </a:prstGeom>
        </p:spPr>
        <p:txBody>
          <a:bodyPr lIns="0" tIns="0" rIns="0" bIns="0" anchor="t" anchorCtr="0">
            <a:noAutofit/>
          </a:bodyPr>
          <a:lstStyle>
            <a:lvl1pPr marL="0" indent="0" algn="l">
              <a:lnSpc>
                <a:spcPct val="100000"/>
              </a:lnSpc>
              <a:spcBef>
                <a:spcPts val="0"/>
              </a:spcBef>
              <a:spcAft>
                <a:spcPts val="0"/>
              </a:spcAft>
              <a:buNone/>
              <a:defRPr sz="2000">
                <a:solidFill>
                  <a:schemeClr val="bg1"/>
                </a:solidFill>
              </a:defRPr>
            </a:lvl1pPr>
            <a:lvl2pPr marL="495300" indent="0" algn="ctr">
              <a:buNone/>
              <a:defRPr sz="2165"/>
            </a:lvl2pPr>
            <a:lvl3pPr marL="990600" indent="0" algn="ctr">
              <a:buNone/>
              <a:defRPr sz="1950"/>
            </a:lvl3pPr>
            <a:lvl4pPr marL="1485900" indent="0" algn="ctr">
              <a:buNone/>
              <a:defRPr sz="1735"/>
            </a:lvl4pPr>
            <a:lvl5pPr marL="1981200" indent="0" algn="ctr">
              <a:buNone/>
              <a:defRPr sz="1735"/>
            </a:lvl5pPr>
            <a:lvl6pPr marL="2476500" indent="0" algn="ctr">
              <a:buNone/>
              <a:defRPr sz="1735"/>
            </a:lvl6pPr>
            <a:lvl7pPr marL="2971800" indent="0" algn="ctr">
              <a:buNone/>
              <a:defRPr sz="1735"/>
            </a:lvl7pPr>
            <a:lvl8pPr marL="3467100" indent="0" algn="ctr">
              <a:buNone/>
              <a:defRPr sz="1735"/>
            </a:lvl8pPr>
            <a:lvl9pPr marL="3962400" indent="0" algn="ctr">
              <a:buNone/>
              <a:defRPr sz="1735"/>
            </a:lvl9pPr>
          </a:lstStyle>
          <a:p>
            <a:r>
              <a:rPr lang="ja-JP" altLang="en-US" noProof="0"/>
              <a:t>表紙サブタイトル</a:t>
            </a:r>
            <a:endParaRPr lang="en-US" noProof="0"/>
          </a:p>
        </p:txBody>
      </p:sp>
      <p:sp>
        <p:nvSpPr>
          <p:cNvPr id="5" name="Text Placeholder 4"/>
          <p:cNvSpPr>
            <a:spLocks noGrp="1"/>
          </p:cNvSpPr>
          <p:nvPr>
            <p:ph type="body" sz="quarter" idx="10"/>
          </p:nvPr>
        </p:nvSpPr>
        <p:spPr bwMode="gray">
          <a:xfrm>
            <a:off x="478799" y="6408000"/>
            <a:ext cx="5616000" cy="215444"/>
          </a:xfrm>
          <a:prstGeom prst="rect">
            <a:avLst/>
          </a:prstGeom>
        </p:spPr>
        <p:txBody>
          <a:bodyPr wrap="square" lIns="0" tIns="0" anchor="b" anchorCtr="0">
            <a:spAutoFit/>
          </a:bodyPr>
          <a:lstStyle>
            <a:lvl1pPr>
              <a:lnSpc>
                <a:spcPct val="100000"/>
              </a:lnSpc>
              <a:spcBef>
                <a:spcPts val="0"/>
              </a:spcBef>
              <a:spcAft>
                <a:spcPts val="0"/>
              </a:spcAft>
              <a:defRPr sz="14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ja-JP" altLang="en-US" noProof="0"/>
              <a:t>マスター テキストの書式設定</a:t>
            </a:r>
          </a:p>
        </p:txBody>
      </p:sp>
      <p:sp>
        <p:nvSpPr>
          <p:cNvPr id="6" name="日付プレースホルダー 5"/>
          <p:cNvSpPr>
            <a:spLocks noGrp="1"/>
          </p:cNvSpPr>
          <p:nvPr>
            <p:ph type="dt" sz="half" idx="12"/>
          </p:nvPr>
        </p:nvSpPr>
        <p:spPr bwMode="gray"/>
        <p:txBody>
          <a:bodyPr/>
          <a:lstStyle/>
          <a:p>
            <a:pPr algn="ctr"/>
            <a:r>
              <a:rPr lang="en-US"/>
              <a:t>&lt; Confidential &gt;</a:t>
            </a: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基本版） 目次_16:9">
    <p:bg bwMode="gray">
      <p:bgRef idx="1001">
        <a:schemeClr val="bg1"/>
      </p:bgRef>
    </p:bg>
    <p:spTree>
      <p:nvGrpSpPr>
        <p:cNvPr id="1" name=""/>
        <p:cNvGrpSpPr/>
        <p:nvPr/>
      </p:nvGrpSpPr>
      <p:grpSpPr>
        <a:xfrm>
          <a:off x="0" y="0"/>
          <a:ext cx="0" cy="0"/>
          <a:chOff x="0" y="0"/>
          <a:chExt cx="0" cy="0"/>
        </a:xfrm>
      </p:grpSpPr>
      <p:graphicFrame>
        <p:nvGraphicFramePr>
          <p:cNvPr id="3" name="オブジェクト 2"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4" imgW="7620" imgH="7620" progId="TCLayout.ActiveDocument.1">
                  <p:embed/>
                </p:oleObj>
              </mc:Choice>
              <mc:Fallback>
                <p:oleObj name="think-cellスライド" r:id="rId4" imgW="7620" imgH="7620" progId="TCLayout.ActiveDocument.1">
                  <p:embed/>
                  <p:pic>
                    <p:nvPicPr>
                      <p:cNvPr id="3" name="オブジェクト 2"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正方形/長方形 4" hidden="1"/>
          <p:cNvSpPr/>
          <p:nvPr userDrawn="1">
            <p:custDataLst>
              <p:tags r:id="rId2"/>
            </p:custDataLst>
          </p:nvPr>
        </p:nvSpPr>
        <p:spPr bwMode="gray">
          <a:xfrm>
            <a:off x="0" y="0"/>
            <a:ext cx="158750" cy="158750"/>
          </a:xfrm>
          <a:prstGeom prst="rect">
            <a:avLst/>
          </a:prstGeom>
          <a:solidFill>
            <a:srgbClr val="BBBCBC"/>
          </a:solidFill>
          <a:ln w="12700" algn="ctr">
            <a:solidFill>
              <a:srgbClr val="BBBCBC"/>
            </a:solidFill>
            <a:miter lim="800000"/>
          </a:ln>
        </p:spPr>
        <p:txBody>
          <a:bodyPr rot="0" spcFirstLastPara="0" vertOverflow="overflow" horzOverflow="overflow" vert="horz" wrap="none" lIns="0" tIns="0" rIns="0" bIns="0" numCol="1" spcCol="0" rtlCol="0" fromWordArt="0" anchor="ctr" anchorCtr="0" forceAA="0" compatLnSpc="1">
            <a:noAutofit/>
          </a:bodyPr>
          <a:lstStyle/>
          <a:p>
            <a:pPr marL="0" marR="0" lvl="0" indent="0" algn="ctr" defTabSz="990600" rtl="0" eaLnBrk="1" fontAlgn="auto" latinLnBrk="0" hangingPunct="1">
              <a:lnSpc>
                <a:spcPct val="100000"/>
              </a:lnSpc>
              <a:spcBef>
                <a:spcPts val="0"/>
              </a:spcBef>
              <a:spcAft>
                <a:spcPts val="0"/>
              </a:spcAft>
              <a:buClrTx/>
              <a:buSzPct val="100000"/>
              <a:buFont typeface="Wingdings" panose="05000000000000000000" pitchFamily="2" charset="2"/>
              <a:buNone/>
            </a:pPr>
            <a:endParaRPr kumimoji="1" lang="ja-JP" altLang="en-US" sz="2400" b="1" i="0" u="none" strike="noStrike" kern="1200" cap="none" spc="0" normalizeH="0" baseline="0" noProof="0">
              <a:ln>
                <a:noFill/>
              </a:ln>
              <a:solidFill>
                <a:prstClr val="black"/>
              </a:solidFill>
              <a:effectLst/>
              <a:uLnTx/>
              <a:uFillTx/>
              <a:latin typeface="Calibri" panose="020F0502020204030204" pitchFamily="34" charset="0"/>
              <a:ea typeface="Yu Gothic UI" panose="020B0500000000000000" pitchFamily="50" charset="-128"/>
              <a:cs typeface="+mj-cs"/>
              <a:sym typeface="Calibri" panose="020F0502020204030204" pitchFamily="34" charset="0"/>
            </a:endParaRPr>
          </a:p>
        </p:txBody>
      </p:sp>
      <p:sp>
        <p:nvSpPr>
          <p:cNvPr id="13" name="Content Placeholder 3"/>
          <p:cNvSpPr>
            <a:spLocks noGrp="1"/>
          </p:cNvSpPr>
          <p:nvPr>
            <p:ph sz="quarter" idx="10"/>
          </p:nvPr>
        </p:nvSpPr>
        <p:spPr bwMode="gray">
          <a:xfrm>
            <a:off x="480000" y="1476000"/>
            <a:ext cx="5436000" cy="4824000"/>
          </a:xfrm>
          <a:prstGeom prst="rect">
            <a:avLst/>
          </a:prstGeom>
        </p:spPr>
        <p:txBody>
          <a:bodyPr/>
          <a:lstStyle>
            <a:lvl1pPr>
              <a:tabLst>
                <a:tab pos="5447665" algn="r"/>
              </a:tabLst>
              <a:defRPr/>
            </a:lvl1pPr>
            <a:lvl2pPr>
              <a:tabLst>
                <a:tab pos="5447665" algn="r"/>
              </a:tabLst>
              <a:defRPr/>
            </a:lvl2pPr>
            <a:lvl3pPr>
              <a:tabLst>
                <a:tab pos="5447665" algn="r"/>
              </a:tabLst>
              <a:defRPr/>
            </a:lvl3pPr>
            <a:lvl4pPr>
              <a:tabLst>
                <a:tab pos="5447665" algn="r"/>
              </a:tabLst>
              <a:defRPr/>
            </a:lvl4pPr>
            <a:lvl5pPr>
              <a:tabLst>
                <a:tab pos="5447665"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15" name="Content Placeholder 3"/>
          <p:cNvSpPr>
            <a:spLocks noGrp="1"/>
          </p:cNvSpPr>
          <p:nvPr>
            <p:ph sz="quarter" idx="20"/>
          </p:nvPr>
        </p:nvSpPr>
        <p:spPr bwMode="gray">
          <a:xfrm>
            <a:off x="6276000" y="1476000"/>
            <a:ext cx="5436000" cy="4824000"/>
          </a:xfrm>
          <a:prstGeom prst="rect">
            <a:avLst/>
          </a:prstGeom>
        </p:spPr>
        <p:txBody>
          <a:bodyPr/>
          <a:lstStyle>
            <a:lvl1pPr>
              <a:tabLst>
                <a:tab pos="5447665" algn="r"/>
              </a:tabLst>
              <a:defRPr/>
            </a:lvl1pPr>
            <a:lvl2pPr>
              <a:tabLst>
                <a:tab pos="5447665" algn="r"/>
              </a:tabLst>
              <a:defRPr/>
            </a:lvl2pPr>
            <a:lvl3pPr>
              <a:tabLst>
                <a:tab pos="5447665" algn="r"/>
              </a:tabLst>
              <a:defRPr/>
            </a:lvl3pPr>
            <a:lvl4pPr>
              <a:tabLst>
                <a:tab pos="5447665" algn="r"/>
              </a:tabLst>
              <a:defRPr/>
            </a:lvl4pPr>
            <a:lvl5pPr>
              <a:tabLst>
                <a:tab pos="5447665"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4" name="タイトル 3"/>
          <p:cNvSpPr>
            <a:spLocks noGrp="1"/>
          </p:cNvSpPr>
          <p:nvPr>
            <p:ph type="title"/>
          </p:nvPr>
        </p:nvSpPr>
        <p:spPr bwMode="gray">
          <a:xfrm>
            <a:off x="480000" y="108000"/>
            <a:ext cx="11232000" cy="738000"/>
          </a:xfrm>
        </p:spPr>
        <p:txBody>
          <a:bodyPr/>
          <a:lstStyle>
            <a:lvl1pPr>
              <a:defRPr baseline="0">
                <a:latin typeface="+mj-lt"/>
                <a:ea typeface="+mj-ea"/>
              </a:defRPr>
            </a:lvl1pPr>
          </a:lstStyle>
          <a:p>
            <a:r>
              <a:rPr kumimoji="1" lang="ja-JP" altLang="en-US"/>
              <a:t>マスター タイトルの書式設定</a:t>
            </a:r>
          </a:p>
        </p:txBody>
      </p:sp>
    </p:spTree>
  </p:cSld>
  <p:clrMapOvr>
    <a:masterClrMapping/>
  </p:clrMapOvr>
  <p:hf hdr="0"/>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基本版） 白紙_16:9">
    <p:bg bwMode="gray">
      <p:bgRef idx="1001">
        <a:schemeClr val="bg1"/>
      </p:bgRef>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スライド番号プレースホルダー 3"/>
          <p:cNvSpPr>
            <a:spLocks noGrp="1"/>
          </p:cNvSpPr>
          <p:nvPr>
            <p:ph type="sldNum" sz="quarter" idx="11"/>
          </p:nvPr>
        </p:nvSpPr>
        <p:spPr bwMode="gray"/>
        <p:txBody>
          <a:bodyPr/>
          <a:lstStyle>
            <a:lvl1pPr>
              <a:defRPr/>
            </a:lvl1pPr>
          </a:lstStyle>
          <a:p>
            <a:fld id="{AA5FCFE5-FE56-4EF1-80A8-07776887C2A1}" type="slidenum">
              <a:rPr lang="ja-JP" altLang="en-US" smtClean="0"/>
              <a:t>‹#›</a:t>
            </a:fld>
            <a:endParaRPr lang="ja-JP" altLang="en-US"/>
          </a:p>
        </p:txBody>
      </p:sp>
      <p:sp>
        <p:nvSpPr>
          <p:cNvPr id="6" name="テキスト プレースホルダー 5"/>
          <p:cNvSpPr>
            <a:spLocks noGrp="1"/>
          </p:cNvSpPr>
          <p:nvPr>
            <p:ph type="body" sz="quarter" idx="12"/>
          </p:nvPr>
        </p:nvSpPr>
        <p:spPr bwMode="gray">
          <a:xfrm>
            <a:off x="1596000" y="2556000"/>
            <a:ext cx="9000000" cy="1440000"/>
          </a:xfrm>
          <a:prstGeom prst="rect">
            <a:avLst/>
          </a:prstGeom>
        </p:spPr>
        <p:txBody>
          <a:bodyPr/>
          <a:lstStyle>
            <a:lvl1pPr>
              <a:defRPr sz="2400" baseline="0">
                <a:latin typeface="+mj-lt"/>
                <a:ea typeface="+mj-ea"/>
              </a:defRPr>
            </a:lvl1pPr>
          </a:lstStyle>
          <a:p>
            <a:pPr lvl="0"/>
            <a:r>
              <a:rPr kumimoji="1" lang="ja-JP" altLang="en-US"/>
              <a:t>マスター テキストの書式設定</a:t>
            </a:r>
          </a:p>
        </p:txBody>
      </p:sp>
      <p:sp>
        <p:nvSpPr>
          <p:cNvPr id="5"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基本版） 中表紙_16:9">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ext Placeholder 7"/>
          <p:cNvSpPr>
            <a:spLocks noGrp="1"/>
          </p:cNvSpPr>
          <p:nvPr>
            <p:ph type="body" sz="quarter" idx="10" hasCustomPrompt="1"/>
          </p:nvPr>
        </p:nvSpPr>
        <p:spPr bwMode="gray">
          <a:xfrm>
            <a:off x="1018800" y="2232000"/>
            <a:ext cx="6264000" cy="432000"/>
          </a:xfrm>
          <a:prstGeom prst="rect">
            <a:avLst/>
          </a:prstGeom>
          <a:noFill/>
        </p:spPr>
        <p:txBody>
          <a:bodyPr wrap="none" lIns="0" tIns="0" rIns="0" anchor="t" anchorCtr="0">
            <a:noAutofit/>
          </a:bodyPr>
          <a:lstStyle>
            <a:lvl1pPr marL="0" indent="0" algn="l">
              <a:lnSpc>
                <a:spcPct val="100000"/>
              </a:lnSpc>
              <a:spcBef>
                <a:spcPts val="0"/>
              </a:spcBef>
              <a:buNone/>
              <a:defRPr sz="2800" b="1" baseline="0">
                <a:solidFill>
                  <a:schemeClr val="tx1"/>
                </a:solidFill>
                <a:latin typeface="+mj-lt"/>
                <a:ea typeface="+mj-ea"/>
                <a:cs typeface="+mn-cs"/>
              </a:defRPr>
            </a:lvl1pPr>
          </a:lstStyle>
          <a:p>
            <a:pPr lvl="0"/>
            <a:r>
              <a:rPr lang="ja-JP" altLang="en-US"/>
              <a:t>中表紙タイトル</a:t>
            </a:r>
          </a:p>
        </p:txBody>
      </p:sp>
      <p:sp>
        <p:nvSpPr>
          <p:cNvPr id="5" name="スライド番号プレースホルダ 4"/>
          <p:cNvSpPr>
            <a:spLocks noGrp="1"/>
          </p:cNvSpPr>
          <p:nvPr>
            <p:ph type="sldNum" sz="quarter" idx="11"/>
          </p:nvPr>
        </p:nvSpPr>
        <p:spPr bwMode="gray"/>
        <p:txBody>
          <a:bodyPr/>
          <a:lstStyle>
            <a:lvl1pPr>
              <a:defRPr>
                <a:solidFill>
                  <a:schemeClr val="tx1"/>
                </a:solidFill>
              </a:defRPr>
            </a:lvl1pPr>
          </a:lstStyle>
          <a:p>
            <a:fld id="{AA5FCFE5-FE56-4EF1-80A8-07776887C2A1}" type="slidenum">
              <a:rPr lang="ja-JP" altLang="en-US" smtClean="0"/>
              <a:t>‹#›</a:t>
            </a:fld>
            <a:endParaRPr lang="ja-JP" altLang="en-US"/>
          </a:p>
        </p:txBody>
      </p:sp>
      <p:sp>
        <p:nvSpPr>
          <p:cNvPr id="3"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基本版） タイトルのみ_16:9">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テキスト プレースホルダー 2"/>
          <p:cNvSpPr>
            <a:spLocks noGrp="1"/>
          </p:cNvSpPr>
          <p:nvPr>
            <p:ph type="body" sz="quarter" idx="15" hasCustomPrompt="1"/>
          </p:nvPr>
        </p:nvSpPr>
        <p:spPr bwMode="gray">
          <a:xfrm>
            <a:off x="478799" y="1008000"/>
            <a:ext cx="5436000" cy="468000"/>
          </a:xfrm>
          <a:prstGeom prst="rect">
            <a:avLst/>
          </a:prstGeom>
        </p:spPr>
        <p:txBody>
          <a:bodyPr wrap="none" tIns="0" anchor="ctr">
            <a:noAutofit/>
          </a:bodyPr>
          <a:lstStyle>
            <a:lvl1pPr>
              <a:lnSpc>
                <a:spcPct val="100000"/>
              </a:lnSpc>
              <a:spcBef>
                <a:spcPts val="0"/>
              </a:spcBef>
              <a:defRPr sz="1800" b="1">
                <a:solidFill>
                  <a:schemeClr val="accent1"/>
                </a:solidFill>
              </a:defRPr>
            </a:lvl1pPr>
          </a:lstStyle>
          <a:p>
            <a:pPr lvl="0"/>
            <a:r>
              <a:rPr kumimoji="1" lang="en-US" altLang="ja-JP"/>
              <a:t>Header</a:t>
            </a:r>
            <a:r>
              <a:rPr kumimoji="1" lang="ja-JP" altLang="en-US"/>
              <a:t>を入力（スライドタイトル）</a:t>
            </a:r>
          </a:p>
        </p:txBody>
      </p:sp>
      <p:sp>
        <p:nvSpPr>
          <p:cNvPr id="7" name="タイトル 6"/>
          <p:cNvSpPr>
            <a:spLocks noGrp="1"/>
          </p:cNvSpPr>
          <p:nvPr>
            <p:ph type="title"/>
          </p:nvPr>
        </p:nvSpPr>
        <p:spPr/>
        <p:txBody>
          <a:bodyPr/>
          <a:lstStyle/>
          <a:p>
            <a:r>
              <a:rPr kumimoji="1" lang="ja-JP" altLang="en-US"/>
              <a:t>マスター タイトルの書式設定</a:t>
            </a:r>
          </a:p>
        </p:txBody>
      </p:sp>
      <p:sp>
        <p:nvSpPr>
          <p:cNvPr id="24" name="スライド番号プレースホルダー 23"/>
          <p:cNvSpPr>
            <a:spLocks noGrp="1"/>
          </p:cNvSpPr>
          <p:nvPr>
            <p:ph type="sldNum" sz="quarter" idx="18"/>
          </p:nvPr>
        </p:nvSpPr>
        <p:spPr/>
        <p:txBody>
          <a:bodyPr/>
          <a:lstStyle/>
          <a:p>
            <a:pPr fontAlgn="auto">
              <a:spcBef>
                <a:spcPts val="0"/>
              </a:spcBef>
              <a:spcAft>
                <a:spcPts val="0"/>
              </a:spcAft>
            </a:pPr>
            <a:fld id="{AA5FCFE5-FE56-4EF1-80A8-07776887C2A1}" type="slidenum">
              <a:rPr kumimoji="1" lang="ja-JP" altLang="en-US" smtClean="0"/>
              <a:t>‹#›</a:t>
            </a:fld>
            <a:endParaRPr kumimoji="1" lang="ja-JP" altLang="en-US"/>
          </a:p>
        </p:txBody>
      </p:sp>
      <p:sp>
        <p:nvSpPr>
          <p:cNvPr id="3"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基本版） タイトルのみ_Header上_16:9">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 name="スライド番号プレースホルダ 3"/>
          <p:cNvSpPr>
            <a:spLocks noGrp="1"/>
          </p:cNvSpPr>
          <p:nvPr>
            <p:ph type="sldNum" sz="quarter" idx="11"/>
          </p:nvPr>
        </p:nvSpPr>
        <p:spPr bwMode="gray"/>
        <p:txBody>
          <a:bodyPr/>
          <a:lstStyle>
            <a:lvl1pPr>
              <a:defRPr>
                <a:solidFill>
                  <a:schemeClr val="tx1"/>
                </a:solidFill>
              </a:defRPr>
            </a:lvl1pPr>
          </a:lstStyle>
          <a:p>
            <a:fld id="{AA5FCFE5-FE56-4EF1-80A8-07776887C2A1}" type="slidenum">
              <a:rPr lang="ja-JP" altLang="en-US" smtClean="0"/>
              <a:t>‹#›</a:t>
            </a:fld>
            <a:endParaRPr lang="ja-JP" altLang="en-US"/>
          </a:p>
        </p:txBody>
      </p:sp>
      <p:sp>
        <p:nvSpPr>
          <p:cNvPr id="9" name="テキスト プレースホルダー 2"/>
          <p:cNvSpPr>
            <a:spLocks noGrp="1"/>
          </p:cNvSpPr>
          <p:nvPr>
            <p:ph type="body" sz="quarter" idx="15" hasCustomPrompt="1"/>
          </p:nvPr>
        </p:nvSpPr>
        <p:spPr bwMode="gray">
          <a:xfrm>
            <a:off x="478798" y="180000"/>
            <a:ext cx="11232000" cy="369332"/>
          </a:xfrm>
          <a:prstGeom prst="rect">
            <a:avLst/>
          </a:prstGeom>
        </p:spPr>
        <p:txBody>
          <a:bodyPr wrap="none" tIns="0" anchor="t" anchorCtr="0">
            <a:noAutofit/>
          </a:bodyPr>
          <a:lstStyle>
            <a:lvl1pPr>
              <a:lnSpc>
                <a:spcPct val="100000"/>
              </a:lnSpc>
              <a:spcBef>
                <a:spcPts val="0"/>
              </a:spcBef>
              <a:defRPr sz="2400" b="1" baseline="0">
                <a:solidFill>
                  <a:schemeClr val="tx1"/>
                </a:solidFill>
                <a:latin typeface="+mj-lt"/>
                <a:ea typeface="+mj-ea"/>
              </a:defRPr>
            </a:lvl1pPr>
          </a:lstStyle>
          <a:p>
            <a:pPr lvl="0"/>
            <a:r>
              <a:rPr kumimoji="1" lang="en-US" altLang="ja-JP"/>
              <a:t>Header</a:t>
            </a:r>
            <a:r>
              <a:rPr kumimoji="1" lang="ja-JP" altLang="en-US"/>
              <a:t>を入力（スライドタイトル）</a:t>
            </a:r>
          </a:p>
        </p:txBody>
      </p:sp>
      <p:sp>
        <p:nvSpPr>
          <p:cNvPr id="6" name="タイトル 5"/>
          <p:cNvSpPr>
            <a:spLocks noGrp="1"/>
          </p:cNvSpPr>
          <p:nvPr>
            <p:ph type="title" hasCustomPrompt="1"/>
          </p:nvPr>
        </p:nvSpPr>
        <p:spPr bwMode="gray">
          <a:xfrm>
            <a:off x="480000" y="684000"/>
            <a:ext cx="11232000" cy="576000"/>
          </a:xfrm>
        </p:spPr>
        <p:txBody>
          <a:bodyPr vert="horz" anchor="t" anchorCtr="0">
            <a:noAutofit/>
          </a:bodyPr>
          <a:lstStyle>
            <a:lvl1pPr>
              <a:defRPr sz="1800" b="0" baseline="0">
                <a:latin typeface="+mn-lt"/>
                <a:ea typeface="+mn-ea"/>
              </a:defRPr>
            </a:lvl1pPr>
          </a:lstStyle>
          <a:p>
            <a:r>
              <a:rPr lang="ja-JP" altLang="en-US"/>
              <a:t>キーメッセージを入力（本スライドで一番伝えたいこと＜名詞止め・体言止め不可＞）</a:t>
            </a:r>
            <a:endParaRPr kumimoji="1" lang="ja-JP" altLang="en-US"/>
          </a:p>
        </p:txBody>
      </p:sp>
      <p:sp>
        <p:nvSpPr>
          <p:cNvPr id="5"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基本版） コンテンツ左サイド_レベル_16:9">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 name="コンテンツ プレースホルダ 2"/>
          <p:cNvSpPr>
            <a:spLocks noGrp="1"/>
          </p:cNvSpPr>
          <p:nvPr>
            <p:ph idx="1"/>
          </p:nvPr>
        </p:nvSpPr>
        <p:spPr bwMode="gray">
          <a:xfrm>
            <a:off x="480000" y="1476000"/>
            <a:ext cx="5436000" cy="4824000"/>
          </a:xfrm>
          <a:prstGeom prst="rect">
            <a:avLst/>
          </a:prstGeom>
        </p:spPr>
        <p:txBody>
          <a:bodyPr/>
          <a:lstStyle>
            <a:lvl1pPr>
              <a:lnSpc>
                <a:spcPct val="110000"/>
              </a:lnSpc>
              <a:spcBef>
                <a:spcPts val="600"/>
              </a:spcBef>
              <a:buNone/>
              <a:defRPr sz="1600" baseline="0">
                <a:latin typeface="+mn-lt"/>
                <a:ea typeface="+mn-ea"/>
                <a:cs typeface="+mn-cs"/>
              </a:defRPr>
            </a:lvl1pPr>
            <a:lvl2pPr marL="252095" indent="-252095">
              <a:lnSpc>
                <a:spcPct val="110000"/>
              </a:lnSpc>
              <a:spcBef>
                <a:spcPts val="600"/>
              </a:spcBef>
              <a:buFont typeface="Wingdings" panose="05000000000000000000" pitchFamily="2" charset="2"/>
              <a:buChar char="n"/>
              <a:defRPr sz="1600" baseline="0">
                <a:latin typeface="+mn-lt"/>
                <a:ea typeface="+mn-ea"/>
                <a:cs typeface="+mn-cs"/>
              </a:defRPr>
            </a:lvl2pPr>
            <a:lvl3pPr marL="504190" indent="-252095">
              <a:lnSpc>
                <a:spcPct val="110000"/>
              </a:lnSpc>
              <a:spcBef>
                <a:spcPts val="600"/>
              </a:spcBef>
              <a:buFont typeface="Wingdings" panose="05000000000000000000" pitchFamily="2" charset="2"/>
              <a:buChar char="Ø"/>
              <a:defRPr sz="1600" baseline="0">
                <a:latin typeface="+mn-lt"/>
                <a:ea typeface="+mn-ea"/>
                <a:cs typeface="+mn-cs"/>
              </a:defRPr>
            </a:lvl3pPr>
            <a:lvl4pPr marL="683895" marR="0" indent="-179705" algn="l" defTabSz="989330" rtl="0" eaLnBrk="1" fontAlgn="auto" latinLnBrk="0" hangingPunct="1">
              <a:lnSpc>
                <a:spcPct val="110000"/>
              </a:lnSpc>
              <a:spcBef>
                <a:spcPts val="600"/>
              </a:spcBef>
              <a:spcAft>
                <a:spcPts val="0"/>
              </a:spcAft>
              <a:buClrTx/>
              <a:buSzTx/>
              <a:buFont typeface="Arial" panose="020B0604020202020204" pitchFamily="34" charset="0"/>
              <a:buChar char="•"/>
              <a:defRPr sz="1600" baseline="0">
                <a:latin typeface="+mn-lt"/>
                <a:ea typeface="+mn-ea"/>
                <a:cs typeface="+mn-cs"/>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6" name="スライド番号プレースホルダ 5"/>
          <p:cNvSpPr>
            <a:spLocks noGrp="1"/>
          </p:cNvSpPr>
          <p:nvPr>
            <p:ph type="sldNum" sz="quarter" idx="10"/>
          </p:nvPr>
        </p:nvSpPr>
        <p:spPr bwMode="gray"/>
        <p:txBody>
          <a:bodyPr/>
          <a:lstStyle>
            <a:lvl1pPr>
              <a:defRPr baseline="0">
                <a:solidFill>
                  <a:schemeClr val="tx1"/>
                </a:solidFill>
                <a:latin typeface="+mn-lt"/>
              </a:defRPr>
            </a:lvl1pPr>
          </a:lstStyle>
          <a:p>
            <a:fld id="{0822A2BF-4EE5-45F6-88E1-9AA10A8C672A}" type="slidenum">
              <a:rPr lang="ja-JP" altLang="en-US" smtClean="0"/>
              <a:t>‹#›</a:t>
            </a:fld>
            <a:endParaRPr lang="ja-JP" altLang="en-US"/>
          </a:p>
        </p:txBody>
      </p:sp>
      <p:sp>
        <p:nvSpPr>
          <p:cNvPr id="3" name="テキスト プレースホルダー 2"/>
          <p:cNvSpPr>
            <a:spLocks noGrp="1"/>
          </p:cNvSpPr>
          <p:nvPr>
            <p:ph type="body" sz="quarter" idx="12" hasCustomPrompt="1"/>
          </p:nvPr>
        </p:nvSpPr>
        <p:spPr bwMode="gray">
          <a:xfrm>
            <a:off x="480000" y="1008000"/>
            <a:ext cx="5436000" cy="468000"/>
          </a:xfrm>
          <a:prstGeom prst="rect">
            <a:avLst/>
          </a:prstGeom>
        </p:spPr>
        <p:txBody>
          <a:bodyPr vert="horz" wrap="none" lIns="0" tIns="0" rIns="0" bIns="0" rtlCol="0" anchor="ctr">
            <a:noAutofit/>
          </a:bodyPr>
          <a:lstStyle>
            <a:lvl1pPr>
              <a:defRPr lang="ja-JP" altLang="en-US" sz="1800" b="1" baseline="0" dirty="0">
                <a:solidFill>
                  <a:schemeClr val="accent1"/>
                </a:solidFill>
                <a:latin typeface="+mn-lt"/>
              </a:defRPr>
            </a:lvl1pPr>
          </a:lstStyle>
          <a:p>
            <a:pPr lvl="0">
              <a:lnSpc>
                <a:spcPct val="100000"/>
              </a:lnSpc>
              <a:spcBef>
                <a:spcPts val="0"/>
              </a:spcBef>
            </a:pPr>
            <a:r>
              <a:rPr kumimoji="1" lang="en-US" altLang="ja-JP"/>
              <a:t>Header</a:t>
            </a:r>
            <a:r>
              <a:rPr kumimoji="1" lang="ja-JP" altLang="en-US"/>
              <a:t>を入力（スライドタイトル）</a:t>
            </a:r>
          </a:p>
        </p:txBody>
      </p:sp>
      <p:sp>
        <p:nvSpPr>
          <p:cNvPr id="2" name="タイトル 1"/>
          <p:cNvSpPr>
            <a:spLocks noGrp="1"/>
          </p:cNvSpPr>
          <p:nvPr>
            <p:ph type="title" hasCustomPrompt="1"/>
          </p:nvPr>
        </p:nvSpPr>
        <p:spPr bwMode="gray">
          <a:xfrm>
            <a:off x="480000" y="108000"/>
            <a:ext cx="11232000" cy="738000"/>
          </a:xfrm>
        </p:spPr>
        <p:txBody>
          <a:bodyPr/>
          <a:lstStyle/>
          <a:p>
            <a:r>
              <a:rPr lang="ja-JP" altLang="en-US"/>
              <a:t>キーメッセージを入力（本スライドで一番伝えたいこと＜名詞止め・体言止め不可＞）</a:t>
            </a:r>
            <a:endParaRPr kumimoji="1" lang="ja-JP" altLang="en-US"/>
          </a:p>
        </p:txBody>
      </p:sp>
      <p:sp>
        <p:nvSpPr>
          <p:cNvPr id="5"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基本版） コンテンツ両サイド_レベル_16:9">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4" name="オブジェクト 3"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コンテンツ プレースホルダ 2"/>
          <p:cNvSpPr>
            <a:spLocks noGrp="1"/>
          </p:cNvSpPr>
          <p:nvPr>
            <p:ph idx="1"/>
          </p:nvPr>
        </p:nvSpPr>
        <p:spPr bwMode="gray">
          <a:xfrm>
            <a:off x="480000" y="1476000"/>
            <a:ext cx="5436000" cy="4824000"/>
          </a:xfrm>
          <a:prstGeom prst="rect">
            <a:avLst/>
          </a:prstGeom>
        </p:spPr>
        <p:txBody>
          <a:bodyPr/>
          <a:lstStyle>
            <a:lvl1pPr>
              <a:lnSpc>
                <a:spcPct val="110000"/>
              </a:lnSpc>
              <a:spcBef>
                <a:spcPts val="600"/>
              </a:spcBef>
              <a:buNone/>
              <a:defRPr sz="1600" baseline="0">
                <a:latin typeface="+mn-lt"/>
                <a:ea typeface="+mn-ea"/>
                <a:cs typeface="+mn-cs"/>
              </a:defRPr>
            </a:lvl1pPr>
            <a:lvl2pPr marL="252095" indent="-252095">
              <a:lnSpc>
                <a:spcPct val="110000"/>
              </a:lnSpc>
              <a:spcBef>
                <a:spcPts val="600"/>
              </a:spcBef>
              <a:buFont typeface="Wingdings" panose="05000000000000000000" pitchFamily="2" charset="2"/>
              <a:buChar char="n"/>
              <a:defRPr sz="1600" baseline="0">
                <a:latin typeface="+mn-lt"/>
                <a:ea typeface="+mn-ea"/>
                <a:cs typeface="+mn-cs"/>
              </a:defRPr>
            </a:lvl2pPr>
            <a:lvl3pPr marL="504190" indent="-252095">
              <a:lnSpc>
                <a:spcPct val="110000"/>
              </a:lnSpc>
              <a:spcBef>
                <a:spcPts val="600"/>
              </a:spcBef>
              <a:buFont typeface="Wingdings" panose="05000000000000000000" pitchFamily="2" charset="2"/>
              <a:buChar char="Ø"/>
              <a:defRPr sz="1600" baseline="0">
                <a:latin typeface="+mn-lt"/>
                <a:ea typeface="+mn-ea"/>
                <a:cs typeface="+mn-cs"/>
              </a:defRPr>
            </a:lvl3pPr>
            <a:lvl4pPr marL="683895" marR="0" indent="-179705" algn="l" defTabSz="989330" rtl="0" eaLnBrk="1" fontAlgn="auto" latinLnBrk="0" hangingPunct="1">
              <a:lnSpc>
                <a:spcPct val="110000"/>
              </a:lnSpc>
              <a:spcBef>
                <a:spcPts val="600"/>
              </a:spcBef>
              <a:spcAft>
                <a:spcPts val="0"/>
              </a:spcAft>
              <a:buClrTx/>
              <a:buSzTx/>
              <a:buFont typeface="Arial" panose="020B0604020202020204" pitchFamily="34" charset="0"/>
              <a:buChar char="•"/>
              <a:defRPr sz="1600" baseline="0">
                <a:latin typeface="+mn-lt"/>
                <a:ea typeface="+mn-ea"/>
                <a:cs typeface="+mn-cs"/>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9" name="コンテンツ プレースホルダ 2"/>
          <p:cNvSpPr>
            <a:spLocks noGrp="1"/>
          </p:cNvSpPr>
          <p:nvPr>
            <p:ph idx="12"/>
          </p:nvPr>
        </p:nvSpPr>
        <p:spPr bwMode="gray">
          <a:xfrm>
            <a:off x="6276000" y="1476000"/>
            <a:ext cx="5436000" cy="4824000"/>
          </a:xfrm>
          <a:prstGeom prst="rect">
            <a:avLst/>
          </a:prstGeom>
        </p:spPr>
        <p:txBody>
          <a:bodyPr/>
          <a:lstStyle>
            <a:lvl1pPr>
              <a:lnSpc>
                <a:spcPct val="110000"/>
              </a:lnSpc>
              <a:spcBef>
                <a:spcPts val="600"/>
              </a:spcBef>
              <a:buNone/>
              <a:defRPr sz="1600" baseline="0">
                <a:latin typeface="+mn-lt"/>
                <a:ea typeface="+mn-ea"/>
                <a:cs typeface="+mn-cs"/>
              </a:defRPr>
            </a:lvl1pPr>
            <a:lvl2pPr marL="252095" indent="-252095">
              <a:lnSpc>
                <a:spcPct val="110000"/>
              </a:lnSpc>
              <a:spcBef>
                <a:spcPts val="600"/>
              </a:spcBef>
              <a:buFont typeface="Wingdings" panose="05000000000000000000" pitchFamily="2" charset="2"/>
              <a:buChar char="n"/>
              <a:defRPr sz="1600" baseline="0">
                <a:latin typeface="+mn-lt"/>
                <a:ea typeface="+mn-ea"/>
                <a:cs typeface="+mn-cs"/>
              </a:defRPr>
            </a:lvl2pPr>
            <a:lvl3pPr marL="504190" indent="-252095">
              <a:lnSpc>
                <a:spcPct val="110000"/>
              </a:lnSpc>
              <a:spcBef>
                <a:spcPts val="600"/>
              </a:spcBef>
              <a:buFont typeface="Wingdings" panose="05000000000000000000" pitchFamily="2" charset="2"/>
              <a:buChar char="Ø"/>
              <a:defRPr sz="1600" baseline="0">
                <a:latin typeface="+mn-lt"/>
                <a:ea typeface="+mn-ea"/>
                <a:cs typeface="+mn-cs"/>
              </a:defRPr>
            </a:lvl3pPr>
            <a:lvl4pPr marL="683895" indent="-179705">
              <a:lnSpc>
                <a:spcPct val="110000"/>
              </a:lnSpc>
              <a:spcBef>
                <a:spcPts val="600"/>
              </a:spcBef>
              <a:buFont typeface="Arial" panose="020B0604020202020204" pitchFamily="34" charset="0"/>
              <a:buChar char="•"/>
              <a:defRPr sz="1600" baseline="0">
                <a:latin typeface="+mn-lt"/>
                <a:ea typeface="+mn-ea"/>
                <a:cs typeface="+mn-cs"/>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10" name="スライド番号プレースホルダ 9"/>
          <p:cNvSpPr>
            <a:spLocks noGrp="1"/>
          </p:cNvSpPr>
          <p:nvPr>
            <p:ph type="sldNum" sz="quarter" idx="13"/>
          </p:nvPr>
        </p:nvSpPr>
        <p:spPr bwMode="gray"/>
        <p:txBody>
          <a:bodyPr/>
          <a:lstStyle>
            <a:lvl1pPr>
              <a:defRPr baseline="0">
                <a:solidFill>
                  <a:schemeClr val="tx1"/>
                </a:solidFill>
                <a:latin typeface="+mn-lt"/>
              </a:defRPr>
            </a:lvl1pPr>
          </a:lstStyle>
          <a:p>
            <a:fld id="{A3EB1B23-9AF8-425B-BAD7-B9FA00F18833}" type="slidenum">
              <a:rPr lang="ja-JP" altLang="en-US" smtClean="0"/>
              <a:t>‹#›</a:t>
            </a:fld>
            <a:endParaRPr lang="ja-JP" altLang="en-US"/>
          </a:p>
        </p:txBody>
      </p:sp>
      <p:sp>
        <p:nvSpPr>
          <p:cNvPr id="3" name="テキスト プレースホルダー 2"/>
          <p:cNvSpPr>
            <a:spLocks noGrp="1"/>
          </p:cNvSpPr>
          <p:nvPr>
            <p:ph type="body" sz="quarter" idx="15" hasCustomPrompt="1"/>
          </p:nvPr>
        </p:nvSpPr>
        <p:spPr bwMode="gray">
          <a:xfrm>
            <a:off x="480000" y="1008000"/>
            <a:ext cx="5436000" cy="468000"/>
          </a:xfrm>
          <a:prstGeom prst="rect">
            <a:avLst/>
          </a:prstGeom>
        </p:spPr>
        <p:txBody>
          <a:bodyPr vert="horz" wrap="none" lIns="0" tIns="0" rIns="0" bIns="0" rtlCol="0" anchor="ctr">
            <a:noAutofit/>
          </a:bodyPr>
          <a:lstStyle>
            <a:lvl1pPr>
              <a:defRPr lang="ja-JP" altLang="en-US" sz="1800" b="1" baseline="0" dirty="0">
                <a:solidFill>
                  <a:schemeClr val="accent1"/>
                </a:solidFill>
                <a:latin typeface="+mn-lt"/>
              </a:defRPr>
            </a:lvl1pPr>
          </a:lstStyle>
          <a:p>
            <a:pPr lvl="0">
              <a:lnSpc>
                <a:spcPct val="100000"/>
              </a:lnSpc>
              <a:spcBef>
                <a:spcPts val="0"/>
              </a:spcBef>
            </a:pPr>
            <a:r>
              <a:rPr kumimoji="1" lang="en-US" altLang="ja-JP"/>
              <a:t>Header</a:t>
            </a:r>
            <a:r>
              <a:rPr kumimoji="1" lang="ja-JP" altLang="en-US"/>
              <a:t>を入力（スライドタイトル）</a:t>
            </a:r>
          </a:p>
        </p:txBody>
      </p:sp>
      <p:sp>
        <p:nvSpPr>
          <p:cNvPr id="13" name="テキスト プレースホルダー 2"/>
          <p:cNvSpPr>
            <a:spLocks noGrp="1"/>
          </p:cNvSpPr>
          <p:nvPr>
            <p:ph type="body" sz="quarter" idx="16" hasCustomPrompt="1"/>
          </p:nvPr>
        </p:nvSpPr>
        <p:spPr bwMode="gray">
          <a:xfrm>
            <a:off x="6276000" y="1008000"/>
            <a:ext cx="5436000" cy="468000"/>
          </a:xfrm>
          <a:prstGeom prst="rect">
            <a:avLst/>
          </a:prstGeom>
        </p:spPr>
        <p:txBody>
          <a:bodyPr vert="horz" wrap="none" lIns="0" tIns="0" rIns="0" bIns="0" rtlCol="0" anchor="ctr">
            <a:noAutofit/>
          </a:bodyPr>
          <a:lstStyle>
            <a:lvl1pPr>
              <a:defRPr lang="ja-JP" altLang="en-US" sz="1800" b="1" baseline="0" dirty="0">
                <a:solidFill>
                  <a:schemeClr val="accent1"/>
                </a:solidFill>
                <a:latin typeface="+mn-lt"/>
              </a:defRPr>
            </a:lvl1pPr>
          </a:lstStyle>
          <a:p>
            <a:pPr lvl="0">
              <a:lnSpc>
                <a:spcPct val="100000"/>
              </a:lnSpc>
              <a:spcBef>
                <a:spcPts val="0"/>
              </a:spcBef>
            </a:pPr>
            <a:r>
              <a:rPr kumimoji="1" lang="en-US" altLang="ja-JP"/>
              <a:t>Header</a:t>
            </a:r>
            <a:r>
              <a:rPr kumimoji="1" lang="ja-JP" altLang="en-US"/>
              <a:t>を入力（スライドタイトル）</a:t>
            </a:r>
          </a:p>
        </p:txBody>
      </p:sp>
      <p:sp>
        <p:nvSpPr>
          <p:cNvPr id="2" name="タイトル 1"/>
          <p:cNvSpPr>
            <a:spLocks noGrp="1"/>
          </p:cNvSpPr>
          <p:nvPr>
            <p:ph type="title" hasCustomPrompt="1"/>
          </p:nvPr>
        </p:nvSpPr>
        <p:spPr bwMode="gray">
          <a:xfrm>
            <a:off x="480000" y="108000"/>
            <a:ext cx="11232000" cy="738000"/>
          </a:xfrm>
        </p:spPr>
        <p:txBody>
          <a:bodyPr/>
          <a:lstStyle/>
          <a:p>
            <a:r>
              <a:rPr lang="ja-JP" altLang="en-US"/>
              <a:t>キーメッセージを入力（本スライドで一番伝えたいこと＜名詞止め・体言止め不可＞）</a:t>
            </a:r>
            <a:endParaRPr kumimoji="1" lang="ja-JP" altLang="en-US"/>
          </a:p>
        </p:txBody>
      </p:sp>
      <p:sp>
        <p:nvSpPr>
          <p:cNvPr id="5"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基本版） コンテンツ全面_レベル_16:9">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コンテンツ プレースホルダ 2"/>
          <p:cNvSpPr>
            <a:spLocks noGrp="1"/>
          </p:cNvSpPr>
          <p:nvPr>
            <p:ph idx="1"/>
          </p:nvPr>
        </p:nvSpPr>
        <p:spPr bwMode="gray">
          <a:xfrm>
            <a:off x="480000" y="1476000"/>
            <a:ext cx="11232000" cy="4824000"/>
          </a:xfrm>
          <a:prstGeom prst="rect">
            <a:avLst/>
          </a:prstGeom>
        </p:spPr>
        <p:txBody>
          <a:bodyPr/>
          <a:lstStyle>
            <a:lvl1pPr>
              <a:lnSpc>
                <a:spcPct val="110000"/>
              </a:lnSpc>
              <a:spcBef>
                <a:spcPts val="600"/>
              </a:spcBef>
              <a:buFont typeface="Arial" panose="020B0604020202020204" pitchFamily="34" charset="0"/>
              <a:buNone/>
              <a:defRPr sz="1600" baseline="0">
                <a:latin typeface="+mn-lt"/>
                <a:ea typeface="+mn-ea"/>
                <a:cs typeface="+mn-cs"/>
              </a:defRPr>
            </a:lvl1pPr>
            <a:lvl2pPr marL="252095" indent="-252095">
              <a:lnSpc>
                <a:spcPct val="110000"/>
              </a:lnSpc>
              <a:spcBef>
                <a:spcPts val="600"/>
              </a:spcBef>
              <a:buFont typeface="Wingdings" panose="05000000000000000000" pitchFamily="2" charset="2"/>
              <a:buChar char="n"/>
              <a:defRPr sz="1600" baseline="0">
                <a:latin typeface="+mn-lt"/>
                <a:ea typeface="+mn-ea"/>
                <a:cs typeface="+mn-cs"/>
              </a:defRPr>
            </a:lvl2pPr>
            <a:lvl3pPr marL="504190" indent="-252095">
              <a:lnSpc>
                <a:spcPct val="110000"/>
              </a:lnSpc>
              <a:spcBef>
                <a:spcPts val="600"/>
              </a:spcBef>
              <a:buFont typeface="Wingdings" panose="05000000000000000000" pitchFamily="2" charset="2"/>
              <a:buChar char="Ø"/>
              <a:defRPr sz="1600" baseline="0">
                <a:latin typeface="+mn-lt"/>
                <a:ea typeface="+mn-ea"/>
                <a:cs typeface="+mn-cs"/>
              </a:defRPr>
            </a:lvl3pPr>
            <a:lvl4pPr marL="683895" indent="-179705">
              <a:lnSpc>
                <a:spcPct val="110000"/>
              </a:lnSpc>
              <a:spcBef>
                <a:spcPts val="600"/>
              </a:spcBef>
              <a:buFont typeface="Arial" panose="020B0604020202020204" pitchFamily="34" charset="0"/>
              <a:buChar char="•"/>
              <a:defRPr sz="1600" baseline="0">
                <a:latin typeface="+mn-lt"/>
                <a:ea typeface="+mn-ea"/>
                <a:cs typeface="+mn-cs"/>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9" name="スライド番号プレースホルダ 8"/>
          <p:cNvSpPr>
            <a:spLocks noGrp="1"/>
          </p:cNvSpPr>
          <p:nvPr>
            <p:ph type="sldNum" sz="quarter" idx="10"/>
          </p:nvPr>
        </p:nvSpPr>
        <p:spPr bwMode="gray"/>
        <p:txBody>
          <a:bodyPr/>
          <a:lstStyle>
            <a:lvl1pPr>
              <a:defRPr baseline="0">
                <a:solidFill>
                  <a:schemeClr val="tx1"/>
                </a:solidFill>
                <a:latin typeface="+mn-lt"/>
              </a:defRPr>
            </a:lvl1pPr>
          </a:lstStyle>
          <a:p>
            <a:fld id="{543A0986-838B-4D2A-A95C-8CB1738263FE}" type="slidenum">
              <a:rPr lang="ja-JP" altLang="en-US" smtClean="0"/>
              <a:t>‹#›</a:t>
            </a:fld>
            <a:endParaRPr lang="ja-JP" altLang="en-US"/>
          </a:p>
        </p:txBody>
      </p:sp>
      <p:sp>
        <p:nvSpPr>
          <p:cNvPr id="8" name="テキスト プレースホルダー 2"/>
          <p:cNvSpPr>
            <a:spLocks noGrp="1"/>
          </p:cNvSpPr>
          <p:nvPr>
            <p:ph type="body" sz="quarter" idx="15" hasCustomPrompt="1"/>
          </p:nvPr>
        </p:nvSpPr>
        <p:spPr bwMode="gray">
          <a:xfrm>
            <a:off x="480000" y="1008000"/>
            <a:ext cx="5436000" cy="468000"/>
          </a:xfrm>
          <a:prstGeom prst="rect">
            <a:avLst/>
          </a:prstGeom>
        </p:spPr>
        <p:txBody>
          <a:bodyPr vert="horz" wrap="none" lIns="0" tIns="0" rIns="0" bIns="0" rtlCol="0" anchor="ctr">
            <a:noAutofit/>
          </a:bodyPr>
          <a:lstStyle>
            <a:lvl1pPr>
              <a:defRPr lang="ja-JP" altLang="en-US" sz="1800" b="1" baseline="0" dirty="0">
                <a:solidFill>
                  <a:schemeClr val="accent1"/>
                </a:solidFill>
                <a:latin typeface="+mn-lt"/>
              </a:defRPr>
            </a:lvl1pPr>
          </a:lstStyle>
          <a:p>
            <a:pPr lvl="0">
              <a:lnSpc>
                <a:spcPct val="100000"/>
              </a:lnSpc>
              <a:spcBef>
                <a:spcPts val="0"/>
              </a:spcBef>
            </a:pPr>
            <a:r>
              <a:rPr kumimoji="1" lang="en-US" altLang="ja-JP"/>
              <a:t>Header</a:t>
            </a:r>
            <a:r>
              <a:rPr kumimoji="1" lang="ja-JP" altLang="en-US"/>
              <a:t>を入力（スライドタイトル）</a:t>
            </a:r>
          </a:p>
        </p:txBody>
      </p:sp>
      <p:sp>
        <p:nvSpPr>
          <p:cNvPr id="3" name="タイトル 2"/>
          <p:cNvSpPr>
            <a:spLocks noGrp="1"/>
          </p:cNvSpPr>
          <p:nvPr>
            <p:ph type="title" hasCustomPrompt="1"/>
          </p:nvPr>
        </p:nvSpPr>
        <p:spPr bwMode="gray">
          <a:xfrm>
            <a:off x="480000" y="108000"/>
            <a:ext cx="11232000" cy="738000"/>
          </a:xfrm>
        </p:spPr>
        <p:txBody>
          <a:bodyPr/>
          <a:lstStyle/>
          <a:p>
            <a:r>
              <a:rPr lang="ja-JP" altLang="en-US"/>
              <a:t>キーメッセージを入力（本スライドで一番伝えたいこと＜名詞止め・体言止め不可＞）</a:t>
            </a:r>
            <a:endParaRPr kumimoji="1" lang="ja-JP" altLang="en-US"/>
          </a:p>
        </p:txBody>
      </p:sp>
      <p:sp>
        <p:nvSpPr>
          <p:cNvPr id="4" name="フッター プレースホルダー 5"/>
          <p:cNvSpPr>
            <a:spLocks noGrp="1"/>
          </p:cNvSpPr>
          <p:nvPr>
            <p:ph type="ftr" sz="quarter" idx="17"/>
          </p:nvPr>
        </p:nvSpPr>
        <p:spPr>
          <a:xfrm>
            <a:off x="730800" y="6588000"/>
            <a:ext cx="5184000" cy="169200"/>
          </a:xfrm>
          <a:prstGeom prst="rect">
            <a:avLst/>
          </a:prstGeom>
        </p:spPr>
        <p:txBody>
          <a:bodyPr/>
          <a:lstStyle/>
          <a:p>
            <a:r>
              <a:rPr lang="en-US" altLang="ja-JP"/>
              <a:t>Notes</a:t>
            </a:r>
            <a:r>
              <a:rPr lang="ja-JP" altLang="en-US"/>
              <a:t>アプリ刷新のご提案</a:t>
            </a:r>
            <a:endParaRPr lang="en-GB" altLang="en-GB"/>
          </a:p>
        </p:txBody>
      </p:sp>
    </p:spTree>
  </p:cSld>
  <p:clrMapOvr>
    <a:masterClrMapping/>
  </p:clrMapOvr>
  <p:hf hdr="0"/>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白_16:9">
    <p:bg bwMode="gray">
      <p:bgRef idx="1001">
        <a:schemeClr val="bg1"/>
      </p:bgRef>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2" name="図 11"/>
          <p:cNvPicPr>
            <a:picLocks noChangeAspect="1"/>
          </p:cNvPicPr>
          <p:nvPr userDrawn="1"/>
        </p:nvPicPr>
        <p:blipFill>
          <a:blip r:embed="rId5"/>
          <a:stretch>
            <a:fillRect/>
          </a:stretch>
        </p:blipFill>
        <p:spPr bwMode="gray">
          <a:xfrm>
            <a:off x="10270800" y="5472000"/>
            <a:ext cx="1440000" cy="873776"/>
          </a:xfrm>
          <a:prstGeom prst="rect">
            <a:avLst/>
          </a:prstGeom>
        </p:spPr>
      </p:pic>
      <p:pic>
        <p:nvPicPr>
          <p:cNvPr id="7" name="図 6"/>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bwMode="gray">
          <a:xfrm>
            <a:off x="478800" y="432000"/>
            <a:ext cx="2016000" cy="631680"/>
          </a:xfrm>
          <a:prstGeom prst="rect">
            <a:avLst/>
          </a:prstGeom>
        </p:spPr>
      </p:pic>
      <p:sp>
        <p:nvSpPr>
          <p:cNvPr id="19" name="テキスト ボックス 18"/>
          <p:cNvSpPr txBox="1"/>
          <p:nvPr userDrawn="1"/>
        </p:nvSpPr>
        <p:spPr bwMode="gray">
          <a:xfrm>
            <a:off x="10308172" y="6517422"/>
            <a:ext cx="1402628" cy="251544"/>
          </a:xfrm>
          <a:prstGeom prst="rect">
            <a:avLst/>
          </a:prstGeom>
          <a:noFill/>
        </p:spPr>
        <p:txBody>
          <a:bodyPr wrap="none" lIns="0" tIns="0" rIns="0" bIns="0" rtlCol="0">
            <a:spAutoFit/>
          </a:bodyPr>
          <a:lstStyle/>
          <a:p>
            <a:pPr>
              <a:lnSpc>
                <a:spcPts val="950"/>
              </a:lnSpc>
            </a:pPr>
            <a:r>
              <a:rPr kumimoji="1" lang="en-US" altLang="ja-JP" sz="800">
                <a:solidFill>
                  <a:prstClr val="black"/>
                </a:solidFill>
                <a:latin typeface="+mn-lt"/>
                <a:cs typeface="+mn-cs"/>
                <a:sym typeface="+mn-lt"/>
              </a:rPr>
              <a:t>Member of</a:t>
            </a:r>
            <a:br>
              <a:rPr kumimoji="1" lang="en-US" altLang="ja-JP" sz="800">
                <a:solidFill>
                  <a:prstClr val="black"/>
                </a:solidFill>
                <a:latin typeface="+mn-lt"/>
                <a:cs typeface="+mn-cs"/>
                <a:sym typeface="+mn-lt"/>
              </a:rPr>
            </a:br>
            <a:r>
              <a:rPr kumimoji="1" lang="en-US" altLang="ja-JP" sz="800" b="1">
                <a:solidFill>
                  <a:prstClr val="black"/>
                </a:solidFill>
                <a:latin typeface="+mn-lt"/>
                <a:cs typeface="+mn-cs"/>
                <a:sym typeface="+mn-lt"/>
              </a:rPr>
              <a:t>Deloitte Touche Tohmatsu Limited</a:t>
            </a:r>
            <a:endParaRPr kumimoji="1" lang="ja-JP" altLang="en-US" sz="800" b="1">
              <a:solidFill>
                <a:prstClr val="black"/>
              </a:solidFill>
              <a:latin typeface="+mn-lt"/>
              <a:cs typeface="+mn-cs"/>
              <a:sym typeface="+mn-lt"/>
            </a:endParaRPr>
          </a:p>
        </p:txBody>
      </p:sp>
      <p:sp>
        <p:nvSpPr>
          <p:cNvPr id="4" name="テキスト プレースホルダー 3"/>
          <p:cNvSpPr>
            <a:spLocks noGrp="1"/>
          </p:cNvSpPr>
          <p:nvPr>
            <p:ph type="body" sz="quarter" idx="11"/>
          </p:nvPr>
        </p:nvSpPr>
        <p:spPr bwMode="gray">
          <a:xfrm>
            <a:off x="478800" y="6372000"/>
            <a:ext cx="7272000" cy="127856"/>
          </a:xfrm>
        </p:spPr>
        <p:txBody>
          <a:bodyPr vert="horz" lIns="0" tIns="0" rIns="0" bIns="0" rtlCol="0" anchor="b" anchorCtr="0">
            <a:spAutoFit/>
          </a:bodyPr>
          <a:lstStyle>
            <a:lvl1pPr>
              <a:defRPr lang="ja-JP" altLang="en-US" sz="800" smtClean="0"/>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p:cNvSpPr txBox="1">
            <a:spLocks noChangeArrowheads="1"/>
          </p:cNvSpPr>
          <p:nvPr userDrawn="1"/>
        </p:nvSpPr>
        <p:spPr bwMode="gray">
          <a:xfrm>
            <a:off x="478800" y="6660000"/>
            <a:ext cx="2452594" cy="123111"/>
          </a:xfrm>
          <a:prstGeom prst="rect">
            <a:avLst/>
          </a:prstGeom>
          <a:noFill/>
          <a:ln w="9525">
            <a:noFill/>
            <a:miter lim="800000"/>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tx1"/>
                </a:solidFill>
                <a:latin typeface="+mn-lt"/>
                <a:ea typeface="+mn-ea"/>
                <a:cs typeface="+mn-cs"/>
                <a:sym typeface="+mn-lt"/>
              </a:rPr>
              <a:t>© 2022. For information, contact Deloitte Tohmatsu Group.</a:t>
            </a:r>
          </a:p>
        </p:txBody>
      </p:sp>
    </p:spTree>
  </p:cSld>
  <p:clrMapOvr>
    <a:masterClrMapping/>
  </p:clrMapOvr>
  <p:hf hdr="0"/>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黒_16:9">
    <p:bg bwMode="gray">
      <p:bgPr>
        <a:solidFill>
          <a:schemeClr val="tx1"/>
        </a:solidFill>
        <a:effectLst/>
      </p:bgPr>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9" name="テキスト ボックス 18"/>
          <p:cNvSpPr txBox="1"/>
          <p:nvPr userDrawn="1"/>
        </p:nvSpPr>
        <p:spPr bwMode="gray">
          <a:xfrm>
            <a:off x="10308172" y="6517422"/>
            <a:ext cx="1402628" cy="251544"/>
          </a:xfrm>
          <a:prstGeom prst="rect">
            <a:avLst/>
          </a:prstGeom>
          <a:noFill/>
        </p:spPr>
        <p:txBody>
          <a:bodyPr wrap="none" lIns="0" tIns="0" rIns="0" bIns="0" rtlCol="0">
            <a:spAutoFit/>
          </a:bodyPr>
          <a:lstStyle/>
          <a:p>
            <a:pPr>
              <a:lnSpc>
                <a:spcPts val="950"/>
              </a:lnSpc>
            </a:pPr>
            <a:r>
              <a:rPr kumimoji="1" lang="en-US" altLang="ja-JP" sz="800">
                <a:solidFill>
                  <a:schemeClr val="bg1"/>
                </a:solidFill>
                <a:latin typeface="+mn-lt"/>
                <a:cs typeface="+mn-cs"/>
                <a:sym typeface="+mn-lt"/>
              </a:rPr>
              <a:t>Member of</a:t>
            </a:r>
            <a:br>
              <a:rPr kumimoji="1" lang="en-US" altLang="ja-JP" sz="800">
                <a:solidFill>
                  <a:schemeClr val="bg1"/>
                </a:solidFill>
                <a:latin typeface="+mn-lt"/>
                <a:cs typeface="+mn-cs"/>
                <a:sym typeface="+mn-lt"/>
              </a:rPr>
            </a:br>
            <a:r>
              <a:rPr kumimoji="1" lang="en-US" altLang="ja-JP" sz="800" b="1">
                <a:solidFill>
                  <a:schemeClr val="bg1"/>
                </a:solidFill>
                <a:latin typeface="+mn-lt"/>
                <a:cs typeface="+mn-cs"/>
                <a:sym typeface="+mn-lt"/>
              </a:rPr>
              <a:t>Deloitte Touche Tohmatsu Limited</a:t>
            </a:r>
            <a:endParaRPr kumimoji="1" lang="ja-JP" altLang="en-US" sz="800" b="1">
              <a:solidFill>
                <a:schemeClr val="bg1"/>
              </a:solidFill>
              <a:latin typeface="+mn-lt"/>
              <a:cs typeface="+mn-cs"/>
              <a:sym typeface="+mn-lt"/>
            </a:endParaRPr>
          </a:p>
        </p:txBody>
      </p:sp>
      <p:sp>
        <p:nvSpPr>
          <p:cNvPr id="4" name="テキスト プレースホルダー 3"/>
          <p:cNvSpPr>
            <a:spLocks noGrp="1"/>
          </p:cNvSpPr>
          <p:nvPr>
            <p:ph type="body" sz="quarter" idx="11"/>
          </p:nvPr>
        </p:nvSpPr>
        <p:spPr bwMode="gray">
          <a:xfrm>
            <a:off x="478800" y="6372000"/>
            <a:ext cx="7272000" cy="127856"/>
          </a:xfrm>
        </p:spPr>
        <p:txBody>
          <a:bodyPr vert="horz" lIns="0" tIns="0" rIns="0" bIns="0" rtlCol="0" anchor="b" anchorCtr="0">
            <a:spAutoFit/>
          </a:bodyPr>
          <a:lstStyle>
            <a:lvl1pPr>
              <a:defRPr lang="ja-JP" altLang="en-US" sz="800" smtClean="0">
                <a:solidFill>
                  <a:schemeClr val="bg1"/>
                </a:solidFill>
              </a:defRPr>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p:cNvSpPr txBox="1">
            <a:spLocks noChangeArrowheads="1"/>
          </p:cNvSpPr>
          <p:nvPr userDrawn="1"/>
        </p:nvSpPr>
        <p:spPr bwMode="gray">
          <a:xfrm>
            <a:off x="478800" y="6660000"/>
            <a:ext cx="2452594" cy="123111"/>
          </a:xfrm>
          <a:prstGeom prst="rect">
            <a:avLst/>
          </a:prstGeom>
          <a:noFill/>
          <a:ln w="9525">
            <a:noFill/>
            <a:miter lim="800000"/>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bg1"/>
                </a:solidFill>
                <a:latin typeface="+mn-lt"/>
                <a:ea typeface="+mn-ea"/>
                <a:cs typeface="+mn-cs"/>
                <a:sym typeface="+mn-lt"/>
              </a:rPr>
              <a:t>© 2022. For information, contact Deloitte Tohmatsu Group.</a:t>
            </a:r>
          </a:p>
        </p:txBody>
      </p:sp>
      <p:pic>
        <p:nvPicPr>
          <p:cNvPr id="8" name="図 7"/>
          <p:cNvPicPr>
            <a:picLocks noChangeAspect="1"/>
          </p:cNvPicPr>
          <p:nvPr userDrawn="1"/>
        </p:nvPicPr>
        <p:blipFill>
          <a:blip r:embed="rId5"/>
          <a:stretch>
            <a:fillRect/>
          </a:stretch>
        </p:blipFill>
        <p:spPr bwMode="gray">
          <a:xfrm>
            <a:off x="10270800" y="5472000"/>
            <a:ext cx="1440000" cy="873776"/>
          </a:xfrm>
          <a:prstGeom prst="rect">
            <a:avLst/>
          </a:prstGeom>
        </p:spPr>
      </p:pic>
      <p:pic>
        <p:nvPicPr>
          <p:cNvPr id="9" name="図 8"/>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bwMode="gray">
          <a:xfrm>
            <a:off x="478800" y="431999"/>
            <a:ext cx="2016000" cy="627200"/>
          </a:xfrm>
          <a:prstGeom prst="rect">
            <a:avLst/>
          </a:prstGeom>
        </p:spPr>
      </p:pic>
    </p:spTree>
  </p:cSld>
  <p:clrMapOvr>
    <a:masterClrMapping/>
  </p:clrMapOvr>
  <p:hf hdr="0"/>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白_トーマツロゴ_16:9">
    <p:bg bwMode="gray">
      <p:bgRef idx="1001">
        <a:schemeClr val="bg1"/>
      </p:bgRef>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2" name="図 11"/>
          <p:cNvPicPr>
            <a:picLocks noChangeAspect="1"/>
          </p:cNvPicPr>
          <p:nvPr userDrawn="1"/>
        </p:nvPicPr>
        <p:blipFill>
          <a:blip r:embed="rId5"/>
          <a:stretch>
            <a:fillRect/>
          </a:stretch>
        </p:blipFill>
        <p:spPr bwMode="gray">
          <a:xfrm>
            <a:off x="10270800" y="5472000"/>
            <a:ext cx="1440000" cy="873776"/>
          </a:xfrm>
          <a:prstGeom prst="rect">
            <a:avLst/>
          </a:prstGeom>
        </p:spPr>
      </p:pic>
      <p:sp>
        <p:nvSpPr>
          <p:cNvPr id="19" name="テキスト ボックス 18"/>
          <p:cNvSpPr txBox="1"/>
          <p:nvPr userDrawn="1"/>
        </p:nvSpPr>
        <p:spPr bwMode="gray">
          <a:xfrm>
            <a:off x="10308172" y="6517422"/>
            <a:ext cx="1402628" cy="251544"/>
          </a:xfrm>
          <a:prstGeom prst="rect">
            <a:avLst/>
          </a:prstGeom>
          <a:noFill/>
        </p:spPr>
        <p:txBody>
          <a:bodyPr wrap="none" lIns="0" tIns="0" rIns="0" bIns="0" rtlCol="0">
            <a:spAutoFit/>
          </a:bodyPr>
          <a:lstStyle/>
          <a:p>
            <a:pPr>
              <a:lnSpc>
                <a:spcPts val="950"/>
              </a:lnSpc>
            </a:pPr>
            <a:r>
              <a:rPr kumimoji="1" lang="en-US" altLang="ja-JP" sz="800">
                <a:solidFill>
                  <a:prstClr val="black"/>
                </a:solidFill>
                <a:latin typeface="+mn-lt"/>
                <a:cs typeface="+mn-cs"/>
                <a:sym typeface="+mn-lt"/>
              </a:rPr>
              <a:t>Member of</a:t>
            </a:r>
            <a:br>
              <a:rPr kumimoji="1" lang="en-US" altLang="ja-JP" sz="800">
                <a:solidFill>
                  <a:prstClr val="black"/>
                </a:solidFill>
                <a:latin typeface="+mn-lt"/>
                <a:cs typeface="+mn-cs"/>
                <a:sym typeface="+mn-lt"/>
              </a:rPr>
            </a:br>
            <a:r>
              <a:rPr kumimoji="1" lang="en-US" altLang="ja-JP" sz="800" b="1">
                <a:solidFill>
                  <a:prstClr val="black"/>
                </a:solidFill>
                <a:latin typeface="+mn-lt"/>
                <a:cs typeface="+mn-cs"/>
                <a:sym typeface="+mn-lt"/>
              </a:rPr>
              <a:t>Deloitte Touche Tohmatsu Limited</a:t>
            </a:r>
            <a:endParaRPr kumimoji="1" lang="ja-JP" altLang="en-US" sz="800" b="1">
              <a:solidFill>
                <a:prstClr val="black"/>
              </a:solidFill>
              <a:latin typeface="+mn-lt"/>
              <a:cs typeface="+mn-cs"/>
              <a:sym typeface="+mn-lt"/>
            </a:endParaRPr>
          </a:p>
        </p:txBody>
      </p:sp>
      <p:sp>
        <p:nvSpPr>
          <p:cNvPr id="4" name="テキスト プレースホルダー 3"/>
          <p:cNvSpPr>
            <a:spLocks noGrp="1"/>
          </p:cNvSpPr>
          <p:nvPr>
            <p:ph type="body" sz="quarter" idx="11"/>
          </p:nvPr>
        </p:nvSpPr>
        <p:spPr bwMode="gray">
          <a:xfrm>
            <a:off x="478800" y="6372000"/>
            <a:ext cx="7272000" cy="127856"/>
          </a:xfrm>
        </p:spPr>
        <p:txBody>
          <a:bodyPr vert="horz" lIns="0" tIns="0" rIns="0" bIns="0" rtlCol="0" anchor="b" anchorCtr="0">
            <a:spAutoFit/>
          </a:bodyPr>
          <a:lstStyle>
            <a:lvl1pPr>
              <a:defRPr lang="ja-JP" altLang="en-US" sz="800" smtClean="0"/>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p:cNvSpPr txBox="1">
            <a:spLocks noChangeArrowheads="1"/>
          </p:cNvSpPr>
          <p:nvPr userDrawn="1"/>
        </p:nvSpPr>
        <p:spPr bwMode="gray">
          <a:xfrm>
            <a:off x="478800" y="6660000"/>
            <a:ext cx="2452594" cy="123111"/>
          </a:xfrm>
          <a:prstGeom prst="rect">
            <a:avLst/>
          </a:prstGeom>
          <a:noFill/>
          <a:ln w="9525">
            <a:noFill/>
            <a:miter lim="800000"/>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tx1"/>
                </a:solidFill>
                <a:latin typeface="+mn-lt"/>
                <a:ea typeface="+mn-ea"/>
                <a:cs typeface="+mn-cs"/>
                <a:sym typeface="+mn-lt"/>
              </a:rPr>
              <a:t>© 2022. For information, contact Deloitte Tohmatsu Group.</a:t>
            </a:r>
          </a:p>
        </p:txBody>
      </p:sp>
      <p:pic>
        <p:nvPicPr>
          <p:cNvPr id="8" name="図 7"/>
          <p:cNvPicPr>
            <a:picLocks noChangeAspect="1"/>
          </p:cNvPicPr>
          <p:nvPr userDrawn="1"/>
        </p:nvPicPr>
        <p:blipFill rotWithShape="1">
          <a:blip r:embed="rId6">
            <a:extLst>
              <a:ext uri="{28A0092B-C50C-407E-A947-70E740481C1C}">
                <a14:useLocalDpi xmlns:a14="http://schemas.microsoft.com/office/drawing/2010/main" val="0"/>
              </a:ext>
            </a:extLst>
          </a:blip>
          <a:srcRect/>
          <a:stretch>
            <a:fillRect/>
          </a:stretch>
        </p:blipFill>
        <p:spPr bwMode="gray">
          <a:xfrm>
            <a:off x="478800" y="431005"/>
            <a:ext cx="3721455" cy="632962"/>
          </a:xfrm>
          <a:prstGeom prst="rect">
            <a:avLst/>
          </a:prstGeom>
          <a:noFill/>
          <a:ln>
            <a:noFill/>
          </a:ln>
        </p:spPr>
      </p:pic>
    </p:spTree>
  </p:cSld>
  <p:clrMapOvr>
    <a:masterClrMapping/>
  </p:clrMapOvr>
  <p:hf hdr="0"/>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基本版）背表紙_黒_トーマツロゴ_16:9">
    <p:bg bwMode="gray">
      <p:bgPr>
        <a:solidFill>
          <a:schemeClr val="tx1"/>
        </a:solidFill>
        <a:effectLst/>
      </p:bgPr>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9" name="テキスト ボックス 18"/>
          <p:cNvSpPr txBox="1"/>
          <p:nvPr userDrawn="1"/>
        </p:nvSpPr>
        <p:spPr bwMode="gray">
          <a:xfrm>
            <a:off x="10308172" y="6517422"/>
            <a:ext cx="1402628" cy="251544"/>
          </a:xfrm>
          <a:prstGeom prst="rect">
            <a:avLst/>
          </a:prstGeom>
          <a:noFill/>
        </p:spPr>
        <p:txBody>
          <a:bodyPr wrap="none" lIns="0" tIns="0" rIns="0" bIns="0" rtlCol="0">
            <a:spAutoFit/>
          </a:bodyPr>
          <a:lstStyle/>
          <a:p>
            <a:pPr>
              <a:lnSpc>
                <a:spcPts val="950"/>
              </a:lnSpc>
            </a:pPr>
            <a:r>
              <a:rPr kumimoji="1" lang="en-US" altLang="ja-JP" sz="800">
                <a:solidFill>
                  <a:schemeClr val="bg1"/>
                </a:solidFill>
                <a:latin typeface="+mn-lt"/>
                <a:cs typeface="+mn-cs"/>
                <a:sym typeface="+mn-lt"/>
              </a:rPr>
              <a:t>Member of</a:t>
            </a:r>
            <a:br>
              <a:rPr kumimoji="1" lang="en-US" altLang="ja-JP" sz="800">
                <a:solidFill>
                  <a:schemeClr val="bg1"/>
                </a:solidFill>
                <a:latin typeface="+mn-lt"/>
                <a:cs typeface="+mn-cs"/>
                <a:sym typeface="+mn-lt"/>
              </a:rPr>
            </a:br>
            <a:r>
              <a:rPr kumimoji="1" lang="en-US" altLang="ja-JP" sz="800" b="1">
                <a:solidFill>
                  <a:schemeClr val="bg1"/>
                </a:solidFill>
                <a:latin typeface="+mn-lt"/>
                <a:cs typeface="+mn-cs"/>
                <a:sym typeface="+mn-lt"/>
              </a:rPr>
              <a:t>Deloitte Touche Tohmatsu Limited</a:t>
            </a:r>
            <a:endParaRPr kumimoji="1" lang="ja-JP" altLang="en-US" sz="800" b="1">
              <a:solidFill>
                <a:schemeClr val="bg1"/>
              </a:solidFill>
              <a:latin typeface="+mn-lt"/>
              <a:cs typeface="+mn-cs"/>
              <a:sym typeface="+mn-lt"/>
            </a:endParaRPr>
          </a:p>
        </p:txBody>
      </p:sp>
      <p:sp>
        <p:nvSpPr>
          <p:cNvPr id="4" name="テキスト プレースホルダー 3"/>
          <p:cNvSpPr>
            <a:spLocks noGrp="1"/>
          </p:cNvSpPr>
          <p:nvPr>
            <p:ph type="body" sz="quarter" idx="11"/>
          </p:nvPr>
        </p:nvSpPr>
        <p:spPr bwMode="gray">
          <a:xfrm>
            <a:off x="478800" y="6372000"/>
            <a:ext cx="7272000" cy="127856"/>
          </a:xfrm>
        </p:spPr>
        <p:txBody>
          <a:bodyPr vert="horz" lIns="0" tIns="0" rIns="0" bIns="0" rtlCol="0" anchor="b" anchorCtr="0">
            <a:spAutoFit/>
          </a:bodyPr>
          <a:lstStyle>
            <a:lvl1pPr>
              <a:defRPr lang="ja-JP" altLang="en-US" sz="800" smtClean="0">
                <a:solidFill>
                  <a:schemeClr val="bg1"/>
                </a:solidFill>
              </a:defRPr>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p:cNvSpPr txBox="1">
            <a:spLocks noChangeArrowheads="1"/>
          </p:cNvSpPr>
          <p:nvPr userDrawn="1"/>
        </p:nvSpPr>
        <p:spPr bwMode="gray">
          <a:xfrm>
            <a:off x="478800" y="6660000"/>
            <a:ext cx="2452594" cy="123111"/>
          </a:xfrm>
          <a:prstGeom prst="rect">
            <a:avLst/>
          </a:prstGeom>
          <a:noFill/>
          <a:ln w="9525">
            <a:noFill/>
            <a:miter lim="800000"/>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bg1"/>
                </a:solidFill>
                <a:latin typeface="+mn-lt"/>
                <a:ea typeface="+mn-ea"/>
                <a:cs typeface="+mn-cs"/>
                <a:sym typeface="+mn-lt"/>
              </a:rPr>
              <a:t>© 2022. For information, contact Deloitte Tohmatsu Group.</a:t>
            </a:r>
          </a:p>
        </p:txBody>
      </p:sp>
      <p:pic>
        <p:nvPicPr>
          <p:cNvPr id="8" name="図 7"/>
          <p:cNvPicPr>
            <a:picLocks noChangeAspect="1"/>
          </p:cNvPicPr>
          <p:nvPr userDrawn="1"/>
        </p:nvPicPr>
        <p:blipFill>
          <a:blip r:embed="rId5"/>
          <a:stretch>
            <a:fillRect/>
          </a:stretch>
        </p:blipFill>
        <p:spPr bwMode="gray">
          <a:xfrm>
            <a:off x="10270800" y="5472000"/>
            <a:ext cx="1440000" cy="873776"/>
          </a:xfrm>
          <a:prstGeom prst="rect">
            <a:avLst/>
          </a:prstGeom>
        </p:spPr>
      </p:pic>
      <p:pic>
        <p:nvPicPr>
          <p:cNvPr id="10" name="図 9"/>
          <p:cNvPicPr>
            <a:picLocks noChangeAspect="1"/>
          </p:cNvPicPr>
          <p:nvPr userDrawn="1"/>
        </p:nvPicPr>
        <p:blipFill rotWithShape="1">
          <a:blip r:embed="rId6">
            <a:extLst>
              <a:ext uri="{28A0092B-C50C-407E-A947-70E740481C1C}">
                <a14:useLocalDpi xmlns:a14="http://schemas.microsoft.com/office/drawing/2010/main" val="0"/>
              </a:ext>
            </a:extLst>
          </a:blip>
          <a:srcRect/>
          <a:stretch>
            <a:fillRect/>
          </a:stretch>
        </p:blipFill>
        <p:spPr bwMode="gray">
          <a:xfrm>
            <a:off x="478800" y="431997"/>
            <a:ext cx="3725944" cy="632962"/>
          </a:xfrm>
          <a:prstGeom prst="rect">
            <a:avLst/>
          </a:prstGeom>
        </p:spPr>
      </p:pic>
    </p:spTree>
  </p:cSld>
  <p:clrMapOvr>
    <a:masterClrMapping/>
  </p:clrMapOvr>
  <p:hf hdr="0"/>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userDrawn="1">
  <p:cSld name="（基本版） 目次_Proposal">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13" name="Content Placeholder 3"/>
          <p:cNvSpPr>
            <a:spLocks noGrp="1"/>
          </p:cNvSpPr>
          <p:nvPr>
            <p:ph sz="quarter" idx="10"/>
          </p:nvPr>
        </p:nvSpPr>
        <p:spPr bwMode="gray">
          <a:xfrm>
            <a:off x="513231" y="1476000"/>
            <a:ext cx="5361231" cy="4824000"/>
          </a:xfrm>
          <a:prstGeom prst="rect">
            <a:avLst/>
          </a:prstGeom>
        </p:spPr>
        <p:txBody>
          <a:bodyPr/>
          <a:lstStyle>
            <a:lvl1pPr>
              <a:lnSpc>
                <a:spcPct val="110000"/>
              </a:lnSpc>
              <a:spcBef>
                <a:spcPts val="740"/>
              </a:spcBef>
              <a:tabLst>
                <a:tab pos="6704965" algn="r"/>
              </a:tabLst>
              <a:defRPr sz="1475">
                <a:latin typeface="+mn-lt"/>
                <a:ea typeface="+mn-ea"/>
                <a:cs typeface="+mn-cs"/>
                <a:sym typeface="+mn-lt"/>
              </a:defRPr>
            </a:lvl1pPr>
            <a:lvl2pPr>
              <a:lnSpc>
                <a:spcPct val="110000"/>
              </a:lnSpc>
              <a:spcBef>
                <a:spcPts val="740"/>
              </a:spcBef>
              <a:tabLst>
                <a:tab pos="6704965" algn="r"/>
              </a:tabLst>
              <a:defRPr sz="1475">
                <a:latin typeface="+mn-lt"/>
                <a:ea typeface="+mn-ea"/>
                <a:cs typeface="+mn-cs"/>
                <a:sym typeface="+mn-lt"/>
              </a:defRPr>
            </a:lvl2pPr>
            <a:lvl3pPr>
              <a:lnSpc>
                <a:spcPct val="110000"/>
              </a:lnSpc>
              <a:spcBef>
                <a:spcPts val="740"/>
              </a:spcBef>
              <a:tabLst>
                <a:tab pos="6704965" algn="r"/>
              </a:tabLst>
              <a:defRPr sz="1475">
                <a:latin typeface="+mn-lt"/>
                <a:ea typeface="+mn-ea"/>
                <a:cs typeface="+mn-cs"/>
                <a:sym typeface="+mn-lt"/>
              </a:defRPr>
            </a:lvl3pPr>
            <a:lvl4pPr>
              <a:lnSpc>
                <a:spcPct val="110000"/>
              </a:lnSpc>
              <a:spcBef>
                <a:spcPts val="740"/>
              </a:spcBef>
              <a:tabLst>
                <a:tab pos="6704965" algn="r"/>
              </a:tabLst>
              <a:defRPr sz="1475">
                <a:latin typeface="+mn-lt"/>
                <a:ea typeface="+mn-ea"/>
                <a:cs typeface="+mn-cs"/>
                <a:sym typeface="+mn-lt"/>
              </a:defRPr>
            </a:lvl4pPr>
            <a:lvl5pPr>
              <a:tabLst>
                <a:tab pos="6704965"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15" name="Content Placeholder 3"/>
          <p:cNvSpPr>
            <a:spLocks noGrp="1"/>
          </p:cNvSpPr>
          <p:nvPr>
            <p:ph sz="quarter" idx="20"/>
          </p:nvPr>
        </p:nvSpPr>
        <p:spPr bwMode="gray">
          <a:xfrm>
            <a:off x="6317538" y="1476000"/>
            <a:ext cx="5361231" cy="4824000"/>
          </a:xfrm>
          <a:prstGeom prst="rect">
            <a:avLst/>
          </a:prstGeom>
        </p:spPr>
        <p:txBody>
          <a:bodyPr/>
          <a:lstStyle>
            <a:lvl1pPr>
              <a:lnSpc>
                <a:spcPct val="110000"/>
              </a:lnSpc>
              <a:spcBef>
                <a:spcPts val="740"/>
              </a:spcBef>
              <a:tabLst>
                <a:tab pos="6704965" algn="r"/>
              </a:tabLst>
              <a:defRPr sz="1475">
                <a:latin typeface="+mn-lt"/>
                <a:ea typeface="+mn-ea"/>
                <a:cs typeface="+mn-cs"/>
                <a:sym typeface="+mn-lt"/>
              </a:defRPr>
            </a:lvl1pPr>
            <a:lvl2pPr>
              <a:lnSpc>
                <a:spcPct val="110000"/>
              </a:lnSpc>
              <a:spcBef>
                <a:spcPts val="740"/>
              </a:spcBef>
              <a:tabLst>
                <a:tab pos="6704965" algn="r"/>
              </a:tabLst>
              <a:defRPr sz="1475">
                <a:latin typeface="+mn-lt"/>
                <a:ea typeface="+mn-ea"/>
                <a:cs typeface="+mn-cs"/>
                <a:sym typeface="+mn-lt"/>
              </a:defRPr>
            </a:lvl2pPr>
            <a:lvl3pPr>
              <a:lnSpc>
                <a:spcPct val="110000"/>
              </a:lnSpc>
              <a:spcBef>
                <a:spcPts val="740"/>
              </a:spcBef>
              <a:tabLst>
                <a:tab pos="6704965" algn="r"/>
              </a:tabLst>
              <a:defRPr sz="1475">
                <a:latin typeface="+mn-lt"/>
                <a:ea typeface="+mn-ea"/>
                <a:cs typeface="+mn-cs"/>
                <a:sym typeface="+mn-lt"/>
              </a:defRPr>
            </a:lvl3pPr>
            <a:lvl4pPr>
              <a:lnSpc>
                <a:spcPct val="110000"/>
              </a:lnSpc>
              <a:spcBef>
                <a:spcPts val="740"/>
              </a:spcBef>
              <a:tabLst>
                <a:tab pos="6704965" algn="r"/>
              </a:tabLst>
              <a:defRPr sz="1475">
                <a:latin typeface="+mn-lt"/>
                <a:ea typeface="+mn-ea"/>
                <a:cs typeface="+mn-cs"/>
                <a:sym typeface="+mn-lt"/>
              </a:defRPr>
            </a:lvl4pPr>
            <a:lvl5pPr>
              <a:tabLst>
                <a:tab pos="6704965" algn="r"/>
              </a:tabLst>
              <a:defRPr baseline="0"/>
            </a:lvl5pPr>
          </a:lstStyle>
          <a:p>
            <a:pPr lvl="0"/>
            <a:r>
              <a:rPr lang="ja-JP" altLang="en-US" noProof="0"/>
              <a:t>マスター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p:txBody>
      </p:sp>
      <p:sp>
        <p:nvSpPr>
          <p:cNvPr id="4" name="タイトル 3"/>
          <p:cNvSpPr>
            <a:spLocks noGrp="1"/>
          </p:cNvSpPr>
          <p:nvPr>
            <p:ph type="title"/>
          </p:nvPr>
        </p:nvSpPr>
        <p:spPr bwMode="gray"/>
        <p:txBody>
          <a:bodyPr vert="horz"/>
          <a:lstStyle>
            <a:lvl1pPr>
              <a:defRPr>
                <a:latin typeface="+mj-lt"/>
                <a:ea typeface="+mj-ea"/>
                <a:cs typeface="+mj-cs"/>
                <a:sym typeface="+mj-lt"/>
              </a:defRPr>
            </a:lvl1pPr>
          </a:lstStyle>
          <a:p>
            <a:r>
              <a:rPr kumimoji="1" lang="ja-JP" altLang="en-US"/>
              <a:t>マスター タイトルの書式設定</a:t>
            </a: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基本版） 中表紙_Proposal">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8" name="Text Placeholder 7"/>
          <p:cNvSpPr>
            <a:spLocks noGrp="1"/>
          </p:cNvSpPr>
          <p:nvPr>
            <p:ph type="body" sz="quarter" idx="10" hasCustomPrompt="1"/>
          </p:nvPr>
        </p:nvSpPr>
        <p:spPr bwMode="gray">
          <a:xfrm>
            <a:off x="1267199" y="2232000"/>
            <a:ext cx="6380308" cy="432000"/>
          </a:xfrm>
          <a:prstGeom prst="rect">
            <a:avLst/>
          </a:prstGeom>
          <a:noFill/>
        </p:spPr>
        <p:txBody>
          <a:bodyPr wrap="square" lIns="0" rIns="0" anchor="t" anchorCtr="0">
            <a:noAutofit/>
          </a:bodyPr>
          <a:lstStyle>
            <a:lvl1pPr marL="0" indent="0" algn="l">
              <a:lnSpc>
                <a:spcPct val="100000"/>
              </a:lnSpc>
              <a:spcBef>
                <a:spcPts val="0"/>
              </a:spcBef>
              <a:buNone/>
              <a:defRPr sz="3445" b="1" baseline="0">
                <a:solidFill>
                  <a:schemeClr val="tx1"/>
                </a:solidFill>
                <a:latin typeface="+mj-lt"/>
                <a:ea typeface="+mj-ea"/>
                <a:cs typeface="+mn-cs"/>
                <a:sym typeface="+mn-lt"/>
              </a:defRPr>
            </a:lvl1pPr>
          </a:lstStyle>
          <a:p>
            <a:pPr lvl="0"/>
            <a:r>
              <a:rPr lang="ja-JP" altLang="en-US"/>
              <a:t>中表紙タイトル</a:t>
            </a:r>
          </a:p>
        </p:txBody>
      </p:sp>
      <p:sp>
        <p:nvSpPr>
          <p:cNvPr id="5" name="スライド番号プレースホルダ 4"/>
          <p:cNvSpPr>
            <a:spLocks noGrp="1"/>
          </p:cNvSpPr>
          <p:nvPr>
            <p:ph type="sldNum" sz="quarter" idx="11"/>
          </p:nvPr>
        </p:nvSpPr>
        <p:spPr bwMode="gray"/>
        <p:txBody>
          <a:bodyPr/>
          <a:lstStyle>
            <a:lvl1pPr>
              <a:defRPr>
                <a:solidFill>
                  <a:schemeClr val="tx1"/>
                </a:solidFill>
                <a:latin typeface="+mn-lt"/>
                <a:ea typeface="+mn-ea"/>
                <a:cs typeface="+mn-cs"/>
                <a:sym typeface="+mn-lt"/>
              </a:defRPr>
            </a:lvl1pPr>
          </a:lstStyle>
          <a:p>
            <a:fld id="{AA5FCFE5-FE56-4EF1-80A8-07776887C2A1}" type="slidenum">
              <a:rPr lang="ja-JP" altLang="en-US" smtClean="0"/>
              <a:t>‹#›</a:t>
            </a:fld>
            <a:endParaRPr lang="ja-JP" altLang="en-US"/>
          </a:p>
        </p:txBody>
      </p:sp>
      <p:sp>
        <p:nvSpPr>
          <p:cNvPr id="7" name="フッター プレースホルダ 6"/>
          <p:cNvSpPr>
            <a:spLocks noGrp="1"/>
          </p:cNvSpPr>
          <p:nvPr>
            <p:ph type="ftr" sz="quarter" idx="12"/>
          </p:nvPr>
        </p:nvSpPr>
        <p:spPr bwMode="gray">
          <a:xfrm>
            <a:off x="730800" y="6588000"/>
            <a:ext cx="5184000" cy="169200"/>
          </a:xfrm>
          <a:prstGeom prst="rect">
            <a:avLst/>
          </a:prstGeom>
        </p:spPr>
        <p:txBody>
          <a:bodyPr/>
          <a:lstStyle>
            <a:lvl1pPr>
              <a:defRPr>
                <a:solidFill>
                  <a:schemeClr val="tx1"/>
                </a:solidFill>
                <a:latin typeface="+mn-lt"/>
                <a:ea typeface="+mn-ea"/>
                <a:cs typeface="+mn-cs"/>
                <a:sym typeface="+mn-lt"/>
              </a:defRPr>
            </a:lvl1pPr>
          </a:lstStyle>
          <a:p>
            <a:r>
              <a:rPr lang="en-US" altLang="ja-JP"/>
              <a:t>Notes</a:t>
            </a:r>
            <a:r>
              <a:rPr lang="ja-JP" altLang="en-US"/>
              <a:t>アプリ刷新のご提案</a:t>
            </a:r>
            <a:endParaRPr lang="en-GB" altLang="en-GB"/>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cSld name="（基本版） コンテンツ両サイド_レベル_Proposal">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4" name="オブジェクト 3"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8" name="コンテンツ プレースホルダ 2"/>
          <p:cNvSpPr>
            <a:spLocks noGrp="1"/>
          </p:cNvSpPr>
          <p:nvPr>
            <p:ph idx="1"/>
          </p:nvPr>
        </p:nvSpPr>
        <p:spPr bwMode="gray">
          <a:xfrm>
            <a:off x="512610" y="1476000"/>
            <a:ext cx="5361231" cy="4824000"/>
          </a:xfrm>
          <a:prstGeom prst="rect">
            <a:avLst/>
          </a:prstGeom>
        </p:spPr>
        <p:txBody>
          <a:bodyPr/>
          <a:lstStyle>
            <a:lvl1pPr>
              <a:lnSpc>
                <a:spcPct val="110000"/>
              </a:lnSpc>
              <a:spcBef>
                <a:spcPts val="740"/>
              </a:spcBef>
              <a:buNone/>
              <a:defRPr sz="1475" baseline="0">
                <a:latin typeface="+mn-lt"/>
                <a:ea typeface="+mn-ea"/>
                <a:cs typeface="+mn-cs"/>
                <a:sym typeface="+mn-lt"/>
              </a:defRPr>
            </a:lvl1pPr>
            <a:lvl2pPr marL="221615" indent="-221615">
              <a:lnSpc>
                <a:spcPct val="110000"/>
              </a:lnSpc>
              <a:spcBef>
                <a:spcPts val="740"/>
              </a:spcBef>
              <a:buFont typeface="Wingdings" panose="05000000000000000000" pitchFamily="2" charset="2"/>
              <a:buChar char="n"/>
              <a:defRPr sz="1475" baseline="0">
                <a:latin typeface="+mn-lt"/>
                <a:ea typeface="+mn-ea"/>
                <a:cs typeface="+mn-cs"/>
                <a:sym typeface="+mn-lt"/>
              </a:defRPr>
            </a:lvl2pPr>
            <a:lvl3pPr marL="443230" indent="-221615">
              <a:lnSpc>
                <a:spcPct val="110000"/>
              </a:lnSpc>
              <a:spcBef>
                <a:spcPts val="740"/>
              </a:spcBef>
              <a:buFont typeface="Wingdings" panose="05000000000000000000" pitchFamily="2" charset="2"/>
              <a:buChar char="Ø"/>
              <a:defRPr sz="1475" baseline="0">
                <a:latin typeface="+mn-lt"/>
                <a:ea typeface="+mn-ea"/>
                <a:cs typeface="+mn-cs"/>
                <a:sym typeface="+mn-lt"/>
              </a:defRPr>
            </a:lvl3pPr>
            <a:lvl4pPr marL="620395" marR="0" indent="-177165" algn="l" defTabSz="1217295" rtl="0" eaLnBrk="1" fontAlgn="auto" latinLnBrk="0" hangingPunct="1">
              <a:lnSpc>
                <a:spcPct val="110000"/>
              </a:lnSpc>
              <a:spcBef>
                <a:spcPts val="740"/>
              </a:spcBef>
              <a:spcAft>
                <a:spcPts val="0"/>
              </a:spcAft>
              <a:buClrTx/>
              <a:buSzTx/>
              <a:buFont typeface="Arial" panose="020B0604020202020204" pitchFamily="34" charset="0"/>
              <a:buChar char="•"/>
              <a:defRPr sz="1475" baseline="0">
                <a:latin typeface="+mn-lt"/>
                <a:ea typeface="+mn-ea"/>
                <a:cs typeface="+mn-cs"/>
                <a:sym typeface="+mn-lt"/>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9" name="コンテンツ プレースホルダ 2"/>
          <p:cNvSpPr>
            <a:spLocks noGrp="1"/>
          </p:cNvSpPr>
          <p:nvPr>
            <p:ph idx="12"/>
          </p:nvPr>
        </p:nvSpPr>
        <p:spPr bwMode="gray">
          <a:xfrm>
            <a:off x="6316785" y="1476000"/>
            <a:ext cx="5361231" cy="4824000"/>
          </a:xfrm>
          <a:prstGeom prst="rect">
            <a:avLst/>
          </a:prstGeom>
        </p:spPr>
        <p:txBody>
          <a:bodyPr/>
          <a:lstStyle>
            <a:lvl1pPr>
              <a:lnSpc>
                <a:spcPct val="110000"/>
              </a:lnSpc>
              <a:spcBef>
                <a:spcPts val="740"/>
              </a:spcBef>
              <a:buNone/>
              <a:defRPr sz="1475" baseline="0">
                <a:latin typeface="+mn-lt"/>
                <a:ea typeface="+mn-ea"/>
                <a:cs typeface="+mn-cs"/>
                <a:sym typeface="+mn-lt"/>
              </a:defRPr>
            </a:lvl1pPr>
            <a:lvl2pPr marL="221615" indent="-221615">
              <a:lnSpc>
                <a:spcPct val="110000"/>
              </a:lnSpc>
              <a:spcBef>
                <a:spcPts val="740"/>
              </a:spcBef>
              <a:buFont typeface="Wingdings" panose="05000000000000000000" pitchFamily="2" charset="2"/>
              <a:buChar char="n"/>
              <a:defRPr sz="1475" baseline="0">
                <a:latin typeface="+mn-lt"/>
                <a:ea typeface="+mn-ea"/>
                <a:cs typeface="+mn-cs"/>
                <a:sym typeface="+mn-lt"/>
              </a:defRPr>
            </a:lvl2pPr>
            <a:lvl3pPr marL="443230" indent="-221615">
              <a:lnSpc>
                <a:spcPct val="110000"/>
              </a:lnSpc>
              <a:spcBef>
                <a:spcPts val="740"/>
              </a:spcBef>
              <a:buFont typeface="Wingdings" panose="05000000000000000000" pitchFamily="2" charset="2"/>
              <a:buChar char="Ø"/>
              <a:defRPr sz="1475" baseline="0">
                <a:latin typeface="+mn-lt"/>
                <a:ea typeface="+mn-ea"/>
                <a:cs typeface="+mn-cs"/>
                <a:sym typeface="+mn-lt"/>
              </a:defRPr>
            </a:lvl3pPr>
            <a:lvl4pPr marL="620395" indent="-177165">
              <a:lnSpc>
                <a:spcPct val="110000"/>
              </a:lnSpc>
              <a:spcBef>
                <a:spcPts val="740"/>
              </a:spcBef>
              <a:buFont typeface="Arial" panose="020B0604020202020204" pitchFamily="34" charset="0"/>
              <a:buChar char="•"/>
              <a:defRPr sz="1475" baseline="0">
                <a:latin typeface="+mn-lt"/>
                <a:ea typeface="+mn-ea"/>
                <a:cs typeface="+mn-cs"/>
                <a:sym typeface="+mn-lt"/>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10" name="スライド番号プレースホルダ 9"/>
          <p:cNvSpPr>
            <a:spLocks noGrp="1"/>
          </p:cNvSpPr>
          <p:nvPr>
            <p:ph type="sldNum" sz="quarter" idx="13"/>
          </p:nvPr>
        </p:nvSpPr>
        <p:spPr bwMode="gray"/>
        <p:txBody>
          <a:bodyPr/>
          <a:lstStyle>
            <a:lvl1pPr>
              <a:defRPr baseline="0">
                <a:solidFill>
                  <a:schemeClr val="tx1"/>
                </a:solidFill>
                <a:latin typeface="+mn-lt"/>
                <a:ea typeface="+mn-ea"/>
                <a:cs typeface="+mn-cs"/>
                <a:sym typeface="+mn-lt"/>
              </a:defRPr>
            </a:lvl1pPr>
          </a:lstStyle>
          <a:p>
            <a:fld id="{A3EB1B23-9AF8-425B-BAD7-B9FA00F18833}" type="slidenum">
              <a:rPr lang="ja-JP" altLang="en-US" smtClean="0"/>
              <a:t>‹#›</a:t>
            </a:fld>
            <a:endParaRPr lang="ja-JP" altLang="en-US"/>
          </a:p>
        </p:txBody>
      </p:sp>
      <p:sp>
        <p:nvSpPr>
          <p:cNvPr id="11" name="フッター プレースホルダ 10"/>
          <p:cNvSpPr>
            <a:spLocks noGrp="1"/>
          </p:cNvSpPr>
          <p:nvPr>
            <p:ph type="ftr" sz="quarter" idx="14"/>
          </p:nvPr>
        </p:nvSpPr>
        <p:spPr bwMode="gray">
          <a:xfrm>
            <a:off x="730800" y="6588000"/>
            <a:ext cx="5184000" cy="169200"/>
          </a:xfrm>
          <a:prstGeom prst="rect">
            <a:avLst/>
          </a:prstGeom>
        </p:spPr>
        <p:txBody>
          <a:bodyPr/>
          <a:lstStyle>
            <a:lvl1pPr>
              <a:defRPr baseline="0">
                <a:solidFill>
                  <a:schemeClr val="tx1"/>
                </a:solidFill>
                <a:latin typeface="+mn-lt"/>
                <a:ea typeface="+mn-ea"/>
                <a:cs typeface="+mn-cs"/>
                <a:sym typeface="+mn-lt"/>
              </a:defRPr>
            </a:lvl1pPr>
          </a:lstStyle>
          <a:p>
            <a:r>
              <a:rPr lang="en-US" altLang="ja-JP"/>
              <a:t>Notes</a:t>
            </a:r>
            <a:r>
              <a:rPr lang="ja-JP" altLang="en-US"/>
              <a:t>アプリ刷新のご提案</a:t>
            </a:r>
            <a:endParaRPr lang="en-GB" altLang="en-GB"/>
          </a:p>
        </p:txBody>
      </p:sp>
      <p:sp>
        <p:nvSpPr>
          <p:cNvPr id="3" name="テキスト プレースホルダー 2"/>
          <p:cNvSpPr>
            <a:spLocks noGrp="1"/>
          </p:cNvSpPr>
          <p:nvPr>
            <p:ph type="body" sz="quarter" idx="15" hasCustomPrompt="1"/>
          </p:nvPr>
        </p:nvSpPr>
        <p:spPr bwMode="gray">
          <a:xfrm>
            <a:off x="512610" y="1008000"/>
            <a:ext cx="5361231" cy="468000"/>
          </a:xfrm>
          <a:prstGeom prst="rect">
            <a:avLst/>
          </a:prstGeom>
        </p:spPr>
        <p:txBody>
          <a:bodyPr wrap="none" anchor="ctr">
            <a:noAutofit/>
          </a:bodyPr>
          <a:lstStyle>
            <a:lvl1pPr>
              <a:lnSpc>
                <a:spcPct val="100000"/>
              </a:lnSpc>
              <a:spcBef>
                <a:spcPts val="0"/>
              </a:spcBef>
              <a:defRPr sz="1725" b="1" baseline="0">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13" name="テキスト プレースホルダー 2"/>
          <p:cNvSpPr>
            <a:spLocks noGrp="1"/>
          </p:cNvSpPr>
          <p:nvPr>
            <p:ph type="body" sz="quarter" idx="16" hasCustomPrompt="1"/>
          </p:nvPr>
        </p:nvSpPr>
        <p:spPr bwMode="gray">
          <a:xfrm>
            <a:off x="6316785" y="1008000"/>
            <a:ext cx="5361231" cy="468000"/>
          </a:xfrm>
          <a:prstGeom prst="rect">
            <a:avLst/>
          </a:prstGeom>
        </p:spPr>
        <p:txBody>
          <a:bodyPr wrap="none" anchor="ctr">
            <a:noAutofit/>
          </a:bodyPr>
          <a:lstStyle>
            <a:lvl1pPr>
              <a:lnSpc>
                <a:spcPct val="100000"/>
              </a:lnSpc>
              <a:spcBef>
                <a:spcPts val="0"/>
              </a:spcBef>
              <a:defRPr sz="1725" b="1" baseline="0">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2" name="タイトル 1"/>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a:t>キーメッセージを入力（本スライドで一番伝えたいこと＜名詞止め・体言止め不可＞）</a:t>
            </a:r>
            <a:endParaRPr kumimoji="1" lang="ja-JP" altLang="en-US"/>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userDrawn="1">
  <p:cSld name="（基本版） コンテンツ全面_レベル_Proposal">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6" name="コンテンツ プレースホルダ 2"/>
          <p:cNvSpPr>
            <a:spLocks noGrp="1"/>
          </p:cNvSpPr>
          <p:nvPr>
            <p:ph idx="1"/>
          </p:nvPr>
        </p:nvSpPr>
        <p:spPr bwMode="gray">
          <a:xfrm>
            <a:off x="513230" y="1476000"/>
            <a:ext cx="11165538" cy="4824000"/>
          </a:xfrm>
          <a:prstGeom prst="rect">
            <a:avLst/>
          </a:prstGeom>
        </p:spPr>
        <p:txBody>
          <a:bodyPr/>
          <a:lstStyle>
            <a:lvl1pPr>
              <a:lnSpc>
                <a:spcPct val="110000"/>
              </a:lnSpc>
              <a:spcBef>
                <a:spcPts val="740"/>
              </a:spcBef>
              <a:buFont typeface="Arial" panose="020B0604020202020204" pitchFamily="34" charset="0"/>
              <a:buNone/>
              <a:defRPr sz="1475" baseline="0">
                <a:latin typeface="+mn-lt"/>
                <a:ea typeface="+mn-ea"/>
                <a:cs typeface="+mn-cs"/>
                <a:sym typeface="+mn-lt"/>
              </a:defRPr>
            </a:lvl1pPr>
            <a:lvl2pPr marL="221615" indent="-221615">
              <a:lnSpc>
                <a:spcPct val="110000"/>
              </a:lnSpc>
              <a:spcBef>
                <a:spcPts val="740"/>
              </a:spcBef>
              <a:buFont typeface="Wingdings" panose="05000000000000000000" pitchFamily="2" charset="2"/>
              <a:buChar char="n"/>
              <a:defRPr sz="1475" baseline="0">
                <a:latin typeface="+mn-lt"/>
                <a:ea typeface="+mn-ea"/>
                <a:cs typeface="+mn-cs"/>
                <a:sym typeface="+mn-lt"/>
              </a:defRPr>
            </a:lvl2pPr>
            <a:lvl3pPr marL="443230" indent="-221615">
              <a:lnSpc>
                <a:spcPct val="110000"/>
              </a:lnSpc>
              <a:spcBef>
                <a:spcPts val="740"/>
              </a:spcBef>
              <a:buFont typeface="Wingdings" panose="05000000000000000000" pitchFamily="2" charset="2"/>
              <a:buChar char="Ø"/>
              <a:defRPr sz="1475" baseline="0">
                <a:latin typeface="+mn-lt"/>
                <a:ea typeface="+mn-ea"/>
                <a:cs typeface="+mn-cs"/>
                <a:sym typeface="+mn-lt"/>
              </a:defRPr>
            </a:lvl3pPr>
            <a:lvl4pPr marL="620395" indent="-177165">
              <a:lnSpc>
                <a:spcPct val="110000"/>
              </a:lnSpc>
              <a:spcBef>
                <a:spcPts val="740"/>
              </a:spcBef>
              <a:buFont typeface="Arial" panose="020B0604020202020204" pitchFamily="34" charset="0"/>
              <a:buChar char="•"/>
              <a:defRPr sz="1475" baseline="0">
                <a:latin typeface="+mn-lt"/>
                <a:ea typeface="+mn-ea"/>
                <a:cs typeface="+mn-cs"/>
                <a:sym typeface="+mn-lt"/>
              </a:defRPr>
            </a:lvl4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p:txBody>
      </p:sp>
      <p:sp>
        <p:nvSpPr>
          <p:cNvPr id="9" name="スライド番号プレースホルダ 8"/>
          <p:cNvSpPr>
            <a:spLocks noGrp="1"/>
          </p:cNvSpPr>
          <p:nvPr>
            <p:ph type="sldNum" sz="quarter" idx="10"/>
          </p:nvPr>
        </p:nvSpPr>
        <p:spPr bwMode="gray"/>
        <p:txBody>
          <a:bodyPr/>
          <a:lstStyle>
            <a:lvl1pPr>
              <a:defRPr baseline="0">
                <a:solidFill>
                  <a:schemeClr val="tx1"/>
                </a:solidFill>
                <a:latin typeface="+mn-lt"/>
                <a:ea typeface="+mn-ea"/>
                <a:cs typeface="+mn-cs"/>
                <a:sym typeface="+mn-lt"/>
              </a:defRPr>
            </a:lvl1pPr>
          </a:lstStyle>
          <a:p>
            <a:fld id="{543A0986-838B-4D2A-A95C-8CB1738263FE}" type="slidenum">
              <a:rPr lang="ja-JP" altLang="en-US" smtClean="0"/>
              <a:t>‹#›</a:t>
            </a:fld>
            <a:endParaRPr lang="ja-JP" altLang="en-US"/>
          </a:p>
        </p:txBody>
      </p:sp>
      <p:sp>
        <p:nvSpPr>
          <p:cNvPr id="10" name="フッター プレースホルダ 9"/>
          <p:cNvSpPr>
            <a:spLocks noGrp="1"/>
          </p:cNvSpPr>
          <p:nvPr>
            <p:ph type="ftr" sz="quarter" idx="11"/>
          </p:nvPr>
        </p:nvSpPr>
        <p:spPr bwMode="gray">
          <a:xfrm>
            <a:off x="730800" y="6588000"/>
            <a:ext cx="5184000" cy="169200"/>
          </a:xfrm>
          <a:prstGeom prst="rect">
            <a:avLst/>
          </a:prstGeom>
        </p:spPr>
        <p:txBody>
          <a:bodyPr/>
          <a:lstStyle>
            <a:lvl1pPr>
              <a:defRPr baseline="0">
                <a:solidFill>
                  <a:schemeClr val="tx1"/>
                </a:solidFill>
                <a:latin typeface="+mn-lt"/>
                <a:ea typeface="+mn-ea"/>
                <a:cs typeface="+mn-cs"/>
                <a:sym typeface="+mn-lt"/>
              </a:defRPr>
            </a:lvl1pPr>
          </a:lstStyle>
          <a:p>
            <a:r>
              <a:rPr lang="en-US" altLang="ja-JP"/>
              <a:t>Notes</a:t>
            </a:r>
            <a:r>
              <a:rPr lang="ja-JP" altLang="en-US"/>
              <a:t>アプリ刷新のご提案</a:t>
            </a:r>
            <a:endParaRPr lang="en-GB" altLang="en-GB"/>
          </a:p>
        </p:txBody>
      </p:sp>
      <p:sp>
        <p:nvSpPr>
          <p:cNvPr id="8" name="テキスト プレースホルダー 2"/>
          <p:cNvSpPr>
            <a:spLocks noGrp="1"/>
          </p:cNvSpPr>
          <p:nvPr>
            <p:ph type="body" sz="quarter" idx="15" hasCustomPrompt="1"/>
          </p:nvPr>
        </p:nvSpPr>
        <p:spPr bwMode="gray">
          <a:xfrm>
            <a:off x="512610" y="1008000"/>
            <a:ext cx="5361231" cy="468000"/>
          </a:xfrm>
          <a:prstGeom prst="rect">
            <a:avLst/>
          </a:prstGeom>
        </p:spPr>
        <p:txBody>
          <a:bodyPr wrap="none" anchor="ctr">
            <a:noAutofit/>
          </a:bodyPr>
          <a:lstStyle>
            <a:lvl1pPr>
              <a:lnSpc>
                <a:spcPct val="100000"/>
              </a:lnSpc>
              <a:spcBef>
                <a:spcPts val="0"/>
              </a:spcBef>
              <a:defRPr sz="1725" b="1" baseline="0">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3" name="タイトル 2"/>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a:t>キーメッセージを入力（本スライドで一番伝えたいこと＜名詞止め・体言止め不可＞）</a:t>
            </a:r>
            <a:endParaRPr kumimoji="1" lang="ja-JP" altLang="en-US"/>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cSld name="（基本版） 白紙_Proposal">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3" name="フッター プレースホルダー 2"/>
          <p:cNvSpPr>
            <a:spLocks noGrp="1"/>
          </p:cNvSpPr>
          <p:nvPr>
            <p:ph type="ftr" sz="quarter" idx="10"/>
          </p:nvPr>
        </p:nvSpPr>
        <p:spPr bwMode="gray">
          <a:xfrm>
            <a:off x="730800" y="6588000"/>
            <a:ext cx="5184000" cy="169200"/>
          </a:xfrm>
          <a:prstGeom prst="rect">
            <a:avLst/>
          </a:prstGeom>
        </p:spPr>
        <p:txBody>
          <a:bodyPr/>
          <a:lstStyle>
            <a:lvl1pPr>
              <a:defRPr>
                <a:latin typeface="+mn-lt"/>
                <a:ea typeface="+mn-ea"/>
                <a:cs typeface="+mn-cs"/>
                <a:sym typeface="+mn-lt"/>
              </a:defRPr>
            </a:lvl1pPr>
          </a:lstStyle>
          <a:p>
            <a:r>
              <a:rPr lang="en-US" altLang="ja-JP"/>
              <a:t>Notes</a:t>
            </a:r>
            <a:r>
              <a:rPr lang="ja-JP" altLang="en-US"/>
              <a:t>アプリ刷新のご提案</a:t>
            </a:r>
            <a:endParaRPr lang="en-GB" altLang="en-GB"/>
          </a:p>
        </p:txBody>
      </p:sp>
      <p:sp>
        <p:nvSpPr>
          <p:cNvPr id="4" name="スライド番号プレースホルダー 3"/>
          <p:cNvSpPr>
            <a:spLocks noGrp="1"/>
          </p:cNvSpPr>
          <p:nvPr>
            <p:ph type="sldNum" sz="quarter" idx="11"/>
          </p:nvPr>
        </p:nvSpPr>
        <p:spPr bwMode="gray"/>
        <p:txBody>
          <a:bodyPr/>
          <a:lstStyle>
            <a:lvl1pPr>
              <a:defRPr>
                <a:latin typeface="+mn-lt"/>
                <a:ea typeface="+mn-ea"/>
                <a:cs typeface="+mn-cs"/>
                <a:sym typeface="+mn-lt"/>
              </a:defRPr>
            </a:lvl1pPr>
          </a:lstStyle>
          <a:p>
            <a:fld id="{AA5FCFE5-FE56-4EF1-80A8-07776887C2A1}" type="slidenum">
              <a:rPr lang="ja-JP" altLang="en-US" smtClean="0"/>
              <a:t>‹#›</a:t>
            </a:fld>
            <a:endParaRPr lang="ja-JP" altLang="en-US"/>
          </a:p>
        </p:txBody>
      </p:sp>
      <p:sp>
        <p:nvSpPr>
          <p:cNvPr id="6" name="テキスト プレースホルダー 5"/>
          <p:cNvSpPr>
            <a:spLocks noGrp="1"/>
          </p:cNvSpPr>
          <p:nvPr>
            <p:ph type="body" sz="quarter" idx="12"/>
          </p:nvPr>
        </p:nvSpPr>
        <p:spPr bwMode="gray">
          <a:xfrm>
            <a:off x="2329846" y="2340000"/>
            <a:ext cx="7532308" cy="2520000"/>
          </a:xfrm>
          <a:prstGeom prst="rect">
            <a:avLst/>
          </a:prstGeom>
        </p:spPr>
        <p:txBody>
          <a:bodyPr/>
          <a:lstStyle>
            <a:lvl1pPr>
              <a:defRPr>
                <a:latin typeface="+mn-lt"/>
                <a:ea typeface="+mn-ea"/>
                <a:cs typeface="+mn-cs"/>
                <a:sym typeface="+mn-lt"/>
              </a:defRPr>
            </a:lvl1pPr>
          </a:lstStyle>
          <a:p>
            <a:pPr lvl="0"/>
            <a:r>
              <a:rPr kumimoji="1" lang="ja-JP" altLang="en-US"/>
              <a:t>マスター テキストの書式設定</a:t>
            </a: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userDrawn="1">
  <p:cSld name="（基本版） タイトルのみ_A4">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3" imgW="5080" imgH="5080" progId="TCLayout.ActiveDocument.1">
                  <p:embed/>
                </p:oleObj>
              </mc:Choice>
              <mc:Fallback>
                <p:oleObj name="think-cellスライド" r:id="rId3" imgW="5080" imgH="5080" progId="TCLayout.ActiveDocument.1">
                  <p:embed/>
                  <p:pic>
                    <p:nvPicPr>
                      <p:cNvPr id="2" name="オブジェクト 1" hidden="1"/>
                      <p:cNvPicPr/>
                      <p:nvPr/>
                    </p:nvPicPr>
                    <p:blipFill>
                      <a:blip r:embed="rId4"/>
                      <a:stretch>
                        <a:fillRect/>
                      </a:stretch>
                    </p:blipFill>
                    <p:spPr>
                      <a:xfrm>
                        <a:off x="1955" y="1588"/>
                        <a:ext cx="1954" cy="1588"/>
                      </a:xfrm>
                      <a:prstGeom prst="rect">
                        <a:avLst/>
                      </a:prstGeom>
                    </p:spPr>
                  </p:pic>
                </p:oleObj>
              </mc:Fallback>
            </mc:AlternateContent>
          </a:graphicData>
        </a:graphic>
      </p:graphicFrame>
      <p:sp>
        <p:nvSpPr>
          <p:cNvPr id="3" name="フッター プレースホルダ 2"/>
          <p:cNvSpPr>
            <a:spLocks noGrp="1"/>
          </p:cNvSpPr>
          <p:nvPr>
            <p:ph type="ftr" sz="quarter" idx="10"/>
          </p:nvPr>
        </p:nvSpPr>
        <p:spPr bwMode="gray"/>
        <p:txBody>
          <a:bodyPr/>
          <a:lstStyle>
            <a:lvl1pPr>
              <a:defRPr>
                <a:solidFill>
                  <a:schemeClr val="tx1"/>
                </a:solidFill>
                <a:latin typeface="+mn-lt"/>
                <a:ea typeface="+mn-ea"/>
                <a:cs typeface="+mn-cs"/>
                <a:sym typeface="+mn-lt"/>
              </a:defRPr>
            </a:lvl1pPr>
          </a:lstStyle>
          <a:p>
            <a:r>
              <a:rPr lang="en-GB" altLang="en-GB"/>
              <a:t>DT Template A4</a:t>
            </a:r>
          </a:p>
        </p:txBody>
      </p:sp>
      <p:sp>
        <p:nvSpPr>
          <p:cNvPr id="4" name="スライド番号プレースホルダ 3"/>
          <p:cNvSpPr>
            <a:spLocks noGrp="1"/>
          </p:cNvSpPr>
          <p:nvPr>
            <p:ph type="sldNum" sz="quarter" idx="11"/>
          </p:nvPr>
        </p:nvSpPr>
        <p:spPr bwMode="gray"/>
        <p:txBody>
          <a:bodyPr/>
          <a:lstStyle>
            <a:lvl1pPr>
              <a:defRPr>
                <a:solidFill>
                  <a:schemeClr val="tx1"/>
                </a:solidFill>
                <a:latin typeface="+mn-lt"/>
                <a:ea typeface="+mn-ea"/>
                <a:cs typeface="+mn-cs"/>
                <a:sym typeface="+mn-lt"/>
              </a:defRPr>
            </a:lvl1pPr>
          </a:lstStyle>
          <a:p>
            <a:fld id="{AA5FCFE5-FE56-4EF1-80A8-07776887C2A1}" type="slidenum">
              <a:rPr lang="ja-JP" altLang="en-US" smtClean="0"/>
              <a:t>‹#›</a:t>
            </a:fld>
            <a:endParaRPr lang="ja-JP" altLang="en-US"/>
          </a:p>
        </p:txBody>
      </p:sp>
      <p:sp>
        <p:nvSpPr>
          <p:cNvPr id="9" name="テキスト プレースホルダー 2"/>
          <p:cNvSpPr>
            <a:spLocks noGrp="1"/>
          </p:cNvSpPr>
          <p:nvPr>
            <p:ph type="body" sz="quarter" idx="15" hasCustomPrompt="1"/>
          </p:nvPr>
        </p:nvSpPr>
        <p:spPr bwMode="gray">
          <a:xfrm>
            <a:off x="512610" y="1008000"/>
            <a:ext cx="5361231" cy="468000"/>
          </a:xfrm>
          <a:prstGeom prst="rect">
            <a:avLst/>
          </a:prstGeom>
        </p:spPr>
        <p:txBody>
          <a:bodyPr wrap="none" anchor="ctr">
            <a:noAutofit/>
          </a:bodyPr>
          <a:lstStyle>
            <a:lvl1pPr>
              <a:lnSpc>
                <a:spcPct val="100000"/>
              </a:lnSpc>
              <a:spcBef>
                <a:spcPts val="0"/>
              </a:spcBef>
              <a:defRPr sz="1600" b="1">
                <a:solidFill>
                  <a:schemeClr val="accent1"/>
                </a:solidFill>
                <a:latin typeface="+mn-lt"/>
                <a:ea typeface="+mn-ea"/>
                <a:cs typeface="+mn-cs"/>
                <a:sym typeface="+mn-lt"/>
              </a:defRPr>
            </a:lvl1pPr>
          </a:lstStyle>
          <a:p>
            <a:pPr lvl="0"/>
            <a:r>
              <a:rPr kumimoji="1" lang="en-US" altLang="ja-JP"/>
              <a:t>Header</a:t>
            </a:r>
            <a:r>
              <a:rPr kumimoji="1" lang="ja-JP" altLang="en-US"/>
              <a:t>を入力（スライドタイトル）</a:t>
            </a:r>
          </a:p>
        </p:txBody>
      </p:sp>
      <p:sp>
        <p:nvSpPr>
          <p:cNvPr id="6" name="タイトル 5"/>
          <p:cNvSpPr>
            <a:spLocks noGrp="1"/>
          </p:cNvSpPr>
          <p:nvPr>
            <p:ph type="title" hasCustomPrompt="1"/>
          </p:nvPr>
        </p:nvSpPr>
        <p:spPr bwMode="gray"/>
        <p:txBody>
          <a:bodyPr vert="horz"/>
          <a:lstStyle>
            <a:lvl1pPr>
              <a:defRPr>
                <a:latin typeface="+mj-lt"/>
                <a:ea typeface="+mj-ea"/>
                <a:cs typeface="+mj-cs"/>
                <a:sym typeface="+mj-lt"/>
              </a:defRPr>
            </a:lvl1pPr>
          </a:lstStyle>
          <a:p>
            <a:r>
              <a:rPr lang="ja-JP" altLang="en-US"/>
              <a:t>キーメッセージを入力（本スライドで一番伝えたいこと＜名詞止め・体言止め不可＞）</a:t>
            </a:r>
            <a:endParaRPr kumimoji="1" lang="ja-JP" altLang="en-US"/>
          </a:p>
        </p:txBody>
      </p:sp>
    </p:spTree>
  </p:cSld>
  <p:clrMapOvr>
    <a:masterClrMapping/>
  </p:clrMapOvr>
  <p:hf hdr="0"/>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userDrawn="1">
  <p:cSld name="（基本版）背表紙_16:9">
    <p:bg bwMode="gray">
      <p:bgRef idx="1001">
        <a:schemeClr val="bg1"/>
      </p:bgRef>
    </p:bg>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7620" imgH="7620" progId="TCLayout.ActiveDocument.1">
                  <p:embed/>
                </p:oleObj>
              </mc:Choice>
              <mc:Fallback>
                <p:oleObj name="think-cellスライド" r:id="rId3" imgW="7620" imgH="7620" progId="TCLayout.ActiveDocument.1">
                  <p:embed/>
                  <p:pic>
                    <p:nvPicPr>
                      <p:cNvPr id="2" name="オブジェクト 1" hidden="1"/>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7" name="図 6"/>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bwMode="gray">
          <a:xfrm>
            <a:off x="478800" y="432000"/>
            <a:ext cx="2016000" cy="631680"/>
          </a:xfrm>
          <a:prstGeom prst="rect">
            <a:avLst/>
          </a:prstGeom>
        </p:spPr>
      </p:pic>
      <p:sp>
        <p:nvSpPr>
          <p:cNvPr id="19" name="テキスト ボックス 18"/>
          <p:cNvSpPr txBox="1"/>
          <p:nvPr userDrawn="1"/>
        </p:nvSpPr>
        <p:spPr bwMode="gray">
          <a:xfrm>
            <a:off x="10308172" y="6517422"/>
            <a:ext cx="1402628" cy="251544"/>
          </a:xfrm>
          <a:prstGeom prst="rect">
            <a:avLst/>
          </a:prstGeom>
          <a:noFill/>
        </p:spPr>
        <p:txBody>
          <a:bodyPr wrap="none" lIns="0" tIns="0" rIns="0" bIns="0" rtlCol="0">
            <a:spAutoFit/>
          </a:bodyPr>
          <a:lstStyle/>
          <a:p>
            <a:pPr>
              <a:lnSpc>
                <a:spcPts val="950"/>
              </a:lnSpc>
            </a:pPr>
            <a:r>
              <a:rPr kumimoji="1" lang="en-US" altLang="ja-JP" sz="800">
                <a:solidFill>
                  <a:prstClr val="black"/>
                </a:solidFill>
                <a:latin typeface="+mn-lt"/>
                <a:cs typeface="+mn-cs"/>
                <a:sym typeface="+mn-lt"/>
              </a:rPr>
              <a:t>Member of</a:t>
            </a:r>
            <a:br>
              <a:rPr kumimoji="1" lang="en-US" altLang="ja-JP" sz="800">
                <a:solidFill>
                  <a:prstClr val="black"/>
                </a:solidFill>
                <a:latin typeface="+mn-lt"/>
                <a:cs typeface="+mn-cs"/>
                <a:sym typeface="+mn-lt"/>
              </a:rPr>
            </a:br>
            <a:r>
              <a:rPr kumimoji="1" lang="en-US" altLang="ja-JP" sz="800" b="1">
                <a:solidFill>
                  <a:prstClr val="black"/>
                </a:solidFill>
                <a:latin typeface="+mn-lt"/>
                <a:cs typeface="+mn-cs"/>
                <a:sym typeface="+mn-lt"/>
              </a:rPr>
              <a:t>Deloitte Touche Tohmatsu Limited</a:t>
            </a:r>
            <a:endParaRPr kumimoji="1" lang="ja-JP" altLang="en-US" sz="800" b="1">
              <a:solidFill>
                <a:prstClr val="black"/>
              </a:solidFill>
              <a:latin typeface="+mn-lt"/>
              <a:cs typeface="+mn-cs"/>
              <a:sym typeface="+mn-lt"/>
            </a:endParaRPr>
          </a:p>
        </p:txBody>
      </p:sp>
      <p:sp>
        <p:nvSpPr>
          <p:cNvPr id="4" name="テキスト プレースホルダー 3"/>
          <p:cNvSpPr>
            <a:spLocks noGrp="1"/>
          </p:cNvSpPr>
          <p:nvPr>
            <p:ph type="body" sz="quarter" idx="11"/>
          </p:nvPr>
        </p:nvSpPr>
        <p:spPr bwMode="gray">
          <a:xfrm>
            <a:off x="478800" y="6372000"/>
            <a:ext cx="8820000" cy="127856"/>
          </a:xfrm>
        </p:spPr>
        <p:txBody>
          <a:bodyPr vert="horz" lIns="0" tIns="0" rIns="0" bIns="0" rtlCol="0" anchor="b" anchorCtr="0">
            <a:spAutoFit/>
          </a:bodyPr>
          <a:lstStyle>
            <a:lvl1pPr>
              <a:defRPr lang="ja-JP" altLang="en-US" sz="800" smtClean="0">
                <a:cs typeface="+mn-cs"/>
              </a:defRPr>
            </a:lvl1pPr>
            <a:lvl2pPr>
              <a:defRPr lang="ja-JP" altLang="en-US" smtClean="0"/>
            </a:lvl2pPr>
            <a:lvl3pPr>
              <a:defRPr lang="ja-JP" altLang="en-US" smtClean="0"/>
            </a:lvl3pPr>
            <a:lvl4pPr>
              <a:defRPr lang="ja-JP" altLang="en-US" smtClean="0"/>
            </a:lvl4pPr>
            <a:lvl5pPr>
              <a:defRPr lang="ja-JP" altLang="en-US"/>
            </a:lvl5pPr>
          </a:lstStyle>
          <a:p>
            <a:pPr lvl="0"/>
            <a:r>
              <a:rPr kumimoji="1" lang="ja-JP" altLang="en-US"/>
              <a:t>マスター テキストの書式設定</a:t>
            </a:r>
          </a:p>
        </p:txBody>
      </p:sp>
      <p:sp>
        <p:nvSpPr>
          <p:cNvPr id="13" name="Text Box 37"/>
          <p:cNvSpPr txBox="1">
            <a:spLocks noChangeArrowheads="1"/>
          </p:cNvSpPr>
          <p:nvPr userDrawn="1"/>
        </p:nvSpPr>
        <p:spPr bwMode="gray">
          <a:xfrm>
            <a:off x="478800" y="6660000"/>
            <a:ext cx="2487861" cy="123111"/>
          </a:xfrm>
          <a:prstGeom prst="rect">
            <a:avLst/>
          </a:prstGeom>
          <a:noFill/>
          <a:ln w="9525">
            <a:noFill/>
            <a:miter lim="800000"/>
          </a:ln>
          <a:effectLst/>
        </p:spPr>
        <p:txBody>
          <a:bodyPr wrap="none" lIns="0" tIns="0" rIns="0" bIns="0" anchor="t" anchorCtr="0">
            <a:spAutoFit/>
          </a:bodyPr>
          <a:lstStyle/>
          <a:p>
            <a:pPr algn="l" rtl="0" eaLnBrk="0" fontAlgn="base" hangingPunct="0">
              <a:spcBef>
                <a:spcPct val="50000"/>
              </a:spcBef>
              <a:spcAft>
                <a:spcPct val="0"/>
              </a:spcAft>
            </a:pPr>
            <a:r>
              <a:rPr lang="en-US" altLang="ja-JP" sz="800" kern="1200">
                <a:solidFill>
                  <a:schemeClr val="tx1"/>
                </a:solidFill>
                <a:latin typeface="+mn-lt"/>
                <a:ea typeface="+mn-ea"/>
                <a:cs typeface="+mn-cs"/>
                <a:sym typeface="+mn-lt"/>
              </a:rPr>
              <a:t>© 2025. For information, contact Deloitte Tohmatsu Group.</a:t>
            </a:r>
          </a:p>
        </p:txBody>
      </p:sp>
      <p:grpSp>
        <p:nvGrpSpPr>
          <p:cNvPr id="8" name="グループ化 7"/>
          <p:cNvGrpSpPr/>
          <p:nvPr userDrawn="1"/>
        </p:nvGrpSpPr>
        <p:grpSpPr>
          <a:xfrm>
            <a:off x="10270800" y="4114800"/>
            <a:ext cx="1440000" cy="1894801"/>
            <a:chOff x="8050246" y="4451478"/>
            <a:chExt cx="1440000" cy="1894801"/>
          </a:xfrm>
        </p:grpSpPr>
        <p:pic>
          <p:nvPicPr>
            <p:cNvPr id="9" name="図 8" descr="ロゴ, 会社名&#10;&#10;自動的に生成された説明"/>
            <p:cNvPicPr>
              <a:picLocks noChangeAspect="1"/>
            </p:cNvPicPr>
            <p:nvPr userDrawn="1"/>
          </p:nvPicPr>
          <p:blipFill>
            <a:blip r:embed="rId6" cstate="print"/>
            <a:stretch>
              <a:fillRect/>
            </a:stretch>
          </p:blipFill>
          <p:spPr bwMode="gray">
            <a:xfrm>
              <a:off x="8050246" y="4451478"/>
              <a:ext cx="1440000" cy="873777"/>
            </a:xfrm>
            <a:prstGeom prst="rect">
              <a:avLst/>
            </a:prstGeom>
          </p:spPr>
        </p:pic>
        <p:pic>
          <p:nvPicPr>
            <p:cNvPr id="10" name="図 9" descr="ロゴ&#10;&#10;自動的に生成された説明"/>
            <p:cNvPicPr>
              <a:picLocks noChangeAspect="1"/>
            </p:cNvPicPr>
            <p:nvPr userDrawn="1"/>
          </p:nvPicPr>
          <p:blipFill>
            <a:blip r:embed="rId7" cstate="print"/>
            <a:stretch>
              <a:fillRect/>
            </a:stretch>
          </p:blipFill>
          <p:spPr>
            <a:xfrm>
              <a:off x="8148021" y="5473537"/>
              <a:ext cx="1244450" cy="872742"/>
            </a:xfrm>
            <a:prstGeom prst="rect">
              <a:avLst/>
            </a:prstGeom>
          </p:spPr>
        </p:pic>
      </p:grpSp>
    </p:spTree>
  </p:cSld>
  <p:clrMapOvr>
    <a:masterClrMapping/>
  </p:clrMapOvr>
  <p:hf hdr="0"/>
</p:sldLayout>
</file>

<file path=ppt/slideLayouts/slideLayout70.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zh-CN" altLang="en-US"/>
              <a:t>单击此处编辑母版标题样式</a:t>
            </a:r>
            <a:endParaRPr lang="en-US"/>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a:p>
        </p:txBody>
      </p:sp>
      <p:sp>
        <p:nvSpPr>
          <p:cNvPr id="4" name="Date Placeholder 3"/>
          <p:cNvSpPr>
            <a:spLocks noGrp="1"/>
          </p:cNvSpPr>
          <p:nvPr>
            <p:ph type="dt" sz="half" idx="10"/>
          </p:nvPr>
        </p:nvSpPr>
        <p:spPr/>
        <p:txBody>
          <a:bodyPr/>
          <a:lstStyle/>
          <a:p>
            <a:fld id="{48A87A34-81AB-432B-8DAE-1953F412C126}" type="datetimeFigureOut">
              <a:rPr lang="en-US" dirty="0"/>
              <a:t>9/30/2025</a:t>
            </a:fld>
            <a:endParaRPr lang="en-US"/>
          </a:p>
        </p:txBody>
      </p:sp>
      <p:sp>
        <p:nvSpPr>
          <p:cNvPr id="5" name="Footer Placeholder 4"/>
          <p:cNvSpPr>
            <a:spLocks noGrp="1"/>
          </p:cNvSpPr>
          <p:nvPr>
            <p:ph type="ftr" sz="quarter" idx="11"/>
          </p:nvPr>
        </p:nvSpPr>
        <p:spPr>
          <a:xfrm>
            <a:off x="2416500" y="329307"/>
            <a:ext cx="4973915" cy="309201"/>
          </a:xfrm>
        </p:spPr>
        <p:txBody>
          <a:bodyPr/>
          <a:lstStyle/>
          <a:p>
            <a:endParaRPr lang="en-US"/>
          </a:p>
        </p:txBody>
      </p:sp>
      <p:sp>
        <p:nvSpPr>
          <p:cNvPr id="6" name="Slide Number Placeholder 5"/>
          <p:cNvSpPr>
            <a:spLocks noGrp="1"/>
          </p:cNvSpPr>
          <p:nvPr>
            <p:ph type="sldNum" sz="quarter" idx="12"/>
          </p:nvPr>
        </p:nvSpPr>
        <p:spPr>
          <a:xfrm>
            <a:off x="1437664" y="798973"/>
            <a:ext cx="811019" cy="503578"/>
          </a:xfrm>
        </p:spPr>
        <p:txBody>
          <a:bodyPr/>
          <a:lstStyle/>
          <a:p>
            <a:fld id="{6D22F896-40B5-4ADD-8801-0D06FADFA095}" type="slidenum">
              <a:rPr lang="en-US" dirty="0"/>
              <a:t>‹#›</a:t>
            </a:fld>
            <a:endParaRPr 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hf hdr="0" ftr="0" dt="0"/>
</p:sldLayout>
</file>

<file path=ppt/slideLayouts/slideLayout7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idx="1"/>
          </p:nvPr>
        </p:nvSpPr>
        <p:spPr/>
        <p:txBody>
          <a:bodyPr ancho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Date Placeholder 3"/>
          <p:cNvSpPr>
            <a:spLocks noGrp="1"/>
          </p:cNvSpPr>
          <p:nvPr>
            <p:ph type="dt" sz="half" idx="10"/>
          </p:nvPr>
        </p:nvSpPr>
        <p:spPr/>
        <p:txBody>
          <a:bodyPr/>
          <a:lstStyle/>
          <a:p>
            <a:fld id="{48A87A34-81AB-432B-8DAE-1953F412C126}" type="datetimeFigureOut">
              <a:rPr lang="en-US" dirty="0"/>
              <a:t>9/30/2025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hf hdr="0" ftr="0" dt="0"/>
</p:sldLayout>
</file>

<file path=ppt/slideLayouts/slideLayout7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zh-CN" altLang="en-US"/>
              <a:t>单击此处编辑母版标题样式</a:t>
            </a:r>
            <a:endParaRPr lang="en-US"/>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48A87A34-81AB-432B-8DAE-1953F412C126}" type="datetimeFigureOut">
              <a:rPr lang="en-US" dirty="0"/>
              <a:t>9/30/2025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hf hdr="0" ftr="0" dt="0"/>
</p:sldLayout>
</file>

<file path=ppt/slideLayouts/slideLayout7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zh-CN" altLang="en-US"/>
              <a:t>单击此处编辑母版标题样式</a:t>
            </a:r>
            <a:endParaRPr lang="en-US"/>
          </a:p>
        </p:txBody>
      </p:sp>
      <p:sp>
        <p:nvSpPr>
          <p:cNvPr id="3" name="Content Placeholder 2"/>
          <p:cNvSpPr>
            <a:spLocks noGrp="1"/>
          </p:cNvSpPr>
          <p:nvPr>
            <p:ph sz="half" idx="1"/>
          </p:nvPr>
        </p:nvSpPr>
        <p:spPr>
          <a:xfrm>
            <a:off x="1447331" y="2010878"/>
            <a:ext cx="4645152" cy="344859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Content Placeholder 3"/>
          <p:cNvSpPr>
            <a:spLocks noGrp="1"/>
          </p:cNvSpPr>
          <p:nvPr>
            <p:ph sz="half" idx="2"/>
          </p:nvPr>
        </p:nvSpPr>
        <p:spPr>
          <a:xfrm>
            <a:off x="6413771" y="2017343"/>
            <a:ext cx="4645152" cy="344152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5" name="Date Placeholder 4"/>
          <p:cNvSpPr>
            <a:spLocks noGrp="1"/>
          </p:cNvSpPr>
          <p:nvPr>
            <p:ph type="dt" sz="half" idx="10"/>
          </p:nvPr>
        </p:nvSpPr>
        <p:spPr/>
        <p:txBody>
          <a:bodyPr/>
          <a:lstStyle/>
          <a:p>
            <a:fld id="{48A87A34-81AB-432B-8DAE-1953F412C126}" type="datetimeFigureOut">
              <a:rPr lang="en-US" dirty="0"/>
              <a:t>9/30/2025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hf hdr="0" ftr="0" dt="0"/>
</p:sldLayout>
</file>

<file path=ppt/slideLayouts/slideLayout7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zh-CN" altLang="en-US"/>
              <a:t>单击此处编辑母版标题样式</a:t>
            </a:r>
            <a:endParaRPr lang="en-US"/>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1447191" y="2824269"/>
            <a:ext cx="4645152" cy="2644457"/>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412362" y="2821491"/>
            <a:ext cx="4645152" cy="2637371"/>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7" name="Date Placeholder 6"/>
          <p:cNvSpPr>
            <a:spLocks noGrp="1"/>
          </p:cNvSpPr>
          <p:nvPr>
            <p:ph type="dt" sz="half" idx="10"/>
          </p:nvPr>
        </p:nvSpPr>
        <p:spPr/>
        <p:txBody>
          <a:bodyPr/>
          <a:lstStyle/>
          <a:p>
            <a:fld id="{48A87A34-81AB-432B-8DAE-1953F412C126}" type="datetimeFigureOut">
              <a:rPr lang="en-US" dirty="0"/>
              <a:t>9/30/2025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hf hdr="0" ftr="0" dt="0"/>
</p:sldLayout>
</file>

<file path=ppt/slideLayouts/slideLayout7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Date Placeholder 2"/>
          <p:cNvSpPr>
            <a:spLocks noGrp="1"/>
          </p:cNvSpPr>
          <p:nvPr>
            <p:ph type="dt" sz="half" idx="10"/>
          </p:nvPr>
        </p:nvSpPr>
        <p:spPr/>
        <p:txBody>
          <a:bodyPr/>
          <a:lstStyle/>
          <a:p>
            <a:fld id="{48A87A34-81AB-432B-8DAE-1953F412C126}" type="datetimeFigureOut">
              <a:rPr lang="en-US" dirty="0"/>
              <a:t>9/30/2025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hf hdr="0" ftr="0" dt="0"/>
</p:sldLayout>
</file>

<file path=ppt/slideLayouts/slideLayout7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9/30/2025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a:p>
        </p:txBody>
      </p:sp>
    </p:spTree>
  </p:cSld>
  <p:clrMapOvr>
    <a:masterClrMapping/>
  </p:clrMapOvr>
  <p:hf hdr="0" ftr="0" dt="0"/>
</p:sldLayout>
</file>

<file path=ppt/slideLayouts/slideLayout7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zh-CN" altLang="en-US"/>
              <a:t>单击此处编辑母版标题样式</a:t>
            </a:r>
            <a:endParaRPr lang="en-US"/>
          </a:p>
        </p:txBody>
      </p:sp>
      <p:sp>
        <p:nvSpPr>
          <p:cNvPr id="3" name="Content Placeholder 2"/>
          <p:cNvSpPr>
            <a:spLocks noGrp="1"/>
          </p:cNvSpPr>
          <p:nvPr>
            <p:ph idx="1"/>
          </p:nvPr>
        </p:nvSpPr>
        <p:spPr>
          <a:xfrm>
            <a:off x="5043714" y="798974"/>
            <a:ext cx="6012470" cy="4658826"/>
          </a:xfrm>
        </p:spPr>
        <p:txBody>
          <a:bodyPr anchor="ct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48A87A34-81AB-432B-8DAE-1953F412C126}" type="datetimeFigureOut">
              <a:rPr lang="en-US" dirty="0"/>
              <a:t>9/30/2025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hf hdr="0" ftr="0" dt="0"/>
</p:sldLayout>
</file>

<file path=ppt/slideLayouts/slideLayout7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zh-CN" altLang="en-US"/>
              <a:t>单击此处编辑母版标题样式</a:t>
            </a:r>
            <a:endParaRPr lang="en-US"/>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48A87A34-81AB-432B-8DAE-1953F412C126}" type="datetimeFigureOut">
              <a:rPr lang="en-US" dirty="0"/>
              <a:t>9/30/2025</a:t>
            </a:fld>
            <a:endParaRPr lang="en-US"/>
          </a:p>
        </p:txBody>
      </p:sp>
      <p:sp>
        <p:nvSpPr>
          <p:cNvPr id="6" name="Footer Placeholder 5"/>
          <p:cNvSpPr>
            <a:spLocks noGrp="1"/>
          </p:cNvSpPr>
          <p:nvPr>
            <p:ph type="ftr" sz="quarter" idx="11"/>
          </p:nvPr>
        </p:nvSpPr>
        <p:spPr>
          <a:xfrm>
            <a:off x="1447382" y="318640"/>
            <a:ext cx="5541004" cy="320931"/>
          </a:xfrm>
        </p:spPr>
        <p:txBody>
          <a:bodyPr/>
          <a:lstStyle/>
          <a:p>
            <a:endParaRPr lang="en-US"/>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hf hdr="0" ftr="0" dt="0"/>
</p:sldLayout>
</file>

<file path=ppt/slideLayouts/slideLayout7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Date Placeholder 3"/>
          <p:cNvSpPr>
            <a:spLocks noGrp="1"/>
          </p:cNvSpPr>
          <p:nvPr>
            <p:ph type="dt" sz="half" idx="10"/>
          </p:nvPr>
        </p:nvSpPr>
        <p:spPr/>
        <p:txBody>
          <a:bodyPr/>
          <a:lstStyle/>
          <a:p>
            <a:fld id="{48A87A34-81AB-432B-8DAE-1953F412C126}" type="datetimeFigureOut">
              <a:rPr lang="en-US" dirty="0"/>
              <a:t>9/30/2025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hf hdr="0" ftr="0" dt="0"/>
</p:sldLayout>
</file>

<file path=ppt/slideLayouts/slideLayout8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zh-CN" altLang="en-US"/>
              <a:t>单击此处编辑母版标题样式</a:t>
            </a:r>
            <a:endParaRPr lang="en-US"/>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Date Placeholder 3"/>
          <p:cNvSpPr>
            <a:spLocks noGrp="1"/>
          </p:cNvSpPr>
          <p:nvPr>
            <p:ph type="dt" sz="half" idx="10"/>
          </p:nvPr>
        </p:nvSpPr>
        <p:spPr/>
        <p:txBody>
          <a:bodyPr/>
          <a:lstStyle/>
          <a:p>
            <a:fld id="{48A87A34-81AB-432B-8DAE-1953F412C126}" type="datetimeFigureOut">
              <a:rPr lang="en-US" dirty="0"/>
              <a:t>9/30/2025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hf hdr="0" ftr="0" dt="0"/>
</p:sldLayout>
</file>

<file path=ppt/slideLayouts/slideLayout81.xml><?xml version="1.0" encoding="utf-8"?>
<p:sldLayout xmlns:a="http://schemas.openxmlformats.org/drawingml/2006/main" xmlns:r="http://schemas.openxmlformats.org/officeDocument/2006/relationships" xmlns:p="http://schemas.openxmlformats.org/presentationml/2006/main" userDrawn="1">
  <p:cSld name="1_basic_text">
    <p:spTree>
      <p:nvGrpSpPr>
        <p:cNvPr id="1" name=""/>
        <p:cNvGrpSpPr/>
        <p:nvPr/>
      </p:nvGrpSpPr>
      <p:grpSpPr>
        <a:xfrm>
          <a:off x="0" y="0"/>
          <a:ext cx="0" cy="0"/>
          <a:chOff x="0" y="0"/>
          <a:chExt cx="0" cy="0"/>
        </a:xfrm>
      </p:grpSpPr>
      <p:sp>
        <p:nvSpPr>
          <p:cNvPr id="4" name="タイトル 3"/>
          <p:cNvSpPr>
            <a:spLocks noGrp="1"/>
          </p:cNvSpPr>
          <p:nvPr>
            <p:ph type="title" hasCustomPrompt="1"/>
          </p:nvPr>
        </p:nvSpPr>
        <p:spPr>
          <a:xfrm>
            <a:off x="414336" y="255264"/>
            <a:ext cx="9327072" cy="369332"/>
          </a:xfrm>
        </p:spPr>
        <p:txBody>
          <a:bodyPr/>
          <a:lstStyle/>
          <a:p>
            <a:r>
              <a:rPr kumimoji="1" lang="ja-JP" altLang="en-US"/>
              <a:t>タイトル</a:t>
            </a:r>
            <a:r>
              <a:rPr kumimoji="1" lang="en-US" altLang="ja-JP"/>
              <a:t> </a:t>
            </a:r>
            <a:r>
              <a:rPr kumimoji="1" lang="ja-JP" altLang="en-US"/>
              <a:t>游ゴシック</a:t>
            </a:r>
            <a:r>
              <a:rPr kumimoji="1" lang="en-US" altLang="ja-JP"/>
              <a:t>Bold 24pt</a:t>
            </a:r>
            <a:endParaRPr kumimoji="1" lang="ja-JP" altLang="en-US"/>
          </a:p>
        </p:txBody>
      </p:sp>
      <p:sp>
        <p:nvSpPr>
          <p:cNvPr id="15" name="コンテンツ プレースホルダー 14"/>
          <p:cNvSpPr>
            <a:spLocks noGrp="1"/>
          </p:cNvSpPr>
          <p:nvPr>
            <p:ph sz="quarter" idx="10" hasCustomPrompt="1"/>
          </p:nvPr>
        </p:nvSpPr>
        <p:spPr>
          <a:xfrm>
            <a:off x="414338" y="857251"/>
            <a:ext cx="11550650" cy="5380038"/>
          </a:xfrm>
        </p:spPr>
        <p:txBody>
          <a:bodyPr/>
          <a:lstStyle>
            <a:lvl1pPr>
              <a:lnSpc>
                <a:spcPct val="150000"/>
              </a:lnSpc>
              <a:defRPr sz="1600"/>
            </a:lvl1pPr>
            <a:lvl2pPr>
              <a:lnSpc>
                <a:spcPct val="150000"/>
              </a:lnSpc>
              <a:defRPr/>
            </a:lvl2pPr>
            <a:lvl3pPr>
              <a:lnSpc>
                <a:spcPct val="150000"/>
              </a:lnSpc>
              <a:defRPr/>
            </a:lvl3pPr>
            <a:lvl4pPr>
              <a:lnSpc>
                <a:spcPct val="150000"/>
              </a:lnSpc>
              <a:defRPr/>
            </a:lvl4pPr>
            <a:lvl5pPr>
              <a:lnSpc>
                <a:spcPct val="150000"/>
              </a:lnSpc>
              <a:defRPr/>
            </a:lvl5pPr>
          </a:lstStyle>
          <a:p>
            <a:pPr lvl="0"/>
            <a:r>
              <a:rPr kumimoji="1" lang="ja-JP" altLang="en-US"/>
              <a:t>本文テキスト</a:t>
            </a:r>
            <a:r>
              <a:rPr kumimoji="1" lang="en-US" altLang="ja-JP"/>
              <a:t> </a:t>
            </a:r>
            <a:r>
              <a:rPr kumimoji="1" lang="ja-JP" altLang="en-US"/>
              <a:t>游ゴシック </a:t>
            </a:r>
            <a:r>
              <a:rPr kumimoji="1" lang="en-US" altLang="ja-JP"/>
              <a:t>Medium 16pt / </a:t>
            </a:r>
            <a:r>
              <a:rPr kumimoji="1" lang="ja-JP" altLang="en-US"/>
              <a:t>行間</a:t>
            </a:r>
            <a:r>
              <a:rPr kumimoji="1" lang="en-US" altLang="ja-JP"/>
              <a:t>1.5</a:t>
            </a:r>
            <a:br>
              <a:rPr kumimoji="1" lang="en-US" altLang="ja-JP"/>
            </a:br>
            <a:r>
              <a:rPr kumimoji="1" lang="ja-JP" altLang="en-US"/>
              <a:t>テーマカラー：</a:t>
            </a:r>
            <a:r>
              <a:rPr kumimoji="1" lang="en-US" altLang="ja-JP"/>
              <a:t>Blue and Cool gray </a:t>
            </a:r>
          </a:p>
        </p:txBody>
      </p:sp>
      <p:sp>
        <p:nvSpPr>
          <p:cNvPr id="5" name="テキスト ボックス 4"/>
          <p:cNvSpPr txBox="1"/>
          <p:nvPr userDrawn="1"/>
        </p:nvSpPr>
        <p:spPr>
          <a:xfrm>
            <a:off x="10737640" y="6568908"/>
            <a:ext cx="1188000" cy="241980"/>
          </a:xfrm>
          <a:prstGeom prst="rect">
            <a:avLst/>
          </a:prstGeom>
          <a:noFill/>
          <a:ln>
            <a:solidFill>
              <a:srgbClr val="FF0000"/>
            </a:solidFill>
          </a:ln>
        </p:spPr>
        <p:txBody>
          <a:bodyPr wrap="square" lIns="36000" tIns="36000" rIns="36000" bIns="36000" rtlCol="0" anchor="ctr">
            <a:spAutoFit/>
          </a:bodyPr>
          <a:lstStyle/>
          <a:p>
            <a:pPr algn="ctr"/>
            <a:r>
              <a:rPr kumimoji="1" lang="en-US" altLang="ja-JP" sz="1100" b="0" i="0">
                <a:solidFill>
                  <a:srgbClr val="FF0000"/>
                </a:solidFill>
                <a:latin typeface="+mj-lt"/>
                <a:ea typeface="MS Gothic" panose="020B0609070205080204" pitchFamily="49" charset="-128"/>
              </a:rPr>
              <a:t>CONFIDENTIAL</a:t>
            </a:r>
            <a:endParaRPr kumimoji="1" lang="ja-JP" altLang="en-US" sz="1100" b="0" i="0">
              <a:solidFill>
                <a:srgbClr val="FF0000"/>
              </a:solidFill>
              <a:latin typeface="+mj-lt"/>
              <a:ea typeface="MS Gothic" panose="020B0609070205080204" pitchFamily="49" charset="-128"/>
            </a:endParaRPr>
          </a:p>
        </p:txBody>
      </p:sp>
      <p:pic>
        <p:nvPicPr>
          <p:cNvPr id="2"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837548" y="91514"/>
            <a:ext cx="2228371" cy="45663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ags" Target="../tags/tag2.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1.emf"/><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oleObject" Target="../embeddings/oleObject3.bin"/><Relationship Id="rId5" Type="http://schemas.openxmlformats.org/officeDocument/2006/relationships/tags" Target="../tags/tag4.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5.xml"/><Relationship Id="rId13" Type="http://schemas.openxmlformats.org/officeDocument/2006/relationships/slideLayout" Target="../slideLayouts/slideLayout20.xml"/><Relationship Id="rId18" Type="http://schemas.openxmlformats.org/officeDocument/2006/relationships/tags" Target="../tags/tag5.xml"/><Relationship Id="rId3" Type="http://schemas.openxmlformats.org/officeDocument/2006/relationships/slideLayout" Target="../slideLayouts/slideLayout10.xml"/><Relationship Id="rId7" Type="http://schemas.openxmlformats.org/officeDocument/2006/relationships/slideLayout" Target="../slideLayouts/slideLayout14.xml"/><Relationship Id="rId12" Type="http://schemas.openxmlformats.org/officeDocument/2006/relationships/slideLayout" Target="../slideLayouts/slideLayout19.xml"/><Relationship Id="rId17" Type="http://schemas.openxmlformats.org/officeDocument/2006/relationships/theme" Target="../theme/theme3.xml"/><Relationship Id="rId2" Type="http://schemas.openxmlformats.org/officeDocument/2006/relationships/slideLayout" Target="../slideLayouts/slideLayout9.xml"/><Relationship Id="rId16" Type="http://schemas.openxmlformats.org/officeDocument/2006/relationships/slideLayout" Target="../slideLayouts/slideLayout23.xml"/><Relationship Id="rId20" Type="http://schemas.openxmlformats.org/officeDocument/2006/relationships/image" Target="../media/image3.emf"/><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slideLayout" Target="../slideLayouts/slideLayout18.xml"/><Relationship Id="rId5" Type="http://schemas.openxmlformats.org/officeDocument/2006/relationships/slideLayout" Target="../slideLayouts/slideLayout12.xml"/><Relationship Id="rId15" Type="http://schemas.openxmlformats.org/officeDocument/2006/relationships/slideLayout" Target="../slideLayouts/slideLayout22.xml"/><Relationship Id="rId10" Type="http://schemas.openxmlformats.org/officeDocument/2006/relationships/slideLayout" Target="../slideLayouts/slideLayout17.xml"/><Relationship Id="rId19" Type="http://schemas.openxmlformats.org/officeDocument/2006/relationships/oleObject" Target="../embeddings/oleObject4.bin"/><Relationship Id="rId4" Type="http://schemas.openxmlformats.org/officeDocument/2006/relationships/slideLayout" Target="../slideLayouts/slideLayout11.xml"/><Relationship Id="rId9" Type="http://schemas.openxmlformats.org/officeDocument/2006/relationships/slideLayout" Target="../slideLayouts/slideLayout16.xml"/><Relationship Id="rId14" Type="http://schemas.openxmlformats.org/officeDocument/2006/relationships/slideLayout" Target="../slideLayouts/slideLayout2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slideLayout" Target="../slideLayouts/slideLayout36.xml"/><Relationship Id="rId18" Type="http://schemas.openxmlformats.org/officeDocument/2006/relationships/slideLayout" Target="../slideLayouts/slideLayout41.xml"/><Relationship Id="rId26" Type="http://schemas.openxmlformats.org/officeDocument/2006/relationships/oleObject" Target="../embeddings/oleObject21.bin"/><Relationship Id="rId3" Type="http://schemas.openxmlformats.org/officeDocument/2006/relationships/slideLayout" Target="../slideLayouts/slideLayout26.xml"/><Relationship Id="rId21" Type="http://schemas.openxmlformats.org/officeDocument/2006/relationships/slideLayout" Target="../slideLayouts/slideLayout44.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17" Type="http://schemas.openxmlformats.org/officeDocument/2006/relationships/slideLayout" Target="../slideLayouts/slideLayout40.xml"/><Relationship Id="rId25" Type="http://schemas.openxmlformats.org/officeDocument/2006/relationships/tags" Target="../tags/tag22.xml"/><Relationship Id="rId2" Type="http://schemas.openxmlformats.org/officeDocument/2006/relationships/slideLayout" Target="../slideLayouts/slideLayout25.xml"/><Relationship Id="rId16" Type="http://schemas.openxmlformats.org/officeDocument/2006/relationships/slideLayout" Target="../slideLayouts/slideLayout39.xml"/><Relationship Id="rId20" Type="http://schemas.openxmlformats.org/officeDocument/2006/relationships/slideLayout" Target="../slideLayouts/slideLayout43.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24" Type="http://schemas.openxmlformats.org/officeDocument/2006/relationships/theme" Target="../theme/theme4.xml"/><Relationship Id="rId5" Type="http://schemas.openxmlformats.org/officeDocument/2006/relationships/slideLayout" Target="../slideLayouts/slideLayout28.xml"/><Relationship Id="rId15" Type="http://schemas.openxmlformats.org/officeDocument/2006/relationships/slideLayout" Target="../slideLayouts/slideLayout38.xml"/><Relationship Id="rId23" Type="http://schemas.openxmlformats.org/officeDocument/2006/relationships/slideLayout" Target="../slideLayouts/slideLayout46.xml"/><Relationship Id="rId10" Type="http://schemas.openxmlformats.org/officeDocument/2006/relationships/slideLayout" Target="../slideLayouts/slideLayout33.xml"/><Relationship Id="rId19" Type="http://schemas.openxmlformats.org/officeDocument/2006/relationships/slideLayout" Target="../slideLayouts/slideLayout42.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slideLayout" Target="../slideLayouts/slideLayout37.xml"/><Relationship Id="rId22" Type="http://schemas.openxmlformats.org/officeDocument/2006/relationships/slideLayout" Target="../slideLayouts/slideLayout45.xml"/><Relationship Id="rId27" Type="http://schemas.openxmlformats.org/officeDocument/2006/relationships/image" Target="../media/image12.emf"/></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4.xml"/><Relationship Id="rId13" Type="http://schemas.openxmlformats.org/officeDocument/2006/relationships/slideLayout" Target="../slideLayouts/slideLayout59.xml"/><Relationship Id="rId18" Type="http://schemas.openxmlformats.org/officeDocument/2006/relationships/slideLayout" Target="../slideLayouts/slideLayout64.xml"/><Relationship Id="rId26" Type="http://schemas.openxmlformats.org/officeDocument/2006/relationships/oleObject" Target="../embeddings/oleObject45.bin"/><Relationship Id="rId3" Type="http://schemas.openxmlformats.org/officeDocument/2006/relationships/slideLayout" Target="../slideLayouts/slideLayout49.xml"/><Relationship Id="rId21" Type="http://schemas.openxmlformats.org/officeDocument/2006/relationships/slideLayout" Target="../slideLayouts/slideLayout67.xml"/><Relationship Id="rId7" Type="http://schemas.openxmlformats.org/officeDocument/2006/relationships/slideLayout" Target="../slideLayouts/slideLayout53.xml"/><Relationship Id="rId12" Type="http://schemas.openxmlformats.org/officeDocument/2006/relationships/slideLayout" Target="../slideLayouts/slideLayout58.xml"/><Relationship Id="rId17" Type="http://schemas.openxmlformats.org/officeDocument/2006/relationships/slideLayout" Target="../slideLayouts/slideLayout63.xml"/><Relationship Id="rId25" Type="http://schemas.openxmlformats.org/officeDocument/2006/relationships/tags" Target="../tags/tag47.xml"/><Relationship Id="rId2" Type="http://schemas.openxmlformats.org/officeDocument/2006/relationships/slideLayout" Target="../slideLayouts/slideLayout48.xml"/><Relationship Id="rId16" Type="http://schemas.openxmlformats.org/officeDocument/2006/relationships/slideLayout" Target="../slideLayouts/slideLayout62.xml"/><Relationship Id="rId20" Type="http://schemas.openxmlformats.org/officeDocument/2006/relationships/slideLayout" Target="../slideLayouts/slideLayout66.xml"/><Relationship Id="rId1" Type="http://schemas.openxmlformats.org/officeDocument/2006/relationships/slideLayout" Target="../slideLayouts/slideLayout47.xml"/><Relationship Id="rId6" Type="http://schemas.openxmlformats.org/officeDocument/2006/relationships/slideLayout" Target="../slideLayouts/slideLayout52.xml"/><Relationship Id="rId11" Type="http://schemas.openxmlformats.org/officeDocument/2006/relationships/slideLayout" Target="../slideLayouts/slideLayout57.xml"/><Relationship Id="rId24" Type="http://schemas.openxmlformats.org/officeDocument/2006/relationships/theme" Target="../theme/theme5.xml"/><Relationship Id="rId5" Type="http://schemas.openxmlformats.org/officeDocument/2006/relationships/slideLayout" Target="../slideLayouts/slideLayout51.xml"/><Relationship Id="rId15" Type="http://schemas.openxmlformats.org/officeDocument/2006/relationships/slideLayout" Target="../slideLayouts/slideLayout61.xml"/><Relationship Id="rId23" Type="http://schemas.openxmlformats.org/officeDocument/2006/relationships/slideLayout" Target="../slideLayouts/slideLayout69.xml"/><Relationship Id="rId10" Type="http://schemas.openxmlformats.org/officeDocument/2006/relationships/slideLayout" Target="../slideLayouts/slideLayout56.xml"/><Relationship Id="rId19" Type="http://schemas.openxmlformats.org/officeDocument/2006/relationships/slideLayout" Target="../slideLayouts/slideLayout65.xml"/><Relationship Id="rId4" Type="http://schemas.openxmlformats.org/officeDocument/2006/relationships/slideLayout" Target="../slideLayouts/slideLayout50.xml"/><Relationship Id="rId9" Type="http://schemas.openxmlformats.org/officeDocument/2006/relationships/slideLayout" Target="../slideLayouts/slideLayout55.xml"/><Relationship Id="rId14" Type="http://schemas.openxmlformats.org/officeDocument/2006/relationships/slideLayout" Target="../slideLayouts/slideLayout60.xml"/><Relationship Id="rId22" Type="http://schemas.openxmlformats.org/officeDocument/2006/relationships/slideLayout" Target="../slideLayouts/slideLayout68.xml"/><Relationship Id="rId27" Type="http://schemas.openxmlformats.org/officeDocument/2006/relationships/image" Target="../media/image12.emf"/></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7.xml"/><Relationship Id="rId13" Type="http://schemas.openxmlformats.org/officeDocument/2006/relationships/theme" Target="../theme/theme6.xml"/><Relationship Id="rId3" Type="http://schemas.openxmlformats.org/officeDocument/2006/relationships/slideLayout" Target="../slideLayouts/slideLayout72.xml"/><Relationship Id="rId7" Type="http://schemas.openxmlformats.org/officeDocument/2006/relationships/slideLayout" Target="../slideLayouts/slideLayout76.xml"/><Relationship Id="rId12" Type="http://schemas.openxmlformats.org/officeDocument/2006/relationships/slideLayout" Target="../slideLayouts/slideLayout81.xml"/><Relationship Id="rId17" Type="http://schemas.openxmlformats.org/officeDocument/2006/relationships/image" Target="../media/image1.emf"/><Relationship Id="rId2" Type="http://schemas.openxmlformats.org/officeDocument/2006/relationships/slideLayout" Target="../slideLayouts/slideLayout71.xml"/><Relationship Id="rId16" Type="http://schemas.openxmlformats.org/officeDocument/2006/relationships/oleObject" Target="../embeddings/oleObject69.bin"/><Relationship Id="rId1" Type="http://schemas.openxmlformats.org/officeDocument/2006/relationships/slideLayout" Target="../slideLayouts/slideLayout70.xml"/><Relationship Id="rId6" Type="http://schemas.openxmlformats.org/officeDocument/2006/relationships/slideLayout" Target="../slideLayouts/slideLayout75.xml"/><Relationship Id="rId11" Type="http://schemas.openxmlformats.org/officeDocument/2006/relationships/slideLayout" Target="../slideLayouts/slideLayout80.xml"/><Relationship Id="rId5" Type="http://schemas.openxmlformats.org/officeDocument/2006/relationships/slideLayout" Target="../slideLayouts/slideLayout74.xml"/><Relationship Id="rId15" Type="http://schemas.openxmlformats.org/officeDocument/2006/relationships/image" Target="../media/image16.jpeg"/><Relationship Id="rId10" Type="http://schemas.openxmlformats.org/officeDocument/2006/relationships/slideLayout" Target="../slideLayouts/slideLayout79.xml"/><Relationship Id="rId4" Type="http://schemas.openxmlformats.org/officeDocument/2006/relationships/slideLayout" Target="../slideLayouts/slideLayout73.xml"/><Relationship Id="rId9" Type="http://schemas.openxmlformats.org/officeDocument/2006/relationships/slideLayout" Target="../slideLayouts/slideLayout78.xml"/><Relationship Id="rId14" Type="http://schemas.openxmlformats.org/officeDocument/2006/relationships/tags" Target="../tags/tag7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 name="オブジェクト 2" hidden="1"/>
          <p:cNvGraphicFramePr>
            <a:graphicFrameLocks noChangeAspect="1"/>
          </p:cNvGraphicFramePr>
          <p:nvPr userDrawn="1">
            <p:custDataLst>
              <p:tags r:id="rId6"/>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7" imgW="5715" imgH="5715" progId="TCLayout.ActiveDocument.1">
                  <p:embed/>
                </p:oleObj>
              </mc:Choice>
              <mc:Fallback>
                <p:oleObj name="think-cellスライド" r:id="rId7" imgW="5715" imgH="5715" progId="TCLayout.ActiveDocument.1">
                  <p:embed/>
                  <p:pic>
                    <p:nvPicPr>
                      <p:cNvPr id="3" name="オブジェクト 2" hidden="1"/>
                      <p:cNvPicPr/>
                      <p:nvPr/>
                    </p:nvPicPr>
                    <p:blipFill>
                      <a:blip r:embed="rId8"/>
                      <a:stretch>
                        <a:fillRect/>
                      </a:stretch>
                    </p:blipFill>
                    <p:spPr>
                      <a:xfrm>
                        <a:off x="1588" y="1588"/>
                        <a:ext cx="1588" cy="1588"/>
                      </a:xfrm>
                      <a:prstGeom prst="rect">
                        <a:avLst/>
                      </a:prstGeom>
                    </p:spPr>
                  </p:pic>
                </p:oleObj>
              </mc:Fallback>
            </mc:AlternateContent>
          </a:graphicData>
        </a:graphic>
      </p:graphicFrame>
      <p:sp>
        <p:nvSpPr>
          <p:cNvPr id="5" name="タイトル プレースホルダー 4"/>
          <p:cNvSpPr>
            <a:spLocks noGrp="1"/>
          </p:cNvSpPr>
          <p:nvPr>
            <p:ph type="title"/>
          </p:nvPr>
        </p:nvSpPr>
        <p:spPr>
          <a:xfrm>
            <a:off x="414336" y="255264"/>
            <a:ext cx="9548530" cy="369332"/>
          </a:xfrm>
          <a:prstGeom prst="rect">
            <a:avLst/>
          </a:prstGeom>
        </p:spPr>
        <p:txBody>
          <a:bodyPr vert="horz" wrap="square" lIns="0" tIns="0" rIns="0" bIns="0" rtlCol="0" anchor="b">
            <a:noAutofit/>
          </a:bodyPr>
          <a:lstStyle/>
          <a:p>
            <a:r>
              <a:rPr kumimoji="1" lang="ja-JP" altLang="en-US"/>
              <a:t>マスター タイトルの書式設定</a:t>
            </a:r>
          </a:p>
        </p:txBody>
      </p:sp>
      <p:sp>
        <p:nvSpPr>
          <p:cNvPr id="6" name="テキスト プレースホルダー 5"/>
          <p:cNvSpPr>
            <a:spLocks noGrp="1"/>
          </p:cNvSpPr>
          <p:nvPr>
            <p:ph type="body" idx="1"/>
          </p:nvPr>
        </p:nvSpPr>
        <p:spPr>
          <a:xfrm>
            <a:off x="407988" y="1187354"/>
            <a:ext cx="11556999" cy="5049933"/>
          </a:xfrm>
          <a:prstGeom prst="rect">
            <a:avLst/>
          </a:prstGeom>
        </p:spPr>
        <p:txBody>
          <a:bodyPr vert="horz" lIns="0" tIns="0" rIns="0" bIns="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2" name="スライド番号プレースホルダ 8">
            <a:extLst>
              <a:ext uri="{FF2B5EF4-FFF2-40B4-BE49-F238E27FC236}">
                <a16:creationId xmlns:a16="http://schemas.microsoft.com/office/drawing/2014/main" id="{764A59F0-2069-F9E9-40A7-A1BBAD6E4EFB}"/>
              </a:ext>
            </a:extLst>
          </p:cNvPr>
          <p:cNvSpPr>
            <a:spLocks noGrp="1"/>
          </p:cNvSpPr>
          <p:nvPr>
            <p:ph type="sldNum" sz="quarter" idx="4"/>
          </p:nvPr>
        </p:nvSpPr>
        <p:spPr bwMode="gray">
          <a:xfrm>
            <a:off x="480000" y="6588000"/>
            <a:ext cx="363280" cy="169200"/>
          </a:xfrm>
          <a:prstGeom prst="rect">
            <a:avLst/>
          </a:prstGeom>
        </p:spPr>
        <p:txBody>
          <a:bodyPr/>
          <a:lstStyle>
            <a:lvl1pPr>
              <a:defRPr sz="1000" baseline="0">
                <a:solidFill>
                  <a:schemeClr val="tx1"/>
                </a:solidFill>
                <a:latin typeface="+mn-lt"/>
                <a:ea typeface="+mn-ea"/>
                <a:cs typeface="+mn-cs"/>
                <a:sym typeface="+mn-lt"/>
              </a:defRPr>
            </a:lvl1pPr>
          </a:lstStyle>
          <a:p>
            <a:fld id="{543A0986-838B-4D2A-A95C-8CB1738263FE}" type="slidenum">
              <a:rPr lang="ja-JP" altLang="en-US" smtClean="0"/>
              <a:pPr/>
              <a:t>‹#›</a:t>
            </a:fld>
            <a:endParaRPr lang="ja-JP" altLang="en-US"/>
          </a:p>
        </p:txBody>
      </p:sp>
      <p:sp>
        <p:nvSpPr>
          <p:cNvPr id="4" name="フッター プレースホルダ 9">
            <a:extLst>
              <a:ext uri="{FF2B5EF4-FFF2-40B4-BE49-F238E27FC236}">
                <a16:creationId xmlns:a16="http://schemas.microsoft.com/office/drawing/2014/main" id="{2D5E64BD-8D93-ABED-1728-9D31E5A8E063}"/>
              </a:ext>
            </a:extLst>
          </p:cNvPr>
          <p:cNvSpPr>
            <a:spLocks noGrp="1"/>
          </p:cNvSpPr>
          <p:nvPr>
            <p:ph type="ftr" sz="quarter" idx="3"/>
          </p:nvPr>
        </p:nvSpPr>
        <p:spPr bwMode="gray">
          <a:xfrm>
            <a:off x="964480" y="6588000"/>
            <a:ext cx="5184000" cy="169200"/>
          </a:xfrm>
          <a:prstGeom prst="rect">
            <a:avLst/>
          </a:prstGeom>
        </p:spPr>
        <p:txBody>
          <a:bodyPr/>
          <a:lstStyle>
            <a:lvl1pPr>
              <a:defRPr sz="1000" baseline="0">
                <a:solidFill>
                  <a:schemeClr val="tx1"/>
                </a:solidFill>
                <a:latin typeface="+mn-lt"/>
                <a:ea typeface="+mn-ea"/>
                <a:cs typeface="+mn-cs"/>
                <a:sym typeface="+mn-lt"/>
              </a:defRPr>
            </a:lvl1pPr>
          </a:lstStyle>
          <a:p>
            <a:r>
              <a:rPr lang="en-US" altLang="ja-JP"/>
              <a:t>Notes</a:t>
            </a:r>
            <a:r>
              <a:rPr lang="ja-JP" altLang="en-US"/>
              <a:t>アプリ刷新のご提案</a:t>
            </a:r>
            <a:endParaRPr lang="en-GB" altLang="en-GB"/>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hdr="0" ftr="0" dt="0"/>
  <p:txStyles>
    <p:titleStyle>
      <a:lvl1pPr algn="l" defTabSz="914400" rtl="0" eaLnBrk="1" latinLnBrk="0" hangingPunct="1">
        <a:lnSpc>
          <a:spcPct val="100000"/>
        </a:lnSpc>
        <a:spcBef>
          <a:spcPct val="0"/>
        </a:spcBef>
        <a:buNone/>
        <a:defRPr kumimoji="1" sz="2400" b="1" i="0" kern="1200" spc="-50" baseline="0">
          <a:solidFill>
            <a:schemeClr val="tx1"/>
          </a:solidFill>
          <a:latin typeface="+mj-lt"/>
          <a:ea typeface="+mj-ea"/>
          <a:cs typeface="Meiryo" panose="020B0604030504040204" charset="-128"/>
        </a:defRPr>
      </a:lvl1pPr>
    </p:titleStyle>
    <p:bodyStyle>
      <a:lvl1pPr marL="285750" indent="-285750" algn="l" defTabSz="914400" rtl="0" eaLnBrk="1" latinLnBrk="0" hangingPunct="1">
        <a:lnSpc>
          <a:spcPct val="100000"/>
        </a:lnSpc>
        <a:spcBef>
          <a:spcPts val="1000"/>
        </a:spcBef>
        <a:buFont typeface="Arial" panose="020B0604020202020204" pitchFamily="34" charset="0"/>
        <a:buChar char="•"/>
        <a:defRPr kumimoji="1" sz="1600" kern="1200" baseline="0">
          <a:solidFill>
            <a:schemeClr val="tx1"/>
          </a:solidFill>
          <a:latin typeface="+mn-lt"/>
          <a:ea typeface="+mn-ea"/>
          <a:cs typeface="+mn-cs"/>
        </a:defRPr>
      </a:lvl1pPr>
      <a:lvl2pPr marL="645795" indent="-285750" algn="l" defTabSz="914400" rtl="0" eaLnBrk="1" latinLnBrk="0" hangingPunct="1">
        <a:lnSpc>
          <a:spcPct val="100000"/>
        </a:lnSpc>
        <a:spcBef>
          <a:spcPts val="1000"/>
        </a:spcBef>
        <a:buFont typeface="Arial" panose="020B0604020202020204" pitchFamily="34" charset="0"/>
        <a:buChar char="-"/>
        <a:defRPr kumimoji="1" sz="1600" kern="1200">
          <a:solidFill>
            <a:schemeClr val="tx1"/>
          </a:solidFill>
          <a:latin typeface="+mn-lt"/>
          <a:ea typeface="+mn-ea"/>
          <a:cs typeface="+mn-cs"/>
        </a:defRPr>
      </a:lvl2pPr>
      <a:lvl3pPr marL="1005840" indent="-285750" algn="l" defTabSz="914400" rtl="0" eaLnBrk="1" latinLnBrk="0" hangingPunct="1">
        <a:lnSpc>
          <a:spcPct val="100000"/>
        </a:lnSpc>
        <a:spcBef>
          <a:spcPts val="1000"/>
        </a:spcBef>
        <a:buFont typeface="Arial" panose="020B0604020202020204" pitchFamily="34" charset="0"/>
        <a:buChar char="•"/>
        <a:defRPr kumimoji="1" sz="1600" kern="1200">
          <a:solidFill>
            <a:schemeClr val="tx1"/>
          </a:solidFill>
          <a:latin typeface="+mn-lt"/>
          <a:ea typeface="+mn-ea"/>
          <a:cs typeface="+mn-cs"/>
        </a:defRPr>
      </a:lvl3pPr>
      <a:lvl4pPr marL="1365885" indent="-285750" algn="l" defTabSz="914400" rtl="0" eaLnBrk="1" latinLnBrk="0" hangingPunct="1">
        <a:lnSpc>
          <a:spcPct val="100000"/>
        </a:lnSpc>
        <a:spcBef>
          <a:spcPts val="1000"/>
        </a:spcBef>
        <a:buFont typeface="Arial" panose="020B0604020202020204" pitchFamily="34" charset="0"/>
        <a:buChar char="-"/>
        <a:defRPr kumimoji="1" sz="1600" kern="1200">
          <a:solidFill>
            <a:schemeClr val="tx1"/>
          </a:solidFill>
          <a:latin typeface="+mn-lt"/>
          <a:ea typeface="+mn-ea"/>
          <a:cs typeface="+mn-cs"/>
        </a:defRPr>
      </a:lvl4pPr>
      <a:lvl5pPr marL="1725930" indent="-285750" algn="l" defTabSz="914400" rtl="0" eaLnBrk="1" latinLnBrk="0" hangingPunct="1">
        <a:lnSpc>
          <a:spcPct val="100000"/>
        </a:lnSpc>
        <a:spcBef>
          <a:spcPts val="1000"/>
        </a:spcBef>
        <a:buFont typeface="Arial" panose="020B0604020202020204" pitchFamily="34" charset="0"/>
        <a:buChar char="•"/>
        <a:defRPr kumimoji="1" sz="1600" kern="1200">
          <a:solidFill>
            <a:schemeClr val="tx1"/>
          </a:solidFill>
          <a:latin typeface="+mn-lt"/>
          <a:ea typeface="+mn-ea"/>
          <a:cs typeface="+mn-cs"/>
        </a:defRPr>
      </a:lvl5pPr>
      <a:lvl6pPr marL="1979930" indent="-179705" algn="l" defTabSz="914400" rtl="0" eaLnBrk="1" latinLnBrk="0" hangingPunct="1">
        <a:lnSpc>
          <a:spcPct val="100000"/>
        </a:lnSpc>
        <a:spcBef>
          <a:spcPts val="1000"/>
        </a:spcBef>
        <a:buFont typeface="Arial" panose="020B0604020202020204" pitchFamily="34" charset="0"/>
        <a:buChar char="•"/>
        <a:defRPr kumimoji="1" sz="9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 name="オブジェクト 2" hidden="1"/>
          <p:cNvGraphicFramePr>
            <a:graphicFrameLocks noChangeAspect="1"/>
          </p:cNvGraphicFramePr>
          <p:nvPr userDrawn="1">
            <p:custDataLst>
              <p:tags r:id="rId5"/>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6" imgW="5715" imgH="5715" progId="TCLayout.ActiveDocument.1">
                  <p:embed/>
                </p:oleObj>
              </mc:Choice>
              <mc:Fallback>
                <p:oleObj name="think-cellスライド" r:id="rId6" imgW="5715" imgH="5715" progId="TCLayout.ActiveDocument.1">
                  <p:embed/>
                  <p:pic>
                    <p:nvPicPr>
                      <p:cNvPr id="3" name="オブジェクト 2" hidden="1"/>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5" name="タイトル プレースホルダー 4"/>
          <p:cNvSpPr>
            <a:spLocks noGrp="1"/>
          </p:cNvSpPr>
          <p:nvPr>
            <p:ph type="title"/>
          </p:nvPr>
        </p:nvSpPr>
        <p:spPr>
          <a:xfrm>
            <a:off x="414336" y="255264"/>
            <a:ext cx="9548530" cy="369332"/>
          </a:xfrm>
          <a:prstGeom prst="rect">
            <a:avLst/>
          </a:prstGeom>
        </p:spPr>
        <p:txBody>
          <a:bodyPr vert="horz" wrap="square" lIns="0" tIns="0" rIns="0" bIns="0" rtlCol="0" anchor="b">
            <a:noAutofit/>
          </a:bodyPr>
          <a:lstStyle/>
          <a:p>
            <a:r>
              <a:rPr kumimoji="1" lang="ja-JP" altLang="en-US"/>
              <a:t>マスター タイトルの書式設定</a:t>
            </a:r>
          </a:p>
        </p:txBody>
      </p:sp>
      <p:sp>
        <p:nvSpPr>
          <p:cNvPr id="6" name="テキスト プレースホルダー 5"/>
          <p:cNvSpPr>
            <a:spLocks noGrp="1"/>
          </p:cNvSpPr>
          <p:nvPr>
            <p:ph type="body" idx="1"/>
          </p:nvPr>
        </p:nvSpPr>
        <p:spPr>
          <a:xfrm>
            <a:off x="407988" y="1187354"/>
            <a:ext cx="11556999" cy="5049933"/>
          </a:xfrm>
          <a:prstGeom prst="rect">
            <a:avLst/>
          </a:prstGeom>
        </p:spPr>
        <p:txBody>
          <a:bodyPr vert="horz" lIns="0" tIns="0" rIns="0" bIns="0" rtlCol="0">
            <a:normAutofit/>
          </a:bodyPr>
          <a:lstStyle/>
          <a:p>
            <a:pPr marL="285750" marR="0" lvl="0" indent="-285750" algn="l" defTabSz="914400" rtl="0" eaLnBrk="1" fontAlgn="auto" latinLnBrk="0" hangingPunct="1">
              <a:lnSpc>
                <a:spcPct val="100000"/>
              </a:lnSpc>
              <a:spcBef>
                <a:spcPts val="1000"/>
              </a:spcBef>
              <a:spcAft>
                <a:spcPts val="0"/>
              </a:spcAft>
              <a:buClrTx/>
              <a:buSzTx/>
              <a:buFont typeface="Arial" panose="020B0604020202020204" pitchFamily="34" charset="0"/>
              <a:buChar char="•"/>
              <a:defRPr/>
            </a:pPr>
            <a:r>
              <a:rPr kumimoji="1" lang="ja-JP" altLang="en-US" sz="1600" b="0" i="0" u="none" strike="noStrike" kern="1200" cap="none" spc="0" normalizeH="0" baseline="0" noProof="0">
                <a:ln>
                  <a:noFill/>
                </a:ln>
                <a:solidFill>
                  <a:srgbClr val="000000"/>
                </a:solidFill>
                <a:effectLst/>
                <a:uLnTx/>
                <a:uFillTx/>
                <a:latin typeface="Arial" panose="020B0604020202020204"/>
                <a:ea typeface="Yu Gothic Medium" panose="020B0500000000000000" charset="-128"/>
                <a:cs typeface="+mn-cs"/>
              </a:rPr>
              <a:t>マスター テキストの書式設定</a:t>
            </a:r>
          </a:p>
          <a:p>
            <a:pPr marL="645795" marR="0" lvl="1" indent="-285750" algn="l" defTabSz="914400" rtl="0" eaLnBrk="1" fontAlgn="auto" latinLnBrk="0" hangingPunct="1">
              <a:lnSpc>
                <a:spcPct val="100000"/>
              </a:lnSpc>
              <a:spcBef>
                <a:spcPts val="1000"/>
              </a:spcBef>
              <a:spcAft>
                <a:spcPts val="0"/>
              </a:spcAft>
              <a:buClrTx/>
              <a:buSzTx/>
              <a:buFont typeface="Arial" panose="020B0604020202020204" pitchFamily="34" charset="0"/>
              <a:buChar char="-"/>
              <a:defRPr/>
            </a:pPr>
            <a:r>
              <a:rPr kumimoji="1" lang="ja-JP" altLang="en-US" sz="1600" b="0" i="0" u="none" strike="noStrike" kern="1200" cap="none" spc="0" normalizeH="0" baseline="0" noProof="0">
                <a:ln>
                  <a:noFill/>
                </a:ln>
                <a:solidFill>
                  <a:srgbClr val="000000"/>
                </a:solidFill>
                <a:effectLst/>
                <a:uLnTx/>
                <a:uFillTx/>
                <a:latin typeface="Arial" panose="020B0604020202020204"/>
                <a:ea typeface="Yu Gothic Medium" panose="020B0500000000000000" charset="-128"/>
                <a:cs typeface="+mn-cs"/>
              </a:rPr>
              <a:t>第 </a:t>
            </a:r>
            <a:r>
              <a:rPr kumimoji="1" lang="en-US" altLang="ja-JP" sz="1600" b="0" i="0" u="none" strike="noStrike" kern="1200" cap="none" spc="0" normalizeH="0" baseline="0" noProof="0">
                <a:ln>
                  <a:noFill/>
                </a:ln>
                <a:solidFill>
                  <a:srgbClr val="000000"/>
                </a:solidFill>
                <a:effectLst/>
                <a:uLnTx/>
                <a:uFillTx/>
                <a:latin typeface="Arial" panose="020B0604020202020204"/>
                <a:ea typeface="Yu Gothic Medium" panose="020B0500000000000000" charset="-128"/>
                <a:cs typeface="+mn-cs"/>
              </a:rPr>
              <a:t>2 </a:t>
            </a:r>
            <a:r>
              <a:rPr kumimoji="1" lang="ja-JP" altLang="en-US" sz="1600" b="0" i="0" u="none" strike="noStrike" kern="1200" cap="none" spc="0" normalizeH="0" baseline="0" noProof="0">
                <a:ln>
                  <a:noFill/>
                </a:ln>
                <a:solidFill>
                  <a:srgbClr val="000000"/>
                </a:solidFill>
                <a:effectLst/>
                <a:uLnTx/>
                <a:uFillTx/>
                <a:latin typeface="Arial" panose="020B0604020202020204"/>
                <a:ea typeface="Yu Gothic Medium" panose="020B0500000000000000" charset="-128"/>
                <a:cs typeface="+mn-cs"/>
              </a:rPr>
              <a:t>レベル</a:t>
            </a:r>
          </a:p>
          <a:p>
            <a:pPr marL="1005840" marR="0" lvl="2" indent="-285750" algn="l" defTabSz="914400" rtl="0" eaLnBrk="1" fontAlgn="auto" latinLnBrk="0" hangingPunct="1">
              <a:lnSpc>
                <a:spcPct val="100000"/>
              </a:lnSpc>
              <a:spcBef>
                <a:spcPts val="1000"/>
              </a:spcBef>
              <a:spcAft>
                <a:spcPts val="0"/>
              </a:spcAft>
              <a:buClrTx/>
              <a:buSzTx/>
              <a:buFont typeface="Arial" panose="020B0604020202020204" pitchFamily="34" charset="0"/>
              <a:buChar char="•"/>
              <a:defRPr/>
            </a:pPr>
            <a:r>
              <a:rPr kumimoji="1" lang="ja-JP" altLang="en-US" sz="1600" b="0" i="0" u="none" strike="noStrike" kern="1200" cap="none" spc="0" normalizeH="0" baseline="0" noProof="0">
                <a:ln>
                  <a:noFill/>
                </a:ln>
                <a:solidFill>
                  <a:srgbClr val="000000"/>
                </a:solidFill>
                <a:effectLst/>
                <a:uLnTx/>
                <a:uFillTx/>
                <a:latin typeface="Arial" panose="020B0604020202020204"/>
                <a:ea typeface="Yu Gothic Medium" panose="020B0500000000000000" charset="-128"/>
                <a:cs typeface="+mn-cs"/>
              </a:rPr>
              <a:t>第 </a:t>
            </a:r>
            <a:r>
              <a:rPr kumimoji="1" lang="en-US" altLang="ja-JP" sz="1600" b="0" i="0" u="none" strike="noStrike" kern="1200" cap="none" spc="0" normalizeH="0" baseline="0" noProof="0">
                <a:ln>
                  <a:noFill/>
                </a:ln>
                <a:solidFill>
                  <a:srgbClr val="000000"/>
                </a:solidFill>
                <a:effectLst/>
                <a:uLnTx/>
                <a:uFillTx/>
                <a:latin typeface="Arial" panose="020B0604020202020204"/>
                <a:ea typeface="Yu Gothic Medium" panose="020B0500000000000000" charset="-128"/>
                <a:cs typeface="+mn-cs"/>
              </a:rPr>
              <a:t>3 </a:t>
            </a:r>
            <a:r>
              <a:rPr kumimoji="1" lang="ja-JP" altLang="en-US" sz="1600" b="0" i="0" u="none" strike="noStrike" kern="1200" cap="none" spc="0" normalizeH="0" baseline="0" noProof="0">
                <a:ln>
                  <a:noFill/>
                </a:ln>
                <a:solidFill>
                  <a:srgbClr val="000000"/>
                </a:solidFill>
                <a:effectLst/>
                <a:uLnTx/>
                <a:uFillTx/>
                <a:latin typeface="Arial" panose="020B0604020202020204"/>
                <a:ea typeface="Yu Gothic Medium" panose="020B0500000000000000" charset="-128"/>
                <a:cs typeface="+mn-cs"/>
              </a:rPr>
              <a:t>レベル</a:t>
            </a:r>
          </a:p>
          <a:p>
            <a:pPr marL="1365885" marR="0" lvl="3" indent="-285750" algn="l" defTabSz="914400" rtl="0" eaLnBrk="1" fontAlgn="auto" latinLnBrk="0" hangingPunct="1">
              <a:lnSpc>
                <a:spcPct val="100000"/>
              </a:lnSpc>
              <a:spcBef>
                <a:spcPts val="1000"/>
              </a:spcBef>
              <a:spcAft>
                <a:spcPts val="0"/>
              </a:spcAft>
              <a:buClrTx/>
              <a:buSzTx/>
              <a:buFont typeface="Arial" panose="020B0604020202020204" pitchFamily="34" charset="0"/>
              <a:buChar char="-"/>
              <a:defRPr/>
            </a:pPr>
            <a:r>
              <a:rPr kumimoji="1" lang="ja-JP" altLang="en-US" sz="1600" b="0" i="0" u="none" strike="noStrike" kern="1200" cap="none" spc="0" normalizeH="0" baseline="0" noProof="0">
                <a:ln>
                  <a:noFill/>
                </a:ln>
                <a:solidFill>
                  <a:srgbClr val="000000"/>
                </a:solidFill>
                <a:effectLst/>
                <a:uLnTx/>
                <a:uFillTx/>
                <a:latin typeface="Arial" panose="020B0604020202020204"/>
                <a:ea typeface="Yu Gothic Medium" panose="020B0500000000000000" charset="-128"/>
                <a:cs typeface="+mn-cs"/>
              </a:rPr>
              <a:t>第 </a:t>
            </a:r>
            <a:r>
              <a:rPr kumimoji="1" lang="en-US" altLang="ja-JP" sz="1600" b="0" i="0" u="none" strike="noStrike" kern="1200" cap="none" spc="0" normalizeH="0" baseline="0" noProof="0">
                <a:ln>
                  <a:noFill/>
                </a:ln>
                <a:solidFill>
                  <a:srgbClr val="000000"/>
                </a:solidFill>
                <a:effectLst/>
                <a:uLnTx/>
                <a:uFillTx/>
                <a:latin typeface="Arial" panose="020B0604020202020204"/>
                <a:ea typeface="Yu Gothic Medium" panose="020B0500000000000000" charset="-128"/>
                <a:cs typeface="+mn-cs"/>
              </a:rPr>
              <a:t>4 </a:t>
            </a:r>
            <a:r>
              <a:rPr kumimoji="1" lang="ja-JP" altLang="en-US" sz="1600" b="0" i="0" u="none" strike="noStrike" kern="1200" cap="none" spc="0" normalizeH="0" baseline="0" noProof="0">
                <a:ln>
                  <a:noFill/>
                </a:ln>
                <a:solidFill>
                  <a:srgbClr val="000000"/>
                </a:solidFill>
                <a:effectLst/>
                <a:uLnTx/>
                <a:uFillTx/>
                <a:latin typeface="Arial" panose="020B0604020202020204"/>
                <a:ea typeface="Yu Gothic Medium" panose="020B0500000000000000" charset="-128"/>
                <a:cs typeface="+mn-cs"/>
              </a:rPr>
              <a:t>レベル</a:t>
            </a:r>
          </a:p>
          <a:p>
            <a:pPr marL="1725930" marR="0" lvl="4" indent="-285750" algn="l" defTabSz="914400" rtl="0" eaLnBrk="1" fontAlgn="auto" latinLnBrk="0" hangingPunct="1">
              <a:lnSpc>
                <a:spcPct val="100000"/>
              </a:lnSpc>
              <a:spcBef>
                <a:spcPts val="1000"/>
              </a:spcBef>
              <a:spcAft>
                <a:spcPts val="0"/>
              </a:spcAft>
              <a:buClrTx/>
              <a:buSzTx/>
              <a:buFont typeface="Arial" panose="020B0604020202020204" pitchFamily="34" charset="0"/>
              <a:buChar char="•"/>
              <a:defRPr/>
            </a:pPr>
            <a:r>
              <a:rPr kumimoji="1" lang="ja-JP" altLang="en-US" sz="1600" b="0" i="0" u="none" strike="noStrike" kern="1200" cap="none" spc="0" normalizeH="0" baseline="0" noProof="0">
                <a:ln>
                  <a:noFill/>
                </a:ln>
                <a:solidFill>
                  <a:srgbClr val="000000"/>
                </a:solidFill>
                <a:effectLst/>
                <a:uLnTx/>
                <a:uFillTx/>
                <a:latin typeface="Arial" panose="020B0604020202020204"/>
                <a:ea typeface="Yu Gothic Medium" panose="020B0500000000000000" charset="-128"/>
                <a:cs typeface="+mn-cs"/>
              </a:rPr>
              <a:t>第 </a:t>
            </a:r>
            <a:r>
              <a:rPr kumimoji="1" lang="en-US" altLang="ja-JP" sz="1600" b="0" i="0" u="none" strike="noStrike" kern="1200" cap="none" spc="0" normalizeH="0" baseline="0" noProof="0">
                <a:ln>
                  <a:noFill/>
                </a:ln>
                <a:solidFill>
                  <a:srgbClr val="000000"/>
                </a:solidFill>
                <a:effectLst/>
                <a:uLnTx/>
                <a:uFillTx/>
                <a:latin typeface="Arial" panose="020B0604020202020204"/>
                <a:ea typeface="Yu Gothic Medium" panose="020B0500000000000000" charset="-128"/>
                <a:cs typeface="+mn-cs"/>
              </a:rPr>
              <a:t>5 </a:t>
            </a:r>
            <a:r>
              <a:rPr kumimoji="1" lang="ja-JP" altLang="en-US" sz="1600" b="0" i="0" u="none" strike="noStrike" kern="1200" cap="none" spc="0" normalizeH="0" baseline="0" noProof="0">
                <a:ln>
                  <a:noFill/>
                </a:ln>
                <a:solidFill>
                  <a:srgbClr val="000000"/>
                </a:solidFill>
                <a:effectLst/>
                <a:uLnTx/>
                <a:uFillTx/>
                <a:latin typeface="Arial" panose="020B0604020202020204"/>
                <a:ea typeface="Yu Gothic Medium" panose="020B0500000000000000" charset="-128"/>
                <a:cs typeface="+mn-cs"/>
              </a:rPr>
              <a:t>レベル</a:t>
            </a:r>
          </a:p>
        </p:txBody>
      </p:sp>
    </p:spTree>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Lst>
  <p:hf hdr="0" ftr="0" dt="0"/>
  <p:txStyles>
    <p:titleStyle>
      <a:lvl1pPr algn="l" defTabSz="914400" rtl="0" eaLnBrk="1" latinLnBrk="0" hangingPunct="1">
        <a:lnSpc>
          <a:spcPct val="100000"/>
        </a:lnSpc>
        <a:spcBef>
          <a:spcPct val="0"/>
        </a:spcBef>
        <a:buNone/>
        <a:defRPr kumimoji="1" sz="2400" b="1" i="0" kern="1200" spc="-50" baseline="0">
          <a:solidFill>
            <a:schemeClr val="tx1"/>
          </a:solidFill>
          <a:latin typeface="+mj-lt"/>
          <a:ea typeface="+mj-ea"/>
          <a:cs typeface="Meiryo" panose="020B0604030504040204" charset="-128"/>
        </a:defRPr>
      </a:lvl1pPr>
    </p:titleStyle>
    <p:bodyStyle>
      <a:lvl1pPr marL="0" indent="0" algn="l" defTabSz="914400" rtl="0" eaLnBrk="1" latinLnBrk="0" hangingPunct="1">
        <a:lnSpc>
          <a:spcPct val="100000"/>
        </a:lnSpc>
        <a:spcBef>
          <a:spcPts val="1000"/>
        </a:spcBef>
        <a:buFont typeface="Arial" panose="020B0604020202020204" pitchFamily="34" charset="0"/>
        <a:buNone/>
        <a:defRPr kumimoji="1" sz="1600" kern="1200" baseline="0">
          <a:solidFill>
            <a:schemeClr val="tx1"/>
          </a:solidFill>
          <a:latin typeface="+mn-lt"/>
          <a:ea typeface="+mn-ea"/>
          <a:cs typeface="+mn-cs"/>
        </a:defRPr>
      </a:lvl1pPr>
      <a:lvl2pPr marL="360045" indent="0" algn="l" defTabSz="914400" rtl="0" eaLnBrk="1" latinLnBrk="0" hangingPunct="1">
        <a:lnSpc>
          <a:spcPct val="100000"/>
        </a:lnSpc>
        <a:spcBef>
          <a:spcPts val="1000"/>
        </a:spcBef>
        <a:buFont typeface="Arial" panose="020B0604020202020204" pitchFamily="34" charset="0"/>
        <a:buNone/>
        <a:defRPr kumimoji="1" sz="1600" kern="1200">
          <a:solidFill>
            <a:schemeClr val="tx1"/>
          </a:solidFill>
          <a:latin typeface="+mn-lt"/>
          <a:ea typeface="+mn-ea"/>
          <a:cs typeface="+mn-cs"/>
        </a:defRPr>
      </a:lvl2pPr>
      <a:lvl3pPr marL="720090" indent="0" algn="l" defTabSz="914400" rtl="0" eaLnBrk="1" latinLnBrk="0" hangingPunct="1">
        <a:lnSpc>
          <a:spcPct val="100000"/>
        </a:lnSpc>
        <a:spcBef>
          <a:spcPts val="1000"/>
        </a:spcBef>
        <a:buFont typeface="Arial" panose="020B0604020202020204" pitchFamily="34" charset="0"/>
        <a:buNone/>
        <a:defRPr kumimoji="1" sz="1600" kern="1200">
          <a:solidFill>
            <a:schemeClr val="tx1"/>
          </a:solidFill>
          <a:latin typeface="+mn-lt"/>
          <a:ea typeface="+mn-ea"/>
          <a:cs typeface="+mn-cs"/>
        </a:defRPr>
      </a:lvl3pPr>
      <a:lvl4pPr marL="1080135" indent="0" algn="l" defTabSz="914400" rtl="0" eaLnBrk="1" latinLnBrk="0" hangingPunct="1">
        <a:lnSpc>
          <a:spcPct val="100000"/>
        </a:lnSpc>
        <a:spcBef>
          <a:spcPts val="1000"/>
        </a:spcBef>
        <a:buFont typeface="Arial" panose="020B0604020202020204" pitchFamily="34" charset="0"/>
        <a:buNone/>
        <a:defRPr kumimoji="1" sz="1600" kern="1200">
          <a:solidFill>
            <a:schemeClr val="tx1"/>
          </a:solidFill>
          <a:latin typeface="+mn-lt"/>
          <a:ea typeface="+mn-ea"/>
          <a:cs typeface="+mn-cs"/>
        </a:defRPr>
      </a:lvl4pPr>
      <a:lvl5pPr marL="1440180" indent="0" algn="l" defTabSz="914400" rtl="0" eaLnBrk="1" latinLnBrk="0" hangingPunct="1">
        <a:lnSpc>
          <a:spcPct val="100000"/>
        </a:lnSpc>
        <a:spcBef>
          <a:spcPts val="1000"/>
        </a:spcBef>
        <a:buFont typeface="Arial" panose="020B0604020202020204" pitchFamily="34" charset="0"/>
        <a:buNone/>
        <a:defRPr kumimoji="1" sz="1600" kern="1200">
          <a:solidFill>
            <a:schemeClr val="tx1"/>
          </a:solidFill>
          <a:latin typeface="+mn-lt"/>
          <a:ea typeface="+mn-ea"/>
          <a:cs typeface="+mn-cs"/>
        </a:defRPr>
      </a:lvl5pPr>
      <a:lvl6pPr marL="1979930" indent="-179705" algn="l" defTabSz="914400" rtl="0" eaLnBrk="1" latinLnBrk="0" hangingPunct="1">
        <a:lnSpc>
          <a:spcPct val="100000"/>
        </a:lnSpc>
        <a:spcBef>
          <a:spcPts val="1000"/>
        </a:spcBef>
        <a:buFont typeface="Arial" panose="020B0604020202020204" pitchFamily="34" charset="0"/>
        <a:buChar char="•"/>
        <a:defRPr kumimoji="1" sz="9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gray">
      <p:bgRef idx="1001">
        <a:schemeClr val="bg1"/>
      </p:bgRef>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18"/>
            </p:custDataLst>
          </p:nvPr>
        </p:nvGraphicFramePr>
        <p:xfrm>
          <a:off x="1955" y="1588"/>
          <a:ext cx="1954" cy="1588"/>
        </p:xfrm>
        <a:graphic>
          <a:graphicData uri="http://schemas.openxmlformats.org/presentationml/2006/ole">
            <mc:AlternateContent xmlns:mc="http://schemas.openxmlformats.org/markup-compatibility/2006">
              <mc:Choice xmlns:v="urn:schemas-microsoft-com:vml" Requires="v">
                <p:oleObj name="think-cellスライド" r:id="rId19" imgW="5080" imgH="5080" progId="TCLayout.ActiveDocument.1">
                  <p:embed/>
                </p:oleObj>
              </mc:Choice>
              <mc:Fallback>
                <p:oleObj name="think-cellスライド" r:id="rId19" imgW="5080" imgH="5080" progId="TCLayout.ActiveDocument.1">
                  <p:embed/>
                  <p:pic>
                    <p:nvPicPr>
                      <p:cNvPr id="4" name="オブジェクト 3" hidden="1"/>
                      <p:cNvPicPr/>
                      <p:nvPr/>
                    </p:nvPicPr>
                    <p:blipFill>
                      <a:blip r:embed="rId20"/>
                      <a:stretch>
                        <a:fillRect/>
                      </a:stretch>
                    </p:blipFill>
                    <p:spPr>
                      <a:xfrm>
                        <a:off x="1955" y="1588"/>
                        <a:ext cx="1954" cy="1588"/>
                      </a:xfrm>
                      <a:prstGeom prst="rect">
                        <a:avLst/>
                      </a:prstGeom>
                    </p:spPr>
                  </p:pic>
                </p:oleObj>
              </mc:Fallback>
            </mc:AlternateContent>
          </a:graphicData>
        </a:graphic>
      </p:graphicFrame>
      <p:sp>
        <p:nvSpPr>
          <p:cNvPr id="2" name="Title Placeholder 1"/>
          <p:cNvSpPr>
            <a:spLocks noGrp="1"/>
          </p:cNvSpPr>
          <p:nvPr>
            <p:ph type="title"/>
          </p:nvPr>
        </p:nvSpPr>
        <p:spPr bwMode="gray">
          <a:xfrm>
            <a:off x="513231" y="180000"/>
            <a:ext cx="11165538" cy="615600"/>
          </a:xfrm>
          <a:prstGeom prst="rect">
            <a:avLst/>
          </a:prstGeom>
        </p:spPr>
        <p:txBody>
          <a:bodyPr vert="horz" lIns="0" tIns="0" rIns="0" bIns="0" rtlCol="0" anchor="b" anchorCtr="0">
            <a:noAutofit/>
          </a:bodyPr>
          <a:lstStyle/>
          <a:p>
            <a:r>
              <a:rPr lang="ja-JP" altLang="en-US" noProof="0"/>
              <a:t>キーメッセージを入力（本スライドで一番伝えたいこと＜名詞止め・体言止め不可＞）</a:t>
            </a:r>
            <a:endParaRPr lang="en-US" noProof="0"/>
          </a:p>
        </p:txBody>
      </p:sp>
      <p:sp>
        <p:nvSpPr>
          <p:cNvPr id="8" name="フッター プレースホルダ 8"/>
          <p:cNvSpPr>
            <a:spLocks noGrp="1"/>
          </p:cNvSpPr>
          <p:nvPr>
            <p:ph type="ftr" sz="quarter" idx="3"/>
          </p:nvPr>
        </p:nvSpPr>
        <p:spPr bwMode="gray">
          <a:xfrm>
            <a:off x="868432" y="6588000"/>
            <a:ext cx="5006769" cy="169200"/>
          </a:xfrm>
          <a:prstGeom prst="rect">
            <a:avLst/>
          </a:prstGeom>
        </p:spPr>
        <p:txBody>
          <a:bodyPr vert="horz" lIns="0" tIns="0" rIns="0" bIns="0" rtlCol="0" anchor="b" anchorCtr="0"/>
          <a:lstStyle>
            <a:lvl1pPr algn="l">
              <a:defRPr sz="900">
                <a:solidFill>
                  <a:schemeClr val="tx1"/>
                </a:solidFill>
                <a:latin typeface="+mn-lt"/>
                <a:ea typeface="+mn-ea"/>
                <a:cs typeface="+mn-cs"/>
                <a:sym typeface="+mn-lt"/>
              </a:defRPr>
            </a:lvl1pPr>
          </a:lstStyle>
          <a:p>
            <a:pPr fontAlgn="auto">
              <a:spcBef>
                <a:spcPts val="0"/>
              </a:spcBef>
              <a:spcAft>
                <a:spcPts val="0"/>
              </a:spcAft>
            </a:pPr>
            <a:r>
              <a:rPr kumimoji="1" lang="en-GB" altLang="en-GB"/>
              <a:t>DT Template A4</a:t>
            </a:r>
          </a:p>
        </p:txBody>
      </p:sp>
      <p:sp>
        <p:nvSpPr>
          <p:cNvPr id="9" name="スライド番号プレースホルダ 9"/>
          <p:cNvSpPr>
            <a:spLocks noGrp="1"/>
          </p:cNvSpPr>
          <p:nvPr>
            <p:ph type="sldNum" sz="quarter" idx="4"/>
          </p:nvPr>
        </p:nvSpPr>
        <p:spPr bwMode="gray">
          <a:xfrm>
            <a:off x="513969" y="6588000"/>
            <a:ext cx="221538" cy="169200"/>
          </a:xfrm>
          <a:prstGeom prst="rect">
            <a:avLst/>
          </a:prstGeom>
        </p:spPr>
        <p:txBody>
          <a:bodyPr vert="horz" wrap="none" lIns="0" tIns="0" rIns="0" bIns="0" rtlCol="0" anchor="b" anchorCtr="0"/>
          <a:lstStyle>
            <a:lvl1pPr algn="r">
              <a:defRPr sz="900">
                <a:solidFill>
                  <a:schemeClr val="tx1"/>
                </a:solidFill>
                <a:latin typeface="+mn-lt"/>
                <a:ea typeface="+mn-ea"/>
                <a:cs typeface="+mn-cs"/>
                <a:sym typeface="+mn-lt"/>
              </a:defRPr>
            </a:lvl1pPr>
          </a:lstStyle>
          <a:p>
            <a:pPr fontAlgn="auto">
              <a:spcBef>
                <a:spcPts val="0"/>
              </a:spcBef>
              <a:spcAft>
                <a:spcPts val="0"/>
              </a:spcAft>
            </a:pPr>
            <a:fld id="{AA5FCFE5-FE56-4EF1-80A8-07776887C2A1}" type="slidenum">
              <a:rPr kumimoji="1" lang="ja-JP" altLang="en-US" smtClean="0"/>
              <a:t>‹#›</a:t>
            </a:fld>
            <a:endParaRPr kumimoji="1" lang="ja-JP" altLang="en-US"/>
          </a:p>
        </p:txBody>
      </p:sp>
      <p:sp>
        <p:nvSpPr>
          <p:cNvPr id="15" name="Text Box 37"/>
          <p:cNvSpPr txBox="1">
            <a:spLocks noChangeArrowheads="1"/>
          </p:cNvSpPr>
          <p:nvPr/>
        </p:nvSpPr>
        <p:spPr bwMode="gray">
          <a:xfrm>
            <a:off x="6317538" y="6588000"/>
            <a:ext cx="5361231" cy="169200"/>
          </a:xfrm>
          <a:prstGeom prst="rect">
            <a:avLst/>
          </a:prstGeom>
          <a:noFill/>
          <a:ln w="9525">
            <a:noFill/>
            <a:miter lim="800000"/>
          </a:ln>
          <a:effectLst/>
        </p:spPr>
        <p:txBody>
          <a:bodyPr wrap="none" lIns="0" tIns="0" rIns="0" bIns="0" anchor="b" anchorCtr="0">
            <a:noAutofit/>
          </a:bodyPr>
          <a:lstStyle/>
          <a:p>
            <a:pPr algn="r" rtl="0" eaLnBrk="0" fontAlgn="base" hangingPunct="0">
              <a:spcBef>
                <a:spcPct val="50000"/>
              </a:spcBef>
              <a:spcAft>
                <a:spcPct val="0"/>
              </a:spcAft>
            </a:pPr>
            <a:r>
              <a:rPr lang="en-US" altLang="ja-JP" sz="900" kern="1200">
                <a:solidFill>
                  <a:schemeClr val="tx1"/>
                </a:solidFill>
                <a:latin typeface="+mn-lt"/>
                <a:ea typeface="+mn-ea"/>
                <a:cs typeface="+mn-cs"/>
                <a:sym typeface="+mn-lt"/>
              </a:rPr>
              <a:t>© 2022. For information, contact Deloitte Tohmatsu Group.</a:t>
            </a:r>
          </a:p>
        </p:txBody>
      </p:sp>
      <p:sp>
        <p:nvSpPr>
          <p:cNvPr id="3" name="テキスト プレースホルダー 2"/>
          <p:cNvSpPr>
            <a:spLocks noGrp="1"/>
          </p:cNvSpPr>
          <p:nvPr>
            <p:ph type="body" idx="1"/>
          </p:nvPr>
        </p:nvSpPr>
        <p:spPr bwMode="gray">
          <a:xfrm>
            <a:off x="513231" y="1476000"/>
            <a:ext cx="11166862" cy="4824000"/>
          </a:xfrm>
          <a:prstGeom prst="rect">
            <a:avLst/>
          </a:prstGeom>
        </p:spPr>
        <p:txBody>
          <a:bodyPr vert="horz" lIns="0" tIns="0" rIns="0" bIns="0" rtlCol="0">
            <a:noAutofit/>
          </a:bodyPr>
          <a:lstStyle/>
          <a:p>
            <a:pPr lvl="0"/>
            <a:r>
              <a:rPr kumimoji="1" lang="ja-JP" altLang="en-US"/>
              <a:t>マスター テキストの書式設定</a:t>
            </a:r>
            <a:endParaRPr kumimoji="1" lang="en-US" altLang="ja-JP"/>
          </a:p>
          <a:p>
            <a:pPr lvl="1"/>
            <a:r>
              <a:rPr kumimoji="1" lang="ja-JP" altLang="en-US"/>
              <a:t>第 </a:t>
            </a:r>
            <a:r>
              <a:rPr kumimoji="1" lang="en-US" altLang="ja-JP"/>
              <a:t>1 </a:t>
            </a:r>
            <a:r>
              <a:rPr kumimoji="1" lang="ja-JP" altLang="en-US"/>
              <a:t>レベル</a:t>
            </a:r>
            <a:endParaRPr kumimoji="1" lang="en-US" altLang="ja-JP"/>
          </a:p>
          <a:p>
            <a:pPr lvl="2"/>
            <a:r>
              <a:rPr kumimoji="1" lang="ja-JP" altLang="en-US"/>
              <a:t>第 </a:t>
            </a:r>
            <a:r>
              <a:rPr kumimoji="1" lang="en-US" altLang="ja-JP"/>
              <a:t>2 </a:t>
            </a:r>
            <a:r>
              <a:rPr kumimoji="1" lang="ja-JP" altLang="en-US"/>
              <a:t>レベル</a:t>
            </a:r>
            <a:endParaRPr kumimoji="1" lang="en-US" altLang="ja-JP"/>
          </a:p>
          <a:p>
            <a:pPr lvl="3"/>
            <a:r>
              <a:rPr kumimoji="1" lang="ja-JP" altLang="en-US"/>
              <a:t>第 </a:t>
            </a:r>
            <a:r>
              <a:rPr kumimoji="1" lang="en-US" altLang="ja-JP"/>
              <a:t>3 </a:t>
            </a:r>
            <a:r>
              <a:rPr kumimoji="1" lang="ja-JP" altLang="en-US"/>
              <a:t>レベル</a:t>
            </a:r>
            <a:endParaRPr kumimoji="1" lang="en-US" altLang="ja-JP"/>
          </a:p>
        </p:txBody>
      </p:sp>
      <p:sp>
        <p:nvSpPr>
          <p:cNvPr id="5" name="日付プレースホルダー 4"/>
          <p:cNvSpPr>
            <a:spLocks noGrp="1"/>
          </p:cNvSpPr>
          <p:nvPr>
            <p:ph type="dt" sz="half" idx="2"/>
          </p:nvPr>
        </p:nvSpPr>
        <p:spPr bwMode="gray">
          <a:xfrm>
            <a:off x="5651170" y="6444006"/>
            <a:ext cx="889666" cy="169277"/>
          </a:xfrm>
          <a:prstGeom prst="rect">
            <a:avLst/>
          </a:prstGeom>
        </p:spPr>
        <p:txBody>
          <a:bodyPr vert="horz" wrap="none" lIns="0" tIns="0" rIns="0" bIns="0" rtlCol="0" anchor="t" anchorCtr="0">
            <a:spAutoFit/>
          </a:bodyPr>
          <a:lstStyle>
            <a:lvl1pPr>
              <a:defRPr kumimoji="1" lang="en-US" altLang="ja-JP" sz="1100" smtClean="0">
                <a:solidFill>
                  <a:srgbClr val="75787B"/>
                </a:solidFill>
                <a:latin typeface="+mn-lt"/>
                <a:cs typeface="+mn-cs"/>
              </a:defRPr>
            </a:lvl1pPr>
          </a:lstStyle>
          <a:p>
            <a:pPr algn="ctr"/>
            <a:r>
              <a:rPr lang="en-US"/>
              <a:t>&lt; Confidential &gt;</a:t>
            </a:r>
          </a:p>
        </p:txBody>
      </p:sp>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 id="2147483671" r:id="rId14"/>
    <p:sldLayoutId id="2147483672" r:id="rId15"/>
    <p:sldLayoutId id="2147483673" r:id="rId16"/>
  </p:sldLayoutIdLst>
  <p:hf hdr="0"/>
  <p:txStyles>
    <p:titleStyle>
      <a:lvl1pPr algn="l" defTabSz="990600" rtl="0" eaLnBrk="1" latinLnBrk="0" hangingPunct="1">
        <a:spcBef>
          <a:spcPct val="0"/>
        </a:spcBef>
        <a:buNone/>
        <a:defRPr kumimoji="1" sz="2000" b="1" kern="1200" baseline="0">
          <a:solidFill>
            <a:schemeClr val="tx1"/>
          </a:solidFill>
          <a:latin typeface="+mj-lt"/>
          <a:ea typeface="+mj-ea"/>
          <a:cs typeface="+mj-cs"/>
          <a:sym typeface="+mj-lt"/>
        </a:defRPr>
      </a:lvl1pPr>
    </p:titleStyle>
    <p:bodyStyle>
      <a:lvl1pPr marL="0" marR="0" indent="0" algn="l" defTabSz="990600" rtl="0" eaLnBrk="1" fontAlgn="auto" latinLnBrk="0" hangingPunct="1">
        <a:lnSpc>
          <a:spcPct val="110000"/>
        </a:lnSpc>
        <a:spcBef>
          <a:spcPts val="600"/>
        </a:spcBef>
        <a:spcAft>
          <a:spcPts val="0"/>
        </a:spcAft>
        <a:buClrTx/>
        <a:buSzPct val="100000"/>
        <a:buFont typeface="Arial" panose="020B0604020202020204" pitchFamily="34" charset="0"/>
        <a:buNone/>
        <a:defRPr kumimoji="1" sz="1200" b="0" kern="1200">
          <a:solidFill>
            <a:schemeClr val="tx1"/>
          </a:solidFill>
          <a:latin typeface="+mn-lt"/>
          <a:ea typeface="+mn-ea"/>
          <a:cs typeface="+mn-cs"/>
          <a:sym typeface="+mn-lt"/>
        </a:defRPr>
      </a:lvl1pPr>
      <a:lvl2pPr marL="179705" marR="0" indent="-179705" algn="l" defTabSz="990600" rtl="0" eaLnBrk="1" fontAlgn="auto" latinLnBrk="0" hangingPunct="1">
        <a:lnSpc>
          <a:spcPct val="110000"/>
        </a:lnSpc>
        <a:spcBef>
          <a:spcPts val="600"/>
        </a:spcBef>
        <a:spcAft>
          <a:spcPts val="0"/>
        </a:spcAft>
        <a:buClrTx/>
        <a:buSzPct val="100000"/>
        <a:buFont typeface="Wingdings" panose="05000000000000000000" pitchFamily="2" charset="2"/>
        <a:buChar char="n"/>
        <a:defRPr kumimoji="1" lang="en-US" sz="1200" b="0" kern="1200" dirty="0" smtClean="0">
          <a:solidFill>
            <a:schemeClr val="tx1"/>
          </a:solidFill>
          <a:latin typeface="+mn-lt"/>
          <a:ea typeface="+mn-ea"/>
          <a:cs typeface="+mn-cs"/>
          <a:sym typeface="+mn-lt"/>
        </a:defRPr>
      </a:lvl2pPr>
      <a:lvl3pPr marL="360045" marR="0" indent="-179705" algn="l" defTabSz="990600" rtl="0" eaLnBrk="1" fontAlgn="auto" latinLnBrk="0" hangingPunct="1">
        <a:lnSpc>
          <a:spcPct val="110000"/>
        </a:lnSpc>
        <a:spcBef>
          <a:spcPts val="600"/>
        </a:spcBef>
        <a:spcAft>
          <a:spcPts val="0"/>
        </a:spcAft>
        <a:buClrTx/>
        <a:buSzPct val="100000"/>
        <a:buFont typeface="Wingdings" panose="05000000000000000000" pitchFamily="2" charset="2"/>
        <a:buChar char="Ø"/>
        <a:defRPr kumimoji="1" lang="en-US" sz="1200" b="0" kern="1200" dirty="0" smtClean="0">
          <a:solidFill>
            <a:schemeClr val="tx1"/>
          </a:solidFill>
          <a:latin typeface="+mn-lt"/>
          <a:ea typeface="+mn-ea"/>
          <a:cs typeface="+mn-cs"/>
          <a:sym typeface="+mn-lt"/>
        </a:defRPr>
      </a:lvl3pPr>
      <a:lvl4pPr marL="504190" marR="0" indent="-144145" algn="l" defTabSz="990600" rtl="0" eaLnBrk="1" fontAlgn="auto" latinLnBrk="0" hangingPunct="1">
        <a:lnSpc>
          <a:spcPct val="110000"/>
        </a:lnSpc>
        <a:spcBef>
          <a:spcPts val="600"/>
        </a:spcBef>
        <a:spcAft>
          <a:spcPts val="0"/>
        </a:spcAft>
        <a:buClrTx/>
        <a:buSzPct val="100000"/>
        <a:buFont typeface="Arial" panose="020B0604020202020204" pitchFamily="34" charset="0"/>
        <a:buChar char="•"/>
        <a:defRPr kumimoji="1" lang="en-US" sz="1200" b="0" kern="1200" baseline="0" dirty="0" smtClean="0">
          <a:solidFill>
            <a:schemeClr val="tx1"/>
          </a:solidFill>
          <a:latin typeface="+mn-lt"/>
          <a:ea typeface="+mn-ea"/>
          <a:cs typeface="+mn-cs"/>
          <a:sym typeface="+mn-lt"/>
        </a:defRPr>
      </a:lvl4pPr>
      <a:lvl5pPr marL="683895" indent="-179705" algn="l" defTabSz="864870" rtl="0" eaLnBrk="1" latinLnBrk="0" hangingPunct="1">
        <a:lnSpc>
          <a:spcPct val="110000"/>
        </a:lnSpc>
        <a:spcBef>
          <a:spcPts val="600"/>
        </a:spcBef>
        <a:spcAft>
          <a:spcPts val="0"/>
        </a:spcAft>
        <a:buClrTx/>
        <a:buSzPct val="100000"/>
        <a:buFont typeface="Verdana" panose="020B0604030504040204" pitchFamily="34" charset="0"/>
        <a:buChar char="−"/>
        <a:defRPr kumimoji="1" lang="en-US" sz="1200" kern="1200" baseline="0" dirty="0" smtClean="0">
          <a:solidFill>
            <a:schemeClr val="tx1"/>
          </a:solidFill>
          <a:latin typeface="+mn-lt"/>
          <a:ea typeface="+mn-ea"/>
          <a:cs typeface="+mn-cs"/>
        </a:defRPr>
      </a:lvl5pPr>
      <a:lvl6pPr marL="864235" indent="-179705" algn="l" defTabSz="990600" rtl="0" eaLnBrk="1" latinLnBrk="0" hangingPunct="1">
        <a:lnSpc>
          <a:spcPct val="110000"/>
        </a:lnSpc>
        <a:spcBef>
          <a:spcPts val="600"/>
        </a:spcBef>
        <a:spcAft>
          <a:spcPts val="0"/>
        </a:spcAft>
        <a:buFont typeface="Wingdings" panose="05000000000000000000" pitchFamily="2" charset="2"/>
        <a:buChar char="ü"/>
        <a:defRPr kumimoji="1" sz="1200" kern="1200" baseline="0">
          <a:solidFill>
            <a:schemeClr val="tx1"/>
          </a:solidFill>
          <a:latin typeface="+mn-lt"/>
          <a:ea typeface="+mn-ea"/>
          <a:cs typeface="+mn-cs"/>
        </a:defRPr>
      </a:lvl6pPr>
      <a:lvl7pPr marL="577215" indent="-191135" algn="l" defTabSz="990600" rtl="0" eaLnBrk="1" latinLnBrk="0" hangingPunct="1">
        <a:spcBef>
          <a:spcPts val="0"/>
        </a:spcBef>
        <a:spcAft>
          <a:spcPts val="1085"/>
        </a:spcAft>
        <a:buFont typeface="Verdana" panose="020B0604030504040204" pitchFamily="34" charset="0"/>
        <a:buChar char="−"/>
        <a:defRPr kumimoji="1" sz="1300" kern="1200">
          <a:solidFill>
            <a:schemeClr val="tx1"/>
          </a:solidFill>
          <a:latin typeface="+mn-lt"/>
          <a:ea typeface="+mn-ea"/>
          <a:cs typeface="+mn-cs"/>
        </a:defRPr>
      </a:lvl7pPr>
      <a:lvl8pPr marL="577215" indent="-191135" algn="l" defTabSz="990600" rtl="0" eaLnBrk="1" latinLnBrk="0" hangingPunct="1">
        <a:spcBef>
          <a:spcPts val="0"/>
        </a:spcBef>
        <a:spcAft>
          <a:spcPts val="1085"/>
        </a:spcAft>
        <a:buFont typeface="Verdana" panose="020B0604030504040204" pitchFamily="34" charset="0"/>
        <a:buChar char="−"/>
        <a:defRPr kumimoji="1" sz="1300" kern="1200" baseline="0">
          <a:solidFill>
            <a:schemeClr val="tx1"/>
          </a:solidFill>
          <a:latin typeface="+mn-lt"/>
          <a:ea typeface="+mn-ea"/>
          <a:cs typeface="+mn-cs"/>
        </a:defRPr>
      </a:lvl8pPr>
      <a:lvl9pPr marL="577215" indent="-191135" algn="l" defTabSz="990600" rtl="0" eaLnBrk="1" latinLnBrk="0" hangingPunct="1">
        <a:spcBef>
          <a:spcPts val="0"/>
        </a:spcBef>
        <a:spcAft>
          <a:spcPts val="1085"/>
        </a:spcAft>
        <a:buFont typeface="Verdana" panose="020B0604030504040204" pitchFamily="34" charset="0"/>
        <a:buChar char="−"/>
        <a:defRPr kumimoji="1" sz="1300" kern="1200" baseline="0">
          <a:solidFill>
            <a:schemeClr val="tx1"/>
          </a:solidFill>
          <a:latin typeface="+mn-lt"/>
          <a:ea typeface="+mn-ea"/>
          <a:cs typeface="+mn-cs"/>
        </a:defRPr>
      </a:lvl9pPr>
    </p:bodyStyle>
    <p:otherStyle>
      <a:defPPr>
        <a:defRPr lang="en-US"/>
      </a:defPPr>
      <a:lvl1pPr marL="0" algn="l" defTabSz="990600" rtl="0" eaLnBrk="1" latinLnBrk="0" hangingPunct="1">
        <a:defRPr kumimoji="1" sz="1950" kern="1200">
          <a:solidFill>
            <a:schemeClr val="tx1"/>
          </a:solidFill>
          <a:latin typeface="+mn-lt"/>
          <a:ea typeface="+mn-ea"/>
          <a:cs typeface="+mn-cs"/>
        </a:defRPr>
      </a:lvl1pPr>
      <a:lvl2pPr marL="495300" algn="l" defTabSz="990600" rtl="0" eaLnBrk="1" latinLnBrk="0" hangingPunct="1">
        <a:defRPr kumimoji="1" sz="1950" kern="1200">
          <a:solidFill>
            <a:schemeClr val="tx1"/>
          </a:solidFill>
          <a:latin typeface="+mn-lt"/>
          <a:ea typeface="+mn-ea"/>
          <a:cs typeface="+mn-cs"/>
        </a:defRPr>
      </a:lvl2pPr>
      <a:lvl3pPr marL="990600" algn="l" defTabSz="990600" rtl="0" eaLnBrk="1" latinLnBrk="0" hangingPunct="1">
        <a:defRPr kumimoji="1" sz="1950" kern="1200">
          <a:solidFill>
            <a:schemeClr val="tx1"/>
          </a:solidFill>
          <a:latin typeface="+mn-lt"/>
          <a:ea typeface="+mn-ea"/>
          <a:cs typeface="+mn-cs"/>
        </a:defRPr>
      </a:lvl3pPr>
      <a:lvl4pPr marL="1485900" algn="l" defTabSz="990600" rtl="0" eaLnBrk="1" latinLnBrk="0" hangingPunct="1">
        <a:defRPr kumimoji="1" sz="1950" kern="1200">
          <a:solidFill>
            <a:schemeClr val="tx1"/>
          </a:solidFill>
          <a:latin typeface="+mn-lt"/>
          <a:ea typeface="+mn-ea"/>
          <a:cs typeface="+mn-cs"/>
        </a:defRPr>
      </a:lvl4pPr>
      <a:lvl5pPr marL="1981200" algn="l" defTabSz="990600" rtl="0" eaLnBrk="1" latinLnBrk="0" hangingPunct="1">
        <a:defRPr kumimoji="1" sz="1950" kern="1200">
          <a:solidFill>
            <a:schemeClr val="tx1"/>
          </a:solidFill>
          <a:latin typeface="+mn-lt"/>
          <a:ea typeface="+mn-ea"/>
          <a:cs typeface="+mn-cs"/>
        </a:defRPr>
      </a:lvl5pPr>
      <a:lvl6pPr marL="2476500" algn="l" defTabSz="990600" rtl="0" eaLnBrk="1" latinLnBrk="0" hangingPunct="1">
        <a:defRPr kumimoji="1" sz="1950" kern="1200">
          <a:solidFill>
            <a:schemeClr val="tx1"/>
          </a:solidFill>
          <a:latin typeface="+mn-lt"/>
          <a:ea typeface="+mn-ea"/>
          <a:cs typeface="+mn-cs"/>
        </a:defRPr>
      </a:lvl6pPr>
      <a:lvl7pPr marL="2971800" algn="l" defTabSz="990600" rtl="0" eaLnBrk="1" latinLnBrk="0" hangingPunct="1">
        <a:defRPr kumimoji="1" sz="1950" kern="1200">
          <a:solidFill>
            <a:schemeClr val="tx1"/>
          </a:solidFill>
          <a:latin typeface="+mn-lt"/>
          <a:ea typeface="+mn-ea"/>
          <a:cs typeface="+mn-cs"/>
        </a:defRPr>
      </a:lvl7pPr>
      <a:lvl8pPr marL="3467100" algn="l" defTabSz="990600" rtl="0" eaLnBrk="1" latinLnBrk="0" hangingPunct="1">
        <a:defRPr kumimoji="1" sz="1950" kern="1200">
          <a:solidFill>
            <a:schemeClr val="tx1"/>
          </a:solidFill>
          <a:latin typeface="+mn-lt"/>
          <a:ea typeface="+mn-ea"/>
          <a:cs typeface="+mn-cs"/>
        </a:defRPr>
      </a:lvl8pPr>
      <a:lvl9pPr marL="3962400" algn="l" defTabSz="990600" rtl="0" eaLnBrk="1" latinLnBrk="0" hangingPunct="1">
        <a:defRPr kumimoji="1" sz="195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bwMode="gray">
      <p:bgRef idx="1001">
        <a:schemeClr val="bg1"/>
      </p:bgRef>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25"/>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26" imgW="7620" imgH="7620" progId="TCLayout.ActiveDocument.1">
                  <p:embed/>
                </p:oleObj>
              </mc:Choice>
              <mc:Fallback>
                <p:oleObj name="think-cellスライド" r:id="rId26" imgW="7620" imgH="7620" progId="TCLayout.ActiveDocument.1">
                  <p:embed/>
                  <p:pic>
                    <p:nvPicPr>
                      <p:cNvPr id="4" name="オブジェクト 3" hidden="1"/>
                      <p:cNvPicPr/>
                      <p:nvPr/>
                    </p:nvPicPr>
                    <p:blipFill>
                      <a:blip r:embed="rId27"/>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bwMode="gray">
          <a:xfrm>
            <a:off x="480000" y="108000"/>
            <a:ext cx="11232000" cy="738000"/>
          </a:xfrm>
          <a:prstGeom prst="rect">
            <a:avLst/>
          </a:prstGeom>
        </p:spPr>
        <p:txBody>
          <a:bodyPr vert="horz" lIns="0" tIns="0" rIns="0" bIns="0" rtlCol="0" anchor="b" anchorCtr="0">
            <a:noAutofit/>
          </a:bodyPr>
          <a:lstStyle/>
          <a:p>
            <a:r>
              <a:rPr lang="ja-JP" altLang="en-US" noProof="0"/>
              <a:t>キーメッセージを入力（本スライドで一番伝えたいこと＜名詞止め・体言止め不可＞）</a:t>
            </a:r>
            <a:endParaRPr lang="en-US" noProof="0"/>
          </a:p>
        </p:txBody>
      </p:sp>
      <p:sp>
        <p:nvSpPr>
          <p:cNvPr id="8" name="フッター プレースホルダ 8"/>
          <p:cNvSpPr>
            <a:spLocks noGrp="1"/>
          </p:cNvSpPr>
          <p:nvPr>
            <p:ph type="ftr" sz="quarter" idx="3"/>
          </p:nvPr>
        </p:nvSpPr>
        <p:spPr bwMode="gray">
          <a:xfrm>
            <a:off x="730800" y="6588000"/>
            <a:ext cx="5184000" cy="169200"/>
          </a:xfrm>
          <a:prstGeom prst="rect">
            <a:avLst/>
          </a:prstGeom>
        </p:spPr>
        <p:txBody>
          <a:bodyPr vert="horz" lIns="0" tIns="0" rIns="0" bIns="0" rtlCol="0" anchor="b" anchorCtr="0"/>
          <a:lstStyle>
            <a:lvl1pPr algn="l">
              <a:defRPr sz="900">
                <a:solidFill>
                  <a:schemeClr val="tx1"/>
                </a:solidFill>
                <a:latin typeface="+mn-lt"/>
                <a:ea typeface="+mn-ea"/>
                <a:cs typeface="+mn-cs"/>
              </a:defRPr>
            </a:lvl1pPr>
          </a:lstStyle>
          <a:p>
            <a:pPr fontAlgn="auto">
              <a:spcBef>
                <a:spcPts val="0"/>
              </a:spcBef>
              <a:spcAft>
                <a:spcPts val="0"/>
              </a:spcAft>
            </a:pPr>
            <a:r>
              <a:rPr lang="en-US" altLang="ja-JP"/>
              <a:t>Notes</a:t>
            </a:r>
            <a:r>
              <a:rPr lang="ja-JP" altLang="en-US"/>
              <a:t>アプリ刷新のご提案</a:t>
            </a:r>
            <a:endParaRPr lang="en-GB" altLang="en-GB"/>
          </a:p>
        </p:txBody>
      </p:sp>
      <p:sp>
        <p:nvSpPr>
          <p:cNvPr id="9" name="スライド番号プレースホルダ 9"/>
          <p:cNvSpPr>
            <a:spLocks noGrp="1"/>
          </p:cNvSpPr>
          <p:nvPr>
            <p:ph type="sldNum" sz="quarter" idx="4"/>
          </p:nvPr>
        </p:nvSpPr>
        <p:spPr bwMode="gray">
          <a:xfrm>
            <a:off x="480000" y="6588000"/>
            <a:ext cx="180000" cy="169200"/>
          </a:xfrm>
          <a:prstGeom prst="rect">
            <a:avLst/>
          </a:prstGeom>
        </p:spPr>
        <p:txBody>
          <a:bodyPr vert="horz" wrap="none" lIns="0" tIns="0" rIns="0" bIns="0" rtlCol="0" anchor="b" anchorCtr="0"/>
          <a:lstStyle>
            <a:lvl1pPr algn="r">
              <a:defRPr sz="900">
                <a:solidFill>
                  <a:schemeClr val="tx1"/>
                </a:solidFill>
                <a:latin typeface="+mn-lt"/>
                <a:ea typeface="+mn-ea"/>
                <a:cs typeface="+mn-cs"/>
              </a:defRPr>
            </a:lvl1pPr>
          </a:lstStyle>
          <a:p>
            <a:pPr fontAlgn="auto">
              <a:spcBef>
                <a:spcPts val="0"/>
              </a:spcBef>
              <a:spcAft>
                <a:spcPts val="0"/>
              </a:spcAft>
            </a:pPr>
            <a:fld id="{AA5FCFE5-FE56-4EF1-80A8-07776887C2A1}" type="slidenum">
              <a:rPr kumimoji="1" lang="ja-JP" altLang="en-US" smtClean="0"/>
              <a:t>‹#›</a:t>
            </a:fld>
            <a:endParaRPr kumimoji="1" lang="ja-JP" altLang="en-US"/>
          </a:p>
        </p:txBody>
      </p:sp>
      <p:sp>
        <p:nvSpPr>
          <p:cNvPr id="15" name="Text Box 37"/>
          <p:cNvSpPr txBox="1">
            <a:spLocks noChangeArrowheads="1"/>
          </p:cNvSpPr>
          <p:nvPr/>
        </p:nvSpPr>
        <p:spPr bwMode="gray">
          <a:xfrm>
            <a:off x="6276000" y="6588000"/>
            <a:ext cx="5436000" cy="169200"/>
          </a:xfrm>
          <a:prstGeom prst="rect">
            <a:avLst/>
          </a:prstGeom>
          <a:noFill/>
          <a:ln w="9525">
            <a:noFill/>
            <a:miter lim="800000"/>
          </a:ln>
          <a:effectLst/>
        </p:spPr>
        <p:txBody>
          <a:bodyPr wrap="none" lIns="0" tIns="0" rIns="0" bIns="0" anchor="b" anchorCtr="0">
            <a:noAutofit/>
          </a:bodyPr>
          <a:lstStyle/>
          <a:p>
            <a:pPr algn="r" rtl="0" eaLnBrk="0" fontAlgn="base" hangingPunct="0">
              <a:spcBef>
                <a:spcPct val="50000"/>
              </a:spcBef>
              <a:spcAft>
                <a:spcPct val="0"/>
              </a:spcAft>
            </a:pPr>
            <a:r>
              <a:rPr lang="en-US" altLang="ja-JP" sz="900" kern="1200">
                <a:solidFill>
                  <a:schemeClr val="tx1"/>
                </a:solidFill>
                <a:latin typeface="+mn-lt"/>
                <a:ea typeface="+mn-ea"/>
                <a:cs typeface="+mn-cs"/>
              </a:rPr>
              <a:t>© 2024. For information, contact Deloitte Tohmatsu Group.</a:t>
            </a:r>
          </a:p>
        </p:txBody>
      </p:sp>
      <p:sp>
        <p:nvSpPr>
          <p:cNvPr id="3" name="テキスト プレースホルダー 2"/>
          <p:cNvSpPr>
            <a:spLocks noGrp="1"/>
          </p:cNvSpPr>
          <p:nvPr>
            <p:ph type="body" idx="1"/>
          </p:nvPr>
        </p:nvSpPr>
        <p:spPr bwMode="gray">
          <a:xfrm>
            <a:off x="480000" y="1476000"/>
            <a:ext cx="11232000" cy="4824000"/>
          </a:xfrm>
          <a:prstGeom prst="rect">
            <a:avLst/>
          </a:prstGeom>
        </p:spPr>
        <p:txBody>
          <a:bodyPr vert="horz" lIns="0" tIns="0" rIns="0" bIns="0" rtlCol="0">
            <a:noAutofit/>
          </a:bodyPr>
          <a:lstStyle/>
          <a:p>
            <a:pPr lvl="0"/>
            <a:r>
              <a:rPr kumimoji="1" lang="ja-JP" altLang="en-US"/>
              <a:t>マスター テキストの書式設定</a:t>
            </a:r>
          </a:p>
          <a:p>
            <a:pPr lvl="1"/>
            <a:r>
              <a:rPr kumimoji="1" lang="ja-JP" altLang="en-US"/>
              <a:t>第 </a:t>
            </a:r>
            <a:r>
              <a:rPr kumimoji="1" lang="en-US" altLang="ja-JP"/>
              <a:t>1 </a:t>
            </a:r>
            <a:r>
              <a:rPr kumimoji="1" lang="ja-JP" altLang="en-US"/>
              <a:t>レベル</a:t>
            </a:r>
          </a:p>
          <a:p>
            <a:pPr lvl="2"/>
            <a:r>
              <a:rPr kumimoji="1" lang="ja-JP" altLang="en-US"/>
              <a:t>第 </a:t>
            </a:r>
            <a:r>
              <a:rPr kumimoji="1" lang="en-US" altLang="ja-JP"/>
              <a:t>2 </a:t>
            </a:r>
            <a:r>
              <a:rPr kumimoji="1" lang="ja-JP" altLang="en-US"/>
              <a:t>レベル</a:t>
            </a:r>
          </a:p>
          <a:p>
            <a:pPr lvl="3"/>
            <a:r>
              <a:rPr kumimoji="1" lang="ja-JP" altLang="en-US"/>
              <a:t>第 </a:t>
            </a:r>
            <a:r>
              <a:rPr kumimoji="1" lang="en-US" altLang="ja-JP"/>
              <a:t>3 </a:t>
            </a:r>
            <a:r>
              <a:rPr kumimoji="1" lang="ja-JP" altLang="en-US"/>
              <a:t>レベル</a:t>
            </a:r>
          </a:p>
        </p:txBody>
      </p:sp>
      <p:sp>
        <p:nvSpPr>
          <p:cNvPr id="10" name="日付プレースホルダー 3"/>
          <p:cNvSpPr>
            <a:spLocks noGrp="1"/>
          </p:cNvSpPr>
          <p:nvPr>
            <p:ph type="dt" sz="half" idx="2"/>
          </p:nvPr>
        </p:nvSpPr>
        <p:spPr bwMode="gray">
          <a:xfrm>
            <a:off x="5651167" y="6444000"/>
            <a:ext cx="889666" cy="169277"/>
          </a:xfrm>
          <a:prstGeom prst="rect">
            <a:avLst/>
          </a:prstGeom>
        </p:spPr>
        <p:txBody>
          <a:bodyPr vert="horz" wrap="none" lIns="0" tIns="0" rIns="0" bIns="0" rtlCol="0" anchor="t" anchorCtr="0">
            <a:spAutoFit/>
          </a:bodyPr>
          <a:lstStyle>
            <a:lvl1pPr>
              <a:defRPr kumimoji="1" lang="en-US" altLang="ja-JP" sz="1100" smtClean="0">
                <a:solidFill>
                  <a:srgbClr val="75787B"/>
                </a:solidFill>
                <a:latin typeface="+mn-lt"/>
                <a:cs typeface="+mn-cs"/>
              </a:defRPr>
            </a:lvl1pPr>
          </a:lstStyle>
          <a:p>
            <a:pPr algn="ctr"/>
            <a:r>
              <a:rPr lang="en-US"/>
              <a:t>&lt; Confidential &gt;</a:t>
            </a:r>
          </a:p>
        </p:txBody>
      </p:sp>
      <p:sp>
        <p:nvSpPr>
          <p:cNvPr id="6" name="フッター プレースホルダー 5"/>
          <p:cNvSpPr txBox="1"/>
          <p:nvPr userDrawn="1"/>
        </p:nvSpPr>
        <p:spPr>
          <a:xfrm>
            <a:off x="883200" y="6740400"/>
            <a:ext cx="5184000" cy="169200"/>
          </a:xfrm>
          <a:prstGeom prst="rect">
            <a:avLst/>
          </a:prstGeom>
        </p:spPr>
        <p:txBody>
          <a:bodyPr/>
          <a:lstStyle>
            <a:defPPr>
              <a:defRPr lang="en-US"/>
            </a:defPPr>
            <a:lvl1pPr algn="l" rtl="0" fontAlgn="base">
              <a:spcBef>
                <a:spcPct val="0"/>
              </a:spcBef>
              <a:spcAft>
                <a:spcPct val="0"/>
              </a:spcAft>
              <a:defRPr sz="1900" kern="1200">
                <a:solidFill>
                  <a:schemeClr val="tx1"/>
                </a:solidFill>
                <a:latin typeface="Arial" panose="020B0604020202020204" pitchFamily="34" charset="0"/>
                <a:ea typeface="+mn-ea"/>
                <a:cs typeface="Arial" panose="020B0604020202020204" pitchFamily="34" charset="0"/>
              </a:defRPr>
            </a:lvl1pPr>
            <a:lvl2pPr marL="429895" algn="l" rtl="0" fontAlgn="base">
              <a:spcBef>
                <a:spcPct val="0"/>
              </a:spcBef>
              <a:spcAft>
                <a:spcPct val="0"/>
              </a:spcAft>
              <a:defRPr sz="1900" kern="1200">
                <a:solidFill>
                  <a:schemeClr val="tx1"/>
                </a:solidFill>
                <a:latin typeface="Arial" panose="020B0604020202020204" pitchFamily="34" charset="0"/>
                <a:ea typeface="+mn-ea"/>
                <a:cs typeface="Arial" panose="020B0604020202020204" pitchFamily="34" charset="0"/>
              </a:defRPr>
            </a:lvl2pPr>
            <a:lvl3pPr marL="859790" algn="l" rtl="0" fontAlgn="base">
              <a:spcBef>
                <a:spcPct val="0"/>
              </a:spcBef>
              <a:spcAft>
                <a:spcPct val="0"/>
              </a:spcAft>
              <a:defRPr sz="1900" kern="1200">
                <a:solidFill>
                  <a:schemeClr val="tx1"/>
                </a:solidFill>
                <a:latin typeface="Arial" panose="020B0604020202020204" pitchFamily="34" charset="0"/>
                <a:ea typeface="+mn-ea"/>
                <a:cs typeface="Arial" panose="020B0604020202020204" pitchFamily="34" charset="0"/>
              </a:defRPr>
            </a:lvl3pPr>
            <a:lvl4pPr marL="1289050" algn="l" rtl="0" fontAlgn="base">
              <a:spcBef>
                <a:spcPct val="0"/>
              </a:spcBef>
              <a:spcAft>
                <a:spcPct val="0"/>
              </a:spcAft>
              <a:defRPr sz="1900" kern="1200">
                <a:solidFill>
                  <a:schemeClr val="tx1"/>
                </a:solidFill>
                <a:latin typeface="Arial" panose="020B0604020202020204" pitchFamily="34" charset="0"/>
                <a:ea typeface="+mn-ea"/>
                <a:cs typeface="Arial" panose="020B0604020202020204" pitchFamily="34" charset="0"/>
              </a:defRPr>
            </a:lvl4pPr>
            <a:lvl5pPr marL="1718945" algn="l" rtl="0" fontAlgn="base">
              <a:spcBef>
                <a:spcPct val="0"/>
              </a:spcBef>
              <a:spcAft>
                <a:spcPct val="0"/>
              </a:spcAft>
              <a:defRPr sz="1900" kern="1200">
                <a:solidFill>
                  <a:schemeClr val="tx1"/>
                </a:solidFill>
                <a:latin typeface="Arial" panose="020B0604020202020204" pitchFamily="34" charset="0"/>
                <a:ea typeface="+mn-ea"/>
                <a:cs typeface="Arial" panose="020B0604020202020204" pitchFamily="34" charset="0"/>
              </a:defRPr>
            </a:lvl5pPr>
            <a:lvl6pPr marL="2148840" algn="l" defTabSz="859790" rtl="0" eaLnBrk="1" latinLnBrk="0" hangingPunct="1">
              <a:defRPr sz="1900" kern="1200">
                <a:solidFill>
                  <a:schemeClr val="tx1"/>
                </a:solidFill>
                <a:latin typeface="Arial" panose="020B0604020202020204" pitchFamily="34" charset="0"/>
                <a:ea typeface="+mn-ea"/>
                <a:cs typeface="Arial" panose="020B0604020202020204" pitchFamily="34" charset="0"/>
              </a:defRPr>
            </a:lvl6pPr>
            <a:lvl7pPr marL="2578735" algn="l" defTabSz="859790" rtl="0" eaLnBrk="1" latinLnBrk="0" hangingPunct="1">
              <a:defRPr sz="1900" kern="1200">
                <a:solidFill>
                  <a:schemeClr val="tx1"/>
                </a:solidFill>
                <a:latin typeface="Arial" panose="020B0604020202020204" pitchFamily="34" charset="0"/>
                <a:ea typeface="+mn-ea"/>
                <a:cs typeface="Arial" panose="020B0604020202020204" pitchFamily="34" charset="0"/>
              </a:defRPr>
            </a:lvl7pPr>
            <a:lvl8pPr marL="3008630" algn="l" defTabSz="859790" rtl="0" eaLnBrk="1" latinLnBrk="0" hangingPunct="1">
              <a:defRPr sz="1900" kern="1200">
                <a:solidFill>
                  <a:schemeClr val="tx1"/>
                </a:solidFill>
                <a:latin typeface="Arial" panose="020B0604020202020204" pitchFamily="34" charset="0"/>
                <a:ea typeface="+mn-ea"/>
                <a:cs typeface="Arial" panose="020B0604020202020204" pitchFamily="34" charset="0"/>
              </a:defRPr>
            </a:lvl8pPr>
            <a:lvl9pPr marL="3437890" algn="l" defTabSz="859790" rtl="0" eaLnBrk="1" latinLnBrk="0" hangingPunct="1">
              <a:defRPr sz="1900" kern="1200">
                <a:solidFill>
                  <a:schemeClr val="tx1"/>
                </a:solidFill>
                <a:latin typeface="Arial" panose="020B0604020202020204" pitchFamily="34" charset="0"/>
                <a:ea typeface="+mn-ea"/>
                <a:cs typeface="Arial" panose="020B0604020202020204" pitchFamily="34" charset="0"/>
              </a:defRPr>
            </a:lvl9pPr>
          </a:lstStyle>
          <a:p>
            <a:endParaRPr lang="en-GB" altLang="en-GB"/>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 id="2147483688" r:id="rId14"/>
    <p:sldLayoutId id="2147483689" r:id="rId15"/>
    <p:sldLayoutId id="2147483690" r:id="rId16"/>
    <p:sldLayoutId id="2147483691" r:id="rId17"/>
    <p:sldLayoutId id="2147483692" r:id="rId18"/>
    <p:sldLayoutId id="2147483693" r:id="rId19"/>
    <p:sldLayoutId id="2147483694" r:id="rId20"/>
    <p:sldLayoutId id="2147483695" r:id="rId21"/>
    <p:sldLayoutId id="2147483696" r:id="rId22"/>
    <p:sldLayoutId id="2147483697" r:id="rId23"/>
  </p:sldLayoutIdLst>
  <p:hf hdr="0"/>
  <p:txStyles>
    <p:titleStyle>
      <a:lvl1pPr algn="l" defTabSz="990600" rtl="0" eaLnBrk="1" latinLnBrk="0" hangingPunct="1">
        <a:spcBef>
          <a:spcPct val="0"/>
        </a:spcBef>
        <a:buNone/>
        <a:defRPr kumimoji="1" sz="2400" b="1" kern="1200" baseline="0">
          <a:solidFill>
            <a:schemeClr val="tx1"/>
          </a:solidFill>
          <a:latin typeface="+mj-lt"/>
          <a:ea typeface="+mj-ea"/>
          <a:cs typeface="+mj-cs"/>
        </a:defRPr>
      </a:lvl1pPr>
    </p:titleStyle>
    <p:bodyStyle>
      <a:lvl1pPr marL="0" marR="0" indent="0" algn="l" defTabSz="990600" rtl="0" eaLnBrk="1" fontAlgn="auto" latinLnBrk="0" hangingPunct="1">
        <a:lnSpc>
          <a:spcPct val="110000"/>
        </a:lnSpc>
        <a:spcBef>
          <a:spcPts val="600"/>
        </a:spcBef>
        <a:spcAft>
          <a:spcPts val="0"/>
        </a:spcAft>
        <a:buClrTx/>
        <a:buSzPct val="100000"/>
        <a:buFont typeface="Arial" panose="020B0604020202020204" pitchFamily="34" charset="0"/>
        <a:buNone/>
        <a:defRPr kumimoji="1" sz="1600" b="0" kern="1200">
          <a:solidFill>
            <a:schemeClr val="tx1"/>
          </a:solidFill>
          <a:latin typeface="+mn-lt"/>
          <a:ea typeface="+mn-ea"/>
          <a:cs typeface="+mn-cs"/>
        </a:defRPr>
      </a:lvl1pPr>
      <a:lvl2pPr marL="252095" marR="0" indent="-252095" algn="l" defTabSz="990600" rtl="0" eaLnBrk="1" fontAlgn="auto" latinLnBrk="0" hangingPunct="1">
        <a:lnSpc>
          <a:spcPct val="110000"/>
        </a:lnSpc>
        <a:spcBef>
          <a:spcPts val="600"/>
        </a:spcBef>
        <a:spcAft>
          <a:spcPts val="0"/>
        </a:spcAft>
        <a:buClrTx/>
        <a:buSzPct val="100000"/>
        <a:buFont typeface="Wingdings" panose="05000000000000000000" pitchFamily="2" charset="2"/>
        <a:buChar char="n"/>
        <a:defRPr kumimoji="1" lang="en-US" sz="1600" b="0" kern="1200" dirty="0" smtClean="0">
          <a:solidFill>
            <a:schemeClr val="tx1"/>
          </a:solidFill>
          <a:latin typeface="+mn-lt"/>
          <a:ea typeface="+mn-ea"/>
          <a:cs typeface="+mn-cs"/>
        </a:defRPr>
      </a:lvl2pPr>
      <a:lvl3pPr marL="504190" marR="0" indent="-252095" algn="l" defTabSz="990600" rtl="0" eaLnBrk="1" fontAlgn="auto" latinLnBrk="0" hangingPunct="1">
        <a:lnSpc>
          <a:spcPct val="110000"/>
        </a:lnSpc>
        <a:spcBef>
          <a:spcPts val="600"/>
        </a:spcBef>
        <a:spcAft>
          <a:spcPts val="0"/>
        </a:spcAft>
        <a:buClrTx/>
        <a:buSzPct val="100000"/>
        <a:buFont typeface="Wingdings" panose="05000000000000000000" pitchFamily="2" charset="2"/>
        <a:buChar char="Ø"/>
        <a:defRPr kumimoji="1" lang="en-US" sz="1600" b="0" kern="1200" dirty="0" smtClean="0">
          <a:solidFill>
            <a:schemeClr val="tx1"/>
          </a:solidFill>
          <a:latin typeface="+mn-lt"/>
          <a:ea typeface="+mn-ea"/>
          <a:cs typeface="+mn-cs"/>
        </a:defRPr>
      </a:lvl3pPr>
      <a:lvl4pPr marL="683895" marR="0" indent="-179705" algn="l" defTabSz="990600" rtl="0" eaLnBrk="1" fontAlgn="auto" latinLnBrk="0" hangingPunct="1">
        <a:lnSpc>
          <a:spcPct val="110000"/>
        </a:lnSpc>
        <a:spcBef>
          <a:spcPts val="600"/>
        </a:spcBef>
        <a:spcAft>
          <a:spcPts val="0"/>
        </a:spcAft>
        <a:buClrTx/>
        <a:buSzPct val="100000"/>
        <a:buFont typeface="Arial" panose="020B0604020202020204" pitchFamily="34" charset="0"/>
        <a:buChar char="•"/>
        <a:defRPr kumimoji="1" lang="en-US" sz="1600" b="0" kern="1200" baseline="0" dirty="0" smtClean="0">
          <a:solidFill>
            <a:schemeClr val="tx1"/>
          </a:solidFill>
          <a:latin typeface="+mn-lt"/>
          <a:ea typeface="+mn-ea"/>
          <a:cs typeface="+mn-cs"/>
        </a:defRPr>
      </a:lvl4pPr>
      <a:lvl5pPr marL="935990" indent="-252095" algn="l" defTabSz="864870" rtl="0" eaLnBrk="1" latinLnBrk="0" hangingPunct="1">
        <a:lnSpc>
          <a:spcPct val="110000"/>
        </a:lnSpc>
        <a:spcBef>
          <a:spcPts val="600"/>
        </a:spcBef>
        <a:spcAft>
          <a:spcPts val="0"/>
        </a:spcAft>
        <a:buClrTx/>
        <a:buSzPct val="100000"/>
        <a:buFont typeface="Verdana" panose="020B0604030504040204" pitchFamily="34" charset="0"/>
        <a:buChar char="−"/>
        <a:defRPr kumimoji="1" lang="en-US" sz="1600" kern="1200" baseline="0" dirty="0" smtClean="0">
          <a:solidFill>
            <a:schemeClr val="tx1"/>
          </a:solidFill>
          <a:latin typeface="+mn-lt"/>
          <a:ea typeface="+mn-ea"/>
          <a:cs typeface="+mn-cs"/>
        </a:defRPr>
      </a:lvl5pPr>
      <a:lvl6pPr marL="1188085" indent="-252095" algn="l" defTabSz="990600" rtl="0" eaLnBrk="1" latinLnBrk="0" hangingPunct="1">
        <a:lnSpc>
          <a:spcPct val="110000"/>
        </a:lnSpc>
        <a:spcBef>
          <a:spcPts val="600"/>
        </a:spcBef>
        <a:spcAft>
          <a:spcPts val="0"/>
        </a:spcAft>
        <a:buFont typeface="Wingdings" panose="05000000000000000000" pitchFamily="2" charset="2"/>
        <a:buChar char="ü"/>
        <a:defRPr kumimoji="1" sz="1600" kern="1200" baseline="0">
          <a:solidFill>
            <a:schemeClr val="tx1"/>
          </a:solidFill>
          <a:latin typeface="+mn-lt"/>
          <a:ea typeface="+mn-ea"/>
          <a:cs typeface="+mn-cs"/>
        </a:defRPr>
      </a:lvl6pPr>
      <a:lvl7pPr marL="577215" indent="-191135" algn="l" defTabSz="990600" rtl="0" eaLnBrk="1" latinLnBrk="0" hangingPunct="1">
        <a:spcBef>
          <a:spcPts val="0"/>
        </a:spcBef>
        <a:spcAft>
          <a:spcPts val="1085"/>
        </a:spcAft>
        <a:buFont typeface="Verdana" panose="020B0604030504040204" pitchFamily="34" charset="0"/>
        <a:buChar char="−"/>
        <a:defRPr kumimoji="1" sz="1300" kern="1200">
          <a:solidFill>
            <a:schemeClr val="tx1"/>
          </a:solidFill>
          <a:latin typeface="+mn-lt"/>
          <a:ea typeface="+mn-ea"/>
          <a:cs typeface="+mn-cs"/>
        </a:defRPr>
      </a:lvl7pPr>
      <a:lvl8pPr marL="577215" indent="-191135" algn="l" defTabSz="990600" rtl="0" eaLnBrk="1" latinLnBrk="0" hangingPunct="1">
        <a:spcBef>
          <a:spcPts val="0"/>
        </a:spcBef>
        <a:spcAft>
          <a:spcPts val="1085"/>
        </a:spcAft>
        <a:buFont typeface="Verdana" panose="020B0604030504040204" pitchFamily="34" charset="0"/>
        <a:buChar char="−"/>
        <a:defRPr kumimoji="1" sz="1300" kern="1200" baseline="0">
          <a:solidFill>
            <a:schemeClr val="tx1"/>
          </a:solidFill>
          <a:latin typeface="+mn-lt"/>
          <a:ea typeface="+mn-ea"/>
          <a:cs typeface="+mn-cs"/>
        </a:defRPr>
      </a:lvl8pPr>
      <a:lvl9pPr marL="577215" indent="-191135" algn="l" defTabSz="990600" rtl="0" eaLnBrk="1" latinLnBrk="0" hangingPunct="1">
        <a:spcBef>
          <a:spcPts val="0"/>
        </a:spcBef>
        <a:spcAft>
          <a:spcPts val="1085"/>
        </a:spcAft>
        <a:buFont typeface="Verdana" panose="020B0604030504040204" pitchFamily="34" charset="0"/>
        <a:buChar char="−"/>
        <a:defRPr kumimoji="1" sz="1300" kern="1200" baseline="0">
          <a:solidFill>
            <a:schemeClr val="tx1"/>
          </a:solidFill>
          <a:latin typeface="+mn-lt"/>
          <a:ea typeface="+mn-ea"/>
          <a:cs typeface="+mn-cs"/>
        </a:defRPr>
      </a:lvl9pPr>
    </p:bodyStyle>
    <p:otherStyle>
      <a:defPPr>
        <a:defRPr lang="en-US"/>
      </a:defPPr>
      <a:lvl1pPr marL="0" algn="l" defTabSz="990600" rtl="0" eaLnBrk="1" latinLnBrk="0" hangingPunct="1">
        <a:defRPr kumimoji="1" sz="1950" kern="1200">
          <a:solidFill>
            <a:schemeClr val="tx1"/>
          </a:solidFill>
          <a:latin typeface="+mn-lt"/>
          <a:ea typeface="+mn-ea"/>
          <a:cs typeface="+mn-cs"/>
        </a:defRPr>
      </a:lvl1pPr>
      <a:lvl2pPr marL="495300" algn="l" defTabSz="990600" rtl="0" eaLnBrk="1" latinLnBrk="0" hangingPunct="1">
        <a:defRPr kumimoji="1" sz="1950" kern="1200">
          <a:solidFill>
            <a:schemeClr val="tx1"/>
          </a:solidFill>
          <a:latin typeface="+mn-lt"/>
          <a:ea typeface="+mn-ea"/>
          <a:cs typeface="+mn-cs"/>
        </a:defRPr>
      </a:lvl2pPr>
      <a:lvl3pPr marL="990600" algn="l" defTabSz="990600" rtl="0" eaLnBrk="1" latinLnBrk="0" hangingPunct="1">
        <a:defRPr kumimoji="1" sz="1950" kern="1200">
          <a:solidFill>
            <a:schemeClr val="tx1"/>
          </a:solidFill>
          <a:latin typeface="+mn-lt"/>
          <a:ea typeface="+mn-ea"/>
          <a:cs typeface="+mn-cs"/>
        </a:defRPr>
      </a:lvl3pPr>
      <a:lvl4pPr marL="1485900" algn="l" defTabSz="990600" rtl="0" eaLnBrk="1" latinLnBrk="0" hangingPunct="1">
        <a:defRPr kumimoji="1" sz="1950" kern="1200">
          <a:solidFill>
            <a:schemeClr val="tx1"/>
          </a:solidFill>
          <a:latin typeface="+mn-lt"/>
          <a:ea typeface="+mn-ea"/>
          <a:cs typeface="+mn-cs"/>
        </a:defRPr>
      </a:lvl4pPr>
      <a:lvl5pPr marL="1981200" algn="l" defTabSz="990600" rtl="0" eaLnBrk="1" latinLnBrk="0" hangingPunct="1">
        <a:defRPr kumimoji="1" sz="1950" kern="1200">
          <a:solidFill>
            <a:schemeClr val="tx1"/>
          </a:solidFill>
          <a:latin typeface="+mn-lt"/>
          <a:ea typeface="+mn-ea"/>
          <a:cs typeface="+mn-cs"/>
        </a:defRPr>
      </a:lvl5pPr>
      <a:lvl6pPr marL="2476500" algn="l" defTabSz="990600" rtl="0" eaLnBrk="1" latinLnBrk="0" hangingPunct="1">
        <a:defRPr kumimoji="1" sz="1950" kern="1200">
          <a:solidFill>
            <a:schemeClr val="tx1"/>
          </a:solidFill>
          <a:latin typeface="+mn-lt"/>
          <a:ea typeface="+mn-ea"/>
          <a:cs typeface="+mn-cs"/>
        </a:defRPr>
      </a:lvl6pPr>
      <a:lvl7pPr marL="2971800" algn="l" defTabSz="990600" rtl="0" eaLnBrk="1" latinLnBrk="0" hangingPunct="1">
        <a:defRPr kumimoji="1" sz="1950" kern="1200">
          <a:solidFill>
            <a:schemeClr val="tx1"/>
          </a:solidFill>
          <a:latin typeface="+mn-lt"/>
          <a:ea typeface="+mn-ea"/>
          <a:cs typeface="+mn-cs"/>
        </a:defRPr>
      </a:lvl7pPr>
      <a:lvl8pPr marL="3467100" algn="l" defTabSz="990600" rtl="0" eaLnBrk="1" latinLnBrk="0" hangingPunct="1">
        <a:defRPr kumimoji="1" sz="1950" kern="1200">
          <a:solidFill>
            <a:schemeClr val="tx1"/>
          </a:solidFill>
          <a:latin typeface="+mn-lt"/>
          <a:ea typeface="+mn-ea"/>
          <a:cs typeface="+mn-cs"/>
        </a:defRPr>
      </a:lvl8pPr>
      <a:lvl9pPr marL="3962400" algn="l" defTabSz="990600" rtl="0" eaLnBrk="1" latinLnBrk="0" hangingPunct="1">
        <a:defRPr kumimoji="1" sz="195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bwMode="gray">
      <p:bgRef idx="1001">
        <a:schemeClr val="bg1"/>
      </p:bgRef>
    </p:bg>
    <p:spTree>
      <p:nvGrpSpPr>
        <p:cNvPr id="1" name=""/>
        <p:cNvGrpSpPr/>
        <p:nvPr/>
      </p:nvGrpSpPr>
      <p:grpSpPr>
        <a:xfrm>
          <a:off x="0" y="0"/>
          <a:ext cx="0" cy="0"/>
          <a:chOff x="0" y="0"/>
          <a:chExt cx="0" cy="0"/>
        </a:xfrm>
      </p:grpSpPr>
      <p:graphicFrame>
        <p:nvGraphicFramePr>
          <p:cNvPr id="4" name="オブジェクト 3" hidden="1"/>
          <p:cNvGraphicFramePr>
            <a:graphicFrameLocks noChangeAspect="1"/>
          </p:cNvGraphicFramePr>
          <p:nvPr userDrawn="1">
            <p:custDataLst>
              <p:tags r:id="rId25"/>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26" imgW="7620" imgH="7620" progId="TCLayout.ActiveDocument.1">
                  <p:embed/>
                </p:oleObj>
              </mc:Choice>
              <mc:Fallback>
                <p:oleObj name="think-cellスライド" r:id="rId26" imgW="7620" imgH="7620" progId="TCLayout.ActiveDocument.1">
                  <p:embed/>
                  <p:pic>
                    <p:nvPicPr>
                      <p:cNvPr id="4" name="オブジェクト 3" hidden="1"/>
                      <p:cNvPicPr/>
                      <p:nvPr/>
                    </p:nvPicPr>
                    <p:blipFill>
                      <a:blip r:embed="rId27"/>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bwMode="gray">
          <a:xfrm>
            <a:off x="480000" y="108000"/>
            <a:ext cx="11232000" cy="738000"/>
          </a:xfrm>
          <a:prstGeom prst="rect">
            <a:avLst/>
          </a:prstGeom>
        </p:spPr>
        <p:txBody>
          <a:bodyPr vert="horz" lIns="0" tIns="0" rIns="0" bIns="0" rtlCol="0" anchor="b" anchorCtr="0">
            <a:noAutofit/>
          </a:bodyPr>
          <a:lstStyle/>
          <a:p>
            <a:r>
              <a:rPr lang="ja-JP" altLang="en-US" noProof="0"/>
              <a:t>キーメッセージを入力（本スライドで一番伝えたいこと＜名詞止め・体言止め不可＞）</a:t>
            </a:r>
            <a:endParaRPr lang="en-US" noProof="0"/>
          </a:p>
        </p:txBody>
      </p:sp>
      <p:sp>
        <p:nvSpPr>
          <p:cNvPr id="8" name="フッター プレースホルダ 8"/>
          <p:cNvSpPr>
            <a:spLocks noGrp="1"/>
          </p:cNvSpPr>
          <p:nvPr>
            <p:ph type="ftr" sz="quarter" idx="3"/>
          </p:nvPr>
        </p:nvSpPr>
        <p:spPr bwMode="gray">
          <a:xfrm>
            <a:off x="730800" y="6588000"/>
            <a:ext cx="5184000" cy="169200"/>
          </a:xfrm>
          <a:prstGeom prst="rect">
            <a:avLst/>
          </a:prstGeom>
        </p:spPr>
        <p:txBody>
          <a:bodyPr vert="horz" lIns="0" tIns="0" rIns="0" bIns="0" rtlCol="0" anchor="b" anchorCtr="0"/>
          <a:lstStyle>
            <a:lvl1pPr algn="l">
              <a:defRPr sz="900">
                <a:solidFill>
                  <a:schemeClr val="tx1"/>
                </a:solidFill>
                <a:latin typeface="+mn-lt"/>
                <a:ea typeface="+mn-ea"/>
                <a:cs typeface="+mn-cs"/>
              </a:defRPr>
            </a:lvl1pPr>
          </a:lstStyle>
          <a:p>
            <a:pPr fontAlgn="auto">
              <a:spcBef>
                <a:spcPts val="0"/>
              </a:spcBef>
              <a:spcAft>
                <a:spcPts val="0"/>
              </a:spcAft>
            </a:pPr>
            <a:r>
              <a:rPr lang="en-US" altLang="ja-JP"/>
              <a:t>Notes</a:t>
            </a:r>
            <a:r>
              <a:rPr lang="ja-JP" altLang="en-US"/>
              <a:t>アプリ刷新のご提案</a:t>
            </a:r>
            <a:endParaRPr lang="en-GB" altLang="en-GB"/>
          </a:p>
        </p:txBody>
      </p:sp>
      <p:sp>
        <p:nvSpPr>
          <p:cNvPr id="9" name="スライド番号プレースホルダ 9"/>
          <p:cNvSpPr>
            <a:spLocks noGrp="1"/>
          </p:cNvSpPr>
          <p:nvPr>
            <p:ph type="sldNum" sz="quarter" idx="4"/>
          </p:nvPr>
        </p:nvSpPr>
        <p:spPr bwMode="gray">
          <a:xfrm>
            <a:off x="480000" y="6588000"/>
            <a:ext cx="180000" cy="169200"/>
          </a:xfrm>
          <a:prstGeom prst="rect">
            <a:avLst/>
          </a:prstGeom>
        </p:spPr>
        <p:txBody>
          <a:bodyPr vert="horz" wrap="none" lIns="0" tIns="0" rIns="0" bIns="0" rtlCol="0" anchor="b" anchorCtr="0"/>
          <a:lstStyle>
            <a:lvl1pPr algn="r">
              <a:defRPr sz="900">
                <a:solidFill>
                  <a:schemeClr val="tx1"/>
                </a:solidFill>
                <a:latin typeface="+mn-lt"/>
                <a:ea typeface="+mn-ea"/>
                <a:cs typeface="+mn-cs"/>
              </a:defRPr>
            </a:lvl1pPr>
          </a:lstStyle>
          <a:p>
            <a:pPr fontAlgn="auto">
              <a:spcBef>
                <a:spcPts val="0"/>
              </a:spcBef>
              <a:spcAft>
                <a:spcPts val="0"/>
              </a:spcAft>
            </a:pPr>
            <a:fld id="{AA5FCFE5-FE56-4EF1-80A8-07776887C2A1}" type="slidenum">
              <a:rPr kumimoji="1" lang="ja-JP" altLang="en-US" smtClean="0"/>
              <a:t>‹#›</a:t>
            </a:fld>
            <a:endParaRPr kumimoji="1" lang="ja-JP" altLang="en-US"/>
          </a:p>
        </p:txBody>
      </p:sp>
      <p:sp>
        <p:nvSpPr>
          <p:cNvPr id="15" name="Text Box 37"/>
          <p:cNvSpPr txBox="1">
            <a:spLocks noChangeArrowheads="1"/>
          </p:cNvSpPr>
          <p:nvPr/>
        </p:nvSpPr>
        <p:spPr bwMode="gray">
          <a:xfrm>
            <a:off x="6276000" y="6588000"/>
            <a:ext cx="5436000" cy="169200"/>
          </a:xfrm>
          <a:prstGeom prst="rect">
            <a:avLst/>
          </a:prstGeom>
          <a:noFill/>
          <a:ln w="9525">
            <a:noFill/>
            <a:miter lim="800000"/>
          </a:ln>
          <a:effectLst/>
        </p:spPr>
        <p:txBody>
          <a:bodyPr wrap="none" lIns="0" tIns="0" rIns="0" bIns="0" anchor="b" anchorCtr="0">
            <a:noAutofit/>
          </a:bodyPr>
          <a:lstStyle/>
          <a:p>
            <a:pPr algn="r" rtl="0" eaLnBrk="0" fontAlgn="base" hangingPunct="0">
              <a:spcBef>
                <a:spcPct val="50000"/>
              </a:spcBef>
              <a:spcAft>
                <a:spcPct val="0"/>
              </a:spcAft>
            </a:pPr>
            <a:r>
              <a:rPr lang="en-US" altLang="ja-JP" sz="900" kern="1200">
                <a:solidFill>
                  <a:schemeClr val="tx1"/>
                </a:solidFill>
                <a:latin typeface="+mn-lt"/>
                <a:ea typeface="+mn-ea"/>
                <a:cs typeface="+mn-cs"/>
              </a:rPr>
              <a:t>© 2025. For information, contact Deloitte Tohmatsu Group.</a:t>
            </a:r>
          </a:p>
        </p:txBody>
      </p:sp>
      <p:sp>
        <p:nvSpPr>
          <p:cNvPr id="3" name="テキスト プレースホルダー 2"/>
          <p:cNvSpPr>
            <a:spLocks noGrp="1"/>
          </p:cNvSpPr>
          <p:nvPr>
            <p:ph type="body" idx="1"/>
          </p:nvPr>
        </p:nvSpPr>
        <p:spPr bwMode="gray">
          <a:xfrm>
            <a:off x="480000" y="1476000"/>
            <a:ext cx="11232000" cy="4824000"/>
          </a:xfrm>
          <a:prstGeom prst="rect">
            <a:avLst/>
          </a:prstGeom>
        </p:spPr>
        <p:txBody>
          <a:bodyPr vert="horz" lIns="0" tIns="0" rIns="0" bIns="0" rtlCol="0">
            <a:noAutofit/>
          </a:bodyPr>
          <a:lstStyle/>
          <a:p>
            <a:pPr lvl="0"/>
            <a:r>
              <a:rPr kumimoji="1" lang="ja-JP" altLang="en-US"/>
              <a:t>マスター テキストの書式設定</a:t>
            </a:r>
          </a:p>
          <a:p>
            <a:pPr lvl="1"/>
            <a:r>
              <a:rPr kumimoji="1" lang="ja-JP" altLang="en-US"/>
              <a:t>第 </a:t>
            </a:r>
            <a:r>
              <a:rPr kumimoji="1" lang="en-US" altLang="ja-JP"/>
              <a:t>1 </a:t>
            </a:r>
            <a:r>
              <a:rPr kumimoji="1" lang="ja-JP" altLang="en-US"/>
              <a:t>レベル</a:t>
            </a:r>
          </a:p>
          <a:p>
            <a:pPr lvl="2"/>
            <a:r>
              <a:rPr kumimoji="1" lang="ja-JP" altLang="en-US"/>
              <a:t>第 </a:t>
            </a:r>
            <a:r>
              <a:rPr kumimoji="1" lang="en-US" altLang="ja-JP"/>
              <a:t>2 </a:t>
            </a:r>
            <a:r>
              <a:rPr kumimoji="1" lang="ja-JP" altLang="en-US"/>
              <a:t>レベル</a:t>
            </a:r>
          </a:p>
          <a:p>
            <a:pPr lvl="3"/>
            <a:r>
              <a:rPr kumimoji="1" lang="ja-JP" altLang="en-US"/>
              <a:t>第 </a:t>
            </a:r>
            <a:r>
              <a:rPr kumimoji="1" lang="en-US" altLang="ja-JP"/>
              <a:t>3 </a:t>
            </a:r>
            <a:r>
              <a:rPr kumimoji="1" lang="ja-JP" altLang="en-US"/>
              <a:t>レベル</a:t>
            </a:r>
          </a:p>
        </p:txBody>
      </p:sp>
      <p:sp>
        <p:nvSpPr>
          <p:cNvPr id="10" name="日付プレースホルダー 3"/>
          <p:cNvSpPr>
            <a:spLocks noGrp="1"/>
          </p:cNvSpPr>
          <p:nvPr>
            <p:ph type="dt" sz="half" idx="2"/>
          </p:nvPr>
        </p:nvSpPr>
        <p:spPr bwMode="gray">
          <a:xfrm>
            <a:off x="5651167" y="6444000"/>
            <a:ext cx="889666" cy="169277"/>
          </a:xfrm>
          <a:prstGeom prst="rect">
            <a:avLst/>
          </a:prstGeom>
        </p:spPr>
        <p:txBody>
          <a:bodyPr vert="horz" wrap="none" lIns="0" tIns="0" rIns="0" bIns="0" rtlCol="0" anchor="t" anchorCtr="0">
            <a:spAutoFit/>
          </a:bodyPr>
          <a:lstStyle>
            <a:lvl1pPr>
              <a:defRPr kumimoji="1" lang="en-US" altLang="ja-JP" sz="1100" smtClean="0">
                <a:solidFill>
                  <a:srgbClr val="75787B"/>
                </a:solidFill>
                <a:latin typeface="+mn-lt"/>
                <a:cs typeface="+mn-cs"/>
              </a:defRPr>
            </a:lvl1pPr>
          </a:lstStyle>
          <a:p>
            <a:pPr algn="ctr"/>
            <a:r>
              <a:rPr lang="en-US"/>
              <a:t>&lt; Confidential &gt;</a:t>
            </a:r>
          </a:p>
        </p:txBody>
      </p:sp>
      <p:sp>
        <p:nvSpPr>
          <p:cNvPr id="6" name="フッター プレースホルダー 5"/>
          <p:cNvSpPr txBox="1"/>
          <p:nvPr userDrawn="1"/>
        </p:nvSpPr>
        <p:spPr>
          <a:xfrm>
            <a:off x="883200" y="6740400"/>
            <a:ext cx="5184000" cy="169200"/>
          </a:xfrm>
          <a:prstGeom prst="rect">
            <a:avLst/>
          </a:prstGeom>
        </p:spPr>
        <p:txBody>
          <a:bodyPr/>
          <a:lstStyle>
            <a:defPPr>
              <a:defRPr lang="en-US"/>
            </a:defPPr>
            <a:lvl1pPr algn="l" rtl="0" fontAlgn="base">
              <a:spcBef>
                <a:spcPct val="0"/>
              </a:spcBef>
              <a:spcAft>
                <a:spcPct val="0"/>
              </a:spcAft>
              <a:defRPr sz="1900" kern="1200">
                <a:solidFill>
                  <a:schemeClr val="tx1"/>
                </a:solidFill>
                <a:latin typeface="Arial" panose="020B0604020202020204" pitchFamily="34" charset="0"/>
                <a:ea typeface="+mn-ea"/>
                <a:cs typeface="Arial" panose="020B0604020202020204" pitchFamily="34" charset="0"/>
              </a:defRPr>
            </a:lvl1pPr>
            <a:lvl2pPr marL="429895" algn="l" rtl="0" fontAlgn="base">
              <a:spcBef>
                <a:spcPct val="0"/>
              </a:spcBef>
              <a:spcAft>
                <a:spcPct val="0"/>
              </a:spcAft>
              <a:defRPr sz="1900" kern="1200">
                <a:solidFill>
                  <a:schemeClr val="tx1"/>
                </a:solidFill>
                <a:latin typeface="Arial" panose="020B0604020202020204" pitchFamily="34" charset="0"/>
                <a:ea typeface="+mn-ea"/>
                <a:cs typeface="Arial" panose="020B0604020202020204" pitchFamily="34" charset="0"/>
              </a:defRPr>
            </a:lvl2pPr>
            <a:lvl3pPr marL="859790" algn="l" rtl="0" fontAlgn="base">
              <a:spcBef>
                <a:spcPct val="0"/>
              </a:spcBef>
              <a:spcAft>
                <a:spcPct val="0"/>
              </a:spcAft>
              <a:defRPr sz="1900" kern="1200">
                <a:solidFill>
                  <a:schemeClr val="tx1"/>
                </a:solidFill>
                <a:latin typeface="Arial" panose="020B0604020202020204" pitchFamily="34" charset="0"/>
                <a:ea typeface="+mn-ea"/>
                <a:cs typeface="Arial" panose="020B0604020202020204" pitchFamily="34" charset="0"/>
              </a:defRPr>
            </a:lvl3pPr>
            <a:lvl4pPr marL="1289050" algn="l" rtl="0" fontAlgn="base">
              <a:spcBef>
                <a:spcPct val="0"/>
              </a:spcBef>
              <a:spcAft>
                <a:spcPct val="0"/>
              </a:spcAft>
              <a:defRPr sz="1900" kern="1200">
                <a:solidFill>
                  <a:schemeClr val="tx1"/>
                </a:solidFill>
                <a:latin typeface="Arial" panose="020B0604020202020204" pitchFamily="34" charset="0"/>
                <a:ea typeface="+mn-ea"/>
                <a:cs typeface="Arial" panose="020B0604020202020204" pitchFamily="34" charset="0"/>
              </a:defRPr>
            </a:lvl4pPr>
            <a:lvl5pPr marL="1718945" algn="l" rtl="0" fontAlgn="base">
              <a:spcBef>
                <a:spcPct val="0"/>
              </a:spcBef>
              <a:spcAft>
                <a:spcPct val="0"/>
              </a:spcAft>
              <a:defRPr sz="1900" kern="1200">
                <a:solidFill>
                  <a:schemeClr val="tx1"/>
                </a:solidFill>
                <a:latin typeface="Arial" panose="020B0604020202020204" pitchFamily="34" charset="0"/>
                <a:ea typeface="+mn-ea"/>
                <a:cs typeface="Arial" panose="020B0604020202020204" pitchFamily="34" charset="0"/>
              </a:defRPr>
            </a:lvl5pPr>
            <a:lvl6pPr marL="2148840" algn="l" defTabSz="859790" rtl="0" eaLnBrk="1" latinLnBrk="0" hangingPunct="1">
              <a:defRPr sz="1900" kern="1200">
                <a:solidFill>
                  <a:schemeClr val="tx1"/>
                </a:solidFill>
                <a:latin typeface="Arial" panose="020B0604020202020204" pitchFamily="34" charset="0"/>
                <a:ea typeface="+mn-ea"/>
                <a:cs typeface="Arial" panose="020B0604020202020204" pitchFamily="34" charset="0"/>
              </a:defRPr>
            </a:lvl6pPr>
            <a:lvl7pPr marL="2578735" algn="l" defTabSz="859790" rtl="0" eaLnBrk="1" latinLnBrk="0" hangingPunct="1">
              <a:defRPr sz="1900" kern="1200">
                <a:solidFill>
                  <a:schemeClr val="tx1"/>
                </a:solidFill>
                <a:latin typeface="Arial" panose="020B0604020202020204" pitchFamily="34" charset="0"/>
                <a:ea typeface="+mn-ea"/>
                <a:cs typeface="Arial" panose="020B0604020202020204" pitchFamily="34" charset="0"/>
              </a:defRPr>
            </a:lvl7pPr>
            <a:lvl8pPr marL="3008630" algn="l" defTabSz="859790" rtl="0" eaLnBrk="1" latinLnBrk="0" hangingPunct="1">
              <a:defRPr sz="1900" kern="1200">
                <a:solidFill>
                  <a:schemeClr val="tx1"/>
                </a:solidFill>
                <a:latin typeface="Arial" panose="020B0604020202020204" pitchFamily="34" charset="0"/>
                <a:ea typeface="+mn-ea"/>
                <a:cs typeface="Arial" panose="020B0604020202020204" pitchFamily="34" charset="0"/>
              </a:defRPr>
            </a:lvl8pPr>
            <a:lvl9pPr marL="3437890" algn="l" defTabSz="859790" rtl="0" eaLnBrk="1" latinLnBrk="0" hangingPunct="1">
              <a:defRPr sz="1900" kern="1200">
                <a:solidFill>
                  <a:schemeClr val="tx1"/>
                </a:solidFill>
                <a:latin typeface="Arial" panose="020B0604020202020204" pitchFamily="34" charset="0"/>
                <a:ea typeface="+mn-ea"/>
                <a:cs typeface="Arial" panose="020B0604020202020204" pitchFamily="34" charset="0"/>
              </a:defRPr>
            </a:lvl9pPr>
          </a:lstStyle>
          <a:p>
            <a:endParaRPr lang="en-GB" altLang="en-GB"/>
          </a:p>
        </p:txBody>
      </p:sp>
    </p:spTree>
  </p:cSld>
  <p:clrMap bg1="lt1" tx1="dk1" bg2="lt2" tx2="dk2" accent1="accent1" accent2="accent2" accent3="accent3" accent4="accent4" accent5="accent5" accent6="accent6" hlink="hlink" folHlink="folHlink"/>
  <p:sldLayoutIdLst>
    <p:sldLayoutId id="2147483699" r:id="rId1"/>
    <p:sldLayoutId id="2147483700" r:id="rId2"/>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 id="2147483710" r:id="rId12"/>
    <p:sldLayoutId id="2147483711" r:id="rId13"/>
    <p:sldLayoutId id="2147483712" r:id="rId14"/>
    <p:sldLayoutId id="2147483713" r:id="rId15"/>
    <p:sldLayoutId id="2147483714" r:id="rId16"/>
    <p:sldLayoutId id="2147483715" r:id="rId17"/>
    <p:sldLayoutId id="2147483716" r:id="rId18"/>
    <p:sldLayoutId id="2147483717" r:id="rId19"/>
    <p:sldLayoutId id="2147483718" r:id="rId20"/>
    <p:sldLayoutId id="2147483719" r:id="rId21"/>
    <p:sldLayoutId id="2147483720" r:id="rId22"/>
    <p:sldLayoutId id="2147483721" r:id="rId23"/>
  </p:sldLayoutIdLst>
  <p:hf hdr="0"/>
  <p:txStyles>
    <p:titleStyle>
      <a:lvl1pPr algn="l" defTabSz="990600" rtl="0" eaLnBrk="1" latinLnBrk="0" hangingPunct="1">
        <a:spcBef>
          <a:spcPct val="0"/>
        </a:spcBef>
        <a:buNone/>
        <a:defRPr kumimoji="1" sz="2400" b="1" kern="1200" baseline="0">
          <a:solidFill>
            <a:schemeClr val="tx1"/>
          </a:solidFill>
          <a:latin typeface="+mj-lt"/>
          <a:ea typeface="+mj-ea"/>
          <a:cs typeface="+mj-cs"/>
        </a:defRPr>
      </a:lvl1pPr>
    </p:titleStyle>
    <p:bodyStyle>
      <a:lvl1pPr marL="0" marR="0" indent="0" algn="l" defTabSz="990600" rtl="0" eaLnBrk="1" fontAlgn="auto" latinLnBrk="0" hangingPunct="1">
        <a:lnSpc>
          <a:spcPct val="110000"/>
        </a:lnSpc>
        <a:spcBef>
          <a:spcPts val="600"/>
        </a:spcBef>
        <a:spcAft>
          <a:spcPts val="0"/>
        </a:spcAft>
        <a:buClrTx/>
        <a:buSzPct val="100000"/>
        <a:buFont typeface="Arial" panose="020B0604020202020204" pitchFamily="34" charset="0"/>
        <a:buNone/>
        <a:defRPr kumimoji="1" sz="1600" b="0" kern="1200">
          <a:solidFill>
            <a:schemeClr val="tx1"/>
          </a:solidFill>
          <a:latin typeface="+mn-lt"/>
          <a:ea typeface="+mn-ea"/>
          <a:cs typeface="+mn-cs"/>
        </a:defRPr>
      </a:lvl1pPr>
      <a:lvl2pPr marL="252095" marR="0" indent="-252095" algn="l" defTabSz="990600" rtl="0" eaLnBrk="1" fontAlgn="auto" latinLnBrk="0" hangingPunct="1">
        <a:lnSpc>
          <a:spcPct val="110000"/>
        </a:lnSpc>
        <a:spcBef>
          <a:spcPts val="600"/>
        </a:spcBef>
        <a:spcAft>
          <a:spcPts val="0"/>
        </a:spcAft>
        <a:buClrTx/>
        <a:buSzPct val="100000"/>
        <a:buFont typeface="Wingdings" panose="05000000000000000000" pitchFamily="2" charset="2"/>
        <a:buChar char="n"/>
        <a:defRPr kumimoji="1" lang="en-US" sz="1600" b="0" kern="1200" dirty="0" smtClean="0">
          <a:solidFill>
            <a:schemeClr val="tx1"/>
          </a:solidFill>
          <a:latin typeface="+mn-lt"/>
          <a:ea typeface="+mn-ea"/>
          <a:cs typeface="+mn-cs"/>
        </a:defRPr>
      </a:lvl2pPr>
      <a:lvl3pPr marL="504190" marR="0" indent="-252095" algn="l" defTabSz="990600" rtl="0" eaLnBrk="1" fontAlgn="auto" latinLnBrk="0" hangingPunct="1">
        <a:lnSpc>
          <a:spcPct val="110000"/>
        </a:lnSpc>
        <a:spcBef>
          <a:spcPts val="600"/>
        </a:spcBef>
        <a:spcAft>
          <a:spcPts val="0"/>
        </a:spcAft>
        <a:buClrTx/>
        <a:buSzPct val="100000"/>
        <a:buFont typeface="Wingdings" panose="05000000000000000000" pitchFamily="2" charset="2"/>
        <a:buChar char="Ø"/>
        <a:defRPr kumimoji="1" lang="en-US" sz="1600" b="0" kern="1200" dirty="0" smtClean="0">
          <a:solidFill>
            <a:schemeClr val="tx1"/>
          </a:solidFill>
          <a:latin typeface="+mn-lt"/>
          <a:ea typeface="+mn-ea"/>
          <a:cs typeface="+mn-cs"/>
        </a:defRPr>
      </a:lvl3pPr>
      <a:lvl4pPr marL="683895" marR="0" indent="-179705" algn="l" defTabSz="990600" rtl="0" eaLnBrk="1" fontAlgn="auto" latinLnBrk="0" hangingPunct="1">
        <a:lnSpc>
          <a:spcPct val="110000"/>
        </a:lnSpc>
        <a:spcBef>
          <a:spcPts val="600"/>
        </a:spcBef>
        <a:spcAft>
          <a:spcPts val="0"/>
        </a:spcAft>
        <a:buClrTx/>
        <a:buSzPct val="100000"/>
        <a:buFont typeface="Arial" panose="020B0604020202020204" pitchFamily="34" charset="0"/>
        <a:buChar char="•"/>
        <a:defRPr kumimoji="1" lang="en-US" sz="1600" b="0" kern="1200" baseline="0" dirty="0" smtClean="0">
          <a:solidFill>
            <a:schemeClr val="tx1"/>
          </a:solidFill>
          <a:latin typeface="+mn-lt"/>
          <a:ea typeface="+mn-ea"/>
          <a:cs typeface="+mn-cs"/>
        </a:defRPr>
      </a:lvl4pPr>
      <a:lvl5pPr marL="935990" indent="-252095" algn="l" defTabSz="864870" rtl="0" eaLnBrk="1" latinLnBrk="0" hangingPunct="1">
        <a:lnSpc>
          <a:spcPct val="110000"/>
        </a:lnSpc>
        <a:spcBef>
          <a:spcPts val="600"/>
        </a:spcBef>
        <a:spcAft>
          <a:spcPts val="0"/>
        </a:spcAft>
        <a:buClrTx/>
        <a:buSzPct val="100000"/>
        <a:buFont typeface="Verdana" panose="020B0604030504040204" pitchFamily="34" charset="0"/>
        <a:buChar char="−"/>
        <a:defRPr kumimoji="1" lang="en-US" sz="1600" kern="1200" baseline="0" dirty="0" smtClean="0">
          <a:solidFill>
            <a:schemeClr val="tx1"/>
          </a:solidFill>
          <a:latin typeface="+mn-lt"/>
          <a:ea typeface="+mn-ea"/>
          <a:cs typeface="+mn-cs"/>
        </a:defRPr>
      </a:lvl5pPr>
      <a:lvl6pPr marL="1188085" indent="-252095" algn="l" defTabSz="990600" rtl="0" eaLnBrk="1" latinLnBrk="0" hangingPunct="1">
        <a:lnSpc>
          <a:spcPct val="110000"/>
        </a:lnSpc>
        <a:spcBef>
          <a:spcPts val="600"/>
        </a:spcBef>
        <a:spcAft>
          <a:spcPts val="0"/>
        </a:spcAft>
        <a:buFont typeface="Wingdings" panose="05000000000000000000" pitchFamily="2" charset="2"/>
        <a:buChar char="ü"/>
        <a:defRPr kumimoji="1" sz="1600" kern="1200" baseline="0">
          <a:solidFill>
            <a:schemeClr val="tx1"/>
          </a:solidFill>
          <a:latin typeface="+mn-lt"/>
          <a:ea typeface="+mn-ea"/>
          <a:cs typeface="+mn-cs"/>
        </a:defRPr>
      </a:lvl6pPr>
      <a:lvl7pPr marL="577215" indent="-191135" algn="l" defTabSz="990600" rtl="0" eaLnBrk="1" latinLnBrk="0" hangingPunct="1">
        <a:spcBef>
          <a:spcPts val="0"/>
        </a:spcBef>
        <a:spcAft>
          <a:spcPts val="1085"/>
        </a:spcAft>
        <a:buFont typeface="Verdana" panose="020B0604030504040204" pitchFamily="34" charset="0"/>
        <a:buChar char="−"/>
        <a:defRPr kumimoji="1" sz="1300" kern="1200">
          <a:solidFill>
            <a:schemeClr val="tx1"/>
          </a:solidFill>
          <a:latin typeface="+mn-lt"/>
          <a:ea typeface="+mn-ea"/>
          <a:cs typeface="+mn-cs"/>
        </a:defRPr>
      </a:lvl7pPr>
      <a:lvl8pPr marL="577215" indent="-191135" algn="l" defTabSz="990600" rtl="0" eaLnBrk="1" latinLnBrk="0" hangingPunct="1">
        <a:spcBef>
          <a:spcPts val="0"/>
        </a:spcBef>
        <a:spcAft>
          <a:spcPts val="1085"/>
        </a:spcAft>
        <a:buFont typeface="Verdana" panose="020B0604030504040204" pitchFamily="34" charset="0"/>
        <a:buChar char="−"/>
        <a:defRPr kumimoji="1" sz="1300" kern="1200" baseline="0">
          <a:solidFill>
            <a:schemeClr val="tx1"/>
          </a:solidFill>
          <a:latin typeface="+mn-lt"/>
          <a:ea typeface="+mn-ea"/>
          <a:cs typeface="+mn-cs"/>
        </a:defRPr>
      </a:lvl8pPr>
      <a:lvl9pPr marL="577215" indent="-191135" algn="l" defTabSz="990600" rtl="0" eaLnBrk="1" latinLnBrk="0" hangingPunct="1">
        <a:spcBef>
          <a:spcPts val="0"/>
        </a:spcBef>
        <a:spcAft>
          <a:spcPts val="1085"/>
        </a:spcAft>
        <a:buFont typeface="Verdana" panose="020B0604030504040204" pitchFamily="34" charset="0"/>
        <a:buChar char="−"/>
        <a:defRPr kumimoji="1" sz="1300" kern="1200" baseline="0">
          <a:solidFill>
            <a:schemeClr val="tx1"/>
          </a:solidFill>
          <a:latin typeface="+mn-lt"/>
          <a:ea typeface="+mn-ea"/>
          <a:cs typeface="+mn-cs"/>
        </a:defRPr>
      </a:lvl9pPr>
    </p:bodyStyle>
    <p:otherStyle>
      <a:defPPr>
        <a:defRPr lang="en-US"/>
      </a:defPPr>
      <a:lvl1pPr marL="0" algn="l" defTabSz="990600" rtl="0" eaLnBrk="1" latinLnBrk="0" hangingPunct="1">
        <a:defRPr kumimoji="1" sz="1950" kern="1200">
          <a:solidFill>
            <a:schemeClr val="tx1"/>
          </a:solidFill>
          <a:latin typeface="+mn-lt"/>
          <a:ea typeface="+mn-ea"/>
          <a:cs typeface="+mn-cs"/>
        </a:defRPr>
      </a:lvl1pPr>
      <a:lvl2pPr marL="495300" algn="l" defTabSz="990600" rtl="0" eaLnBrk="1" latinLnBrk="0" hangingPunct="1">
        <a:defRPr kumimoji="1" sz="1950" kern="1200">
          <a:solidFill>
            <a:schemeClr val="tx1"/>
          </a:solidFill>
          <a:latin typeface="+mn-lt"/>
          <a:ea typeface="+mn-ea"/>
          <a:cs typeface="+mn-cs"/>
        </a:defRPr>
      </a:lvl2pPr>
      <a:lvl3pPr marL="990600" algn="l" defTabSz="990600" rtl="0" eaLnBrk="1" latinLnBrk="0" hangingPunct="1">
        <a:defRPr kumimoji="1" sz="1950" kern="1200">
          <a:solidFill>
            <a:schemeClr val="tx1"/>
          </a:solidFill>
          <a:latin typeface="+mn-lt"/>
          <a:ea typeface="+mn-ea"/>
          <a:cs typeface="+mn-cs"/>
        </a:defRPr>
      </a:lvl3pPr>
      <a:lvl4pPr marL="1485900" algn="l" defTabSz="990600" rtl="0" eaLnBrk="1" latinLnBrk="0" hangingPunct="1">
        <a:defRPr kumimoji="1" sz="1950" kern="1200">
          <a:solidFill>
            <a:schemeClr val="tx1"/>
          </a:solidFill>
          <a:latin typeface="+mn-lt"/>
          <a:ea typeface="+mn-ea"/>
          <a:cs typeface="+mn-cs"/>
        </a:defRPr>
      </a:lvl4pPr>
      <a:lvl5pPr marL="1981200" algn="l" defTabSz="990600" rtl="0" eaLnBrk="1" latinLnBrk="0" hangingPunct="1">
        <a:defRPr kumimoji="1" sz="1950" kern="1200">
          <a:solidFill>
            <a:schemeClr val="tx1"/>
          </a:solidFill>
          <a:latin typeface="+mn-lt"/>
          <a:ea typeface="+mn-ea"/>
          <a:cs typeface="+mn-cs"/>
        </a:defRPr>
      </a:lvl5pPr>
      <a:lvl6pPr marL="2476500" algn="l" defTabSz="990600" rtl="0" eaLnBrk="1" latinLnBrk="0" hangingPunct="1">
        <a:defRPr kumimoji="1" sz="1950" kern="1200">
          <a:solidFill>
            <a:schemeClr val="tx1"/>
          </a:solidFill>
          <a:latin typeface="+mn-lt"/>
          <a:ea typeface="+mn-ea"/>
          <a:cs typeface="+mn-cs"/>
        </a:defRPr>
      </a:lvl6pPr>
      <a:lvl7pPr marL="2971800" algn="l" defTabSz="990600" rtl="0" eaLnBrk="1" latinLnBrk="0" hangingPunct="1">
        <a:defRPr kumimoji="1" sz="1950" kern="1200">
          <a:solidFill>
            <a:schemeClr val="tx1"/>
          </a:solidFill>
          <a:latin typeface="+mn-lt"/>
          <a:ea typeface="+mn-ea"/>
          <a:cs typeface="+mn-cs"/>
        </a:defRPr>
      </a:lvl7pPr>
      <a:lvl8pPr marL="3467100" algn="l" defTabSz="990600" rtl="0" eaLnBrk="1" latinLnBrk="0" hangingPunct="1">
        <a:defRPr kumimoji="1" sz="1950" kern="1200">
          <a:solidFill>
            <a:schemeClr val="tx1"/>
          </a:solidFill>
          <a:latin typeface="+mn-lt"/>
          <a:ea typeface="+mn-ea"/>
          <a:cs typeface="+mn-cs"/>
        </a:defRPr>
      </a:lvl8pPr>
      <a:lvl9pPr marL="3962400" algn="l" defTabSz="990600" rtl="0" eaLnBrk="1" latinLnBrk="0" hangingPunct="1">
        <a:defRPr kumimoji="1" sz="195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508154"/>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ja-JP" altLang="en-US"/>
          </a:p>
        </p:txBody>
      </p:sp>
      <p:pic>
        <p:nvPicPr>
          <p:cNvPr id="7" name="Picture 6"/>
          <p:cNvPicPr>
            <a:picLocks noChangeAspect="1"/>
          </p:cNvPicPr>
          <p:nvPr/>
        </p:nvPicPr>
        <p:blipFill rotWithShape="1">
          <a:blip r:embed="rId15">
            <a:extLst>
              <a:ext uri="{28A0092B-C50C-407E-A947-70E740481C1C}">
                <a14:useLocalDpi xmlns:a14="http://schemas.microsoft.com/office/drawing/2010/main" val="0"/>
              </a:ext>
            </a:extLst>
          </a:blip>
          <a:srcRect t="1538" b="-1538"/>
          <a:stretch>
            <a:fillRect/>
          </a:stretch>
        </p:blipFill>
        <p:spPr bwMode="black">
          <a:xfrm>
            <a:off x="0" y="6527630"/>
            <a:ext cx="12192000" cy="34180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zh-CN" altLang="en-US"/>
              <a:t>单击此处编辑母版标题样式</a:t>
            </a:r>
            <a:endParaRPr lang="en-US"/>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48A87A34-81AB-432B-8DAE-1953F412C126}" type="datetimeFigureOut">
              <a:rPr lang="en-US" dirty="0"/>
              <a:t>9/30/2025</a:t>
            </a:fld>
            <a:endParaRPr 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6D22F896-40B5-4ADD-8801-0D06FADFA095}" type="slidenum">
              <a:rPr lang="en-US" dirty="0"/>
              <a:t>‹#›</a:t>
            </a:fld>
            <a:endParaRPr lang="en-US"/>
          </a:p>
        </p:txBody>
      </p:sp>
      <p:cxnSp>
        <p:nvCxnSpPr>
          <p:cNvPr id="10" name="Straight Connector 9"/>
          <p:cNvCxnSpPr/>
          <p:nvPr/>
        </p:nvCxnSpPr>
        <p:spPr>
          <a:xfrm>
            <a:off x="0" y="651703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graphicFrame>
        <p:nvGraphicFramePr>
          <p:cNvPr id="9" name="オブジェクト 2" hidden="1"/>
          <p:cNvGraphicFramePr>
            <a:graphicFrameLocks noChangeAspect="1"/>
          </p:cNvGraphicFramePr>
          <p:nvPr userDrawn="1">
            <p:custDataLst>
              <p:tags r:id="rId14"/>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16" imgW="5715" imgH="5715" progId="TCLayout.ActiveDocument.1">
                  <p:embed/>
                </p:oleObj>
              </mc:Choice>
              <mc:Fallback>
                <p:oleObj name="think-cellスライド" r:id="rId16" imgW="5715" imgH="5715" progId="TCLayout.ActiveDocument.1">
                  <p:embed/>
                  <p:pic>
                    <p:nvPicPr>
                      <p:cNvPr id="9" name="オブジェクト 2" hidden="1"/>
                      <p:cNvPicPr/>
                      <p:nvPr/>
                    </p:nvPicPr>
                    <p:blipFill>
                      <a:blip r:embed="rId17"/>
                      <a:stretch>
                        <a:fillRect/>
                      </a:stretch>
                    </p:blipFill>
                    <p:spPr>
                      <a:xfrm>
                        <a:off x="1588" y="1588"/>
                        <a:ext cx="1588" cy="1588"/>
                      </a:xfrm>
                      <a:prstGeom prst="rect">
                        <a:avLst/>
                      </a:prstGeom>
                    </p:spPr>
                  </p:pic>
                </p:oleObj>
              </mc:Fallback>
            </mc:AlternateContent>
          </a:graphicData>
        </a:graphic>
      </p:graphicFrame>
      <p:sp>
        <p:nvSpPr>
          <p:cNvPr id="11" name="スライド番号プレースホルダ 8">
            <a:extLst>
              <a:ext uri="{FF2B5EF4-FFF2-40B4-BE49-F238E27FC236}">
                <a16:creationId xmlns:a16="http://schemas.microsoft.com/office/drawing/2014/main" id="{8C885B16-9EFC-FFAE-15EC-36CF30048766}"/>
              </a:ext>
            </a:extLst>
          </p:cNvPr>
          <p:cNvSpPr txBox="1">
            <a:spLocks/>
          </p:cNvSpPr>
          <p:nvPr userDrawn="1"/>
        </p:nvSpPr>
        <p:spPr bwMode="gray">
          <a:xfrm>
            <a:off x="480000" y="6588000"/>
            <a:ext cx="363280" cy="169200"/>
          </a:xfrm>
          <a:prstGeom prst="rect">
            <a:avLst/>
          </a:prstGeom>
        </p:spPr>
        <p:txBody>
          <a:bodyPr/>
          <a:lstStyle>
            <a:defPPr>
              <a:defRPr lang="ja-JP"/>
            </a:defPPr>
            <a:lvl1pPr marL="0" algn="l" defTabSz="914400" rtl="0" eaLnBrk="1" latinLnBrk="0" hangingPunct="1">
              <a:defRPr kumimoji="1" sz="1000" kern="1200" baseline="0">
                <a:solidFill>
                  <a:schemeClr val="tx1"/>
                </a:solidFill>
                <a:latin typeface="+mn-lt"/>
                <a:ea typeface="+mn-ea"/>
                <a:cs typeface="+mn-cs"/>
                <a:sym typeface="+mn-lt"/>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fld id="{543A0986-838B-4D2A-A95C-8CB1738263FE}" type="slidenum">
              <a:rPr lang="ja-JP" altLang="en-US" smtClean="0"/>
              <a:pPr/>
              <a:t>‹#›</a:t>
            </a:fld>
            <a:endParaRPr lang="ja-JP" altLang="en-US"/>
          </a:p>
        </p:txBody>
      </p:sp>
      <p:sp>
        <p:nvSpPr>
          <p:cNvPr id="12" name="フッター プレースホルダ 9">
            <a:extLst>
              <a:ext uri="{FF2B5EF4-FFF2-40B4-BE49-F238E27FC236}">
                <a16:creationId xmlns:a16="http://schemas.microsoft.com/office/drawing/2014/main" id="{DF920A77-A912-E3F9-5C1A-6B4FFC7124D3}"/>
              </a:ext>
            </a:extLst>
          </p:cNvPr>
          <p:cNvSpPr txBox="1">
            <a:spLocks/>
          </p:cNvSpPr>
          <p:nvPr userDrawn="1"/>
        </p:nvSpPr>
        <p:spPr bwMode="gray">
          <a:xfrm>
            <a:off x="964480" y="6588000"/>
            <a:ext cx="5184000" cy="169200"/>
          </a:xfrm>
          <a:prstGeom prst="rect">
            <a:avLst/>
          </a:prstGeom>
        </p:spPr>
        <p:txBody>
          <a:bodyPr/>
          <a:lstStyle>
            <a:defPPr>
              <a:defRPr lang="ja-JP"/>
            </a:defPPr>
            <a:lvl1pPr marL="0" algn="l" defTabSz="914400" rtl="0" eaLnBrk="1" latinLnBrk="0" hangingPunct="1">
              <a:defRPr kumimoji="1" sz="1000" kern="1200" baseline="0">
                <a:solidFill>
                  <a:schemeClr val="tx1"/>
                </a:solidFill>
                <a:latin typeface="+mn-lt"/>
                <a:ea typeface="+mn-ea"/>
                <a:cs typeface="+mn-cs"/>
                <a:sym typeface="+mn-lt"/>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en-US" altLang="ja-JP"/>
              <a:t>Notes</a:t>
            </a:r>
            <a:r>
              <a:rPr lang="ja-JP" altLang="en-US"/>
              <a:t>アプリ刷新のご提案</a:t>
            </a:r>
            <a:endParaRPr lang="en-GB" altLang="en-GB"/>
          </a:p>
        </p:txBody>
      </p:sp>
    </p:spTree>
  </p:cSld>
  <p:clrMap bg1="lt1" tx1="dk1" bg2="lt2" tx2="dk2" accent1="accent1" accent2="accent2" accent3="accent3" accent4="accent4" accent5="accent5" accent6="accent6" hlink="hlink" folHlink="folHlink"/>
  <p:sldLayoutIdLst>
    <p:sldLayoutId id="2147483723" r:id="rId1"/>
    <p:sldLayoutId id="2147483724" r:id="rId2"/>
    <p:sldLayoutId id="2147483725" r:id="rId3"/>
    <p:sldLayoutId id="2147483726" r:id="rId4"/>
    <p:sldLayoutId id="2147483727" r:id="rId5"/>
    <p:sldLayoutId id="2147483728" r:id="rId6"/>
    <p:sldLayoutId id="2147483729" r:id="rId7"/>
    <p:sldLayoutId id="2147483730" r:id="rId8"/>
    <p:sldLayoutId id="2147483731" r:id="rId9"/>
    <p:sldLayoutId id="2147483732" r:id="rId10"/>
    <p:sldLayoutId id="2147483733" r:id="rId11"/>
    <p:sldLayoutId id="2147483735" r:id="rId12"/>
  </p:sldLayoutIdLst>
  <p:hf hdr="0" ftr="0" dt="0"/>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0.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1.xml"/></Relationships>
</file>

<file path=ppt/slides/_rels/slide7.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jpeg"/><Relationship Id="rId12" Type="http://schemas.openxmlformats.org/officeDocument/2006/relationships/image" Target="../media/image26.png"/><Relationship Id="rId2" Type="http://schemas.openxmlformats.org/officeDocument/2006/relationships/notesSlide" Target="../notesSlides/notesSlide7.xml"/><Relationship Id="rId1" Type="http://schemas.openxmlformats.org/officeDocument/2006/relationships/slideLayout" Target="../slideLayouts/slideLayout81.xml"/><Relationship Id="rId6" Type="http://schemas.openxmlformats.org/officeDocument/2006/relationships/image" Target="../media/image20.png"/><Relationship Id="rId11" Type="http://schemas.openxmlformats.org/officeDocument/2006/relationships/image" Target="../media/image25.jpeg"/><Relationship Id="rId5" Type="http://schemas.openxmlformats.org/officeDocument/2006/relationships/image" Target="../media/image19.jpe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png"/></Relationships>
</file>

<file path=ppt/slides/_rels/slide8.xml.rels><?xml version="1.0" encoding="UTF-8" standalone="yes"?>
<Relationships xmlns="http://schemas.openxmlformats.org/package/2006/relationships"><Relationship Id="rId3" Type="http://schemas.openxmlformats.org/officeDocument/2006/relationships/hyperlink" Target="https://office.com/edit?url=%5bfile_url" TargetMode="External"/><Relationship Id="rId2" Type="http://schemas.openxmlformats.org/officeDocument/2006/relationships/notesSlide" Target="../notesSlides/notesSlide8.xml"/><Relationship Id="rId1" Type="http://schemas.openxmlformats.org/officeDocument/2006/relationships/slideLayout" Target="../slideLayouts/slideLayout81.xml"/><Relationship Id="rId4" Type="http://schemas.openxmlformats.org/officeDocument/2006/relationships/image" Target="../media/image27.png"/></Relationships>
</file>

<file path=ppt/slides/_rels/slide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9.xml"/><Relationship Id="rId1" Type="http://schemas.openxmlformats.org/officeDocument/2006/relationships/slideLayout" Target="../slideLayouts/slideLayout81.xml"/><Relationship Id="rId4" Type="http://schemas.openxmlformats.org/officeDocument/2006/relationships/image" Target="../media/image29.png"/></Relationships>
</file>

<file path=ppt/slides/_rels/slide10.xml.rels><?xml version="1.0" encoding="UTF-8" standalone="yes"?>
<Relationships xmlns="http://schemas.openxmlformats.org/package/2006/relationships"><Relationship Id="rId3" Type="http://schemas.openxmlformats.org/officeDocument/2006/relationships/hyperlink" Target="https://learn.microsoft.com/ja-jp/graph/auth/" TargetMode="External"/><Relationship Id="rId2" Type="http://schemas.openxmlformats.org/officeDocument/2006/relationships/notesSlide" Target="../notesSlides/notesSlide10.xml"/><Relationship Id="rId1" Type="http://schemas.openxmlformats.org/officeDocument/2006/relationships/slideLayout" Target="../slideLayouts/slideLayout81.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hyperlink" Target="https://learn.microsoft.com/ja-jp/graph/search-concept-overview" TargetMode="Externa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1.xml"/></Relationships>
</file>

<file path=ppt/slides/_rels/slide12.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notesSlide" Target="../notesSlides/notesSlide12.xml"/><Relationship Id="rId1" Type="http://schemas.openxmlformats.org/officeDocument/2006/relationships/slideLayout" Target="../slideLayouts/slideLayout81.xml"/></Relationships>
</file>

<file path=ppt/slides/_rels/slide13.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notesSlide" Target="../notesSlides/notesSlide13.xml"/><Relationship Id="rId1" Type="http://schemas.openxmlformats.org/officeDocument/2006/relationships/slideLayout" Target="../slideLayouts/slideLayout81.xml"/></Relationships>
</file>

<file path=ppt/slides/_rels/slide1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4.xml"/><Relationship Id="rId1" Type="http://schemas.openxmlformats.org/officeDocument/2006/relationships/slideLayout" Target="../slideLayouts/slideLayout8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8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8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81.xml"/></Relationships>
</file>

<file path=ppt/slides/_rels/slide22.xml.rels><?xml version="1.0" encoding="UTF-8" standalone="yes"?>
<Relationships xmlns="http://schemas.openxmlformats.org/package/2006/relationships"><Relationship Id="rId3" Type="http://schemas.openxmlformats.org/officeDocument/2006/relationships/hyperlink" Target="mailto:yli@gcsoft-jp.com" TargetMode="External"/><Relationship Id="rId2" Type="http://schemas.openxmlformats.org/officeDocument/2006/relationships/notesSlide" Target="../notesSlides/notesSlide22.xml"/><Relationship Id="rId1" Type="http://schemas.openxmlformats.org/officeDocument/2006/relationships/slideLayout" Target="../slideLayouts/slideLayout8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0.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8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8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0.xml"/></Relationships>
</file>

<file path=ppt/slides/_rels/slide27.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23.png"/><Relationship Id="rId3" Type="http://schemas.openxmlformats.org/officeDocument/2006/relationships/image" Target="../media/image19.jpeg"/><Relationship Id="rId7" Type="http://schemas.openxmlformats.org/officeDocument/2006/relationships/image" Target="../media/image36.png"/><Relationship Id="rId12" Type="http://schemas.openxmlformats.org/officeDocument/2006/relationships/image" Target="../media/image22.png"/><Relationship Id="rId2" Type="http://schemas.openxmlformats.org/officeDocument/2006/relationships/notesSlide" Target="../notesSlides/notesSlide25.xml"/><Relationship Id="rId16" Type="http://schemas.openxmlformats.org/officeDocument/2006/relationships/image" Target="../media/image26.png"/><Relationship Id="rId1" Type="http://schemas.openxmlformats.org/officeDocument/2006/relationships/slideLayout" Target="../slideLayouts/slideLayout81.xml"/><Relationship Id="rId6" Type="http://schemas.openxmlformats.org/officeDocument/2006/relationships/image" Target="../media/image17.png"/><Relationship Id="rId11" Type="http://schemas.openxmlformats.org/officeDocument/2006/relationships/image" Target="../media/image21.jpeg"/><Relationship Id="rId5" Type="http://schemas.openxmlformats.org/officeDocument/2006/relationships/image" Target="../media/image20.png"/><Relationship Id="rId15" Type="http://schemas.openxmlformats.org/officeDocument/2006/relationships/image" Target="../media/image25.jpeg"/><Relationship Id="rId10" Type="http://schemas.openxmlformats.org/officeDocument/2006/relationships/image" Target="../media/image39.png"/><Relationship Id="rId4" Type="http://schemas.openxmlformats.org/officeDocument/2006/relationships/image" Target="../media/image35.png"/><Relationship Id="rId9" Type="http://schemas.openxmlformats.org/officeDocument/2006/relationships/image" Target="../media/image38.png"/><Relationship Id="rId14" Type="http://schemas.openxmlformats.org/officeDocument/2006/relationships/image" Target="../media/image24.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81.xml"/></Relationships>
</file>

<file path=ppt/slides/_rels/slide2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7.xml"/><Relationship Id="rId1" Type="http://schemas.openxmlformats.org/officeDocument/2006/relationships/slideLayout" Target="../slideLayouts/slideLayout81.xml"/><Relationship Id="rId4" Type="http://schemas.openxmlformats.org/officeDocument/2006/relationships/image" Target="../media/image41.png"/></Relationships>
</file>

<file path=ppt/slides/_rels/slide30.xml.rels><?xml version="1.0" encoding="UTF-8" standalone="yes"?>
<Relationships xmlns="http://schemas.openxmlformats.org/package/2006/relationships"><Relationship Id="rId3" Type="http://schemas.openxmlformats.org/officeDocument/2006/relationships/hyperlink" Target="https://office.com/edit?url=%5Bfile_url%5D%EF%BC%89%E3%80%82" TargetMode="External"/><Relationship Id="rId2" Type="http://schemas.openxmlformats.org/officeDocument/2006/relationships/notesSlide" Target="../notesSlides/notesSlide28.xml"/><Relationship Id="rId1" Type="http://schemas.openxmlformats.org/officeDocument/2006/relationships/slideLayout" Target="../slideLayouts/slideLayout81.xml"/><Relationship Id="rId4" Type="http://schemas.openxmlformats.org/officeDocument/2006/relationships/hyperlink" Target="https://office.com/edit?url=%5bfile_url" TargetMode="External"/></Relationships>
</file>

<file path=ppt/slides/_rels/slide31.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28.png"/><Relationship Id="rId7" Type="http://schemas.openxmlformats.org/officeDocument/2006/relationships/image" Target="../media/image22.png"/><Relationship Id="rId2" Type="http://schemas.openxmlformats.org/officeDocument/2006/relationships/notesSlide" Target="../notesSlides/notesSlide29.xml"/><Relationship Id="rId1" Type="http://schemas.openxmlformats.org/officeDocument/2006/relationships/slideLayout" Target="../slideLayouts/slideLayout81.xml"/><Relationship Id="rId6" Type="http://schemas.openxmlformats.org/officeDocument/2006/relationships/image" Target="../media/image35.png"/><Relationship Id="rId5" Type="http://schemas.openxmlformats.org/officeDocument/2006/relationships/image" Target="../media/image23.png"/><Relationship Id="rId4" Type="http://schemas.openxmlformats.org/officeDocument/2006/relationships/image" Target="../media/image19.jpe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81.xml"/></Relationships>
</file>

<file path=ppt/slides/_rels/slide3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1.xml"/><Relationship Id="rId1" Type="http://schemas.openxmlformats.org/officeDocument/2006/relationships/slideLayout" Target="../slideLayouts/slideLayout81.xml"/><Relationship Id="rId6" Type="http://schemas.openxmlformats.org/officeDocument/2006/relationships/image" Target="../media/image22.png"/><Relationship Id="rId5" Type="http://schemas.openxmlformats.org/officeDocument/2006/relationships/image" Target="../media/image23.png"/><Relationship Id="rId4" Type="http://schemas.openxmlformats.org/officeDocument/2006/relationships/image" Target="../media/image19.jpe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8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81.xml"/></Relationships>
</file>

<file path=ppt/slides/_rels/slide3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4.xml"/><Relationship Id="rId1" Type="http://schemas.openxmlformats.org/officeDocument/2006/relationships/slideLayout" Target="../slideLayouts/slideLayout81.xml"/></Relationships>
</file>

<file path=ppt/slides/_rels/slide3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5.xml"/><Relationship Id="rId1" Type="http://schemas.openxmlformats.org/officeDocument/2006/relationships/slideLayout" Target="../slideLayouts/slideLayout81.xml"/><Relationship Id="rId5" Type="http://schemas.openxmlformats.org/officeDocument/2006/relationships/image" Target="../media/image39.png"/><Relationship Id="rId4" Type="http://schemas.openxmlformats.org/officeDocument/2006/relationships/image" Target="../media/image4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p:cNvSpPr>
            <a:spLocks noGrp="1"/>
          </p:cNvSpPr>
          <p:nvPr>
            <p:ph type="ctrTitle"/>
          </p:nvPr>
        </p:nvSpPr>
        <p:spPr/>
        <p:txBody>
          <a:bodyPr>
            <a:normAutofit/>
          </a:bodyPr>
          <a:lstStyle/>
          <a:p>
            <a:r>
              <a:rPr lang="en-US" altLang="ja-JP" sz="5400" dirty="0"/>
              <a:t>Notes</a:t>
            </a:r>
            <a:r>
              <a:rPr lang="ja-JP" altLang="en-US" sz="5400" dirty="0"/>
              <a:t>アプリ</a:t>
            </a:r>
            <a:r>
              <a:rPr lang="zh-CN" altLang="en-US" sz="5400" dirty="0"/>
              <a:t>刷新</a:t>
            </a:r>
            <a:br>
              <a:rPr lang="en-US" altLang="zh-CN" sz="5400" dirty="0"/>
            </a:br>
            <a:r>
              <a:rPr lang="ja-JP" altLang="en-US" sz="5400" dirty="0"/>
              <a:t>（製品仕様書管理）</a:t>
            </a:r>
            <a:br>
              <a:rPr lang="en-US" altLang="ja-JP" sz="5400" dirty="0"/>
            </a:br>
            <a:r>
              <a:rPr lang="en-US" altLang="ja-JP" sz="3600" dirty="0"/>
              <a:t>Power Apps + AZURE </a:t>
            </a:r>
            <a:r>
              <a:rPr lang="en-US" altLang="ja-JP" sz="3600" dirty="0" err="1"/>
              <a:t>Sql</a:t>
            </a:r>
            <a:r>
              <a:rPr lang="en-US" altLang="ja-JP" sz="3600" dirty="0"/>
              <a:t> </a:t>
            </a:r>
            <a:r>
              <a:rPr lang="ja-JP" altLang="en-US" sz="3600" dirty="0"/>
              <a:t>提案と見積</a:t>
            </a:r>
            <a:endParaRPr lang="ja-JP" altLang="en-US" sz="5400" dirty="0"/>
          </a:p>
        </p:txBody>
      </p:sp>
      <p:sp>
        <p:nvSpPr>
          <p:cNvPr id="5" name="テキスト プレースホルダー 4"/>
          <p:cNvSpPr>
            <a:spLocks noGrp="1"/>
          </p:cNvSpPr>
          <p:nvPr>
            <p:ph type="subTitle" idx="1"/>
          </p:nvPr>
        </p:nvSpPr>
        <p:spPr/>
        <p:txBody>
          <a:bodyPr/>
          <a:lstStyle/>
          <a:p>
            <a:r>
              <a:rPr lang="ja-JP" altLang="en-US"/>
              <a:t>株式会社　</a:t>
            </a:r>
            <a:r>
              <a:rPr lang="en-US" altLang="ja-JP"/>
              <a:t>GCJ</a:t>
            </a:r>
            <a:endParaRPr lang="ja-JP" altLang="en-US"/>
          </a:p>
        </p:txBody>
      </p:sp>
      <p:pic>
        <p:nvPicPr>
          <p:cNvPr id="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02515" y="108633"/>
            <a:ext cx="2927648" cy="59992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Autofit/>
          </a:bodyPr>
          <a:lstStyle/>
          <a:p>
            <a:r>
              <a:rPr lang="ja-JP" altLang="en-US"/>
              <a:t>前書き</a:t>
            </a:r>
            <a:endParaRPr kumimoji="1" lang="ja-JP" altLang="en-US"/>
          </a:p>
        </p:txBody>
      </p:sp>
      <p:sp>
        <p:nvSpPr>
          <p:cNvPr id="15" name="テキスト ボックス 14"/>
          <p:cNvSpPr txBox="1"/>
          <p:nvPr/>
        </p:nvSpPr>
        <p:spPr>
          <a:xfrm>
            <a:off x="363536" y="1265595"/>
            <a:ext cx="11477943" cy="3624675"/>
          </a:xfrm>
          <a:prstGeom prst="rect">
            <a:avLst/>
          </a:prstGeom>
          <a:noFill/>
          <a:ln w="9525" cap="flat" cmpd="sng" algn="ctr">
            <a:noFill/>
            <a:prstDash val="solid"/>
            <a:round/>
            <a:headEnd type="oval" w="med" len="med"/>
            <a:tailEnd type="oval" w="med" len="med"/>
          </a:ln>
        </p:spPr>
        <p:txBody>
          <a:bodyPr wrap="square" lIns="36000" tIns="36000" rIns="36000" bIns="36000" rtlCol="0" anchor="ctr" anchorCtr="0">
            <a:noAutofit/>
          </a:bodyPr>
          <a:lstStyle/>
          <a:p>
            <a:pPr algn="l"/>
            <a:r>
              <a:rPr kumimoji="1" lang="ja-JP" altLang="en-US" dirty="0">
                <a:latin typeface="Yu Gothic UI" panose="020B0500000000000000" pitchFamily="50" charset="-128"/>
                <a:ea typeface="Yu Gothic UI" panose="020B0500000000000000" pitchFamily="50" charset="-128"/>
              </a:rPr>
              <a:t>貴社ますますご清栄のこととお慶び申し上げます。 </a:t>
            </a:r>
          </a:p>
          <a:p>
            <a:pPr algn="l"/>
            <a:r>
              <a:rPr kumimoji="1" lang="ja-JP" altLang="en-US" dirty="0">
                <a:latin typeface="Yu Gothic UI" panose="020B0500000000000000" pitchFamily="50" charset="-128"/>
                <a:ea typeface="Yu Gothic UI" panose="020B0500000000000000" pitchFamily="50" charset="-128"/>
              </a:rPr>
              <a:t>平素より格別のご高配を賜り、厚く御礼申し上げます。 </a:t>
            </a:r>
          </a:p>
          <a:p>
            <a:pPr algn="l"/>
            <a:endParaRPr kumimoji="1" lang="ja-JP" altLang="en-US" dirty="0">
              <a:latin typeface="Yu Gothic UI" panose="020B0500000000000000" pitchFamily="50" charset="-128"/>
              <a:ea typeface="Yu Gothic UI" panose="020B0500000000000000" pitchFamily="50" charset="-128"/>
            </a:endParaRPr>
          </a:p>
          <a:p>
            <a:r>
              <a:rPr lang="ja-JP" altLang="en-US" dirty="0">
                <a:latin typeface="Yu Gothic UI" panose="020B0500000000000000" pitchFamily="50" charset="-128"/>
                <a:ea typeface="Yu Gothic UI" panose="020B0500000000000000" pitchFamily="50" charset="-128"/>
              </a:rPr>
              <a:t>今回の提案に当たり、貴社が推奨・利用している技術基盤を基に、構築と運用のコストを最小限に抑えることを優先に</a:t>
            </a:r>
            <a:endParaRPr lang="en-US" altLang="ja-JP" dirty="0">
              <a:latin typeface="Yu Gothic UI" panose="020B0500000000000000" pitchFamily="50" charset="-128"/>
              <a:ea typeface="Yu Gothic UI" panose="020B0500000000000000" pitchFamily="50" charset="-128"/>
            </a:endParaRPr>
          </a:p>
          <a:p>
            <a:r>
              <a:rPr lang="en-US" altLang="ja-JP" dirty="0">
                <a:latin typeface="Yu Gothic UI" panose="020B0500000000000000" pitchFamily="50" charset="-128"/>
                <a:ea typeface="Yu Gothic UI" panose="020B0500000000000000" pitchFamily="50" charset="-128"/>
              </a:rPr>
              <a:t>		</a:t>
            </a:r>
            <a:r>
              <a:rPr lang="en-US" altLang="ja-JP" sz="2800" dirty="0">
                <a:latin typeface="Yu Gothic UI" panose="020B0500000000000000" pitchFamily="50" charset="-128"/>
                <a:ea typeface="Yu Gothic UI" panose="020B0500000000000000" pitchFamily="50" charset="-128"/>
              </a:rPr>
              <a:t>PowerPlatform+Office365+Azure SQL</a:t>
            </a:r>
          </a:p>
          <a:p>
            <a:r>
              <a:rPr lang="ja-JP" altLang="en-US" dirty="0">
                <a:latin typeface="Yu Gothic UI" panose="020B0500000000000000" pitchFamily="50" charset="-128"/>
                <a:ea typeface="Yu Gothic UI" panose="020B0500000000000000" pitchFamily="50" charset="-128"/>
              </a:rPr>
              <a:t>での構築方法を提案させていただきます。</a:t>
            </a:r>
            <a:endParaRPr lang="en-US" altLang="ja-JP" dirty="0">
              <a:latin typeface="Yu Gothic UI" panose="020B0500000000000000" pitchFamily="50" charset="-128"/>
              <a:ea typeface="Yu Gothic UI" panose="020B0500000000000000" pitchFamily="50" charset="-128"/>
            </a:endParaRPr>
          </a:p>
          <a:p>
            <a:pPr algn="l"/>
            <a:endParaRPr kumimoji="1" lang="ja-JP" altLang="en-US" dirty="0">
              <a:latin typeface="Yu Gothic UI" panose="020B0500000000000000" pitchFamily="50" charset="-128"/>
              <a:ea typeface="Yu Gothic UI" panose="020B0500000000000000" pitchFamily="50" charset="-128"/>
            </a:endParaRPr>
          </a:p>
          <a:p>
            <a:pPr algn="l"/>
            <a:endParaRPr kumimoji="1" lang="ja-JP" altLang="en-US" dirty="0">
              <a:latin typeface="Yu Gothic UI" panose="020B0500000000000000" pitchFamily="50" charset="-128"/>
              <a:ea typeface="Yu Gothic UI" panose="020B0500000000000000" pitchFamily="50" charset="-128"/>
            </a:endParaRPr>
          </a:p>
          <a:p>
            <a:pPr algn="l"/>
            <a:r>
              <a:rPr kumimoji="1" lang="ja-JP" altLang="en-US" dirty="0">
                <a:latin typeface="Yu Gothic UI" panose="020B0500000000000000" pitchFamily="50" charset="-128"/>
                <a:ea typeface="Yu Gothic UI" panose="020B0500000000000000" pitchFamily="50" charset="-128"/>
              </a:rPr>
              <a:t>本提案をご検討いただき、本案件にご協力させていただければ幸いです。 </a:t>
            </a:r>
          </a:p>
          <a:p>
            <a:pPr algn="l"/>
            <a:r>
              <a:rPr kumimoji="1" lang="ja-JP" altLang="en-US" dirty="0">
                <a:latin typeface="Yu Gothic UI" panose="020B0500000000000000" pitchFamily="50" charset="-128"/>
                <a:ea typeface="Yu Gothic UI" panose="020B0500000000000000" pitchFamily="50" charset="-128"/>
              </a:rPr>
              <a:t>何卒よろしくお願い申し上げます。</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Autofit/>
          </a:bodyPr>
          <a:lstStyle/>
          <a:p>
            <a:r>
              <a:rPr lang="zh-CN" altLang="en-US"/>
              <a:t>目次</a:t>
            </a:r>
            <a:endParaRPr kumimoji="1" lang="ja-JP" altLang="en-US"/>
          </a:p>
        </p:txBody>
      </p:sp>
      <p:sp>
        <p:nvSpPr>
          <p:cNvPr id="15" name="テキスト ボックス 14"/>
          <p:cNvSpPr txBox="1"/>
          <p:nvPr/>
        </p:nvSpPr>
        <p:spPr>
          <a:xfrm>
            <a:off x="414337" y="904240"/>
            <a:ext cx="11366184" cy="5374640"/>
          </a:xfrm>
          <a:prstGeom prst="rect">
            <a:avLst/>
          </a:prstGeom>
          <a:noFill/>
          <a:ln w="9525" cap="flat" cmpd="sng" algn="ctr">
            <a:noFill/>
            <a:prstDash val="solid"/>
            <a:round/>
            <a:headEnd type="oval" w="med" len="med"/>
            <a:tailEnd type="oval" w="med" len="med"/>
          </a:ln>
        </p:spPr>
        <p:txBody>
          <a:bodyPr wrap="square" lIns="36000" tIns="36000" rIns="36000" bIns="36000" rtlCol="0" anchor="t" anchorCtr="0">
            <a:noAutofit/>
          </a:bodyPr>
          <a:lstStyle/>
          <a:p>
            <a:pPr marL="285750" indent="-285750">
              <a:buFont typeface="Arial" panose="020B0604020202020204" pitchFamily="34" charset="0"/>
              <a:buChar char="•"/>
            </a:pPr>
            <a:r>
              <a:rPr lang="ja-JP" altLang="en-US" sz="1600" dirty="0"/>
              <a:t>提案の背景</a:t>
            </a:r>
            <a:endParaRPr lang="en-US" altLang="ja-JP" sz="1600" dirty="0"/>
          </a:p>
          <a:p>
            <a:pPr marL="285750" indent="-285750">
              <a:buFont typeface="Arial" panose="020B0604020202020204" pitchFamily="34" charset="0"/>
              <a:buChar char="•"/>
            </a:pPr>
            <a:r>
              <a:rPr lang="ja-JP" altLang="en-US" sz="1600" dirty="0"/>
              <a:t>システム概要</a:t>
            </a:r>
            <a:endParaRPr lang="en-US" altLang="ja-JP" sz="1600" dirty="0"/>
          </a:p>
          <a:p>
            <a:pPr marL="285750" indent="-285750">
              <a:buFont typeface="Arial" panose="020B0604020202020204" pitchFamily="34" charset="0"/>
              <a:buChar char="•"/>
            </a:pPr>
            <a:r>
              <a:rPr lang="ja-JP" altLang="en-US" sz="1600" dirty="0"/>
              <a:t>ストレージの選定</a:t>
            </a:r>
            <a:endParaRPr lang="en-US" altLang="ja-JP" sz="1600" dirty="0"/>
          </a:p>
          <a:p>
            <a:pPr marL="285750" indent="-285750">
              <a:buFont typeface="Arial" panose="020B0604020202020204" pitchFamily="34" charset="0"/>
              <a:buChar char="•"/>
            </a:pPr>
            <a:r>
              <a:rPr lang="ja-JP" altLang="en-US" sz="1600" dirty="0"/>
              <a:t>全体アーキテクチャ（添付ファイルは</a:t>
            </a:r>
            <a:r>
              <a:rPr lang="en-US" altLang="ja-JP" sz="1600" dirty="0"/>
              <a:t>SPO</a:t>
            </a:r>
            <a:r>
              <a:rPr lang="ja-JP" altLang="en-US" sz="1600" dirty="0"/>
              <a:t>へ保存の案）</a:t>
            </a:r>
            <a:endParaRPr lang="en-US" altLang="ja-JP" sz="1600" dirty="0"/>
          </a:p>
          <a:p>
            <a:pPr marL="285750" indent="-285750">
              <a:buFont typeface="Arial" panose="020B0604020202020204" pitchFamily="34" charset="0"/>
              <a:buChar char="•"/>
            </a:pPr>
            <a:r>
              <a:rPr lang="ja-JP" altLang="en-US" sz="1600" dirty="0"/>
              <a:t>要件</a:t>
            </a:r>
            <a:r>
              <a:rPr lang="en-US" altLang="ja-JP" sz="1600" dirty="0"/>
              <a:t>/</a:t>
            </a:r>
            <a:r>
              <a:rPr lang="ja-JP" altLang="en-US" sz="1600" dirty="0"/>
              <a:t>ソリューション</a:t>
            </a:r>
            <a:endParaRPr lang="en-US" altLang="ja-JP" sz="1600" dirty="0"/>
          </a:p>
          <a:p>
            <a:pPr marL="742950" lvl="1" indent="-285750">
              <a:buFont typeface="Arial" panose="020B0604020202020204" pitchFamily="34" charset="0"/>
              <a:buChar char="•"/>
            </a:pPr>
            <a:r>
              <a:rPr lang="ja-JP" altLang="en-US" sz="1400" dirty="0"/>
              <a:t>添付ファイル管理（編集を含む）</a:t>
            </a:r>
            <a:endParaRPr lang="en-US" altLang="ja-JP" sz="1400" dirty="0"/>
          </a:p>
          <a:p>
            <a:pPr marL="742950" lvl="1" indent="-285750">
              <a:buFont typeface="Arial" panose="020B0604020202020204" pitchFamily="34" charset="0"/>
              <a:buChar char="•"/>
            </a:pPr>
            <a:r>
              <a:rPr lang="ja-JP" altLang="en-US" sz="1400" dirty="0"/>
              <a:t>一括ダウンロード機能</a:t>
            </a:r>
            <a:endParaRPr lang="en-US" altLang="ja-JP" sz="1400" dirty="0"/>
          </a:p>
          <a:p>
            <a:pPr marL="742950" lvl="1" indent="-285750">
              <a:buFont typeface="Arial" panose="020B0604020202020204" pitchFamily="34" charset="0"/>
              <a:buChar char="•"/>
            </a:pPr>
            <a:r>
              <a:rPr lang="ja-JP" altLang="en-US" sz="1400" dirty="0"/>
              <a:t>検索機能</a:t>
            </a:r>
            <a:endParaRPr lang="en-US" altLang="ja-JP" sz="1400" dirty="0"/>
          </a:p>
          <a:p>
            <a:pPr marL="742950" lvl="1" indent="-285750">
              <a:buFont typeface="Arial" panose="020B0604020202020204" pitchFamily="34" charset="0"/>
              <a:buChar char="•"/>
            </a:pPr>
            <a:r>
              <a:rPr lang="ja-JP" altLang="en-US" sz="1400" dirty="0"/>
              <a:t>パフォーマンス、</a:t>
            </a:r>
            <a:r>
              <a:rPr lang="en-US" altLang="ja-JP" sz="1400" dirty="0"/>
              <a:t>HA</a:t>
            </a:r>
            <a:r>
              <a:rPr lang="ja-JP" altLang="en-US" sz="1400" dirty="0"/>
              <a:t>など</a:t>
            </a:r>
            <a:endParaRPr lang="en-US" altLang="ja-JP" sz="1400" dirty="0"/>
          </a:p>
          <a:p>
            <a:pPr marL="742950" lvl="1" indent="-285750">
              <a:buFont typeface="Arial" panose="020B0604020202020204" pitchFamily="34" charset="0"/>
              <a:buChar char="•"/>
            </a:pPr>
            <a:r>
              <a:rPr lang="ja-JP" altLang="en-US" sz="1400" dirty="0"/>
              <a:t>権限管理</a:t>
            </a:r>
            <a:endParaRPr lang="en-US" altLang="ja-JP" sz="1400" dirty="0"/>
          </a:p>
          <a:p>
            <a:pPr marL="742950" lvl="1" indent="-285750">
              <a:buFont typeface="Arial" panose="020B0604020202020204" pitchFamily="34" charset="0"/>
              <a:buChar char="•"/>
            </a:pPr>
            <a:r>
              <a:rPr lang="ja-JP" altLang="en-US" sz="1400" dirty="0"/>
              <a:t>ユーザ別の属性管理（</a:t>
            </a:r>
            <a:r>
              <a:rPr lang="en-US" altLang="ja-JP" sz="1400" dirty="0"/>
              <a:t>Option</a:t>
            </a:r>
            <a:r>
              <a:rPr lang="ja-JP" altLang="en-US" sz="1400" dirty="0"/>
              <a:t>）</a:t>
            </a:r>
            <a:endParaRPr lang="en-US" altLang="ja-JP" sz="1400" dirty="0"/>
          </a:p>
          <a:p>
            <a:pPr marL="742950" lvl="1" indent="-285750">
              <a:buFont typeface="Arial" panose="020B0604020202020204" pitchFamily="34" charset="0"/>
              <a:buChar char="•"/>
            </a:pPr>
            <a:r>
              <a:rPr lang="ja-JP" altLang="en-US" sz="1400" dirty="0"/>
              <a:t>データ移行</a:t>
            </a:r>
            <a:endParaRPr lang="en-US" altLang="ja-JP" sz="1400" dirty="0"/>
          </a:p>
          <a:p>
            <a:pPr marL="285750" indent="-285750">
              <a:buFont typeface="Arial" panose="020B0604020202020204" pitchFamily="34" charset="0"/>
              <a:buChar char="•"/>
            </a:pPr>
            <a:r>
              <a:rPr lang="ja-JP" altLang="en-US" sz="1600" dirty="0"/>
              <a:t>機能一覧</a:t>
            </a:r>
            <a:endParaRPr lang="en-US" altLang="ja-JP" sz="1600" dirty="0"/>
          </a:p>
          <a:p>
            <a:pPr marL="285750" indent="-285750">
              <a:buFont typeface="Arial" panose="020B0604020202020204" pitchFamily="34" charset="0"/>
              <a:buChar char="•"/>
            </a:pPr>
            <a:r>
              <a:rPr lang="ja-JP" altLang="en-US" sz="1600" dirty="0"/>
              <a:t>プロジェクトリスク</a:t>
            </a:r>
            <a:endParaRPr lang="en-US" altLang="ja-JP" sz="1600" dirty="0"/>
          </a:p>
          <a:p>
            <a:pPr marL="285750" indent="-285750">
              <a:buFont typeface="Arial" panose="020B0604020202020204" pitchFamily="34" charset="0"/>
              <a:buChar char="•"/>
            </a:pPr>
            <a:r>
              <a:rPr lang="ja-JP" altLang="en-US" sz="1600" dirty="0"/>
              <a:t>スケジュール</a:t>
            </a:r>
            <a:endParaRPr lang="en-US" altLang="ja-JP" sz="1600" dirty="0"/>
          </a:p>
          <a:p>
            <a:pPr marL="285750" indent="-285750">
              <a:buFont typeface="Arial" panose="020B0604020202020204" pitchFamily="34" charset="0"/>
              <a:buChar char="•"/>
            </a:pPr>
            <a:r>
              <a:rPr lang="ja-JP" altLang="en-US" sz="1600" dirty="0"/>
              <a:t>見積もり</a:t>
            </a:r>
            <a:endParaRPr lang="en-US" altLang="ja-JP" sz="1600" dirty="0"/>
          </a:p>
          <a:p>
            <a:pPr marL="285750" indent="-285750">
              <a:buFont typeface="Arial" panose="020B0604020202020204" pitchFamily="34" charset="0"/>
              <a:buChar char="•"/>
            </a:pPr>
            <a:r>
              <a:rPr lang="ja-JP" altLang="en-US" sz="1600" dirty="0"/>
              <a:t>結論</a:t>
            </a:r>
            <a:endParaRPr lang="en-US" altLang="ja-JP" sz="1600" dirty="0"/>
          </a:p>
          <a:p>
            <a:pPr marL="285750" indent="-285750">
              <a:buFont typeface="Arial" panose="020B0604020202020204" pitchFamily="34" charset="0"/>
              <a:buChar char="•"/>
            </a:pPr>
            <a:r>
              <a:rPr lang="ja-JP" altLang="en-US" sz="1600" dirty="0"/>
              <a:t>備考</a:t>
            </a:r>
            <a:endParaRPr lang="en-US" altLang="ja-JP" sz="1600" dirty="0"/>
          </a:p>
          <a:p>
            <a:pPr marL="742950" lvl="1" indent="-285750">
              <a:buFont typeface="Arial" panose="020B0604020202020204" pitchFamily="34" charset="0"/>
              <a:buChar char="•"/>
            </a:pPr>
            <a:r>
              <a:rPr lang="en-US" altLang="ja-JP" sz="1400" dirty="0"/>
              <a:t>POC</a:t>
            </a:r>
            <a:r>
              <a:rPr lang="ja-JP" altLang="en-US" sz="1400" dirty="0"/>
              <a:t>範囲</a:t>
            </a:r>
            <a:endParaRPr lang="en-US" altLang="ja-JP" sz="1400" dirty="0"/>
          </a:p>
          <a:p>
            <a:pPr marL="742950" lvl="1" indent="-285750">
              <a:buFont typeface="Arial" panose="020B0604020202020204" pitchFamily="34" charset="0"/>
              <a:buChar char="•"/>
            </a:pPr>
            <a:r>
              <a:rPr lang="ja-JP" altLang="en-US" sz="1400" dirty="0"/>
              <a:t>サポートとメンテナンス－瑕疵範囲、保守提案</a:t>
            </a:r>
            <a:endParaRPr lang="en-US" altLang="ja-JP"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Autofit/>
          </a:bodyPr>
          <a:lstStyle/>
          <a:p>
            <a:r>
              <a:rPr lang="ja-JP" altLang="en-US"/>
              <a:t>提案の背景</a:t>
            </a:r>
            <a:endParaRPr kumimoji="1" lang="ja-JP" altLang="en-US"/>
          </a:p>
        </p:txBody>
      </p:sp>
      <p:sp>
        <p:nvSpPr>
          <p:cNvPr id="15" name="テキスト ボックス 14"/>
          <p:cNvSpPr txBox="1"/>
          <p:nvPr/>
        </p:nvSpPr>
        <p:spPr>
          <a:xfrm>
            <a:off x="414337" y="782995"/>
            <a:ext cx="11411904" cy="5541605"/>
          </a:xfrm>
          <a:prstGeom prst="rect">
            <a:avLst/>
          </a:prstGeom>
          <a:noFill/>
          <a:ln w="9525" cap="flat" cmpd="sng" algn="ctr">
            <a:noFill/>
            <a:prstDash val="solid"/>
            <a:round/>
            <a:headEnd type="oval" w="med" len="med"/>
            <a:tailEnd type="oval" w="med" len="med"/>
          </a:ln>
        </p:spPr>
        <p:txBody>
          <a:bodyPr wrap="square" lIns="36000" tIns="36000" rIns="36000" bIns="36000" rtlCol="0" anchor="t" anchorCtr="0">
            <a:noAutofit/>
          </a:bodyPr>
          <a:lstStyle/>
          <a:p>
            <a:pPr>
              <a:lnSpc>
                <a:spcPct val="150000"/>
              </a:lnSpc>
            </a:pPr>
            <a:r>
              <a:rPr lang="ja-JP" altLang="en-US" sz="1600" dirty="0">
                <a:latin typeface="Yu Gothic UI" panose="020B0500000000000000" pitchFamily="50" charset="-128"/>
                <a:ea typeface="Yu Gothic UI" panose="020B0500000000000000" pitchFamily="50" charset="-128"/>
              </a:rPr>
              <a:t>提案の背景</a:t>
            </a:r>
            <a:r>
              <a:rPr lang="en-US" altLang="ja-JP" sz="1600" dirty="0">
                <a:latin typeface="Yu Gothic UI" panose="020B0500000000000000" pitchFamily="50" charset="-128"/>
                <a:ea typeface="Yu Gothic UI" panose="020B0500000000000000" pitchFamily="50" charset="-128"/>
              </a:rPr>
              <a:t>:</a:t>
            </a:r>
          </a:p>
          <a:p>
            <a:pPr marL="800100" lvl="1" indent="-342900">
              <a:lnSpc>
                <a:spcPct val="150000"/>
              </a:lnSpc>
              <a:buFont typeface="+mj-lt"/>
              <a:buAutoNum type="arabicPeriod"/>
            </a:pPr>
            <a:r>
              <a:rPr lang="en-US" altLang="ja-JP" sz="1600" dirty="0" err="1">
                <a:latin typeface="Yu Gothic UI" panose="020B0500000000000000" pitchFamily="50" charset="-128"/>
                <a:ea typeface="Yu Gothic UI" panose="020B0500000000000000" pitchFamily="50" charset="-128"/>
              </a:rPr>
              <a:t>LotusNotes</a:t>
            </a:r>
            <a:r>
              <a:rPr lang="ja-JP" altLang="en-US" sz="1600" dirty="0">
                <a:latin typeface="Yu Gothic UI" panose="020B0500000000000000" pitchFamily="50" charset="-128"/>
                <a:ea typeface="Yu Gothic UI" panose="020B0500000000000000" pitchFamily="50" charset="-128"/>
              </a:rPr>
              <a:t>のサポート中止に伴い、</a:t>
            </a:r>
            <a:r>
              <a:rPr lang="en-US" altLang="ja-JP" sz="1600" dirty="0">
                <a:latin typeface="Yu Gothic UI" panose="020B0500000000000000" pitchFamily="50" charset="-128"/>
                <a:ea typeface="Yu Gothic UI" panose="020B0500000000000000" pitchFamily="50" charset="-128"/>
              </a:rPr>
              <a:t>Notes</a:t>
            </a:r>
            <a:r>
              <a:rPr lang="ja-JP" altLang="en-US" sz="1600" dirty="0">
                <a:latin typeface="Yu Gothic UI" panose="020B0500000000000000" pitchFamily="50" charset="-128"/>
                <a:ea typeface="Yu Gothic UI" panose="020B0500000000000000" pitchFamily="50" charset="-128"/>
              </a:rPr>
              <a:t>で構築されている業務アプリケーションを移行・再構築する必要があります。</a:t>
            </a:r>
            <a:endParaRPr lang="en-US" altLang="ja-JP" sz="1600" dirty="0">
              <a:latin typeface="Yu Gothic UI" panose="020B0500000000000000" pitchFamily="50" charset="-128"/>
              <a:ea typeface="Yu Gothic UI" panose="020B0500000000000000" pitchFamily="50" charset="-128"/>
            </a:endParaRPr>
          </a:p>
          <a:p>
            <a:pPr marL="800100" lvl="1" indent="-342900">
              <a:lnSpc>
                <a:spcPct val="150000"/>
              </a:lnSpc>
              <a:buFont typeface="+mj-lt"/>
              <a:buAutoNum type="arabicPeriod"/>
            </a:pPr>
            <a:r>
              <a:rPr lang="ja-JP" altLang="en-US" sz="1600" dirty="0">
                <a:latin typeface="Yu Gothic UI" panose="020B0500000000000000" pitchFamily="50" charset="-128"/>
                <a:ea typeface="Yu Gothic UI" panose="020B0500000000000000" pitchFamily="50" charset="-128"/>
              </a:rPr>
              <a:t>今回の再構築対象業務は、文書を管理する業務アプリケーションであり、文書には定型項目と添付ファイルが含まれます。</a:t>
            </a:r>
            <a:r>
              <a:rPr lang="en-US" altLang="ja-JP" sz="1600" dirty="0">
                <a:latin typeface="Yu Gothic UI" panose="020B0500000000000000" pitchFamily="50" charset="-128"/>
                <a:ea typeface="Yu Gothic UI" panose="020B0500000000000000" pitchFamily="50" charset="-128"/>
              </a:rPr>
              <a:t>CMS</a:t>
            </a:r>
            <a:r>
              <a:rPr lang="ja-JP" altLang="en-US" sz="1600" dirty="0">
                <a:latin typeface="Yu Gothic UI" panose="020B0500000000000000" pitchFamily="50" charset="-128"/>
                <a:ea typeface="Yu Gothic UI" panose="020B0500000000000000" pitchFamily="50" charset="-128"/>
              </a:rPr>
              <a:t>（コンテンツ管理システム）の部分機能と類似する機能が求められます。</a:t>
            </a:r>
          </a:p>
          <a:p>
            <a:pPr marL="800100" lvl="1" indent="-342900">
              <a:lnSpc>
                <a:spcPct val="150000"/>
              </a:lnSpc>
              <a:buFont typeface="+mj-lt"/>
              <a:buAutoNum type="arabicPeriod"/>
            </a:pPr>
            <a:r>
              <a:rPr lang="en-US" altLang="ja-JP" sz="1600" dirty="0">
                <a:latin typeface="Yu Gothic UI" panose="020B0500000000000000" pitchFamily="50" charset="-128"/>
                <a:ea typeface="Yu Gothic UI" panose="020B0500000000000000" pitchFamily="50" charset="-128"/>
              </a:rPr>
              <a:t>PowerApps</a:t>
            </a:r>
            <a:r>
              <a:rPr lang="ja-JP" altLang="en-US" sz="1600" dirty="0">
                <a:latin typeface="Yu Gothic UI" panose="020B0500000000000000" pitchFamily="50" charset="-128"/>
                <a:ea typeface="Yu Gothic UI" panose="020B0500000000000000" pitchFamily="50" charset="-128"/>
              </a:rPr>
              <a:t>による実現が制約が多く、困難で、複数のパッケージを検討・評価しました。</a:t>
            </a:r>
          </a:p>
          <a:p>
            <a:pPr marL="800100" lvl="1" indent="-342900">
              <a:lnSpc>
                <a:spcPct val="150000"/>
              </a:lnSpc>
              <a:buFont typeface="+mj-lt"/>
              <a:buAutoNum type="arabicPeriod"/>
            </a:pPr>
            <a:r>
              <a:rPr lang="ja-JP" altLang="en-US" sz="1600" dirty="0">
                <a:latin typeface="Yu Gothic UI" panose="020B0500000000000000" pitchFamily="50" charset="-128"/>
                <a:ea typeface="Yu Gothic UI" panose="020B0500000000000000" pitchFamily="50" charset="-128"/>
              </a:rPr>
              <a:t>検討・評価対象の</a:t>
            </a:r>
            <a:r>
              <a:rPr lang="en-US" altLang="ja-JP" sz="1600" dirty="0">
                <a:latin typeface="Yu Gothic UI" panose="020B0500000000000000" pitchFamily="50" charset="-128"/>
                <a:ea typeface="Yu Gothic UI" panose="020B0500000000000000" pitchFamily="50" charset="-128"/>
              </a:rPr>
              <a:t>CMS</a:t>
            </a:r>
            <a:r>
              <a:rPr lang="ja-JP" altLang="en-US" sz="1600" dirty="0">
                <a:latin typeface="Yu Gothic UI" panose="020B0500000000000000" pitchFamily="50" charset="-128"/>
                <a:ea typeface="Yu Gothic UI" panose="020B0500000000000000" pitchFamily="50" charset="-128"/>
              </a:rPr>
              <a:t>パッケージソリューションを採用した場合、要求されるオンライン編集、承認プロセス（</a:t>
            </a:r>
            <a:r>
              <a:rPr lang="en-US" altLang="ja-JP" sz="1600" dirty="0">
                <a:latin typeface="Yu Gothic UI" panose="020B0500000000000000" pitchFamily="50" charset="-128"/>
                <a:ea typeface="Yu Gothic UI" panose="020B0500000000000000" pitchFamily="50" charset="-128"/>
              </a:rPr>
              <a:t>Workflow</a:t>
            </a:r>
            <a:r>
              <a:rPr lang="ja-JP" altLang="en-US" sz="1600" dirty="0">
                <a:latin typeface="Yu Gothic UI" panose="020B0500000000000000" pitchFamily="50" charset="-128"/>
                <a:ea typeface="Yu Gothic UI" panose="020B0500000000000000" pitchFamily="50" charset="-128"/>
              </a:rPr>
              <a:t>）制御、ファイルダウンロードなど、解決すべきシステム要件がいくつか残ります。</a:t>
            </a:r>
            <a:endParaRPr lang="en-US" altLang="ja-JP" sz="1600" dirty="0">
              <a:latin typeface="Yu Gothic UI" panose="020B0500000000000000" pitchFamily="50" charset="-128"/>
              <a:ea typeface="Yu Gothic UI" panose="020B0500000000000000" pitchFamily="50" charset="-128"/>
            </a:endParaRPr>
          </a:p>
          <a:p>
            <a:pPr marL="800100" lvl="1" indent="-342900">
              <a:lnSpc>
                <a:spcPct val="150000"/>
              </a:lnSpc>
              <a:buFont typeface="+mj-lt"/>
              <a:buAutoNum type="arabicPeriod"/>
            </a:pPr>
            <a:r>
              <a:rPr lang="ja-JP" altLang="en-US" sz="1600" dirty="0">
                <a:latin typeface="Yu Gothic UI" panose="020B0500000000000000" pitchFamily="50" charset="-128"/>
                <a:ea typeface="Yu Gothic UI" panose="020B0500000000000000" pitchFamily="50" charset="-128"/>
              </a:rPr>
              <a:t>また、</a:t>
            </a:r>
            <a:r>
              <a:rPr lang="en-US" altLang="ja-JP" sz="1600" dirty="0">
                <a:latin typeface="Yu Gothic UI" panose="020B0500000000000000" pitchFamily="50" charset="-128"/>
                <a:ea typeface="Yu Gothic UI" panose="020B0500000000000000" pitchFamily="50" charset="-128"/>
              </a:rPr>
              <a:t>CMS</a:t>
            </a:r>
            <a:r>
              <a:rPr lang="ja-JP" altLang="en-US" sz="1600" dirty="0">
                <a:latin typeface="Yu Gothic UI" panose="020B0500000000000000" pitchFamily="50" charset="-128"/>
                <a:ea typeface="Yu Gothic UI" panose="020B0500000000000000" pitchFamily="50" charset="-128"/>
              </a:rPr>
              <a:t>パッケージソリューションを採用した場合、 ライセンス費用などにより、運用コストを影響します。</a:t>
            </a:r>
            <a:endParaRPr lang="en-US" altLang="ja-JP" sz="1600" dirty="0">
              <a:latin typeface="Yu Gothic UI" panose="020B0500000000000000" pitchFamily="50" charset="-128"/>
              <a:ea typeface="Yu Gothic UI" panose="020B0500000000000000" pitchFamily="50" charset="-128"/>
            </a:endParaRPr>
          </a:p>
          <a:p>
            <a:pPr>
              <a:lnSpc>
                <a:spcPct val="150000"/>
              </a:lnSpc>
            </a:pPr>
            <a:r>
              <a:rPr lang="ja-JP" altLang="en-US" sz="1600" dirty="0">
                <a:latin typeface="Yu Gothic UI" panose="020B0500000000000000" pitchFamily="50" charset="-128"/>
                <a:ea typeface="Yu Gothic UI" panose="020B0500000000000000" pitchFamily="50" charset="-128"/>
              </a:rPr>
              <a:t>提案</a:t>
            </a:r>
            <a:r>
              <a:rPr lang="en-US" altLang="ja-JP" sz="1600" dirty="0">
                <a:latin typeface="Yu Gothic UI" panose="020B0500000000000000" pitchFamily="50" charset="-128"/>
                <a:ea typeface="Yu Gothic UI" panose="020B0500000000000000" pitchFamily="50" charset="-128"/>
              </a:rPr>
              <a:t>: </a:t>
            </a:r>
          </a:p>
          <a:p>
            <a:pPr lvl="1">
              <a:lnSpc>
                <a:spcPct val="150000"/>
              </a:lnSpc>
            </a:pPr>
            <a:r>
              <a:rPr lang="ja-JP" altLang="en-US" sz="1600" dirty="0">
                <a:latin typeface="Yu Gothic UI" panose="020B0500000000000000" pitchFamily="50" charset="-128"/>
                <a:ea typeface="Yu Gothic UI" panose="020B0500000000000000" pitchFamily="50" charset="-128"/>
              </a:rPr>
              <a:t>効率的な文書管理を実現し、ラインセス費用を抑え、業務生産性向上を考慮し、上記の背景を踏まえて、弊社の技術力は下記のシステム構成で貴社の業務要件を応えられるとの結論に至りました。</a:t>
            </a:r>
            <a:endParaRPr lang="en-US" altLang="ja-JP" sz="1600" dirty="0">
              <a:latin typeface="Yu Gothic UI" panose="020B0500000000000000" pitchFamily="50" charset="-128"/>
              <a:ea typeface="Yu Gothic UI" panose="020B0500000000000000" pitchFamily="50" charset="-128"/>
            </a:endParaRPr>
          </a:p>
          <a:p>
            <a:pPr lvl="1">
              <a:lnSpc>
                <a:spcPct val="150000"/>
              </a:lnSpc>
            </a:pPr>
            <a:r>
              <a:rPr lang="ja-JP" altLang="en-US" sz="1600" dirty="0">
                <a:latin typeface="Yu Gothic UI" panose="020B0500000000000000" pitchFamily="50" charset="-128"/>
                <a:ea typeface="Yu Gothic UI" panose="020B0500000000000000" pitchFamily="50" charset="-128"/>
              </a:rPr>
              <a:t>弊社の提案</a:t>
            </a:r>
            <a:endParaRPr lang="en-US" altLang="ja-JP" sz="1600" dirty="0">
              <a:latin typeface="Yu Gothic UI" panose="020B0500000000000000" pitchFamily="50" charset="-128"/>
              <a:ea typeface="Yu Gothic UI" panose="020B0500000000000000" pitchFamily="50" charset="-128"/>
            </a:endParaRPr>
          </a:p>
          <a:p>
            <a:pPr lvl="1">
              <a:lnSpc>
                <a:spcPct val="150000"/>
              </a:lnSpc>
            </a:pPr>
            <a:r>
              <a:rPr lang="en-US" altLang="ja-JP" sz="1600" dirty="0">
                <a:latin typeface="Yu Gothic UI" panose="020B0500000000000000" pitchFamily="50" charset="-128"/>
                <a:ea typeface="Yu Gothic UI" panose="020B0500000000000000" pitchFamily="50" charset="-128"/>
              </a:rPr>
              <a:t>	PowerPlatform+Office365+Azure </a:t>
            </a:r>
            <a:r>
              <a:rPr lang="en-US" altLang="ja-JP" sz="1600" dirty="0" err="1">
                <a:latin typeface="Yu Gothic UI" panose="020B0500000000000000" pitchFamily="50" charset="-128"/>
                <a:ea typeface="Yu Gothic UI" panose="020B0500000000000000" pitchFamily="50" charset="-128"/>
              </a:rPr>
              <a:t>Sql</a:t>
            </a:r>
            <a:endParaRPr lang="en-US" altLang="ja-JP" sz="1600" dirty="0">
              <a:latin typeface="Yu Gothic UI" panose="020B0500000000000000" pitchFamily="50" charset="-128"/>
              <a:ea typeface="Yu Gothic UI" panose="020B0500000000000000" pitchFamily="50" charset="-128"/>
            </a:endParaRPr>
          </a:p>
          <a:p>
            <a:pPr lvl="1">
              <a:lnSpc>
                <a:spcPct val="150000"/>
              </a:lnSpc>
            </a:pPr>
            <a:r>
              <a:rPr lang="ja-JP" altLang="en-US" sz="1600" dirty="0">
                <a:latin typeface="Yu Gothic UI" panose="020B0500000000000000" pitchFamily="50" charset="-128"/>
                <a:ea typeface="Yu Gothic UI" panose="020B0500000000000000" pitchFamily="50" charset="-128"/>
              </a:rPr>
              <a:t>で文書を管理する業務アプリケーションの再構築します。</a:t>
            </a:r>
            <a:endParaRPr lang="en-US" altLang="ja-JP" sz="1600" dirty="0">
              <a:latin typeface="Yu Gothic UI" panose="020B0500000000000000" pitchFamily="50" charset="-128"/>
              <a:ea typeface="Yu Gothic UI" panose="020B0500000000000000" pitchFamily="50" charset="-128"/>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Autofit/>
          </a:bodyPr>
          <a:lstStyle/>
          <a:p>
            <a:r>
              <a:rPr lang="ja-JP" altLang="en-US" dirty="0"/>
              <a:t>システム概要</a:t>
            </a:r>
            <a:endParaRPr lang="ja-JP" altLang="en-US" dirty="0">
              <a:effectLst/>
            </a:endParaRPr>
          </a:p>
        </p:txBody>
      </p:sp>
      <p:sp>
        <p:nvSpPr>
          <p:cNvPr id="15" name="テキスト ボックス 14"/>
          <p:cNvSpPr txBox="1"/>
          <p:nvPr/>
        </p:nvSpPr>
        <p:spPr>
          <a:xfrm>
            <a:off x="414337" y="782995"/>
            <a:ext cx="11386504" cy="5643684"/>
          </a:xfrm>
          <a:prstGeom prst="rect">
            <a:avLst/>
          </a:prstGeom>
          <a:noFill/>
          <a:ln w="9525" cap="flat" cmpd="sng" algn="ctr">
            <a:noFill/>
            <a:prstDash val="solid"/>
            <a:round/>
            <a:headEnd type="oval" w="med" len="med"/>
            <a:tailEnd type="oval" w="med" len="med"/>
          </a:ln>
        </p:spPr>
        <p:txBody>
          <a:bodyPr wrap="square" lIns="36000" tIns="36000" rIns="36000" bIns="36000" rtlCol="0" anchor="t" anchorCtr="0">
            <a:noAutofit/>
          </a:bodyPr>
          <a:lstStyle/>
          <a:p>
            <a:r>
              <a:rPr lang="ja-JP" altLang="en-US" sz="1400" dirty="0">
                <a:latin typeface="Yu Gothic UI" panose="020B0500000000000000" pitchFamily="50" charset="-128"/>
                <a:ea typeface="Yu Gothic UI" panose="020B0500000000000000" pitchFamily="50" charset="-128"/>
              </a:rPr>
              <a:t>システム構成</a:t>
            </a:r>
            <a:r>
              <a:rPr lang="en-US" altLang="ja-JP" sz="1400" dirty="0">
                <a:latin typeface="Yu Gothic UI" panose="020B0500000000000000" pitchFamily="50" charset="-128"/>
                <a:ea typeface="Yu Gothic UI" panose="020B0500000000000000" pitchFamily="50" charset="-128"/>
              </a:rPr>
              <a:t>: </a:t>
            </a:r>
          </a:p>
          <a:p>
            <a:pPr marL="742950" lvl="1" indent="-285750">
              <a:buFont typeface="Arial" panose="020B0604020202020204" pitchFamily="34" charset="0"/>
              <a:buChar char="•"/>
            </a:pPr>
            <a:r>
              <a:rPr lang="en-US" altLang="ja-JP" sz="1400" dirty="0">
                <a:latin typeface="Yu Gothic UI" panose="020B0500000000000000" pitchFamily="50" charset="-128"/>
                <a:ea typeface="Yu Gothic UI" panose="020B0500000000000000" pitchFamily="50" charset="-128"/>
              </a:rPr>
              <a:t>PowerApps</a:t>
            </a:r>
            <a:r>
              <a:rPr lang="ja-JP" altLang="en-US" sz="1400" dirty="0">
                <a:latin typeface="Yu Gothic UI" panose="020B0500000000000000" pitchFamily="50" charset="-128"/>
                <a:ea typeface="Yu Gothic UI" panose="020B0500000000000000" pitchFamily="50" charset="-128"/>
              </a:rPr>
              <a:t>、</a:t>
            </a:r>
            <a:r>
              <a:rPr lang="en-US" altLang="ja-JP" sz="1400" dirty="0">
                <a:latin typeface="Yu Gothic UI" panose="020B0500000000000000" pitchFamily="50" charset="-128"/>
                <a:ea typeface="Yu Gothic UI" panose="020B0500000000000000" pitchFamily="50" charset="-128"/>
              </a:rPr>
              <a:t>Office365</a:t>
            </a:r>
            <a:r>
              <a:rPr lang="ja-JP" altLang="en-US" sz="1400" dirty="0">
                <a:latin typeface="Yu Gothic UI" panose="020B0500000000000000" pitchFamily="50" charset="-128"/>
                <a:ea typeface="Yu Gothic UI" panose="020B0500000000000000" pitchFamily="50" charset="-128"/>
              </a:rPr>
              <a:t>と</a:t>
            </a:r>
            <a:r>
              <a:rPr lang="en-US" altLang="ja-JP" sz="1400" dirty="0">
                <a:latin typeface="Yu Gothic UI" panose="020B0500000000000000" pitchFamily="50" charset="-128"/>
                <a:ea typeface="Yu Gothic UI" panose="020B0500000000000000" pitchFamily="50" charset="-128"/>
              </a:rPr>
              <a:t>Azure SQL </a:t>
            </a:r>
            <a:r>
              <a:rPr lang="ja-JP" altLang="en-US" sz="1400" dirty="0">
                <a:latin typeface="Yu Gothic UI" panose="020B0500000000000000" pitchFamily="50" charset="-128"/>
                <a:ea typeface="Yu Gothic UI" panose="020B0500000000000000" pitchFamily="50" charset="-128"/>
              </a:rPr>
              <a:t>を利用してシステム構築し、パフォーマンスを配慮した上に、添付ファイル管理、オンライン編集、一括ダウンロード、検索機能を実現。</a:t>
            </a:r>
            <a:endParaRPr lang="en-US" altLang="ja-JP" sz="14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lang="ja-JP" altLang="en-US" sz="1400" dirty="0">
                <a:latin typeface="Yu Gothic UI" panose="020B0500000000000000" pitchFamily="50" charset="-128"/>
                <a:ea typeface="Yu Gothic UI" panose="020B0500000000000000" pitchFamily="50" charset="-128"/>
              </a:rPr>
              <a:t>フロントエンド</a:t>
            </a:r>
            <a:r>
              <a:rPr lang="en-US" altLang="ja-JP" sz="1400" dirty="0">
                <a:latin typeface="Yu Gothic UI" panose="020B0500000000000000" pitchFamily="50" charset="-128"/>
                <a:ea typeface="Yu Gothic UI" panose="020B0500000000000000" pitchFamily="50" charset="-128"/>
              </a:rPr>
              <a:t>: </a:t>
            </a:r>
          </a:p>
          <a:p>
            <a:pPr marL="1200150" lvl="2" indent="-285750">
              <a:buFont typeface="Arial" panose="020B0604020202020204" pitchFamily="34" charset="0"/>
              <a:buChar char="•"/>
            </a:pPr>
            <a:r>
              <a:rPr lang="en-US" altLang="ja-JP" sz="1200" dirty="0">
                <a:latin typeface="Yu Gothic UI" panose="020B0500000000000000" pitchFamily="50" charset="-128"/>
                <a:ea typeface="Yu Gothic UI" panose="020B0500000000000000" pitchFamily="50" charset="-128"/>
              </a:rPr>
              <a:t>PowerApps Canvas App</a:t>
            </a:r>
            <a:r>
              <a:rPr lang="ja-JP" altLang="en-US" sz="1200" dirty="0">
                <a:latin typeface="Yu Gothic UI" panose="020B0500000000000000" pitchFamily="50" charset="-128"/>
                <a:ea typeface="Yu Gothic UI" panose="020B0500000000000000" pitchFamily="50" charset="-128"/>
              </a:rPr>
              <a:t>で構築。</a:t>
            </a:r>
            <a:endParaRPr lang="en-US" altLang="ja-JP" sz="1200" dirty="0">
              <a:latin typeface="Yu Gothic UI" panose="020B0500000000000000" pitchFamily="50" charset="-128"/>
              <a:ea typeface="Yu Gothic UI" panose="020B0500000000000000" pitchFamily="50" charset="-128"/>
            </a:endParaRPr>
          </a:p>
          <a:p>
            <a:pPr marL="1200150" lvl="2"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ユーザーインターフェースとして、文書の作成</a:t>
            </a:r>
            <a:r>
              <a:rPr lang="en-US" altLang="ja-JP" sz="1200" dirty="0">
                <a:latin typeface="Yu Gothic UI" panose="020B0500000000000000" pitchFamily="50" charset="-128"/>
                <a:ea typeface="Yu Gothic UI" panose="020B0500000000000000" pitchFamily="50" charset="-128"/>
              </a:rPr>
              <a:t>/</a:t>
            </a:r>
            <a:r>
              <a:rPr lang="ja-JP" altLang="en-US" sz="1200" dirty="0">
                <a:latin typeface="Yu Gothic UI" panose="020B0500000000000000" pitchFamily="50" charset="-128"/>
                <a:ea typeface="Yu Gothic UI" panose="020B0500000000000000" pitchFamily="50" charset="-128"/>
              </a:rPr>
              <a:t>閲覧</a:t>
            </a:r>
            <a:r>
              <a:rPr lang="en-US" altLang="ja-JP" sz="1200" dirty="0">
                <a:latin typeface="Yu Gothic UI" panose="020B0500000000000000" pitchFamily="50" charset="-128"/>
                <a:ea typeface="Yu Gothic UI" panose="020B0500000000000000" pitchFamily="50" charset="-128"/>
              </a:rPr>
              <a:t>/</a:t>
            </a:r>
            <a:r>
              <a:rPr lang="ja-JP" altLang="en-US" sz="1200" dirty="0">
                <a:latin typeface="Yu Gothic UI" panose="020B0500000000000000" pitchFamily="50" charset="-128"/>
                <a:ea typeface="Yu Gothic UI" panose="020B0500000000000000" pitchFamily="50" charset="-128"/>
              </a:rPr>
              <a:t>編集画面を提供。</a:t>
            </a:r>
            <a:endParaRPr lang="en-US" altLang="ja-JP" sz="12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lang="ja-JP" altLang="en-US" sz="1400" dirty="0">
                <a:latin typeface="Yu Gothic UI" panose="020B0500000000000000" pitchFamily="50" charset="-128"/>
                <a:ea typeface="Yu Gothic UI" panose="020B0500000000000000" pitchFamily="50" charset="-128"/>
              </a:rPr>
              <a:t>データベース</a:t>
            </a:r>
            <a:r>
              <a:rPr lang="en-US" altLang="ja-JP" sz="1400" dirty="0">
                <a:latin typeface="Yu Gothic UI" panose="020B0500000000000000" pitchFamily="50" charset="-128"/>
                <a:ea typeface="Yu Gothic UI" panose="020B0500000000000000" pitchFamily="50" charset="-128"/>
              </a:rPr>
              <a:t>: </a:t>
            </a:r>
          </a:p>
          <a:p>
            <a:pPr marL="1200150" lvl="2" indent="-285750">
              <a:buFont typeface="Arial" panose="020B0604020202020204" pitchFamily="34" charset="0"/>
              <a:buChar char="•"/>
            </a:pPr>
            <a:r>
              <a:rPr lang="en-US" altLang="ja-JP" sz="1200" dirty="0">
                <a:latin typeface="Yu Gothic UI" panose="020B0500000000000000" pitchFamily="50" charset="-128"/>
                <a:ea typeface="Yu Gothic UI" panose="020B0500000000000000" pitchFamily="50" charset="-128"/>
              </a:rPr>
              <a:t>Azure SQL </a:t>
            </a:r>
            <a:r>
              <a:rPr lang="ja-JP" altLang="en-US" sz="1200" dirty="0">
                <a:latin typeface="Yu Gothic UI" panose="020B0500000000000000" pitchFamily="50" charset="-128"/>
                <a:ea typeface="Yu Gothic UI" panose="020B0500000000000000" pitchFamily="50" charset="-128"/>
              </a:rPr>
              <a:t>をメインのデータストレージとして使用し、文書のメタデータ（文書</a:t>
            </a:r>
            <a:r>
              <a:rPr lang="en-US" altLang="ja-JP" sz="1200" dirty="0">
                <a:latin typeface="Yu Gothic UI" panose="020B0500000000000000" pitchFamily="50" charset="-128"/>
                <a:ea typeface="Yu Gothic UI" panose="020B0500000000000000" pitchFamily="50" charset="-128"/>
              </a:rPr>
              <a:t>ID</a:t>
            </a:r>
            <a:r>
              <a:rPr lang="ja-JP" altLang="en-US" sz="1200" dirty="0">
                <a:latin typeface="Yu Gothic UI" panose="020B0500000000000000" pitchFamily="50" charset="-128"/>
                <a:ea typeface="Yu Gothic UI" panose="020B0500000000000000" pitchFamily="50" charset="-128"/>
              </a:rPr>
              <a:t>、日付、ステータスなど）を格納し、</a:t>
            </a:r>
            <a:r>
              <a:rPr lang="en-US" altLang="ja-JP" sz="1200" dirty="0">
                <a:latin typeface="Yu Gothic UI" panose="020B0500000000000000" pitchFamily="50" charset="-128"/>
                <a:ea typeface="Yu Gothic UI" panose="020B0500000000000000" pitchFamily="50" charset="-128"/>
              </a:rPr>
              <a:t>Dataverse</a:t>
            </a:r>
            <a:r>
              <a:rPr lang="ja-JP" altLang="en-US" sz="1200" dirty="0">
                <a:latin typeface="Yu Gothic UI" panose="020B0500000000000000" pitchFamily="50" charset="-128"/>
                <a:ea typeface="Yu Gothic UI" panose="020B0500000000000000" pitchFamily="50" charset="-128"/>
              </a:rPr>
              <a:t>と連携し、</a:t>
            </a:r>
            <a:r>
              <a:rPr lang="en-US" altLang="ja-JP" sz="1200" dirty="0">
                <a:latin typeface="Yu Gothic UI" panose="020B0500000000000000" pitchFamily="50" charset="-128"/>
                <a:ea typeface="Yu Gothic UI" panose="020B0500000000000000" pitchFamily="50" charset="-128"/>
              </a:rPr>
              <a:t>PowerApps</a:t>
            </a:r>
            <a:r>
              <a:rPr lang="ja-JP" altLang="en-US" sz="1200" dirty="0">
                <a:latin typeface="Yu Gothic UI" panose="020B0500000000000000" pitchFamily="50" charset="-128"/>
                <a:ea typeface="Yu Gothic UI" panose="020B0500000000000000" pitchFamily="50" charset="-128"/>
              </a:rPr>
              <a:t>からのアクセス可能に。</a:t>
            </a:r>
            <a:endParaRPr lang="en-US" altLang="ja-JP" sz="1200" dirty="0">
              <a:latin typeface="Yu Gothic UI" panose="020B0500000000000000" pitchFamily="50" charset="-128"/>
              <a:ea typeface="Yu Gothic UI" panose="020B0500000000000000" pitchFamily="50" charset="-128"/>
            </a:endParaRPr>
          </a:p>
          <a:p>
            <a:pPr marL="1200150" lvl="2"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ファイルストレージとしては、</a:t>
            </a:r>
            <a:r>
              <a:rPr lang="en-US" altLang="ja-JP" sz="1200" dirty="0">
                <a:latin typeface="Yu Gothic UI" panose="020B0500000000000000" pitchFamily="50" charset="-128"/>
                <a:ea typeface="Yu Gothic UI" panose="020B0500000000000000" pitchFamily="50" charset="-128"/>
              </a:rPr>
              <a:t>SharePoint</a:t>
            </a:r>
            <a:r>
              <a:rPr lang="ja-JP" altLang="en-US" sz="1200" dirty="0">
                <a:latin typeface="Yu Gothic UI" panose="020B0500000000000000" pitchFamily="50" charset="-128"/>
                <a:ea typeface="Yu Gothic UI" panose="020B0500000000000000" pitchFamily="50" charset="-128"/>
              </a:rPr>
              <a:t>を使用し、</a:t>
            </a:r>
            <a:r>
              <a:rPr lang="en-US" altLang="ja-JP" sz="1200" dirty="0">
                <a:latin typeface="Yu Gothic UI" panose="020B0500000000000000" pitchFamily="50" charset="-128"/>
                <a:ea typeface="Yu Gothic UI" panose="020B0500000000000000" pitchFamily="50" charset="-128"/>
              </a:rPr>
              <a:t>:</a:t>
            </a:r>
            <a:r>
              <a:rPr lang="ja-JP" altLang="en-US" sz="1200" dirty="0">
                <a:latin typeface="Yu Gothic UI" panose="020B0500000000000000" pitchFamily="50" charset="-128"/>
                <a:ea typeface="Yu Gothic UI" panose="020B0500000000000000" pitchFamily="50" charset="-128"/>
              </a:rPr>
              <a:t>添付ファイル（</a:t>
            </a:r>
            <a:r>
              <a:rPr lang="en-US" altLang="ja-JP" sz="1200" dirty="0">
                <a:latin typeface="Yu Gothic UI" panose="020B0500000000000000" pitchFamily="50" charset="-128"/>
                <a:ea typeface="Yu Gothic UI" panose="020B0500000000000000" pitchFamily="50" charset="-128"/>
              </a:rPr>
              <a:t>Office</a:t>
            </a:r>
            <a:r>
              <a:rPr lang="ja-JP" altLang="en-US" sz="1200" dirty="0">
                <a:latin typeface="Yu Gothic UI" panose="020B0500000000000000" pitchFamily="50" charset="-128"/>
                <a:ea typeface="Yu Gothic UI" panose="020B0500000000000000" pitchFamily="50" charset="-128"/>
              </a:rPr>
              <a:t>ファイル、</a:t>
            </a:r>
            <a:r>
              <a:rPr lang="en-US" altLang="ja-JP" sz="1200" dirty="0">
                <a:latin typeface="Yu Gothic UI" panose="020B0500000000000000" pitchFamily="50" charset="-128"/>
                <a:ea typeface="Yu Gothic UI" panose="020B0500000000000000" pitchFamily="50" charset="-128"/>
              </a:rPr>
              <a:t>PDF</a:t>
            </a:r>
            <a:r>
              <a:rPr lang="ja-JP" altLang="en-US" sz="1200" dirty="0">
                <a:latin typeface="Yu Gothic UI" panose="020B0500000000000000" pitchFamily="50" charset="-128"/>
                <a:ea typeface="Yu Gothic UI" panose="020B0500000000000000" pitchFamily="50" charset="-128"/>
              </a:rPr>
              <a:t>）を保存。</a:t>
            </a:r>
            <a:endParaRPr lang="en-US" altLang="ja-JP" sz="12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lang="ja-JP" altLang="en-US" sz="1400" dirty="0">
                <a:latin typeface="Yu Gothic UI" panose="020B0500000000000000" pitchFamily="50" charset="-128"/>
                <a:ea typeface="Yu Gothic UI" panose="020B0500000000000000" pitchFamily="50" charset="-128"/>
              </a:rPr>
              <a:t>ワークフロー</a:t>
            </a:r>
            <a:r>
              <a:rPr lang="en-US" altLang="ja-JP" sz="1400" dirty="0">
                <a:latin typeface="Yu Gothic UI" panose="020B0500000000000000" pitchFamily="50" charset="-128"/>
                <a:ea typeface="Yu Gothic UI" panose="020B0500000000000000" pitchFamily="50" charset="-128"/>
              </a:rPr>
              <a:t>: </a:t>
            </a:r>
          </a:p>
          <a:p>
            <a:pPr marL="1200150" lvl="2" indent="-285750">
              <a:buFont typeface="Arial" panose="020B0604020202020204" pitchFamily="34" charset="0"/>
              <a:buChar char="•"/>
            </a:pPr>
            <a:r>
              <a:rPr lang="en-US" altLang="ja-JP" sz="1200" dirty="0">
                <a:latin typeface="Yu Gothic UI" panose="020B0500000000000000" pitchFamily="50" charset="-128"/>
                <a:ea typeface="Yu Gothic UI" panose="020B0500000000000000" pitchFamily="50" charset="-128"/>
              </a:rPr>
              <a:t>Power Automate</a:t>
            </a:r>
            <a:r>
              <a:rPr lang="ja-JP" altLang="en-US" sz="1200" dirty="0">
                <a:latin typeface="Yu Gothic UI" panose="020B0500000000000000" pitchFamily="50" charset="-128"/>
                <a:ea typeface="Yu Gothic UI" panose="020B0500000000000000" pitchFamily="50" charset="-128"/>
              </a:rPr>
              <a:t>で実現（例</a:t>
            </a:r>
            <a:r>
              <a:rPr lang="en-US" altLang="ja-JP" sz="1200" dirty="0">
                <a:latin typeface="Yu Gothic UI" panose="020B0500000000000000" pitchFamily="50" charset="-128"/>
                <a:ea typeface="Yu Gothic UI" panose="020B0500000000000000" pitchFamily="50" charset="-128"/>
              </a:rPr>
              <a:t>: </a:t>
            </a:r>
            <a:r>
              <a:rPr lang="ja-JP" altLang="en-US" sz="1200" dirty="0">
                <a:latin typeface="Yu Gothic UI" panose="020B0500000000000000" pitchFamily="50" charset="-128"/>
                <a:ea typeface="Yu Gothic UI" panose="020B0500000000000000" pitchFamily="50" charset="-128"/>
              </a:rPr>
              <a:t>ファイル編集後の同期、文書の承認プロセス）。</a:t>
            </a:r>
            <a:endParaRPr lang="en-US" altLang="ja-JP" sz="12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lang="ja-JP" altLang="en-US" sz="1400" dirty="0">
                <a:latin typeface="Yu Gothic UI" panose="020B0500000000000000" pitchFamily="50" charset="-128"/>
                <a:ea typeface="Yu Gothic UI" panose="020B0500000000000000" pitchFamily="50" charset="-128"/>
              </a:rPr>
              <a:t>セキュリティ</a:t>
            </a:r>
            <a:r>
              <a:rPr lang="en-US" altLang="ja-JP" sz="1400" dirty="0">
                <a:latin typeface="Yu Gothic UI" panose="020B0500000000000000" pitchFamily="50" charset="-128"/>
                <a:ea typeface="Yu Gothic UI" panose="020B0500000000000000" pitchFamily="50" charset="-128"/>
              </a:rPr>
              <a:t>: </a:t>
            </a:r>
          </a:p>
          <a:p>
            <a:pPr marL="1200150" lvl="2" indent="-285750">
              <a:buFont typeface="Arial" panose="020B0604020202020204" pitchFamily="34" charset="0"/>
              <a:buChar char="•"/>
            </a:pPr>
            <a:r>
              <a:rPr lang="en-US" altLang="ja-JP" sz="1200" dirty="0">
                <a:latin typeface="Yu Gothic UI" panose="020B0500000000000000" pitchFamily="50" charset="-128"/>
                <a:ea typeface="Yu Gothic UI" panose="020B0500000000000000" pitchFamily="50" charset="-128"/>
              </a:rPr>
              <a:t>Microsoft Entra ID</a:t>
            </a:r>
            <a:r>
              <a:rPr lang="ja-JP" altLang="en-US" sz="1200" dirty="0">
                <a:latin typeface="Yu Gothic UI" panose="020B0500000000000000" pitchFamily="50" charset="-128"/>
                <a:ea typeface="Yu Gothic UI" panose="020B0500000000000000" pitchFamily="50" charset="-128"/>
              </a:rPr>
              <a:t>（旧</a:t>
            </a:r>
            <a:r>
              <a:rPr lang="en-US" altLang="ja-JP" sz="1200" dirty="0">
                <a:latin typeface="Yu Gothic UI" panose="020B0500000000000000" pitchFamily="50" charset="-128"/>
                <a:ea typeface="Yu Gothic UI" panose="020B0500000000000000" pitchFamily="50" charset="-128"/>
              </a:rPr>
              <a:t>Azure AD</a:t>
            </a:r>
            <a:r>
              <a:rPr lang="ja-JP" altLang="en-US" sz="1200" dirty="0">
                <a:latin typeface="Yu Gothic UI" panose="020B0500000000000000" pitchFamily="50" charset="-128"/>
                <a:ea typeface="Yu Gothic UI" panose="020B0500000000000000" pitchFamily="50" charset="-128"/>
              </a:rPr>
              <a:t>）で認証。ロールベースアクセス制御（</a:t>
            </a:r>
            <a:r>
              <a:rPr lang="en-US" altLang="ja-JP" sz="1200" dirty="0">
                <a:latin typeface="Yu Gothic UI" panose="020B0500000000000000" pitchFamily="50" charset="-128"/>
                <a:ea typeface="Yu Gothic UI" panose="020B0500000000000000" pitchFamily="50" charset="-128"/>
              </a:rPr>
              <a:t>RBAC</a:t>
            </a:r>
            <a:r>
              <a:rPr lang="ja-JP" altLang="en-US" sz="1200" dirty="0">
                <a:latin typeface="Yu Gothic UI" panose="020B0500000000000000" pitchFamily="50" charset="-128"/>
                <a:ea typeface="Yu Gothic UI" panose="020B0500000000000000" pitchFamily="50" charset="-128"/>
              </a:rPr>
              <a:t>）を適用。</a:t>
            </a:r>
            <a:endParaRPr lang="en-US" altLang="ja-JP" sz="1200" dirty="0">
              <a:latin typeface="Yu Gothic UI" panose="020B0500000000000000" pitchFamily="50" charset="-128"/>
              <a:ea typeface="Yu Gothic UI" panose="020B0500000000000000" pitchFamily="50" charset="-128"/>
            </a:endParaRPr>
          </a:p>
          <a:p>
            <a:r>
              <a:rPr lang="ja-JP" altLang="en-US" sz="1400" dirty="0">
                <a:latin typeface="Yu Gothic UI" panose="020B0500000000000000" pitchFamily="50" charset="-128"/>
                <a:ea typeface="Yu Gothic UI" panose="020B0500000000000000" pitchFamily="50" charset="-128"/>
              </a:rPr>
              <a:t>機能要件</a:t>
            </a:r>
            <a:r>
              <a:rPr lang="en-US" altLang="ja-JP" sz="1400" dirty="0">
                <a:latin typeface="Yu Gothic UI" panose="020B0500000000000000" pitchFamily="50" charset="-128"/>
                <a:ea typeface="Yu Gothic UI" panose="020B0500000000000000" pitchFamily="50" charset="-128"/>
              </a:rPr>
              <a:t>:</a:t>
            </a:r>
          </a:p>
          <a:p>
            <a:pPr marL="742950" lvl="1"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オンライン編集</a:t>
            </a:r>
            <a:endParaRPr lang="en-US" altLang="ja-JP" sz="12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承認プロセス（</a:t>
            </a:r>
            <a:r>
              <a:rPr lang="en-US" altLang="ja-JP" sz="1200" dirty="0">
                <a:latin typeface="Yu Gothic UI" panose="020B0500000000000000" pitchFamily="50" charset="-128"/>
                <a:ea typeface="Yu Gothic UI" panose="020B0500000000000000" pitchFamily="50" charset="-128"/>
              </a:rPr>
              <a:t>Workflow</a:t>
            </a:r>
            <a:r>
              <a:rPr lang="ja-JP" altLang="en-US" sz="1200" dirty="0">
                <a:latin typeface="Yu Gothic UI" panose="020B0500000000000000" pitchFamily="50" charset="-128"/>
                <a:ea typeface="Yu Gothic UI" panose="020B0500000000000000" pitchFamily="50" charset="-128"/>
              </a:rPr>
              <a:t>）制御</a:t>
            </a:r>
            <a:endParaRPr lang="en-US" altLang="ja-JP" sz="12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複数ファイルをユーザローカルへ指定場所にダウンロード</a:t>
            </a:r>
            <a:endParaRPr lang="en-US" altLang="ja-JP" sz="12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添付ファイルの内容に指定キーワードで検索</a:t>
            </a:r>
            <a:endParaRPr lang="en-US" altLang="ja-JP" sz="1200" dirty="0">
              <a:latin typeface="Yu Gothic UI" panose="020B0500000000000000" pitchFamily="50" charset="-128"/>
              <a:ea typeface="Yu Gothic UI" panose="020B0500000000000000" pitchFamily="50" charset="-128"/>
            </a:endParaRPr>
          </a:p>
          <a:p>
            <a:r>
              <a:rPr lang="ja-JP" altLang="en-US" sz="1400" dirty="0">
                <a:latin typeface="Yu Gothic UI" panose="020B0500000000000000" pitchFamily="50" charset="-128"/>
                <a:ea typeface="Yu Gothic UI" panose="020B0500000000000000" pitchFamily="50" charset="-128"/>
              </a:rPr>
              <a:t>その他システム要件：</a:t>
            </a:r>
            <a:endParaRPr lang="en-US" altLang="ja-JP" sz="14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利用ユーザー数（</a:t>
            </a:r>
            <a:r>
              <a:rPr lang="en-US" altLang="ja-JP" sz="1200" dirty="0">
                <a:latin typeface="Yu Gothic UI" panose="020B0500000000000000" pitchFamily="50" charset="-128"/>
                <a:ea typeface="Yu Gothic UI" panose="020B0500000000000000" pitchFamily="50" charset="-128"/>
              </a:rPr>
              <a:t>Azure AD</a:t>
            </a:r>
            <a:r>
              <a:rPr lang="ja-JP" altLang="en-US" sz="1200" dirty="0">
                <a:latin typeface="Yu Gothic UI" panose="020B0500000000000000" pitchFamily="50" charset="-128"/>
                <a:ea typeface="Yu Gothic UI" panose="020B0500000000000000" pitchFamily="50" charset="-128"/>
              </a:rPr>
              <a:t>あり）・・・最小利用人数　約５０００ユーザーのケースと、最大利用人数　約１００００ユーザーのケース二つパターン　</a:t>
            </a:r>
            <a:endParaRPr lang="en-US" altLang="ja-JP" sz="12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同時接続数・・・約５００人</a:t>
            </a:r>
          </a:p>
          <a:p>
            <a:pPr marL="742950" lvl="1"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オンラインリクエスト件数・・・約</a:t>
            </a:r>
            <a:r>
              <a:rPr lang="en-US" altLang="ja-JP" sz="1200" dirty="0">
                <a:latin typeface="Yu Gothic UI" panose="020B0500000000000000" pitchFamily="50" charset="-128"/>
                <a:ea typeface="Yu Gothic UI" panose="020B0500000000000000" pitchFamily="50" charset="-128"/>
              </a:rPr>
              <a:t>2,000</a:t>
            </a:r>
            <a:r>
              <a:rPr lang="ja-JP" altLang="en-US" sz="1200" dirty="0">
                <a:latin typeface="Yu Gothic UI" panose="020B0500000000000000" pitchFamily="50" charset="-128"/>
                <a:ea typeface="Yu Gothic UI" panose="020B0500000000000000" pitchFamily="50" charset="-128"/>
              </a:rPr>
              <a:t>件</a:t>
            </a:r>
            <a:r>
              <a:rPr lang="en-US" altLang="ja-JP" sz="1200" dirty="0">
                <a:latin typeface="Yu Gothic UI" panose="020B0500000000000000" pitchFamily="50" charset="-128"/>
                <a:ea typeface="Yu Gothic UI" panose="020B0500000000000000" pitchFamily="50" charset="-128"/>
              </a:rPr>
              <a:t>/</a:t>
            </a:r>
            <a:r>
              <a:rPr lang="ja-JP" altLang="en-US" sz="1200" dirty="0">
                <a:latin typeface="Yu Gothic UI" panose="020B0500000000000000" pitchFamily="50" charset="-128"/>
                <a:ea typeface="Yu Gothic UI" panose="020B0500000000000000" pitchFamily="50" charset="-128"/>
              </a:rPr>
              <a:t>日</a:t>
            </a:r>
          </a:p>
          <a:p>
            <a:pPr marL="742950" lvl="1"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バッチ処理件数・・・約</a:t>
            </a:r>
            <a:r>
              <a:rPr lang="en-US" altLang="ja-JP" sz="1200" dirty="0">
                <a:latin typeface="Yu Gothic UI" panose="020B0500000000000000" pitchFamily="50" charset="-128"/>
                <a:ea typeface="Yu Gothic UI" panose="020B0500000000000000" pitchFamily="50" charset="-128"/>
              </a:rPr>
              <a:t>60</a:t>
            </a:r>
            <a:r>
              <a:rPr lang="ja-JP" altLang="en-US" sz="1200" dirty="0">
                <a:latin typeface="Yu Gothic UI" panose="020B0500000000000000" pitchFamily="50" charset="-128"/>
                <a:ea typeface="Yu Gothic UI" panose="020B0500000000000000" pitchFamily="50" charset="-128"/>
              </a:rPr>
              <a:t>件</a:t>
            </a:r>
            <a:r>
              <a:rPr lang="en-US" altLang="ja-JP" sz="1200" dirty="0">
                <a:latin typeface="Yu Gothic UI" panose="020B0500000000000000" pitchFamily="50" charset="-128"/>
                <a:ea typeface="Yu Gothic UI" panose="020B0500000000000000" pitchFamily="50" charset="-128"/>
              </a:rPr>
              <a:t>/</a:t>
            </a:r>
            <a:r>
              <a:rPr lang="ja-JP" altLang="en-US" sz="1200" dirty="0">
                <a:latin typeface="Yu Gothic UI" panose="020B0500000000000000" pitchFamily="50" charset="-128"/>
                <a:ea typeface="Yu Gothic UI" panose="020B0500000000000000" pitchFamily="50" charset="-128"/>
              </a:rPr>
              <a:t>日</a:t>
            </a:r>
          </a:p>
          <a:p>
            <a:pPr marL="742950" lvl="1"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データ容量・・・約</a:t>
            </a:r>
            <a:r>
              <a:rPr lang="en-US" altLang="ja-JP" sz="1200" dirty="0">
                <a:latin typeface="Yu Gothic UI" panose="020B0500000000000000" pitchFamily="50" charset="-128"/>
                <a:ea typeface="Yu Gothic UI" panose="020B0500000000000000" pitchFamily="50" charset="-128"/>
              </a:rPr>
              <a:t>650 GB</a:t>
            </a:r>
            <a:r>
              <a:rPr lang="ja-JP" altLang="en-US" sz="1200" dirty="0">
                <a:latin typeface="Yu Gothic UI" panose="020B0500000000000000" pitchFamily="50" charset="-128"/>
                <a:ea typeface="Yu Gothic UI" panose="020B0500000000000000" pitchFamily="50" charset="-128"/>
              </a:rPr>
              <a:t>　</a:t>
            </a:r>
            <a:r>
              <a:rPr lang="en-US" altLang="ja-JP" sz="1200" dirty="0">
                <a:latin typeface="Yu Gothic UI" panose="020B0500000000000000" pitchFamily="50" charset="-128"/>
                <a:ea typeface="Yu Gothic UI" panose="020B0500000000000000" pitchFamily="50" charset="-128"/>
              </a:rPr>
              <a:t>※</a:t>
            </a:r>
            <a:r>
              <a:rPr lang="ja-JP" altLang="en-US" sz="1200" dirty="0">
                <a:latin typeface="Yu Gothic UI" panose="020B0500000000000000" pitchFamily="50" charset="-128"/>
                <a:ea typeface="Yu Gothic UI" panose="020B0500000000000000" pitchFamily="50" charset="-128"/>
              </a:rPr>
              <a:t>現行</a:t>
            </a:r>
            <a:r>
              <a:rPr lang="en-US" altLang="ja-JP" sz="1200" dirty="0" err="1">
                <a:latin typeface="Yu Gothic UI" panose="020B0500000000000000" pitchFamily="50" charset="-128"/>
                <a:ea typeface="Yu Gothic UI" panose="020B0500000000000000" pitchFamily="50" charset="-128"/>
              </a:rPr>
              <a:t>NotesDB</a:t>
            </a:r>
            <a:r>
              <a:rPr lang="ja-JP" altLang="en-US" sz="1200" dirty="0">
                <a:latin typeface="Yu Gothic UI" panose="020B0500000000000000" pitchFamily="50" charset="-128"/>
                <a:ea typeface="Yu Gothic UI" panose="020B0500000000000000" pitchFamily="50" charset="-128"/>
              </a:rPr>
              <a:t>ベースの２倍を想定。添付ファイル含む</a:t>
            </a:r>
          </a:p>
          <a:p>
            <a:pPr marL="742950" lvl="1"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検索性・・・レコードデータだけでなく、添付ファイルの中身のフリーワード検索が可能</a:t>
            </a:r>
          </a:p>
          <a:p>
            <a:pPr marL="742950" lvl="1"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応答時間・・・インデックスありで５秒以内、インデックスなしで</a:t>
            </a:r>
            <a:r>
              <a:rPr lang="en-US" altLang="ja-JP" sz="1200" dirty="0">
                <a:latin typeface="Yu Gothic UI" panose="020B0500000000000000" pitchFamily="50" charset="-128"/>
                <a:ea typeface="Yu Gothic UI" panose="020B0500000000000000" pitchFamily="50" charset="-128"/>
              </a:rPr>
              <a:t>10</a:t>
            </a:r>
            <a:r>
              <a:rPr lang="ja-JP" altLang="en-US" sz="1200" dirty="0">
                <a:latin typeface="Yu Gothic UI" panose="020B0500000000000000" pitchFamily="50" charset="-128"/>
                <a:ea typeface="Yu Gothic UI" panose="020B0500000000000000" pitchFamily="50" charset="-128"/>
              </a:rPr>
              <a:t>秒～</a:t>
            </a:r>
            <a:r>
              <a:rPr lang="en-US" altLang="ja-JP" sz="1200" dirty="0">
                <a:latin typeface="Yu Gothic UI" panose="020B0500000000000000" pitchFamily="50" charset="-128"/>
                <a:ea typeface="Yu Gothic UI" panose="020B0500000000000000" pitchFamily="50" charset="-128"/>
              </a:rPr>
              <a:t>60</a:t>
            </a:r>
            <a:r>
              <a:rPr lang="ja-JP" altLang="en-US" sz="1200" dirty="0">
                <a:latin typeface="Yu Gothic UI" panose="020B0500000000000000" pitchFamily="50" charset="-128"/>
                <a:ea typeface="Yu Gothic UI" panose="020B0500000000000000" pitchFamily="50" charset="-128"/>
              </a:rPr>
              <a:t>秒</a:t>
            </a:r>
            <a:endParaRPr lang="en-US" altLang="ja-JP" sz="12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添付ファイルの直接編集機能・・・現時点では、</a:t>
            </a:r>
            <a:r>
              <a:rPr lang="en-US" altLang="ja-JP" sz="1200" dirty="0">
                <a:latin typeface="Yu Gothic UI" panose="020B0500000000000000" pitchFamily="50" charset="-128"/>
                <a:ea typeface="Yu Gothic UI" panose="020B0500000000000000" pitchFamily="50" charset="-128"/>
              </a:rPr>
              <a:t>GCJ</a:t>
            </a:r>
            <a:r>
              <a:rPr lang="ja-JP" altLang="en-US" sz="1200" dirty="0">
                <a:latin typeface="Yu Gothic UI" panose="020B0500000000000000" pitchFamily="50" charset="-128"/>
                <a:ea typeface="Yu Gothic UI" panose="020B0500000000000000" pitchFamily="50" charset="-128"/>
              </a:rPr>
              <a:t>社からの提案のパターンと、ユーザー側で添付ファイルをダウンロード＆アップロードで実現するパターンとの</a:t>
            </a:r>
            <a:r>
              <a:rPr lang="en-US" altLang="ja-JP" sz="1200" dirty="0">
                <a:latin typeface="Yu Gothic UI" panose="020B0500000000000000" pitchFamily="50" charset="-128"/>
                <a:ea typeface="Yu Gothic UI" panose="020B0500000000000000" pitchFamily="50" charset="-128"/>
              </a:rPr>
              <a:t>2</a:t>
            </a:r>
            <a:r>
              <a:rPr lang="ja-JP" altLang="en-US" sz="1200" dirty="0">
                <a:latin typeface="Yu Gothic UI" panose="020B0500000000000000" pitchFamily="50" charset="-128"/>
                <a:ea typeface="Yu Gothic UI" panose="020B0500000000000000" pitchFamily="50" charset="-128"/>
              </a:rPr>
              <a:t>パターンを想定</a:t>
            </a:r>
            <a:endParaRPr lang="en-US" altLang="ja-JP" sz="1200" dirty="0">
              <a:latin typeface="Yu Gothic UI" panose="020B0500000000000000" pitchFamily="50" charset="-128"/>
              <a:ea typeface="Yu Gothic UI" panose="020B0500000000000000" pitchFamily="50" charset="-128"/>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14336" y="255263"/>
            <a:ext cx="9327072" cy="683629"/>
          </a:xfrm>
        </p:spPr>
        <p:txBody>
          <a:bodyPr>
            <a:normAutofit/>
          </a:bodyPr>
          <a:lstStyle/>
          <a:p>
            <a:r>
              <a:rPr lang="ja-JP" altLang="en-US" dirty="0"/>
              <a:t>ストレージの選定</a:t>
            </a:r>
          </a:p>
        </p:txBody>
      </p:sp>
      <p:graphicFrame>
        <p:nvGraphicFramePr>
          <p:cNvPr id="5" name="表 4">
            <a:extLst>
              <a:ext uri="{FF2B5EF4-FFF2-40B4-BE49-F238E27FC236}">
                <a16:creationId xmlns:a16="http://schemas.microsoft.com/office/drawing/2014/main" id="{483A961F-1847-5E94-91D2-039256550354}"/>
              </a:ext>
            </a:extLst>
          </p:cNvPr>
          <p:cNvGraphicFramePr>
            <a:graphicFrameLocks noGrp="1"/>
          </p:cNvGraphicFramePr>
          <p:nvPr>
            <p:extLst>
              <p:ext uri="{D42A27DB-BD31-4B8C-83A1-F6EECF244321}">
                <p14:modId xmlns:p14="http://schemas.microsoft.com/office/powerpoint/2010/main" val="1976876469"/>
              </p:ext>
            </p:extLst>
          </p:nvPr>
        </p:nvGraphicFramePr>
        <p:xfrm>
          <a:off x="273718" y="1120297"/>
          <a:ext cx="11723914" cy="5276746"/>
        </p:xfrm>
        <a:graphic>
          <a:graphicData uri="http://schemas.openxmlformats.org/drawingml/2006/table">
            <a:tbl>
              <a:tblPr firstRow="1">
                <a:tableStyleId>{2D5ABB26-0587-4C30-8999-92F81FD0307C}</a:tableStyleId>
              </a:tblPr>
              <a:tblGrid>
                <a:gridCol w="978398">
                  <a:extLst>
                    <a:ext uri="{9D8B030D-6E8A-4147-A177-3AD203B41FA5}">
                      <a16:colId xmlns:a16="http://schemas.microsoft.com/office/drawing/2014/main" val="20000"/>
                    </a:ext>
                  </a:extLst>
                </a:gridCol>
                <a:gridCol w="1956854">
                  <a:extLst>
                    <a:ext uri="{9D8B030D-6E8A-4147-A177-3AD203B41FA5}">
                      <a16:colId xmlns:a16="http://schemas.microsoft.com/office/drawing/2014/main" val="20001"/>
                    </a:ext>
                  </a:extLst>
                </a:gridCol>
                <a:gridCol w="2183547">
                  <a:extLst>
                    <a:ext uri="{9D8B030D-6E8A-4147-A177-3AD203B41FA5}">
                      <a16:colId xmlns:a16="http://schemas.microsoft.com/office/drawing/2014/main" val="2142441908"/>
                    </a:ext>
                  </a:extLst>
                </a:gridCol>
                <a:gridCol w="1912169">
                  <a:extLst>
                    <a:ext uri="{9D8B030D-6E8A-4147-A177-3AD203B41FA5}">
                      <a16:colId xmlns:a16="http://schemas.microsoft.com/office/drawing/2014/main" val="20002"/>
                    </a:ext>
                  </a:extLst>
                </a:gridCol>
                <a:gridCol w="2312974">
                  <a:extLst>
                    <a:ext uri="{9D8B030D-6E8A-4147-A177-3AD203B41FA5}">
                      <a16:colId xmlns:a16="http://schemas.microsoft.com/office/drawing/2014/main" val="20003"/>
                    </a:ext>
                  </a:extLst>
                </a:gridCol>
                <a:gridCol w="2379972">
                  <a:extLst>
                    <a:ext uri="{9D8B030D-6E8A-4147-A177-3AD203B41FA5}">
                      <a16:colId xmlns:a16="http://schemas.microsoft.com/office/drawing/2014/main" val="20004"/>
                    </a:ext>
                  </a:extLst>
                </a:gridCol>
              </a:tblGrid>
              <a:tr h="254663">
                <a:tc>
                  <a:txBody>
                    <a:bodyPr/>
                    <a:lstStyle/>
                    <a:p>
                      <a:r>
                        <a:rPr lang="ja-JP" altLang="en-US" sz="800" dirty="0"/>
                        <a:t>項目</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dirty="0"/>
                        <a:t>SQL Server 2022</a:t>
                      </a:r>
                      <a:r>
                        <a:rPr lang="en-US" altLang="ja-JP" sz="800" dirty="0">
                          <a:effectLst/>
                        </a:rPr>
                        <a:t>(</a:t>
                      </a:r>
                      <a:r>
                        <a:rPr lang="ja-JP" altLang="en-US" sz="800" dirty="0">
                          <a:effectLst/>
                        </a:rPr>
                        <a:t>オンプレミス</a:t>
                      </a:r>
                      <a:r>
                        <a:rPr lang="en-US" altLang="ja-JP" sz="800" dirty="0">
                          <a:effectLst/>
                        </a:rPr>
                        <a:t>DB</a:t>
                      </a:r>
                      <a:r>
                        <a:rPr lang="en-US" sz="800" dirty="0"/>
                        <a:t> - with Full-Text Search)</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altLang="ja-JP" sz="800" dirty="0">
                          <a:effectLst/>
                        </a:rPr>
                        <a:t>Azure SQL Database (</a:t>
                      </a:r>
                      <a:r>
                        <a:rPr lang="ja-JP" altLang="en-US" sz="800" kern="1200" dirty="0">
                          <a:solidFill>
                            <a:schemeClr val="tx1"/>
                          </a:solidFill>
                          <a:effectLst/>
                          <a:latin typeface="+mn-lt"/>
                          <a:ea typeface="+mn-ea"/>
                          <a:cs typeface="+mn-cs"/>
                        </a:rPr>
                        <a:t>クラウド</a:t>
                      </a:r>
                      <a:r>
                        <a:rPr lang="de-DE" altLang="ja-JP" sz="800" kern="1200" dirty="0">
                          <a:solidFill>
                            <a:schemeClr val="tx1"/>
                          </a:solidFill>
                          <a:effectLst/>
                          <a:latin typeface="+mn-lt"/>
                          <a:ea typeface="+mn-ea"/>
                          <a:cs typeface="+mn-cs"/>
                        </a:rPr>
                        <a:t>PaaS)</a:t>
                      </a:r>
                      <a:r>
                        <a:rPr lang="en-US" altLang="ja-JP" sz="800" kern="1200" dirty="0">
                          <a:solidFill>
                            <a:schemeClr val="tx1"/>
                          </a:solidFill>
                          <a:effectLst/>
                          <a:latin typeface="+mn-lt"/>
                          <a:ea typeface="+mn-ea"/>
                          <a:cs typeface="+mn-cs"/>
                        </a:rPr>
                        <a:t>-</a:t>
                      </a:r>
                      <a:r>
                        <a:rPr lang="ja-JP" altLang="en-US" sz="800" b="1" kern="1200" dirty="0">
                          <a:solidFill>
                            <a:srgbClr val="00B050"/>
                          </a:solidFill>
                          <a:effectLst/>
                          <a:latin typeface="+mn-lt"/>
                          <a:ea typeface="+mn-ea"/>
                          <a:cs typeface="+mn-cs"/>
                        </a:rPr>
                        <a:t>定型データ保存に推奨</a:t>
                      </a:r>
                      <a:endParaRPr lang="de-DE" altLang="ja-JP" sz="800" b="1" kern="1200" dirty="0">
                        <a:solidFill>
                          <a:srgbClr val="00B050"/>
                        </a:solidFill>
                        <a:effectLst/>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r>
                        <a:rPr lang="de-DE" sz="800" dirty="0"/>
                        <a:t>Dataverse (with relevant features)</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r>
                        <a:rPr lang="de-DE" sz="800" dirty="0"/>
                        <a:t>PostgreSQL (with extensions)</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r>
                        <a:rPr lang="de-DE" sz="800" b="1" dirty="0"/>
                        <a:t>SharePoint Online</a:t>
                      </a:r>
                      <a:r>
                        <a:rPr lang="en-US" altLang="ja-JP" sz="800" kern="1200" dirty="0">
                          <a:solidFill>
                            <a:schemeClr val="tx1"/>
                          </a:solidFill>
                          <a:effectLst/>
                          <a:latin typeface="+mn-lt"/>
                          <a:ea typeface="+mn-ea"/>
                          <a:cs typeface="+mn-cs"/>
                        </a:rPr>
                        <a:t>-</a:t>
                      </a:r>
                      <a:r>
                        <a:rPr lang="ja-JP" altLang="en-US" sz="800" b="1" dirty="0">
                          <a:solidFill>
                            <a:srgbClr val="00B050"/>
                          </a:solidFill>
                        </a:rPr>
                        <a:t>ファイル保存に</a:t>
                      </a:r>
                      <a:r>
                        <a:rPr kumimoji="1" lang="ja-JP" altLang="en-US" sz="800" b="1" dirty="0">
                          <a:solidFill>
                            <a:srgbClr val="00B050"/>
                          </a:solidFill>
                        </a:rPr>
                        <a:t>推奨</a:t>
                      </a:r>
                      <a:endParaRPr lang="de-DE" sz="800" b="1" dirty="0">
                        <a:solidFill>
                          <a:srgbClr val="00B050"/>
                        </a:solidFill>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0000"/>
                  </a:ext>
                </a:extLst>
              </a:tr>
              <a:tr h="254663">
                <a:tc>
                  <a:txBody>
                    <a:bodyPr/>
                    <a:lstStyle/>
                    <a:p>
                      <a:r>
                        <a:rPr lang="ja-JP" altLang="en-US" sz="800" b="1" dirty="0"/>
                        <a:t>ファイル保存データ型</a:t>
                      </a:r>
                      <a:endParaRPr lang="ja-JP" altLang="en-US" sz="800" dirty="0"/>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de-DE" sz="700" dirty="0"/>
                        <a:t>varbinary(max), varbinary, image, blob, nvarchar(max), varchar(max) </a:t>
                      </a:r>
                      <a:r>
                        <a:rPr lang="ja-JP" altLang="en-US" sz="700" dirty="0"/>
                        <a:t>など</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altLang="ja-JP" sz="700" dirty="0"/>
                        <a:t>varbinary(max), varbinary, image, blob, nvarchar(max), varchar(max) </a:t>
                      </a:r>
                      <a:r>
                        <a:rPr lang="ja-JP" altLang="en-US" sz="700" dirty="0"/>
                        <a:t>など</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dirty="0"/>
                        <a:t>ファイル </a:t>
                      </a:r>
                      <a:r>
                        <a:rPr lang="en-US" altLang="ja-JP" sz="700" dirty="0"/>
                        <a:t>(File) </a:t>
                      </a:r>
                      <a:r>
                        <a:rPr lang="ja-JP" altLang="en-US" sz="700" dirty="0"/>
                        <a:t>データ型</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de-DE" sz="700" dirty="0"/>
                        <a:t>bytea</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dirty="0"/>
                        <a:t>バイナリ </a:t>
                      </a:r>
                      <a:r>
                        <a:rPr lang="en-US" altLang="ja-JP" sz="700" dirty="0"/>
                        <a:t>(Binary) </a:t>
                      </a:r>
                      <a:r>
                        <a:rPr lang="ja-JP" altLang="en-US" sz="700" dirty="0"/>
                        <a:t>またはドキュメントライブラリのファイル</a:t>
                      </a: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0001"/>
                  </a:ext>
                </a:extLst>
              </a:tr>
              <a:tr h="226114">
                <a:tc>
                  <a:txBody>
                    <a:bodyPr/>
                    <a:lstStyle/>
                    <a:p>
                      <a:r>
                        <a:rPr lang="ja-JP" altLang="en-US" sz="800" b="1" dirty="0"/>
                        <a:t>最大サイズ</a:t>
                      </a:r>
                      <a:endParaRPr lang="ja-JP" altLang="en-US" sz="800" dirty="0"/>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dirty="0">
                          <a:solidFill>
                            <a:srgbClr val="00B050"/>
                          </a:solidFill>
                        </a:rPr>
                        <a:t>データベースサイズに依存 </a:t>
                      </a:r>
                      <a:r>
                        <a:rPr lang="en-US" altLang="ja-JP" sz="700" dirty="0">
                          <a:solidFill>
                            <a:srgbClr val="00B050"/>
                          </a:solidFill>
                        </a:rPr>
                        <a:t>(</a:t>
                      </a:r>
                      <a:r>
                        <a:rPr lang="ja-JP" altLang="en-US" sz="700" dirty="0">
                          <a:solidFill>
                            <a:srgbClr val="00B050"/>
                          </a:solidFill>
                        </a:rPr>
                        <a:t>一般的に非常に大きい</a:t>
                      </a:r>
                      <a:r>
                        <a:rPr lang="en-US" altLang="ja-JP" sz="7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700" dirty="0">
                          <a:solidFill>
                            <a:srgbClr val="00B050"/>
                          </a:solidFill>
                        </a:rPr>
                        <a:t>データベースサイズに依存 </a:t>
                      </a:r>
                      <a:r>
                        <a:rPr lang="en-US" altLang="ja-JP" sz="700" dirty="0">
                          <a:solidFill>
                            <a:srgbClr val="00B050"/>
                          </a:solidFill>
                        </a:rPr>
                        <a:t>(</a:t>
                      </a:r>
                      <a:r>
                        <a:rPr lang="ja-JP" altLang="en-US" sz="700" dirty="0">
                          <a:solidFill>
                            <a:srgbClr val="00B050"/>
                          </a:solidFill>
                        </a:rPr>
                        <a:t>一般的に非常に大きい</a:t>
                      </a:r>
                      <a:r>
                        <a:rPr lang="en-US" altLang="ja-JP" sz="7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en-US" altLang="ja-JP" sz="700" dirty="0">
                          <a:solidFill>
                            <a:srgbClr val="00B050"/>
                          </a:solidFill>
                        </a:rPr>
                        <a:t>300MB (</a:t>
                      </a:r>
                      <a:r>
                        <a:rPr lang="ja-JP" altLang="en-US" sz="700" dirty="0">
                          <a:solidFill>
                            <a:srgbClr val="00B050"/>
                          </a:solidFill>
                        </a:rPr>
                        <a:t>レコードあたり</a:t>
                      </a:r>
                      <a:r>
                        <a:rPr lang="en-US" altLang="ja-JP" sz="7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dirty="0">
                          <a:solidFill>
                            <a:srgbClr val="00B050"/>
                          </a:solidFill>
                        </a:rPr>
                        <a:t>データベース</a:t>
                      </a:r>
                      <a:r>
                        <a:rPr lang="en-US" altLang="ja-JP" sz="700" dirty="0">
                          <a:solidFill>
                            <a:srgbClr val="00B050"/>
                          </a:solidFill>
                        </a:rPr>
                        <a:t>/</a:t>
                      </a:r>
                      <a:r>
                        <a:rPr lang="ja-JP" altLang="en-US" sz="700" dirty="0">
                          <a:solidFill>
                            <a:srgbClr val="00B050"/>
                          </a:solidFill>
                        </a:rPr>
                        <a:t>サーバー設定に依存 </a:t>
                      </a:r>
                      <a:r>
                        <a:rPr lang="en-US" altLang="ja-JP" sz="700" dirty="0">
                          <a:solidFill>
                            <a:srgbClr val="00B050"/>
                          </a:solidFill>
                        </a:rPr>
                        <a:t>(</a:t>
                      </a:r>
                      <a:r>
                        <a:rPr lang="ja-JP" altLang="en-US" sz="700" dirty="0">
                          <a:solidFill>
                            <a:srgbClr val="00B050"/>
                          </a:solidFill>
                        </a:rPr>
                        <a:t>一般的に大きい</a:t>
                      </a:r>
                      <a:r>
                        <a:rPr lang="en-US" altLang="ja-JP" sz="7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en-US" altLang="ja-JP" sz="700" dirty="0">
                          <a:solidFill>
                            <a:srgbClr val="00B050"/>
                          </a:solidFill>
                        </a:rPr>
                        <a:t>15GB (</a:t>
                      </a:r>
                      <a:r>
                        <a:rPr lang="ja-JP" altLang="en-US" sz="700" dirty="0">
                          <a:solidFill>
                            <a:srgbClr val="00B050"/>
                          </a:solidFill>
                        </a:rPr>
                        <a:t>ファイルあたり</a:t>
                      </a:r>
                      <a:r>
                        <a:rPr lang="en-US" altLang="ja-JP" sz="7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0002"/>
                  </a:ext>
                </a:extLst>
              </a:tr>
              <a:tr h="334730">
                <a:tc>
                  <a:txBody>
                    <a:bodyPr/>
                    <a:lstStyle/>
                    <a:p>
                      <a:r>
                        <a:rPr lang="ja-JP" altLang="en-US" sz="800" b="1"/>
                        <a:t>ネイティブ全文検索</a:t>
                      </a:r>
                      <a:endParaRPr lang="ja-JP" altLang="en-US" sz="800" dirty="0"/>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700" b="1" dirty="0">
                          <a:solidFill>
                            <a:srgbClr val="00B050"/>
                          </a:solidFill>
                        </a:rPr>
                        <a:t>はい</a:t>
                      </a:r>
                      <a:r>
                        <a:rPr lang="ja-JP" altLang="en-US" sz="700" dirty="0">
                          <a:solidFill>
                            <a:srgbClr val="00B050"/>
                          </a:solidFill>
                        </a:rPr>
                        <a:t> </a:t>
                      </a:r>
                      <a:r>
                        <a:rPr lang="en-US" altLang="ja-JP" sz="700" dirty="0">
                          <a:solidFill>
                            <a:srgbClr val="00B050"/>
                          </a:solidFill>
                        </a:rPr>
                        <a:t>(</a:t>
                      </a:r>
                      <a:r>
                        <a:rPr lang="de-DE" altLang="ja-JP" sz="700" dirty="0">
                          <a:solidFill>
                            <a:srgbClr val="00B050"/>
                          </a:solidFill>
                        </a:rPr>
                        <a:t>Full-Text Search</a:t>
                      </a:r>
                      <a:r>
                        <a:rPr lang="ja-JP" altLang="en-US" sz="700" dirty="0">
                          <a:solidFill>
                            <a:srgbClr val="00B050"/>
                          </a:solidFill>
                        </a:rPr>
                        <a:t>機能</a:t>
                      </a:r>
                      <a:r>
                        <a:rPr lang="en-US" altLang="ja-JP" sz="700" dirty="0">
                          <a:solidFill>
                            <a:srgbClr val="00B050"/>
                          </a:solidFill>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700" dirty="0">
                          <a:solidFill>
                            <a:srgbClr val="00B050"/>
                          </a:solidFill>
                          <a:effectLst/>
                        </a:rPr>
                        <a:t>SQL Server 2022</a:t>
                      </a:r>
                      <a:r>
                        <a:rPr lang="ja-JP" altLang="en-US" sz="700" dirty="0">
                          <a:solidFill>
                            <a:srgbClr val="00B050"/>
                          </a:solidFill>
                          <a:effectLst/>
                        </a:rPr>
                        <a:t>はサードパーティ</a:t>
                      </a:r>
                      <a:r>
                        <a:rPr lang="en-US" altLang="ja-JP" sz="700" dirty="0" err="1">
                          <a:solidFill>
                            <a:srgbClr val="00B050"/>
                          </a:solidFill>
                          <a:effectLst/>
                        </a:rPr>
                        <a:t>IFilter</a:t>
                      </a:r>
                      <a:r>
                        <a:rPr lang="ja-JP" altLang="en-US" sz="700" dirty="0">
                          <a:solidFill>
                            <a:srgbClr val="00B050"/>
                          </a:solidFill>
                          <a:effectLst/>
                        </a:rPr>
                        <a:t>やカスタム拡張で柔軟性が高く、大規模</a:t>
                      </a:r>
                      <a:r>
                        <a:rPr lang="en-US" altLang="ja-JP" sz="700" dirty="0">
                          <a:solidFill>
                            <a:srgbClr val="00B050"/>
                          </a:solidFill>
                          <a:effectLst/>
                        </a:rPr>
                        <a:t>/</a:t>
                      </a:r>
                      <a:r>
                        <a:rPr lang="ja-JP" altLang="en-US" sz="700" dirty="0">
                          <a:solidFill>
                            <a:srgbClr val="00B050"/>
                          </a:solidFill>
                          <a:effectLst/>
                        </a:rPr>
                        <a:t>複雑な検索に適。</a:t>
                      </a:r>
                      <a:r>
                        <a:rPr lang="en-US" altLang="ja-JP" sz="700" dirty="0">
                          <a:solidFill>
                            <a:srgbClr val="C00000"/>
                          </a:solidFill>
                          <a:effectLst/>
                        </a:rPr>
                        <a:t>Azure SQL</a:t>
                      </a:r>
                      <a:r>
                        <a:rPr lang="ja-JP" altLang="en-US" sz="700" dirty="0">
                          <a:solidFill>
                            <a:srgbClr val="C00000"/>
                          </a:solidFill>
                          <a:effectLst/>
                        </a:rPr>
                        <a:t>は基本に十分だが、カスタマイズ性に欠ける。</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hMerge="1">
                  <a:txBody>
                    <a:bodyPr/>
                    <a:lstStyle/>
                    <a:p>
                      <a:endParaRPr dirty="0"/>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b="1" dirty="0">
                          <a:solidFill>
                            <a:srgbClr val="00B050"/>
                          </a:solidFill>
                        </a:rPr>
                        <a:t>はい</a:t>
                      </a:r>
                      <a:r>
                        <a:rPr lang="ja-JP" altLang="en-US" sz="700" dirty="0">
                          <a:solidFill>
                            <a:srgbClr val="00B050"/>
                          </a:solidFill>
                        </a:rPr>
                        <a:t> </a:t>
                      </a:r>
                      <a:r>
                        <a:rPr lang="en-US" altLang="ja-JP" sz="700" dirty="0">
                          <a:solidFill>
                            <a:srgbClr val="00B050"/>
                          </a:solidFill>
                        </a:rPr>
                        <a:t>(</a:t>
                      </a:r>
                      <a:r>
                        <a:rPr lang="de-DE" sz="700" dirty="0">
                          <a:solidFill>
                            <a:srgbClr val="00B050"/>
                          </a:solidFill>
                        </a:rPr>
                        <a:t>Dataverse Search)</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kern="1200" dirty="0">
                          <a:solidFill>
                            <a:srgbClr val="00B050"/>
                          </a:solidFill>
                          <a:latin typeface="+mn-lt"/>
                          <a:ea typeface="+mn-ea"/>
                          <a:cs typeface="+mn-cs"/>
                        </a:rPr>
                        <a:t>はい</a:t>
                      </a:r>
                      <a:r>
                        <a:rPr lang="ja-JP" altLang="en-US" sz="700" kern="1200" dirty="0">
                          <a:solidFill>
                            <a:schemeClr val="tx1"/>
                          </a:solidFill>
                          <a:latin typeface="+mn-lt"/>
                          <a:ea typeface="+mn-ea"/>
                          <a:cs typeface="+mn-cs"/>
                        </a:rPr>
                        <a:t> </a:t>
                      </a:r>
                      <a:r>
                        <a:rPr lang="en-US" altLang="ja-JP" sz="700" kern="1200" dirty="0">
                          <a:solidFill>
                            <a:schemeClr val="tx1"/>
                          </a:solidFill>
                          <a:latin typeface="+mn-lt"/>
                          <a:ea typeface="+mn-ea"/>
                          <a:cs typeface="+mn-cs"/>
                        </a:rPr>
                        <a:t>(</a:t>
                      </a:r>
                      <a:r>
                        <a:rPr lang="en-US" altLang="ja-JP" sz="700" kern="1200" dirty="0" err="1">
                          <a:solidFill>
                            <a:schemeClr val="tx1"/>
                          </a:solidFill>
                          <a:latin typeface="+mn-lt"/>
                          <a:ea typeface="+mn-ea"/>
                          <a:cs typeface="+mn-cs"/>
                        </a:rPr>
                        <a:t>pg_trgm</a:t>
                      </a:r>
                      <a:r>
                        <a:rPr lang="en-US" altLang="ja-JP" sz="700" kern="1200" dirty="0">
                          <a:solidFill>
                            <a:schemeClr val="tx1"/>
                          </a:solidFill>
                          <a:latin typeface="+mn-lt"/>
                          <a:ea typeface="+mn-ea"/>
                          <a:cs typeface="+mn-cs"/>
                        </a:rPr>
                        <a:t> </a:t>
                      </a:r>
                      <a:r>
                        <a:rPr lang="ja-JP" altLang="en-US" sz="700" kern="1200" dirty="0">
                          <a:solidFill>
                            <a:schemeClr val="tx1"/>
                          </a:solidFill>
                          <a:latin typeface="+mn-lt"/>
                          <a:ea typeface="+mn-ea"/>
                          <a:cs typeface="+mn-cs"/>
                        </a:rPr>
                        <a:t>拡張など</a:t>
                      </a:r>
                      <a:r>
                        <a:rPr lang="en-US" altLang="ja-JP" sz="700" kern="1200" dirty="0">
                          <a:solidFill>
                            <a:schemeClr val="tx1"/>
                          </a:solidFill>
                          <a:latin typeface="+mn-lt"/>
                          <a:ea typeface="+mn-ea"/>
                          <a:cs typeface="+mn-cs"/>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b="1" dirty="0">
                          <a:solidFill>
                            <a:srgbClr val="00B050"/>
                          </a:solidFill>
                        </a:rPr>
                        <a:t>はい</a:t>
                      </a:r>
                      <a:r>
                        <a:rPr lang="ja-JP" altLang="en-US" sz="700" dirty="0">
                          <a:solidFill>
                            <a:srgbClr val="00B050"/>
                          </a:solidFill>
                        </a:rPr>
                        <a:t> </a:t>
                      </a:r>
                      <a:r>
                        <a:rPr lang="en-US" altLang="ja-JP" sz="700" dirty="0">
                          <a:solidFill>
                            <a:srgbClr val="00B050"/>
                          </a:solidFill>
                        </a:rPr>
                        <a:t>(</a:t>
                      </a:r>
                      <a:r>
                        <a:rPr lang="de-DE" sz="700" dirty="0">
                          <a:solidFill>
                            <a:srgbClr val="00B050"/>
                          </a:solidFill>
                        </a:rPr>
                        <a:t>SharePoint </a:t>
                      </a:r>
                      <a:r>
                        <a:rPr lang="ja-JP" altLang="en-US" sz="700" dirty="0">
                          <a:solidFill>
                            <a:srgbClr val="00B050"/>
                          </a:solidFill>
                        </a:rPr>
                        <a:t>の検索機能</a:t>
                      </a:r>
                      <a:r>
                        <a:rPr lang="en-US" altLang="ja-JP" sz="7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0003"/>
                  </a:ext>
                </a:extLst>
              </a:tr>
              <a:tr h="326036">
                <a:tc>
                  <a:txBody>
                    <a:bodyPr/>
                    <a:lstStyle/>
                    <a:p>
                      <a:r>
                        <a:rPr lang="ja-JP" altLang="en-US" sz="800" b="1" dirty="0"/>
                        <a:t>テキスト抽出機能</a:t>
                      </a:r>
                      <a:endParaRPr lang="ja-JP" altLang="en-US" sz="800" dirty="0"/>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b="1" dirty="0">
                          <a:solidFill>
                            <a:srgbClr val="C00000"/>
                          </a:solidFill>
                        </a:rPr>
                        <a:t>限定的</a:t>
                      </a:r>
                      <a:r>
                        <a:rPr lang="ja-JP" altLang="en-US" sz="700" dirty="0">
                          <a:solidFill>
                            <a:srgbClr val="C00000"/>
                          </a:solidFill>
                        </a:rPr>
                        <a:t> </a:t>
                      </a:r>
                      <a:r>
                        <a:rPr lang="en-US" altLang="ja-JP" sz="700" dirty="0">
                          <a:solidFill>
                            <a:srgbClr val="C00000"/>
                          </a:solidFill>
                        </a:rPr>
                        <a:t>(</a:t>
                      </a:r>
                      <a:r>
                        <a:rPr lang="de-DE" sz="700" dirty="0">
                          <a:solidFill>
                            <a:srgbClr val="C00000"/>
                          </a:solidFill>
                        </a:rPr>
                        <a:t>SQL Server </a:t>
                      </a:r>
                      <a:r>
                        <a:rPr lang="ja-JP" altLang="en-US" sz="700" dirty="0">
                          <a:solidFill>
                            <a:srgbClr val="C00000"/>
                          </a:solidFill>
                        </a:rPr>
                        <a:t>の機能に依存</a:t>
                      </a:r>
                      <a:r>
                        <a:rPr lang="en-US" altLang="ja-JP" sz="700" dirty="0">
                          <a:solidFill>
                            <a:srgbClr val="C0000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700" dirty="0">
                          <a:solidFill>
                            <a:srgbClr val="00B050"/>
                          </a:solidFill>
                          <a:effectLst/>
                        </a:rPr>
                        <a:t>Azure SQL</a:t>
                      </a:r>
                      <a:r>
                        <a:rPr lang="ja-JP" altLang="en-US" sz="700" dirty="0">
                          <a:solidFill>
                            <a:srgbClr val="00B050"/>
                          </a:solidFill>
                          <a:effectLst/>
                        </a:rPr>
                        <a:t>はクラウド</a:t>
                      </a:r>
                      <a:r>
                        <a:rPr lang="en-US" altLang="ja-JP" sz="700" dirty="0">
                          <a:solidFill>
                            <a:srgbClr val="00B050"/>
                          </a:solidFill>
                          <a:effectLst/>
                        </a:rPr>
                        <a:t>AI</a:t>
                      </a:r>
                      <a:r>
                        <a:rPr lang="ja-JP" altLang="en-US" sz="700" dirty="0">
                          <a:solidFill>
                            <a:srgbClr val="00B050"/>
                          </a:solidFill>
                          <a:effectLst/>
                        </a:rPr>
                        <a:t>連携で高度な抽出（例</a:t>
                      </a:r>
                      <a:r>
                        <a:rPr lang="en-US" altLang="ja-JP" sz="700" dirty="0">
                          <a:solidFill>
                            <a:srgbClr val="00B050"/>
                          </a:solidFill>
                          <a:effectLst/>
                        </a:rPr>
                        <a:t>: </a:t>
                      </a:r>
                      <a:r>
                        <a:rPr lang="ja-JP" altLang="en-US" sz="700" dirty="0">
                          <a:solidFill>
                            <a:srgbClr val="00B050"/>
                          </a:solidFill>
                          <a:effectLst/>
                        </a:rPr>
                        <a:t>自然言語処理）が可能だ</a:t>
                      </a:r>
                      <a:r>
                        <a:rPr lang="ja-JP" altLang="en-US" sz="700" dirty="0">
                          <a:effectLst/>
                        </a:rPr>
                        <a:t>が、</a:t>
                      </a:r>
                      <a:r>
                        <a:rPr lang="ja-JP" altLang="en-US" sz="700" dirty="0">
                          <a:solidFill>
                            <a:srgbClr val="C00000"/>
                          </a:solidFill>
                          <a:effectLst/>
                        </a:rPr>
                        <a:t>外部サービス依存で設定が増える。</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b="1" dirty="0">
                          <a:solidFill>
                            <a:srgbClr val="C00000"/>
                          </a:solidFill>
                        </a:rPr>
                        <a:t>限定的</a:t>
                      </a:r>
                      <a:r>
                        <a:rPr lang="ja-JP" altLang="en-US" sz="700" dirty="0">
                          <a:solidFill>
                            <a:srgbClr val="C00000"/>
                          </a:solidFill>
                        </a:rPr>
                        <a:t> </a:t>
                      </a:r>
                      <a:r>
                        <a:rPr lang="en-US" altLang="ja-JP" sz="700" dirty="0">
                          <a:solidFill>
                            <a:srgbClr val="C00000"/>
                          </a:solidFill>
                        </a:rPr>
                        <a:t>(</a:t>
                      </a:r>
                      <a:r>
                        <a:rPr lang="de-DE" sz="700" dirty="0">
                          <a:solidFill>
                            <a:srgbClr val="C00000"/>
                          </a:solidFill>
                        </a:rPr>
                        <a:t>Dataverse Search </a:t>
                      </a:r>
                      <a:r>
                        <a:rPr lang="ja-JP" altLang="en-US" sz="700" dirty="0">
                          <a:solidFill>
                            <a:srgbClr val="C00000"/>
                          </a:solidFill>
                        </a:rPr>
                        <a:t>が内部で行う</a:t>
                      </a:r>
                      <a:r>
                        <a:rPr lang="en-US" altLang="ja-JP" sz="700" dirty="0">
                          <a:solidFill>
                            <a:srgbClr val="C0000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b="1" dirty="0">
                          <a:solidFill>
                            <a:srgbClr val="C00000"/>
                          </a:solidFill>
                        </a:rPr>
                        <a:t>限定的</a:t>
                      </a:r>
                      <a:r>
                        <a:rPr lang="ja-JP" altLang="en-US" sz="700" dirty="0">
                          <a:solidFill>
                            <a:srgbClr val="C00000"/>
                          </a:solidFill>
                        </a:rPr>
                        <a:t> </a:t>
                      </a:r>
                      <a:r>
                        <a:rPr lang="en-US" altLang="ja-JP" sz="700" dirty="0">
                          <a:solidFill>
                            <a:srgbClr val="C00000"/>
                          </a:solidFill>
                        </a:rPr>
                        <a:t>(</a:t>
                      </a:r>
                      <a:r>
                        <a:rPr lang="ja-JP" altLang="en-US" sz="700" dirty="0">
                          <a:solidFill>
                            <a:srgbClr val="C00000"/>
                          </a:solidFill>
                        </a:rPr>
                        <a:t>拡張機能や外部ツールが必要</a:t>
                      </a:r>
                      <a:r>
                        <a:rPr lang="en-US" altLang="ja-JP" sz="700" dirty="0">
                          <a:solidFill>
                            <a:srgbClr val="C0000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b="1" dirty="0">
                          <a:solidFill>
                            <a:srgbClr val="00B050"/>
                          </a:solidFill>
                        </a:rPr>
                        <a:t>はい</a:t>
                      </a:r>
                      <a:r>
                        <a:rPr lang="ja-JP" altLang="en-US" sz="700" dirty="0">
                          <a:solidFill>
                            <a:srgbClr val="00B050"/>
                          </a:solidFill>
                        </a:rPr>
                        <a:t> </a:t>
                      </a:r>
                      <a:r>
                        <a:rPr lang="en-US" altLang="ja-JP" sz="700" dirty="0">
                          <a:solidFill>
                            <a:srgbClr val="00B050"/>
                          </a:solidFill>
                        </a:rPr>
                        <a:t>(</a:t>
                      </a:r>
                      <a:r>
                        <a:rPr lang="de-DE" sz="700" dirty="0">
                          <a:solidFill>
                            <a:srgbClr val="00B050"/>
                          </a:solidFill>
                        </a:rPr>
                        <a:t>SharePoint </a:t>
                      </a:r>
                      <a:r>
                        <a:rPr lang="ja-JP" altLang="en-US" sz="700" dirty="0">
                          <a:solidFill>
                            <a:srgbClr val="00B050"/>
                          </a:solidFill>
                        </a:rPr>
                        <a:t>の検索機能が自動で行う</a:t>
                      </a:r>
                      <a:r>
                        <a:rPr lang="en-US" altLang="ja-JP" sz="7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0004"/>
                  </a:ext>
                </a:extLst>
              </a:tr>
              <a:tr h="326036">
                <a:tc>
                  <a:txBody>
                    <a:bodyPr/>
                    <a:lstStyle/>
                    <a:p>
                      <a:r>
                        <a:rPr lang="ja-JP" altLang="en-US" sz="800" b="1" dirty="0"/>
                        <a:t>非テキスト検索</a:t>
                      </a:r>
                      <a:endParaRPr lang="ja-JP" altLang="en-US" sz="800" dirty="0"/>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700" kern="1200" dirty="0">
                          <a:solidFill>
                            <a:srgbClr val="C00000"/>
                          </a:solidFill>
                        </a:rPr>
                        <a:t>限定的 </a:t>
                      </a:r>
                      <a:r>
                        <a:rPr lang="en-US" altLang="ja-JP" sz="700" kern="1200" dirty="0">
                          <a:solidFill>
                            <a:srgbClr val="C00000"/>
                          </a:solidFill>
                        </a:rPr>
                        <a:t>(</a:t>
                      </a:r>
                      <a:r>
                        <a:rPr lang="ja-JP" altLang="en-US" sz="700" kern="1200" dirty="0">
                          <a:solidFill>
                            <a:srgbClr val="C00000"/>
                          </a:solidFill>
                        </a:rPr>
                        <a:t>インデックスやクエリによる</a:t>
                      </a:r>
                      <a:r>
                        <a:rPr lang="en-US" altLang="ja-JP" sz="700" kern="1200" dirty="0">
                          <a:solidFill>
                            <a:srgbClr val="C00000"/>
                          </a:solidFill>
                        </a:rPr>
                        <a:t>)</a:t>
                      </a:r>
                      <a:r>
                        <a:rPr lang="ja-JP" altLang="en-US" sz="700" kern="1200" dirty="0">
                          <a:solidFill>
                            <a:srgbClr val="C00000"/>
                          </a:solidFill>
                        </a:rPr>
                        <a:t>　ネイティブでは画像</a:t>
                      </a:r>
                      <a:r>
                        <a:rPr lang="en-US" altLang="ja-JP" sz="700" kern="1200" dirty="0">
                          <a:solidFill>
                            <a:srgbClr val="C00000"/>
                          </a:solidFill>
                        </a:rPr>
                        <a:t>/</a:t>
                      </a:r>
                      <a:r>
                        <a:rPr lang="ja-JP" altLang="en-US" sz="700" kern="1200" dirty="0">
                          <a:solidFill>
                            <a:srgbClr val="C00000"/>
                          </a:solidFill>
                        </a:rPr>
                        <a:t>動画内容の認識非対応。カスタム開発に依存。</a:t>
                      </a:r>
                      <a:endParaRPr lang="ja-JP" altLang="en-US" sz="700" kern="1200" dirty="0">
                        <a:solidFill>
                          <a:srgbClr val="C00000"/>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700" dirty="0">
                          <a:solidFill>
                            <a:srgbClr val="C00000"/>
                          </a:solidFill>
                          <a:effectLst/>
                        </a:rPr>
                        <a:t>Azure SQL</a:t>
                      </a:r>
                      <a:r>
                        <a:rPr lang="ja-JP" altLang="en-US" sz="700" dirty="0">
                          <a:solidFill>
                            <a:srgbClr val="C00000"/>
                          </a:solidFill>
                          <a:effectLst/>
                        </a:rPr>
                        <a:t>は</a:t>
                      </a:r>
                      <a:r>
                        <a:rPr lang="en-US" altLang="ja-JP" sz="700" dirty="0">
                          <a:solidFill>
                            <a:srgbClr val="C00000"/>
                          </a:solidFill>
                          <a:effectLst/>
                        </a:rPr>
                        <a:t>AI Search</a:t>
                      </a:r>
                      <a:r>
                        <a:rPr lang="ja-JP" altLang="en-US" sz="700" dirty="0">
                          <a:solidFill>
                            <a:srgbClr val="C00000"/>
                          </a:solidFill>
                          <a:effectLst/>
                        </a:rPr>
                        <a:t>連携で高度な非テキスト検索（例</a:t>
                      </a:r>
                      <a:r>
                        <a:rPr lang="en-US" altLang="ja-JP" sz="700" dirty="0">
                          <a:solidFill>
                            <a:srgbClr val="C00000"/>
                          </a:solidFill>
                          <a:effectLst/>
                        </a:rPr>
                        <a:t>: </a:t>
                      </a:r>
                      <a:r>
                        <a:rPr lang="ja-JP" altLang="en-US" sz="700" dirty="0">
                          <a:solidFill>
                            <a:srgbClr val="C00000"/>
                          </a:solidFill>
                          <a:effectLst/>
                        </a:rPr>
                        <a:t>画像認識）が容易だが、コスト</a:t>
                      </a:r>
                      <a:r>
                        <a:rPr lang="en-US" altLang="ja-JP" sz="700" dirty="0">
                          <a:solidFill>
                            <a:srgbClr val="C00000"/>
                          </a:solidFill>
                          <a:effectLst/>
                        </a:rPr>
                        <a:t>/</a:t>
                      </a:r>
                      <a:r>
                        <a:rPr lang="ja-JP" altLang="en-US" sz="700" dirty="0">
                          <a:solidFill>
                            <a:srgbClr val="C00000"/>
                          </a:solidFill>
                          <a:effectLst/>
                        </a:rPr>
                        <a:t>依存性が増す。</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b="1" dirty="0">
                          <a:solidFill>
                            <a:srgbClr val="C00000"/>
                          </a:solidFill>
                        </a:rPr>
                        <a:t>限定的</a:t>
                      </a:r>
                      <a:r>
                        <a:rPr lang="ja-JP" altLang="en-US" sz="700" dirty="0">
                          <a:solidFill>
                            <a:srgbClr val="C00000"/>
                          </a:solidFill>
                        </a:rPr>
                        <a:t> </a:t>
                      </a:r>
                      <a:r>
                        <a:rPr lang="en-US" altLang="ja-JP" sz="700" dirty="0">
                          <a:solidFill>
                            <a:srgbClr val="C00000"/>
                          </a:solidFill>
                        </a:rPr>
                        <a:t>(</a:t>
                      </a:r>
                      <a:r>
                        <a:rPr lang="ja-JP" altLang="en-US" sz="700" dirty="0">
                          <a:solidFill>
                            <a:srgbClr val="C00000"/>
                          </a:solidFill>
                        </a:rPr>
                        <a:t>メタデータ検索が中心</a:t>
                      </a:r>
                      <a:r>
                        <a:rPr lang="en-US" altLang="ja-JP" sz="700" dirty="0">
                          <a:solidFill>
                            <a:srgbClr val="C0000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b="1" dirty="0">
                          <a:solidFill>
                            <a:srgbClr val="C00000"/>
                          </a:solidFill>
                        </a:rPr>
                        <a:t>限定的</a:t>
                      </a:r>
                      <a:r>
                        <a:rPr lang="ja-JP" altLang="en-US" sz="700" dirty="0">
                          <a:solidFill>
                            <a:srgbClr val="C00000"/>
                          </a:solidFill>
                        </a:rPr>
                        <a:t> </a:t>
                      </a:r>
                      <a:r>
                        <a:rPr lang="en-US" altLang="ja-JP" sz="700" dirty="0">
                          <a:solidFill>
                            <a:srgbClr val="C00000"/>
                          </a:solidFill>
                        </a:rPr>
                        <a:t>(</a:t>
                      </a:r>
                      <a:r>
                        <a:rPr lang="ja-JP" altLang="en-US" sz="700" dirty="0">
                          <a:solidFill>
                            <a:srgbClr val="C00000"/>
                          </a:solidFill>
                        </a:rPr>
                        <a:t>拡張機能や外部ツールが必要</a:t>
                      </a:r>
                      <a:r>
                        <a:rPr lang="en-US" altLang="ja-JP" sz="700" dirty="0">
                          <a:solidFill>
                            <a:srgbClr val="C0000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b="1" dirty="0">
                          <a:solidFill>
                            <a:srgbClr val="00B050"/>
                          </a:solidFill>
                        </a:rPr>
                        <a:t>はい</a:t>
                      </a:r>
                      <a:r>
                        <a:rPr lang="ja-JP" altLang="en-US" sz="700" dirty="0">
                          <a:solidFill>
                            <a:srgbClr val="00B050"/>
                          </a:solidFill>
                        </a:rPr>
                        <a:t> </a:t>
                      </a:r>
                      <a:r>
                        <a:rPr lang="en-US" altLang="ja-JP" sz="700" dirty="0">
                          <a:solidFill>
                            <a:srgbClr val="00B050"/>
                          </a:solidFill>
                        </a:rPr>
                        <a:t>(</a:t>
                      </a:r>
                      <a:r>
                        <a:rPr lang="ja-JP" altLang="en-US" sz="700" dirty="0">
                          <a:solidFill>
                            <a:srgbClr val="00B050"/>
                          </a:solidFill>
                        </a:rPr>
                        <a:t>メタデータ検索、ファイルプロパティ検索</a:t>
                      </a:r>
                      <a:r>
                        <a:rPr lang="en-US" altLang="ja-JP" sz="7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0005"/>
                  </a:ext>
                </a:extLst>
              </a:tr>
              <a:tr h="326036">
                <a:tc>
                  <a:txBody>
                    <a:bodyPr/>
                    <a:lstStyle/>
                    <a:p>
                      <a:r>
                        <a:rPr lang="de-DE" sz="800" b="1" dirty="0"/>
                        <a:t>Power Apps </a:t>
                      </a:r>
                      <a:r>
                        <a:rPr lang="ja-JP" altLang="en-US" sz="800" b="1" dirty="0"/>
                        <a:t>統合</a:t>
                      </a:r>
                      <a:endParaRPr lang="ja-JP" altLang="en-US" sz="800" dirty="0"/>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b="1" dirty="0">
                          <a:solidFill>
                            <a:srgbClr val="00B050"/>
                          </a:solidFill>
                        </a:rPr>
                        <a:t>可能</a:t>
                      </a:r>
                      <a:r>
                        <a:rPr lang="ja-JP" altLang="en-US" sz="700" dirty="0">
                          <a:solidFill>
                            <a:srgbClr val="00B050"/>
                          </a:solidFill>
                        </a:rPr>
                        <a:t> </a:t>
                      </a:r>
                      <a:r>
                        <a:rPr lang="en-US" altLang="ja-JP" sz="700" dirty="0">
                          <a:solidFill>
                            <a:srgbClr val="00B050"/>
                          </a:solidFill>
                        </a:rPr>
                        <a:t>(</a:t>
                      </a:r>
                      <a:r>
                        <a:rPr lang="ja-JP" altLang="en-US" sz="700" dirty="0">
                          <a:solidFill>
                            <a:srgbClr val="00B050"/>
                          </a:solidFill>
                        </a:rPr>
                        <a:t>カスタムコネクタ、</a:t>
                      </a:r>
                      <a:r>
                        <a:rPr lang="en-US" altLang="ja-JP" sz="700" dirty="0">
                          <a:solidFill>
                            <a:srgbClr val="00B050"/>
                          </a:solidFill>
                        </a:rPr>
                        <a:t>SQL Server </a:t>
                      </a:r>
                      <a:r>
                        <a:rPr lang="ja-JP" altLang="en-US" sz="700" dirty="0">
                          <a:solidFill>
                            <a:srgbClr val="00B050"/>
                          </a:solidFill>
                        </a:rPr>
                        <a:t>コネクタ</a:t>
                      </a:r>
                      <a:r>
                        <a:rPr lang="en-US" altLang="ja-JP" sz="7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dirty="0">
                          <a:solidFill>
                            <a:srgbClr val="00B050"/>
                          </a:solidFill>
                          <a:effectLst/>
                        </a:rPr>
                        <a:t>直接接続（</a:t>
                      </a:r>
                      <a:r>
                        <a:rPr lang="en-US" altLang="ja-JP" sz="700" dirty="0">
                          <a:solidFill>
                            <a:srgbClr val="00B050"/>
                          </a:solidFill>
                          <a:effectLst/>
                        </a:rPr>
                        <a:t>Gateway</a:t>
                      </a:r>
                      <a:r>
                        <a:rPr lang="ja-JP" altLang="en-US" sz="700" dirty="0">
                          <a:solidFill>
                            <a:srgbClr val="00B050"/>
                          </a:solidFill>
                          <a:effectLst/>
                        </a:rPr>
                        <a:t>不要）。 </a:t>
                      </a:r>
                      <a:endParaRPr lang="en-US" altLang="ja-JP" sz="700" dirty="0">
                        <a:solidFill>
                          <a:srgbClr val="00B050"/>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dirty="0">
                          <a:solidFill>
                            <a:srgbClr val="00B050"/>
                          </a:solidFill>
                          <a:effectLst/>
                        </a:rPr>
                        <a:t>ファイル添付</a:t>
                      </a:r>
                      <a:r>
                        <a:rPr lang="en-US" altLang="ja-JP" sz="700" dirty="0">
                          <a:solidFill>
                            <a:srgbClr val="00B050"/>
                          </a:solidFill>
                          <a:effectLst/>
                        </a:rPr>
                        <a:t>: </a:t>
                      </a:r>
                      <a:r>
                        <a:rPr lang="ja-JP" altLang="en-US" sz="700" dirty="0">
                          <a:solidFill>
                            <a:srgbClr val="00B050"/>
                          </a:solidFill>
                          <a:effectLst/>
                        </a:rPr>
                        <a:t>ネイティブサポート、</a:t>
                      </a:r>
                      <a:r>
                        <a:rPr lang="en-US" altLang="ja-JP" sz="700" dirty="0">
                          <a:solidFill>
                            <a:srgbClr val="00B050"/>
                          </a:solidFill>
                          <a:effectLst/>
                        </a:rPr>
                        <a:t>Blob</a:t>
                      </a:r>
                      <a:r>
                        <a:rPr lang="ja-JP" altLang="en-US" sz="700" dirty="0">
                          <a:solidFill>
                            <a:srgbClr val="00B050"/>
                          </a:solidFill>
                          <a:effectLst/>
                        </a:rPr>
                        <a:t>連携でスムーズ。</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b="1" dirty="0">
                          <a:solidFill>
                            <a:srgbClr val="00B050"/>
                          </a:solidFill>
                        </a:rPr>
                        <a:t>直接統合</a:t>
                      </a:r>
                      <a:r>
                        <a:rPr lang="ja-JP" altLang="en-US" sz="700" dirty="0">
                          <a:solidFill>
                            <a:srgbClr val="00B050"/>
                          </a:solidFill>
                        </a:rPr>
                        <a:t> </a:t>
                      </a:r>
                      <a:r>
                        <a:rPr lang="en-US" altLang="ja-JP" sz="700" dirty="0">
                          <a:solidFill>
                            <a:srgbClr val="00B050"/>
                          </a:solidFill>
                        </a:rPr>
                        <a:t>(</a:t>
                      </a:r>
                      <a:r>
                        <a:rPr lang="ja-JP" altLang="en-US" sz="700" dirty="0">
                          <a:solidFill>
                            <a:srgbClr val="00B050"/>
                          </a:solidFill>
                        </a:rPr>
                        <a:t>ネイティブコネクタ</a:t>
                      </a:r>
                      <a:r>
                        <a:rPr lang="en-US" altLang="ja-JP" sz="7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b="1" dirty="0">
                          <a:solidFill>
                            <a:srgbClr val="00B050"/>
                          </a:solidFill>
                        </a:rPr>
                        <a:t>可能</a:t>
                      </a:r>
                      <a:r>
                        <a:rPr lang="ja-JP" altLang="en-US" sz="700" dirty="0">
                          <a:solidFill>
                            <a:srgbClr val="00B050"/>
                          </a:solidFill>
                        </a:rPr>
                        <a:t> </a:t>
                      </a:r>
                      <a:r>
                        <a:rPr lang="en-US" altLang="ja-JP" sz="700" dirty="0">
                          <a:solidFill>
                            <a:srgbClr val="00B050"/>
                          </a:solidFill>
                        </a:rPr>
                        <a:t>(</a:t>
                      </a:r>
                      <a:r>
                        <a:rPr lang="ja-JP" altLang="en-US" sz="700" dirty="0">
                          <a:solidFill>
                            <a:srgbClr val="C00000"/>
                          </a:solidFill>
                        </a:rPr>
                        <a:t>カスタムコネクタ</a:t>
                      </a:r>
                      <a:r>
                        <a:rPr lang="ja-JP" altLang="en-US" sz="700" dirty="0">
                          <a:solidFill>
                            <a:srgbClr val="00B050"/>
                          </a:solidFill>
                        </a:rPr>
                        <a:t>、</a:t>
                      </a:r>
                      <a:r>
                        <a:rPr lang="en-US" altLang="ja-JP" sz="700" dirty="0">
                          <a:solidFill>
                            <a:srgbClr val="00B050"/>
                          </a:solidFill>
                        </a:rPr>
                        <a:t>PostgreSQL </a:t>
                      </a:r>
                      <a:r>
                        <a:rPr lang="ja-JP" altLang="en-US" sz="700" dirty="0">
                          <a:solidFill>
                            <a:srgbClr val="00B050"/>
                          </a:solidFill>
                        </a:rPr>
                        <a:t>コネクタ</a:t>
                      </a:r>
                      <a:r>
                        <a:rPr lang="en-US" altLang="ja-JP" sz="7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b="1" dirty="0">
                          <a:solidFill>
                            <a:srgbClr val="00B050"/>
                          </a:solidFill>
                        </a:rPr>
                        <a:t>直接統合</a:t>
                      </a:r>
                      <a:r>
                        <a:rPr lang="ja-JP" altLang="en-US" sz="700" dirty="0">
                          <a:solidFill>
                            <a:srgbClr val="00B050"/>
                          </a:solidFill>
                        </a:rPr>
                        <a:t> </a:t>
                      </a:r>
                      <a:r>
                        <a:rPr lang="en-US" altLang="ja-JP" sz="700" dirty="0">
                          <a:solidFill>
                            <a:srgbClr val="00B050"/>
                          </a:solidFill>
                        </a:rPr>
                        <a:t>(</a:t>
                      </a:r>
                      <a:r>
                        <a:rPr lang="de-DE" sz="700" dirty="0">
                          <a:solidFill>
                            <a:srgbClr val="00B050"/>
                          </a:solidFill>
                        </a:rPr>
                        <a:t>SharePoint </a:t>
                      </a:r>
                      <a:r>
                        <a:rPr lang="ja-JP" altLang="en-US" sz="700" dirty="0">
                          <a:solidFill>
                            <a:srgbClr val="00B050"/>
                          </a:solidFill>
                        </a:rPr>
                        <a:t>コネクタ</a:t>
                      </a:r>
                      <a:r>
                        <a:rPr lang="en-US" altLang="ja-JP" sz="7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0006"/>
                  </a:ext>
                </a:extLst>
              </a:tr>
              <a:tr h="326036">
                <a:tc>
                  <a:txBody>
                    <a:bodyPr/>
                    <a:lstStyle/>
                    <a:p>
                      <a:r>
                        <a:rPr lang="de-DE" sz="800" b="1" dirty="0"/>
                        <a:t>Power Automate </a:t>
                      </a:r>
                      <a:r>
                        <a:rPr lang="ja-JP" altLang="en-US" sz="800" b="1" dirty="0"/>
                        <a:t>統合</a:t>
                      </a:r>
                      <a:endParaRPr lang="ja-JP" altLang="en-US" sz="800" dirty="0"/>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b="1" dirty="0">
                          <a:solidFill>
                            <a:srgbClr val="00B050"/>
                          </a:solidFill>
                        </a:rPr>
                        <a:t>可能</a:t>
                      </a:r>
                      <a:r>
                        <a:rPr lang="ja-JP" altLang="en-US" sz="700" dirty="0">
                          <a:solidFill>
                            <a:srgbClr val="00B050"/>
                          </a:solidFill>
                        </a:rPr>
                        <a:t> </a:t>
                      </a:r>
                      <a:r>
                        <a:rPr lang="en-US" altLang="ja-JP" sz="700" dirty="0">
                          <a:solidFill>
                            <a:srgbClr val="00B050"/>
                          </a:solidFill>
                        </a:rPr>
                        <a:t>(</a:t>
                      </a:r>
                      <a:r>
                        <a:rPr lang="ja-JP" altLang="en-US" sz="700" dirty="0">
                          <a:solidFill>
                            <a:srgbClr val="00B050"/>
                          </a:solidFill>
                        </a:rPr>
                        <a:t>カスタムコネクタ、</a:t>
                      </a:r>
                      <a:r>
                        <a:rPr lang="en-US" altLang="ja-JP" sz="700" dirty="0">
                          <a:solidFill>
                            <a:srgbClr val="00B050"/>
                          </a:solidFill>
                        </a:rPr>
                        <a:t>SQL Server </a:t>
                      </a:r>
                      <a:r>
                        <a:rPr lang="ja-JP" altLang="en-US" sz="700" dirty="0">
                          <a:solidFill>
                            <a:srgbClr val="00B050"/>
                          </a:solidFill>
                        </a:rPr>
                        <a:t>コネクタ</a:t>
                      </a:r>
                      <a:r>
                        <a:rPr lang="en-US" altLang="ja-JP" sz="7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altLang="ja-JP" sz="700" dirty="0">
                          <a:solidFill>
                            <a:srgbClr val="00B050"/>
                          </a:solidFill>
                          <a:effectLst/>
                        </a:rPr>
                        <a:t>SQL</a:t>
                      </a:r>
                      <a:r>
                        <a:rPr lang="ja-JP" altLang="en-US" sz="700" dirty="0">
                          <a:solidFill>
                            <a:srgbClr val="00B050"/>
                          </a:solidFill>
                          <a:effectLst/>
                        </a:rPr>
                        <a:t>コネクタ直接使用。 </a:t>
                      </a:r>
                      <a:endParaRPr lang="en-US" altLang="ja-JP" sz="700" dirty="0">
                        <a:solidFill>
                          <a:srgbClr val="00B050"/>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dirty="0">
                          <a:solidFill>
                            <a:srgbClr val="00B050"/>
                          </a:solidFill>
                          <a:effectLst/>
                        </a:rPr>
                        <a:t>ファイルハンドリング</a:t>
                      </a:r>
                      <a:r>
                        <a:rPr lang="en-US" altLang="ja-JP" sz="700" dirty="0">
                          <a:solidFill>
                            <a:srgbClr val="00B050"/>
                          </a:solidFill>
                          <a:effectLst/>
                        </a:rPr>
                        <a:t>: Blob</a:t>
                      </a:r>
                      <a:r>
                        <a:rPr lang="ja-JP" altLang="en-US" sz="700" dirty="0">
                          <a:solidFill>
                            <a:srgbClr val="00B050"/>
                          </a:solidFill>
                          <a:effectLst/>
                        </a:rPr>
                        <a:t>フロー統合で自動化容易。</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b="1" dirty="0">
                          <a:solidFill>
                            <a:srgbClr val="00B050"/>
                          </a:solidFill>
                        </a:rPr>
                        <a:t>直接統合</a:t>
                      </a:r>
                      <a:r>
                        <a:rPr lang="ja-JP" altLang="en-US" sz="700" dirty="0">
                          <a:solidFill>
                            <a:srgbClr val="00B050"/>
                          </a:solidFill>
                        </a:rPr>
                        <a:t> </a:t>
                      </a:r>
                      <a:r>
                        <a:rPr lang="en-US" altLang="ja-JP" sz="700" dirty="0">
                          <a:solidFill>
                            <a:srgbClr val="00B050"/>
                          </a:solidFill>
                        </a:rPr>
                        <a:t>(</a:t>
                      </a:r>
                      <a:r>
                        <a:rPr lang="ja-JP" altLang="en-US" sz="700" dirty="0">
                          <a:solidFill>
                            <a:srgbClr val="00B050"/>
                          </a:solidFill>
                        </a:rPr>
                        <a:t>ネイティブコネクタ</a:t>
                      </a:r>
                      <a:r>
                        <a:rPr lang="en-US" altLang="ja-JP" sz="7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b="1" dirty="0">
                          <a:solidFill>
                            <a:srgbClr val="00B050"/>
                          </a:solidFill>
                        </a:rPr>
                        <a:t>可能</a:t>
                      </a:r>
                      <a:r>
                        <a:rPr lang="ja-JP" altLang="en-US" sz="700" dirty="0">
                          <a:solidFill>
                            <a:srgbClr val="00B050"/>
                          </a:solidFill>
                        </a:rPr>
                        <a:t> </a:t>
                      </a:r>
                      <a:r>
                        <a:rPr lang="en-US" altLang="ja-JP" sz="700" dirty="0">
                          <a:solidFill>
                            <a:srgbClr val="00B050"/>
                          </a:solidFill>
                        </a:rPr>
                        <a:t>(</a:t>
                      </a:r>
                      <a:r>
                        <a:rPr lang="ja-JP" altLang="en-US" sz="700" dirty="0">
                          <a:solidFill>
                            <a:srgbClr val="C00000"/>
                          </a:solidFill>
                        </a:rPr>
                        <a:t>カスタムコネクタ</a:t>
                      </a:r>
                      <a:r>
                        <a:rPr lang="ja-JP" altLang="en-US" sz="700" dirty="0">
                          <a:solidFill>
                            <a:srgbClr val="00B050"/>
                          </a:solidFill>
                        </a:rPr>
                        <a:t>、</a:t>
                      </a:r>
                      <a:r>
                        <a:rPr lang="en-US" altLang="ja-JP" sz="700" dirty="0">
                          <a:solidFill>
                            <a:srgbClr val="00B050"/>
                          </a:solidFill>
                        </a:rPr>
                        <a:t>PostgreSQL </a:t>
                      </a:r>
                      <a:r>
                        <a:rPr lang="ja-JP" altLang="en-US" sz="700" dirty="0">
                          <a:solidFill>
                            <a:srgbClr val="00B050"/>
                          </a:solidFill>
                        </a:rPr>
                        <a:t>コネクタ</a:t>
                      </a:r>
                      <a:r>
                        <a:rPr lang="en-US" altLang="ja-JP" sz="7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700" b="1" dirty="0">
                          <a:solidFill>
                            <a:srgbClr val="00B050"/>
                          </a:solidFill>
                        </a:rPr>
                        <a:t>直接統合</a:t>
                      </a:r>
                      <a:r>
                        <a:rPr lang="ja-JP" altLang="en-US" sz="700" dirty="0">
                          <a:solidFill>
                            <a:srgbClr val="00B050"/>
                          </a:solidFill>
                        </a:rPr>
                        <a:t> </a:t>
                      </a:r>
                      <a:r>
                        <a:rPr lang="en-US" altLang="ja-JP" sz="700" dirty="0">
                          <a:solidFill>
                            <a:srgbClr val="00B050"/>
                          </a:solidFill>
                        </a:rPr>
                        <a:t>(</a:t>
                      </a:r>
                      <a:r>
                        <a:rPr lang="de-DE" sz="700" dirty="0">
                          <a:solidFill>
                            <a:srgbClr val="00B050"/>
                          </a:solidFill>
                        </a:rPr>
                        <a:t>SharePoint </a:t>
                      </a:r>
                      <a:r>
                        <a:rPr lang="ja-JP" altLang="en-US" sz="700" dirty="0">
                          <a:solidFill>
                            <a:srgbClr val="00B050"/>
                          </a:solidFill>
                        </a:rPr>
                        <a:t>コネクタ</a:t>
                      </a:r>
                      <a:r>
                        <a:rPr lang="en-US" altLang="ja-JP" sz="7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0007"/>
                  </a:ext>
                </a:extLst>
              </a:tr>
              <a:tr h="334730">
                <a:tc>
                  <a:txBody>
                    <a:bodyPr/>
                    <a:lstStyle/>
                    <a:p>
                      <a:r>
                        <a:rPr lang="ja-JP" altLang="en-US" sz="800" b="1" dirty="0"/>
                        <a:t>必要なライセンス</a:t>
                      </a:r>
                      <a:endParaRPr lang="ja-JP" altLang="en-US" sz="800" dirty="0"/>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de-DE" sz="700" kern="1200" dirty="0">
                          <a:solidFill>
                            <a:srgbClr val="00B050"/>
                          </a:solidFill>
                          <a:effectLst/>
                        </a:rPr>
                        <a:t>SQL Server Enterprise/Standard (Full-Text Search </a:t>
                      </a:r>
                      <a:r>
                        <a:rPr lang="ja-JP" altLang="en-US" sz="700" kern="1200" dirty="0">
                          <a:solidFill>
                            <a:srgbClr val="00B050"/>
                          </a:solidFill>
                          <a:effectLst/>
                        </a:rPr>
                        <a:t>は追加費用なし</a:t>
                      </a:r>
                      <a:r>
                        <a:rPr lang="en-US" altLang="ja-JP" sz="700" kern="1200" dirty="0">
                          <a:solidFill>
                            <a:srgbClr val="00B050"/>
                          </a:solidFill>
                          <a:effectLst/>
                        </a:rPr>
                        <a:t>)</a:t>
                      </a:r>
                      <a:endParaRPr lang="en-US" altLang="ja-JP" sz="700" kern="1200" dirty="0">
                        <a:solidFill>
                          <a:srgbClr val="00B050"/>
                        </a:solidFill>
                        <a:effectLst/>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kern="1200" dirty="0">
                          <a:solidFill>
                            <a:schemeClr val="tx1"/>
                          </a:solidFill>
                          <a:effectLst/>
                        </a:rPr>
                        <a:t>従量課金</a:t>
                      </a:r>
                      <a:r>
                        <a:rPr lang="en-US" altLang="ja-JP" sz="700" kern="1200" dirty="0">
                          <a:solidFill>
                            <a:schemeClr val="tx1"/>
                          </a:solidFill>
                          <a:effectLst/>
                        </a:rPr>
                        <a:t>: Basic $5/</a:t>
                      </a:r>
                      <a:r>
                        <a:rPr lang="ja-JP" altLang="en-US" sz="700" kern="1200" dirty="0">
                          <a:solidFill>
                            <a:schemeClr val="tx1"/>
                          </a:solidFill>
                          <a:effectLst/>
                        </a:rPr>
                        <a:t>月</a:t>
                      </a:r>
                      <a:r>
                        <a:rPr lang="en-US" altLang="ja-JP" sz="700" kern="1200" dirty="0">
                          <a:solidFill>
                            <a:schemeClr val="tx1"/>
                          </a:solidFill>
                          <a:effectLst/>
                        </a:rPr>
                        <a:t>〜</a:t>
                      </a:r>
                      <a:r>
                        <a:rPr lang="ja-JP" altLang="en-US" sz="700" kern="1200" dirty="0">
                          <a:solidFill>
                            <a:schemeClr val="tx1"/>
                          </a:solidFill>
                          <a:effectLst/>
                        </a:rPr>
                        <a:t>、</a:t>
                      </a:r>
                      <a:r>
                        <a:rPr lang="en-US" altLang="ja-JP" sz="700" kern="1200" dirty="0" err="1">
                          <a:solidFill>
                            <a:schemeClr val="tx1"/>
                          </a:solidFill>
                          <a:effectLst/>
                        </a:rPr>
                        <a:t>vCore</a:t>
                      </a:r>
                      <a:r>
                        <a:rPr lang="en-US" altLang="ja-JP" sz="700" kern="1200" dirty="0">
                          <a:solidFill>
                            <a:schemeClr val="tx1"/>
                          </a:solidFill>
                          <a:effectLst/>
                        </a:rPr>
                        <a:t> $0.5/</a:t>
                      </a:r>
                      <a:r>
                        <a:rPr lang="ja-JP" altLang="en-US" sz="700" kern="1200" dirty="0">
                          <a:solidFill>
                            <a:schemeClr val="tx1"/>
                          </a:solidFill>
                          <a:effectLst/>
                        </a:rPr>
                        <a:t>時間</a:t>
                      </a:r>
                      <a:r>
                        <a:rPr lang="en-US" altLang="ja-JP" sz="700" kern="1200" dirty="0">
                          <a:solidFill>
                            <a:schemeClr val="tx1"/>
                          </a:solidFill>
                          <a:effectLst/>
                        </a:rPr>
                        <a:t>〜</a:t>
                      </a:r>
                      <a:r>
                        <a:rPr lang="ja-JP" altLang="en-US" sz="700" kern="1200" dirty="0">
                          <a:solidFill>
                            <a:schemeClr val="tx1"/>
                          </a:solidFill>
                          <a:effectLst/>
                        </a:rPr>
                        <a:t>（ストレージ</a:t>
                      </a:r>
                      <a:r>
                        <a:rPr lang="en-US" altLang="ja-JP" sz="700" kern="1200" dirty="0">
                          <a:solidFill>
                            <a:schemeClr val="tx1"/>
                          </a:solidFill>
                          <a:effectLst/>
                        </a:rPr>
                        <a:t>$0.10/GB/</a:t>
                      </a:r>
                      <a:r>
                        <a:rPr lang="ja-JP" altLang="en-US" sz="700" kern="1200" dirty="0">
                          <a:solidFill>
                            <a:schemeClr val="tx1"/>
                          </a:solidFill>
                          <a:effectLst/>
                        </a:rPr>
                        <a:t>月）。 </a:t>
                      </a:r>
                      <a:endParaRPr lang="en-US" altLang="ja-JP" sz="700" kern="1200" dirty="0">
                        <a:solidFill>
                          <a:schemeClr val="tx1"/>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kern="1200" dirty="0">
                          <a:solidFill>
                            <a:schemeClr val="tx1"/>
                          </a:solidFill>
                          <a:effectLst/>
                        </a:rPr>
                        <a:t>ファイル</a:t>
                      </a:r>
                      <a:r>
                        <a:rPr lang="en-US" altLang="ja-JP" sz="700" kern="1200" dirty="0">
                          <a:solidFill>
                            <a:schemeClr val="tx1"/>
                          </a:solidFill>
                          <a:effectLst/>
                        </a:rPr>
                        <a:t>: </a:t>
                      </a:r>
                      <a:r>
                        <a:rPr lang="ja-JP" altLang="en-US" sz="700" kern="1200" dirty="0">
                          <a:solidFill>
                            <a:schemeClr val="tx1"/>
                          </a:solidFill>
                          <a:effectLst/>
                        </a:rPr>
                        <a:t>標準料金内、</a:t>
                      </a:r>
                      <a:r>
                        <a:rPr lang="en-US" altLang="ja-JP" sz="700" kern="1200" dirty="0">
                          <a:solidFill>
                            <a:schemeClr val="tx1"/>
                          </a:solidFill>
                          <a:effectLst/>
                        </a:rPr>
                        <a:t>Blob</a:t>
                      </a:r>
                      <a:r>
                        <a:rPr lang="ja-JP" altLang="en-US" sz="700" kern="1200" dirty="0">
                          <a:solidFill>
                            <a:schemeClr val="tx1"/>
                          </a:solidFill>
                          <a:effectLst/>
                        </a:rPr>
                        <a:t>追加で</a:t>
                      </a:r>
                      <a:r>
                        <a:rPr lang="en-US" altLang="ja-JP" sz="700" kern="1200" dirty="0">
                          <a:solidFill>
                            <a:schemeClr val="tx1"/>
                          </a:solidFill>
                          <a:effectLst/>
                        </a:rPr>
                        <a:t>$0.02/GB/</a:t>
                      </a:r>
                      <a:r>
                        <a:rPr lang="ja-JP" altLang="en-US" sz="700" kern="1200" dirty="0">
                          <a:solidFill>
                            <a:schemeClr val="tx1"/>
                          </a:solidFill>
                          <a:effectLst/>
                        </a:rPr>
                        <a:t>月。</a:t>
                      </a:r>
                      <a:endParaRPr lang="en-US" altLang="ja-JP" sz="700" kern="1200" dirty="0">
                        <a:solidFill>
                          <a:schemeClr val="tx1"/>
                        </a:solidFill>
                        <a:effectLst/>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en-US" altLang="ja-JP" sz="700" dirty="0">
                          <a:solidFill>
                            <a:srgbClr val="00B050"/>
                          </a:solidFill>
                        </a:rPr>
                        <a:t>Microsoft Dataverse </a:t>
                      </a:r>
                      <a:r>
                        <a:rPr lang="ja-JP" altLang="en-US" sz="700" dirty="0">
                          <a:solidFill>
                            <a:srgbClr val="00B050"/>
                          </a:solidFill>
                        </a:rPr>
                        <a:t>ライセンス </a:t>
                      </a:r>
                      <a:r>
                        <a:rPr lang="en-US" altLang="ja-JP" sz="700" dirty="0">
                          <a:solidFill>
                            <a:srgbClr val="00B050"/>
                          </a:solidFill>
                        </a:rPr>
                        <a:t>(Dynamics 365 </a:t>
                      </a:r>
                      <a:r>
                        <a:rPr lang="ja-JP" altLang="en-US" sz="700" dirty="0">
                          <a:solidFill>
                            <a:srgbClr val="00B050"/>
                          </a:solidFill>
                        </a:rPr>
                        <a:t>または </a:t>
                      </a:r>
                      <a:r>
                        <a:rPr lang="en-US" altLang="ja-JP" sz="700" dirty="0">
                          <a:solidFill>
                            <a:srgbClr val="00B050"/>
                          </a:solidFill>
                        </a:rPr>
                        <a:t>Power Apps Premium </a:t>
                      </a:r>
                      <a:r>
                        <a:rPr lang="ja-JP" altLang="en-US" sz="700" dirty="0">
                          <a:solidFill>
                            <a:srgbClr val="00B050"/>
                          </a:solidFill>
                        </a:rPr>
                        <a:t>ライセンスに含まれる場合あり</a:t>
                      </a:r>
                      <a:r>
                        <a:rPr lang="en-US" altLang="ja-JP" sz="7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en-US" altLang="ja-JP" sz="700" kern="1200" dirty="0">
                          <a:solidFill>
                            <a:schemeClr val="tx1"/>
                          </a:solidFill>
                          <a:latin typeface="+mn-lt"/>
                          <a:ea typeface="+mn-ea"/>
                          <a:cs typeface="+mn-cs"/>
                        </a:rPr>
                        <a:t>PostgreSQL </a:t>
                      </a:r>
                      <a:r>
                        <a:rPr lang="ja-JP" altLang="en-US" sz="700" kern="1200" dirty="0">
                          <a:solidFill>
                            <a:schemeClr val="tx1"/>
                          </a:solidFill>
                          <a:latin typeface="+mn-lt"/>
                          <a:ea typeface="+mn-ea"/>
                          <a:cs typeface="+mn-cs"/>
                        </a:rPr>
                        <a:t>自体はオープンソース。拡張機能は追加の構成が必要。</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de-DE" sz="700" dirty="0">
                          <a:solidFill>
                            <a:srgbClr val="00B050"/>
                          </a:solidFill>
                        </a:rPr>
                        <a:t>Microsoft 365 </a:t>
                      </a:r>
                      <a:r>
                        <a:rPr lang="ja-JP" altLang="en-US" sz="700" dirty="0">
                          <a:solidFill>
                            <a:srgbClr val="00B050"/>
                          </a:solidFill>
                        </a:rPr>
                        <a:t>ライセンス </a:t>
                      </a:r>
                      <a:r>
                        <a:rPr lang="en-US" altLang="ja-JP" sz="700" dirty="0">
                          <a:solidFill>
                            <a:srgbClr val="00B050"/>
                          </a:solidFill>
                        </a:rPr>
                        <a:t>(</a:t>
                      </a:r>
                      <a:r>
                        <a:rPr lang="de-DE" sz="700" dirty="0">
                          <a:solidFill>
                            <a:srgbClr val="00B050"/>
                          </a:solidFill>
                        </a:rPr>
                        <a:t>SharePoint Online </a:t>
                      </a:r>
                      <a:r>
                        <a:rPr lang="ja-JP" altLang="en-US" sz="700" dirty="0">
                          <a:solidFill>
                            <a:srgbClr val="00B050"/>
                          </a:solidFill>
                        </a:rPr>
                        <a:t>を含むプラン</a:t>
                      </a:r>
                      <a:r>
                        <a:rPr lang="en-US" altLang="ja-JP" sz="700" dirty="0">
                          <a:solidFill>
                            <a:srgbClr val="00B050"/>
                          </a:solidFill>
                        </a:rPr>
                        <a:t>)</a:t>
                      </a: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0008"/>
                  </a:ext>
                </a:extLst>
              </a:tr>
              <a:tr h="1425179">
                <a:tc>
                  <a:txBody>
                    <a:bodyPr/>
                    <a:lstStyle/>
                    <a:p>
                      <a:r>
                        <a:rPr lang="ja-JP" altLang="en-US" sz="800" b="1" kern="1200" dirty="0">
                          <a:solidFill>
                            <a:schemeClr val="dk1"/>
                          </a:solidFill>
                        </a:rPr>
                        <a:t>ソリューションの評価</a:t>
                      </a:r>
                      <a:endParaRPr lang="ja-JP" altLang="en-US" sz="800" b="1" kern="1200" dirty="0">
                        <a:solidFill>
                          <a:schemeClr val="dk1"/>
                        </a:solidFill>
                        <a:latin typeface="+mn-lt"/>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kern="1200" dirty="0">
                          <a:solidFill>
                            <a:srgbClr val="00B050"/>
                          </a:solidFill>
                          <a:effectLst/>
                        </a:rPr>
                        <a:t>強力なリレーショナル機能（</a:t>
                      </a:r>
                      <a:r>
                        <a:rPr lang="en-US" altLang="ja-JP" sz="700" kern="1200" dirty="0">
                          <a:solidFill>
                            <a:srgbClr val="00B050"/>
                          </a:solidFill>
                          <a:effectLst/>
                        </a:rPr>
                        <a:t>FILESTREAM</a:t>
                      </a:r>
                      <a:r>
                        <a:rPr lang="ja-JP" altLang="en-US" sz="700" kern="1200" dirty="0">
                          <a:solidFill>
                            <a:srgbClr val="00B050"/>
                          </a:solidFill>
                          <a:effectLst/>
                        </a:rPr>
                        <a:t>でファイルストレージ対応）。 </a:t>
                      </a:r>
                      <a:endParaRPr lang="en-US" altLang="ja-JP" sz="700" kern="1200" dirty="0">
                        <a:solidFill>
                          <a:srgbClr val="00B050"/>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kern="1200" dirty="0">
                          <a:solidFill>
                            <a:srgbClr val="00B050"/>
                          </a:solidFill>
                          <a:effectLst/>
                        </a:rPr>
                        <a:t>フルテキスト検索でコンテンツ検索が効率的。 </a:t>
                      </a:r>
                      <a:endParaRPr lang="en-US" altLang="ja-JP" sz="700" kern="1200" dirty="0">
                        <a:solidFill>
                          <a:srgbClr val="00B050"/>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kern="1200" dirty="0">
                          <a:solidFill>
                            <a:srgbClr val="00B050"/>
                          </a:solidFill>
                          <a:effectLst/>
                        </a:rPr>
                        <a:t>高性能で大規模データに強い。</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kern="1200" dirty="0">
                          <a:solidFill>
                            <a:srgbClr val="C00000"/>
                          </a:solidFill>
                          <a:effectLst/>
                        </a:rPr>
                        <a:t>ライセンスが複雑でコスト高。 </a:t>
                      </a:r>
                      <a:r>
                        <a:rPr lang="en-US" altLang="ja-JP" sz="700" kern="1200" dirty="0">
                          <a:solidFill>
                            <a:srgbClr val="C00000"/>
                          </a:solidFill>
                          <a:effectLst/>
                        </a:rPr>
                        <a:t>- </a:t>
                      </a:r>
                      <a:r>
                        <a:rPr lang="ja-JP" altLang="en-US" sz="700" kern="1200" dirty="0">
                          <a:solidFill>
                            <a:srgbClr val="C00000"/>
                          </a:solidFill>
                          <a:effectLst/>
                        </a:rPr>
                        <a:t>ファイルの大容量ストレージに不向き（</a:t>
                      </a:r>
                      <a:r>
                        <a:rPr lang="en-US" altLang="ja-JP" sz="700" kern="1200" dirty="0">
                          <a:solidFill>
                            <a:srgbClr val="C00000"/>
                          </a:solidFill>
                          <a:effectLst/>
                        </a:rPr>
                        <a:t>Blob</a:t>
                      </a:r>
                      <a:r>
                        <a:rPr lang="ja-JP" altLang="en-US" sz="700" kern="1200" dirty="0">
                          <a:solidFill>
                            <a:srgbClr val="C00000"/>
                          </a:solidFill>
                          <a:effectLst/>
                        </a:rPr>
                        <a:t>推奨）。 </a:t>
                      </a:r>
                      <a:endParaRPr lang="en-US" altLang="ja-JP" sz="700" kern="1200" dirty="0">
                        <a:solidFill>
                          <a:srgbClr val="C00000"/>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kern="1200" dirty="0">
                          <a:solidFill>
                            <a:srgbClr val="C00000"/>
                          </a:solidFill>
                          <a:effectLst/>
                        </a:rPr>
                        <a:t>バグ報告あり（クエリ結果の不整合）。</a:t>
                      </a:r>
                      <a:endParaRPr lang="en-US" altLang="ja-JP" sz="700" kern="1200" dirty="0">
                        <a:solidFill>
                          <a:srgbClr val="C00000"/>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b="1" kern="1200" dirty="0">
                          <a:solidFill>
                            <a:srgbClr val="C00000"/>
                          </a:solidFill>
                          <a:effectLst/>
                        </a:rPr>
                        <a:t>ネットワークボトルネックが発生しやすい（</a:t>
                      </a:r>
                      <a:r>
                        <a:rPr lang="en-US" altLang="ja-JP" sz="700" b="1" kern="1200" dirty="0">
                          <a:solidFill>
                            <a:srgbClr val="C00000"/>
                          </a:solidFill>
                          <a:effectLst/>
                        </a:rPr>
                        <a:t>AWS-Azure</a:t>
                      </a:r>
                      <a:r>
                        <a:rPr lang="ja-JP" altLang="en-US" sz="700" b="1" kern="1200" dirty="0">
                          <a:solidFill>
                            <a:srgbClr val="C00000"/>
                          </a:solidFill>
                          <a:effectLst/>
                        </a:rPr>
                        <a:t>間の遅延</a:t>
                      </a:r>
                      <a:r>
                        <a:rPr lang="en-US" altLang="ja-JP" sz="700" b="1" kern="1200" dirty="0">
                          <a:solidFill>
                            <a:srgbClr val="C00000"/>
                          </a:solidFill>
                          <a:effectLst/>
                        </a:rPr>
                        <a:t>: 50-200ms</a:t>
                      </a:r>
                      <a:r>
                        <a:rPr lang="ja-JP" altLang="en-US" sz="700" b="1" kern="1200" dirty="0">
                          <a:solidFill>
                            <a:srgbClr val="C00000"/>
                          </a:solidFill>
                          <a:effectLst/>
                        </a:rPr>
                        <a:t>程度、データ転送量次第でボトルネック）。大規模クエリで顕著。</a:t>
                      </a:r>
                      <a:endParaRPr lang="ja-JP" altLang="en-US" sz="700" b="1" kern="1200" dirty="0">
                        <a:solidFill>
                          <a:srgbClr val="C00000"/>
                        </a:solidFill>
                        <a:effectLst/>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dirty="0">
                          <a:solidFill>
                            <a:srgbClr val="00B050"/>
                          </a:solidFill>
                          <a:effectLst/>
                        </a:rPr>
                        <a:t>完全マネージドで高可用性・自動バックアップ。 </a:t>
                      </a:r>
                      <a:r>
                        <a:rPr lang="en-US" altLang="ja-JP" sz="700" dirty="0">
                          <a:solidFill>
                            <a:srgbClr val="00B050"/>
                          </a:solidFill>
                          <a:effectLst/>
                        </a:rPr>
                        <a:t>- </a:t>
                      </a:r>
                      <a:r>
                        <a:rPr lang="ja-JP" altLang="en-US" sz="700" dirty="0">
                          <a:solidFill>
                            <a:srgbClr val="00B050"/>
                          </a:solidFill>
                          <a:effectLst/>
                        </a:rPr>
                        <a:t>リレーショナルクエリとコンテンツ検索（フルテキスト）がネイティブサポート。 </a:t>
                      </a:r>
                      <a:endParaRPr lang="en-US" altLang="ja-JP" sz="700" dirty="0">
                        <a:solidFill>
                          <a:srgbClr val="00B050"/>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dirty="0">
                          <a:solidFill>
                            <a:srgbClr val="00B050"/>
                          </a:solidFill>
                          <a:effectLst/>
                        </a:rPr>
                        <a:t>スケーラビリティが高く、ファイルは</a:t>
                      </a:r>
                      <a:r>
                        <a:rPr lang="en-US" altLang="ja-JP" sz="700" dirty="0">
                          <a:solidFill>
                            <a:srgbClr val="00B050"/>
                          </a:solidFill>
                          <a:effectLst/>
                        </a:rPr>
                        <a:t>Blob</a:t>
                      </a:r>
                      <a:r>
                        <a:rPr lang="ja-JP" altLang="en-US" sz="700" dirty="0">
                          <a:solidFill>
                            <a:srgbClr val="00B050"/>
                          </a:solidFill>
                          <a:effectLst/>
                        </a:rPr>
                        <a:t>統合で拡張。 </a:t>
                      </a:r>
                      <a:endParaRPr lang="en-US" altLang="ja-JP" sz="700" dirty="0">
                        <a:solidFill>
                          <a:srgbClr val="00B050"/>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altLang="ja-JP" sz="700" dirty="0">
                          <a:solidFill>
                            <a:srgbClr val="00B050"/>
                          </a:solidFill>
                          <a:effectLst/>
                        </a:rPr>
                        <a:t>Azure</a:t>
                      </a:r>
                      <a:r>
                        <a:rPr lang="ja-JP" altLang="en-US" sz="700" dirty="0">
                          <a:solidFill>
                            <a:srgbClr val="00B050"/>
                          </a:solidFill>
                          <a:effectLst/>
                        </a:rPr>
                        <a:t>エコシステムとの親和性抜群。</a:t>
                      </a:r>
                      <a:endParaRPr lang="en-US" altLang="ja-JP" sz="700" dirty="0">
                        <a:solidFill>
                          <a:srgbClr val="00B050"/>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altLang="ja-JP" sz="700" kern="1200" dirty="0">
                          <a:solidFill>
                            <a:srgbClr val="C00000"/>
                          </a:solidFill>
                          <a:effectLst/>
                        </a:rPr>
                        <a:t>SQL Server 2022</a:t>
                      </a:r>
                      <a:r>
                        <a:rPr lang="ja-JP" altLang="en-US" sz="700" kern="1200" dirty="0">
                          <a:solidFill>
                            <a:srgbClr val="C00000"/>
                          </a:solidFill>
                          <a:effectLst/>
                        </a:rPr>
                        <a:t>はサードパーティ</a:t>
                      </a:r>
                      <a:r>
                        <a:rPr lang="en-US" altLang="ja-JP" sz="700" kern="1200" dirty="0" err="1">
                          <a:solidFill>
                            <a:srgbClr val="C00000"/>
                          </a:solidFill>
                          <a:effectLst/>
                        </a:rPr>
                        <a:t>IFilter</a:t>
                      </a:r>
                      <a:r>
                        <a:rPr lang="ja-JP" altLang="en-US" sz="700" kern="1200" dirty="0">
                          <a:solidFill>
                            <a:srgbClr val="C00000"/>
                          </a:solidFill>
                          <a:effectLst/>
                        </a:rPr>
                        <a:t>やカスタム拡張で柔軟性が高く、大規模</a:t>
                      </a:r>
                      <a:r>
                        <a:rPr lang="en-US" altLang="ja-JP" sz="700" kern="1200" dirty="0">
                          <a:solidFill>
                            <a:srgbClr val="C00000"/>
                          </a:solidFill>
                          <a:effectLst/>
                        </a:rPr>
                        <a:t>/</a:t>
                      </a:r>
                      <a:r>
                        <a:rPr lang="ja-JP" altLang="en-US" sz="700" kern="1200" dirty="0">
                          <a:solidFill>
                            <a:srgbClr val="C00000"/>
                          </a:solidFill>
                          <a:effectLst/>
                        </a:rPr>
                        <a:t>複雑な検索に適。</a:t>
                      </a:r>
                      <a:r>
                        <a:rPr lang="en-US" altLang="ja-JP" sz="700" kern="1200" dirty="0">
                          <a:solidFill>
                            <a:srgbClr val="C00000"/>
                          </a:solidFill>
                          <a:effectLst/>
                        </a:rPr>
                        <a:t>Azure SQL</a:t>
                      </a:r>
                      <a:r>
                        <a:rPr lang="ja-JP" altLang="en-US" sz="700" kern="1200" dirty="0">
                          <a:solidFill>
                            <a:srgbClr val="C00000"/>
                          </a:solidFill>
                          <a:effectLst/>
                        </a:rPr>
                        <a:t>は基本</a:t>
                      </a:r>
                      <a:r>
                        <a:rPr lang="en-US" altLang="ja-JP" sz="700" kern="1200" dirty="0">
                          <a:solidFill>
                            <a:srgbClr val="C00000"/>
                          </a:solidFill>
                          <a:effectLst/>
                        </a:rPr>
                        <a:t>FTS</a:t>
                      </a:r>
                      <a:r>
                        <a:rPr lang="ja-JP" altLang="en-US" sz="700" kern="1200" dirty="0">
                          <a:solidFill>
                            <a:srgbClr val="C00000"/>
                          </a:solidFill>
                          <a:effectLst/>
                        </a:rPr>
                        <a:t>で十分だが、カスタマイズ性に欠ける。</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US" altLang="ja-JP" sz="700" kern="1200" dirty="0">
                        <a:solidFill>
                          <a:schemeClr val="dk1"/>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ja-JP" altLang="en-US" sz="700" dirty="0">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ja-JP" altLang="en-US" sz="700" dirty="0">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kern="1200" dirty="0">
                          <a:solidFill>
                            <a:srgbClr val="00B050"/>
                          </a:solidFill>
                          <a:effectLst/>
                        </a:rPr>
                        <a:t>低コードでリレーショナルモデル構築容易（テーブル間関係）。 </a:t>
                      </a:r>
                      <a:endParaRPr lang="en-US" altLang="ja-JP" sz="700" kern="1200" dirty="0">
                        <a:solidFill>
                          <a:srgbClr val="00B050"/>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kern="1200" dirty="0">
                          <a:solidFill>
                            <a:srgbClr val="00B050"/>
                          </a:solidFill>
                          <a:effectLst/>
                        </a:rPr>
                        <a:t>ファイル添付と</a:t>
                      </a:r>
                      <a:r>
                        <a:rPr lang="en-US" altLang="ja-JP" sz="700" kern="1200" dirty="0">
                          <a:solidFill>
                            <a:srgbClr val="00B050"/>
                          </a:solidFill>
                          <a:effectLst/>
                        </a:rPr>
                        <a:t>AI</a:t>
                      </a:r>
                      <a:r>
                        <a:rPr lang="ja-JP" altLang="en-US" sz="700" kern="1200" dirty="0">
                          <a:solidFill>
                            <a:srgbClr val="00B050"/>
                          </a:solidFill>
                          <a:effectLst/>
                        </a:rPr>
                        <a:t>駆動検索（</a:t>
                      </a:r>
                      <a:r>
                        <a:rPr lang="en-US" altLang="ja-JP" sz="700" kern="1200" dirty="0">
                          <a:solidFill>
                            <a:srgbClr val="00B050"/>
                          </a:solidFill>
                          <a:effectLst/>
                        </a:rPr>
                        <a:t>Dataverse Search</a:t>
                      </a:r>
                      <a:r>
                        <a:rPr lang="ja-JP" altLang="en-US" sz="700" kern="1200" dirty="0">
                          <a:solidFill>
                            <a:srgbClr val="00B050"/>
                          </a:solidFill>
                          <a:effectLst/>
                        </a:rPr>
                        <a:t>）が強み。 </a:t>
                      </a:r>
                      <a:endParaRPr lang="en-US" altLang="ja-JP" sz="700" kern="1200" dirty="0">
                        <a:solidFill>
                          <a:srgbClr val="00B050"/>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kern="1200" dirty="0">
                          <a:solidFill>
                            <a:srgbClr val="00B050"/>
                          </a:solidFill>
                          <a:effectLst/>
                        </a:rPr>
                        <a:t>セキュリティ・スケーラビリティ高く、</a:t>
                      </a:r>
                      <a:r>
                        <a:rPr lang="en-US" altLang="ja-JP" sz="700" kern="1200" dirty="0">
                          <a:solidFill>
                            <a:srgbClr val="00B050"/>
                          </a:solidFill>
                          <a:effectLst/>
                        </a:rPr>
                        <a:t>Power Apps</a:t>
                      </a:r>
                      <a:r>
                        <a:rPr lang="ja-JP" altLang="en-US" sz="700" kern="1200" dirty="0">
                          <a:solidFill>
                            <a:srgbClr val="00B050"/>
                          </a:solidFill>
                          <a:effectLst/>
                        </a:rPr>
                        <a:t>統合。 </a:t>
                      </a:r>
                      <a:endParaRPr lang="en-US" altLang="ja-JP" sz="700" kern="1200" dirty="0">
                        <a:solidFill>
                          <a:srgbClr val="00B050"/>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kern="1200" dirty="0">
                          <a:solidFill>
                            <a:srgbClr val="00B050"/>
                          </a:solidFill>
                          <a:effectLst/>
                        </a:rPr>
                        <a:t>ビジネスアプリ向けに最適化。</a:t>
                      </a:r>
                      <a:endParaRPr lang="en-US" altLang="ja-JP" sz="700" kern="1200" dirty="0">
                        <a:solidFill>
                          <a:srgbClr val="00B050"/>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dirty="0">
                          <a:solidFill>
                            <a:srgbClr val="C00000"/>
                          </a:solidFill>
                          <a:effectLst/>
                        </a:rPr>
                        <a:t>容量制限（</a:t>
                      </a:r>
                      <a:r>
                        <a:rPr lang="en-US" altLang="ja-JP" sz="700" dirty="0">
                          <a:solidFill>
                            <a:srgbClr val="C00000"/>
                          </a:solidFill>
                          <a:effectLst/>
                        </a:rPr>
                        <a:t>DB/</a:t>
                      </a:r>
                      <a:r>
                        <a:rPr lang="ja-JP" altLang="en-US" sz="700" dirty="0">
                          <a:solidFill>
                            <a:srgbClr val="C00000"/>
                          </a:solidFill>
                          <a:effectLst/>
                        </a:rPr>
                        <a:t>ファイル</a:t>
                      </a:r>
                      <a:r>
                        <a:rPr lang="en-US" altLang="ja-JP" sz="700" dirty="0">
                          <a:solidFill>
                            <a:srgbClr val="C00000"/>
                          </a:solidFill>
                          <a:effectLst/>
                        </a:rPr>
                        <a:t>/</a:t>
                      </a:r>
                      <a:r>
                        <a:rPr lang="ja-JP" altLang="en-US" sz="700" dirty="0">
                          <a:solidFill>
                            <a:srgbClr val="C00000"/>
                          </a:solidFill>
                          <a:effectLst/>
                        </a:rPr>
                        <a:t>ログ別）と高コスト。 </a:t>
                      </a:r>
                      <a:endParaRPr lang="en-US" altLang="ja-JP" sz="700" dirty="0">
                        <a:solidFill>
                          <a:srgbClr val="C00000"/>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dirty="0">
                          <a:solidFill>
                            <a:srgbClr val="C00000"/>
                          </a:solidFill>
                          <a:effectLst/>
                        </a:rPr>
                        <a:t>複雑なクエリでパフォーマンス低下。 </a:t>
                      </a:r>
                      <a:endParaRPr lang="en-US" altLang="ja-JP" sz="700" dirty="0">
                        <a:solidFill>
                          <a:srgbClr val="C00000"/>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altLang="ja-JP" sz="700" dirty="0">
                          <a:solidFill>
                            <a:srgbClr val="C00000"/>
                          </a:solidFill>
                          <a:effectLst/>
                        </a:rPr>
                        <a:t>SharePoint</a:t>
                      </a:r>
                      <a:r>
                        <a:rPr lang="ja-JP" altLang="en-US" sz="700" dirty="0">
                          <a:solidFill>
                            <a:srgbClr val="C00000"/>
                          </a:solidFill>
                          <a:effectLst/>
                        </a:rPr>
                        <a:t>リストよりスケールするが、</a:t>
                      </a:r>
                      <a:r>
                        <a:rPr lang="en-US" altLang="ja-JP" sz="700" dirty="0">
                          <a:solidFill>
                            <a:srgbClr val="C00000"/>
                          </a:solidFill>
                          <a:effectLst/>
                        </a:rPr>
                        <a:t>SQL</a:t>
                      </a:r>
                      <a:r>
                        <a:rPr lang="ja-JP" altLang="en-US" sz="700" dirty="0">
                          <a:solidFill>
                            <a:srgbClr val="C00000"/>
                          </a:solidFill>
                          <a:effectLst/>
                        </a:rPr>
                        <a:t>ほど柔軟でない。</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ja-JP" altLang="en-US" sz="700" kern="1200" dirty="0">
                        <a:solidFill>
                          <a:schemeClr val="dk1"/>
                        </a:solidFill>
                        <a:effectLst/>
                      </a:endParaRPr>
                    </a:p>
                    <a:p>
                      <a:endParaRPr lang="en-US" altLang="ja-JP" sz="700" dirty="0">
                        <a:solidFill>
                          <a:srgbClr val="FF0000"/>
                        </a:solidFill>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dirty="0">
                          <a:solidFill>
                            <a:srgbClr val="00B050"/>
                          </a:solidFill>
                          <a:effectLst/>
                        </a:rPr>
                        <a:t>無料でフルリレーショナル（</a:t>
                      </a:r>
                      <a:r>
                        <a:rPr lang="en-US" altLang="ja-JP" sz="700" dirty="0">
                          <a:solidFill>
                            <a:srgbClr val="00B050"/>
                          </a:solidFill>
                          <a:effectLst/>
                        </a:rPr>
                        <a:t>JSON</a:t>
                      </a:r>
                      <a:r>
                        <a:rPr lang="ja-JP" altLang="en-US" sz="700" dirty="0">
                          <a:solidFill>
                            <a:srgbClr val="00B050"/>
                          </a:solidFill>
                          <a:effectLst/>
                        </a:rPr>
                        <a:t>サポートで柔軟）。 </a:t>
                      </a:r>
                      <a:endParaRPr lang="en-US" altLang="ja-JP" sz="700" dirty="0">
                        <a:solidFill>
                          <a:srgbClr val="00B050"/>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dirty="0">
                          <a:solidFill>
                            <a:srgbClr val="00B050"/>
                          </a:solidFill>
                          <a:effectLst/>
                        </a:rPr>
                        <a:t>フルテキスト検索（</a:t>
                      </a:r>
                      <a:r>
                        <a:rPr lang="en-US" altLang="ja-JP" sz="700" dirty="0" err="1">
                          <a:solidFill>
                            <a:srgbClr val="00B050"/>
                          </a:solidFill>
                          <a:effectLst/>
                        </a:rPr>
                        <a:t>tsvector</a:t>
                      </a:r>
                      <a:r>
                        <a:rPr lang="ja-JP" altLang="en-US" sz="700" dirty="0">
                          <a:solidFill>
                            <a:srgbClr val="00B050"/>
                          </a:solidFill>
                          <a:effectLst/>
                        </a:rPr>
                        <a:t>）が強力でコンテンツ検索対応。 </a:t>
                      </a:r>
                      <a:endParaRPr lang="en-US" altLang="ja-JP" sz="700" dirty="0">
                        <a:solidFill>
                          <a:srgbClr val="00B050"/>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altLang="ja-JP" sz="700" dirty="0">
                          <a:solidFill>
                            <a:srgbClr val="00B050"/>
                          </a:solidFill>
                          <a:effectLst/>
                        </a:rPr>
                        <a:t>ACID</a:t>
                      </a:r>
                      <a:r>
                        <a:rPr lang="ja-JP" altLang="en-US" sz="700" dirty="0">
                          <a:solidFill>
                            <a:srgbClr val="00B050"/>
                          </a:solidFill>
                          <a:effectLst/>
                        </a:rPr>
                        <a:t>準拠で信頼性高く、拡張性良好。 </a:t>
                      </a:r>
                      <a:r>
                        <a:rPr lang="en-US" altLang="ja-JP" sz="700" dirty="0">
                          <a:solidFill>
                            <a:srgbClr val="00B050"/>
                          </a:solidFill>
                          <a:effectLst/>
                        </a:rPr>
                        <a:t>- </a:t>
                      </a:r>
                      <a:r>
                        <a:rPr lang="ja-JP" altLang="en-US" sz="700" dirty="0">
                          <a:solidFill>
                            <a:srgbClr val="00B050"/>
                          </a:solidFill>
                          <a:effectLst/>
                        </a:rPr>
                        <a:t>カスタム拡張（</a:t>
                      </a:r>
                      <a:r>
                        <a:rPr lang="en-US" altLang="ja-JP" sz="700" dirty="0" err="1">
                          <a:solidFill>
                            <a:srgbClr val="00B050"/>
                          </a:solidFill>
                          <a:effectLst/>
                        </a:rPr>
                        <a:t>pg_trgm</a:t>
                      </a:r>
                      <a:r>
                        <a:rPr lang="ja-JP" altLang="en-US" sz="700" dirty="0">
                          <a:solidFill>
                            <a:srgbClr val="00B050"/>
                          </a:solidFill>
                          <a:effectLst/>
                        </a:rPr>
                        <a:t>など）でファイル検索強化。</a:t>
                      </a:r>
                      <a:endParaRPr lang="en-US" altLang="ja-JP" sz="700" dirty="0">
                        <a:solidFill>
                          <a:srgbClr val="00B050"/>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b="1" dirty="0">
                          <a:solidFill>
                            <a:srgbClr val="C00000"/>
                          </a:solidFill>
                          <a:effectLst/>
                        </a:rPr>
                        <a:t>大容量ファイルストレージに不向き（</a:t>
                      </a:r>
                      <a:r>
                        <a:rPr lang="en-US" altLang="ja-JP" sz="700" b="1" dirty="0">
                          <a:solidFill>
                            <a:srgbClr val="C00000"/>
                          </a:solidFill>
                          <a:effectLst/>
                        </a:rPr>
                        <a:t>TOAST</a:t>
                      </a:r>
                      <a:r>
                        <a:rPr lang="ja-JP" altLang="en-US" sz="700" b="1" dirty="0">
                          <a:solidFill>
                            <a:srgbClr val="C00000"/>
                          </a:solidFill>
                          <a:effectLst/>
                        </a:rPr>
                        <a:t>使用でパフォーマンス低下）</a:t>
                      </a:r>
                      <a:r>
                        <a:rPr lang="ja-JP" altLang="en-US" sz="700" dirty="0">
                          <a:solidFill>
                            <a:srgbClr val="C00000"/>
                          </a:solidFill>
                          <a:effectLst/>
                        </a:rPr>
                        <a:t>。 </a:t>
                      </a:r>
                      <a:endParaRPr lang="en-US" altLang="ja-JP" sz="700" dirty="0">
                        <a:solidFill>
                          <a:srgbClr val="C00000"/>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dirty="0">
                          <a:solidFill>
                            <a:srgbClr val="C00000"/>
                          </a:solidFill>
                          <a:effectLst/>
                        </a:rPr>
                        <a:t>セットアップ複雑でメンテナンス負荷。 </a:t>
                      </a:r>
                      <a:endParaRPr lang="en-US" altLang="ja-JP" sz="700" dirty="0">
                        <a:solidFill>
                          <a:srgbClr val="C00000"/>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dirty="0">
                          <a:solidFill>
                            <a:srgbClr val="C00000"/>
                          </a:solidFill>
                          <a:effectLst/>
                        </a:rPr>
                        <a:t>商用サポート別途必要。</a:t>
                      </a:r>
                    </a:p>
                    <a:p>
                      <a:endParaRPr lang="ja-JP" altLang="en-US" sz="700" dirty="0">
                        <a:solidFill>
                          <a:srgbClr val="FF0000"/>
                        </a:solidFill>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dirty="0">
                          <a:solidFill>
                            <a:srgbClr val="00B050"/>
                          </a:solidFill>
                          <a:effectLst/>
                        </a:rPr>
                        <a:t>ファイル中心のストレージでメタデータによる関係性管理。 </a:t>
                      </a:r>
                      <a:endParaRPr lang="en-US" altLang="ja-JP" sz="700" dirty="0">
                        <a:solidFill>
                          <a:srgbClr val="00B050"/>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dirty="0">
                          <a:solidFill>
                            <a:srgbClr val="00B050"/>
                          </a:solidFill>
                          <a:effectLst/>
                        </a:rPr>
                        <a:t>強力な検索（</a:t>
                      </a:r>
                      <a:r>
                        <a:rPr lang="en-US" altLang="ja-JP" sz="700" dirty="0">
                          <a:solidFill>
                            <a:srgbClr val="00B050"/>
                          </a:solidFill>
                          <a:effectLst/>
                        </a:rPr>
                        <a:t>Microsoft Search</a:t>
                      </a:r>
                      <a:r>
                        <a:rPr lang="ja-JP" altLang="en-US" sz="700" dirty="0">
                          <a:solidFill>
                            <a:srgbClr val="00B050"/>
                          </a:solidFill>
                          <a:effectLst/>
                        </a:rPr>
                        <a:t>）でコンテンツ抽出優秀。 </a:t>
                      </a:r>
                      <a:endParaRPr lang="en-US" altLang="ja-JP" sz="700" dirty="0">
                        <a:solidFill>
                          <a:srgbClr val="00B050"/>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ja-JP" altLang="en-US" sz="700" dirty="0">
                          <a:solidFill>
                            <a:srgbClr val="00B050"/>
                          </a:solidFill>
                          <a:effectLst/>
                        </a:rPr>
                        <a:t>コラボレーション・バージョン管理がネイティブ。 </a:t>
                      </a:r>
                      <a:endParaRPr lang="en-US" altLang="ja-JP" sz="700" dirty="0">
                        <a:solidFill>
                          <a:srgbClr val="00B050"/>
                        </a:solidFill>
                        <a:effectLst/>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altLang="ja-JP" sz="700" dirty="0">
                          <a:solidFill>
                            <a:srgbClr val="00B050"/>
                          </a:solidFill>
                          <a:effectLst/>
                        </a:rPr>
                        <a:t>M365</a:t>
                      </a:r>
                      <a:r>
                        <a:rPr lang="ja-JP" altLang="en-US" sz="700" dirty="0">
                          <a:solidFill>
                            <a:srgbClr val="00B050"/>
                          </a:solidFill>
                          <a:effectLst/>
                        </a:rPr>
                        <a:t>統合でユーザー友好。</a:t>
                      </a:r>
                    </a:p>
                    <a:p>
                      <a:endParaRPr lang="en-US" altLang="zh-CN" sz="700" dirty="0">
                        <a:solidFill>
                          <a:srgbClr val="FF0000"/>
                        </a:solidFill>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291555614"/>
                  </a:ext>
                </a:extLst>
              </a:tr>
              <a:tr h="825647">
                <a:tc>
                  <a:txBody>
                    <a:bodyPr/>
                    <a:lstStyle/>
                    <a:p>
                      <a:r>
                        <a:rPr lang="ja-JP" altLang="en-US" sz="800" b="1" kern="1200" dirty="0">
                          <a:solidFill>
                            <a:schemeClr val="dk1"/>
                          </a:solidFill>
                        </a:rPr>
                        <a:t>ディリバリー面の評価</a:t>
                      </a:r>
                      <a:endParaRPr lang="ja-JP" altLang="en-US" sz="800" b="1" kern="1200" dirty="0">
                        <a:solidFill>
                          <a:schemeClr val="dk1"/>
                        </a:solidFill>
                        <a:latin typeface="+mn-lt"/>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altLang="ja-JP" sz="700" kern="1200" dirty="0">
                          <a:solidFill>
                            <a:srgbClr val="C00000"/>
                          </a:solidFill>
                          <a:effectLst/>
                        </a:rPr>
                        <a:t>On-premises data gateway</a:t>
                      </a:r>
                      <a:r>
                        <a:rPr lang="ja-JP" altLang="de-DE" sz="700" kern="1200" dirty="0">
                          <a:solidFill>
                            <a:srgbClr val="C00000"/>
                          </a:solidFill>
                          <a:effectLst/>
                        </a:rPr>
                        <a:t>（</a:t>
                      </a:r>
                      <a:r>
                        <a:rPr lang="ja-JP" altLang="en-US" sz="700" kern="1200" dirty="0">
                          <a:solidFill>
                            <a:srgbClr val="C00000"/>
                          </a:solidFill>
                          <a:effectLst/>
                        </a:rPr>
                        <a:t>以下、</a:t>
                      </a:r>
                      <a:r>
                        <a:rPr lang="de-DE" altLang="ja-JP" sz="700" kern="1200" dirty="0">
                          <a:solidFill>
                            <a:srgbClr val="C00000"/>
                          </a:solidFill>
                          <a:effectLst/>
                        </a:rPr>
                        <a:t>Gateway</a:t>
                      </a:r>
                      <a:r>
                        <a:rPr lang="ja-JP" altLang="de-DE" sz="700" kern="1200" dirty="0">
                          <a:solidFill>
                            <a:srgbClr val="C00000"/>
                          </a:solidFill>
                          <a:effectLst/>
                        </a:rPr>
                        <a:t>）</a:t>
                      </a:r>
                      <a:r>
                        <a:rPr lang="ja-JP" altLang="en-US" sz="700" kern="1200" dirty="0">
                          <a:solidFill>
                            <a:srgbClr val="C00000"/>
                          </a:solidFill>
                          <a:effectLst/>
                        </a:rPr>
                        <a:t>のインストールが必要。</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700" kern="1200" dirty="0">
                          <a:solidFill>
                            <a:srgbClr val="C00000"/>
                          </a:solidFill>
                          <a:effectLst/>
                        </a:rPr>
                        <a:t>作業量高：サーバー</a:t>
                      </a:r>
                      <a:r>
                        <a:rPr lang="en-US" altLang="ja-JP" sz="700" kern="1200" dirty="0">
                          <a:solidFill>
                            <a:srgbClr val="C00000"/>
                          </a:solidFill>
                          <a:effectLst/>
                        </a:rPr>
                        <a:t>OS</a:t>
                      </a:r>
                      <a:r>
                        <a:rPr lang="ja-JP" altLang="en-US" sz="700" kern="1200" dirty="0">
                          <a:solidFill>
                            <a:srgbClr val="C00000"/>
                          </a:solidFill>
                          <a:effectLst/>
                        </a:rPr>
                        <a:t>インストール、</a:t>
                      </a:r>
                      <a:r>
                        <a:rPr lang="en-US" altLang="ja-JP" sz="700" kern="1200" dirty="0">
                          <a:solidFill>
                            <a:srgbClr val="C00000"/>
                          </a:solidFill>
                          <a:effectLst/>
                        </a:rPr>
                        <a:t>DB</a:t>
                      </a:r>
                      <a:r>
                        <a:rPr lang="ja-JP" altLang="en-US" sz="700" kern="1200" dirty="0">
                          <a:solidFill>
                            <a:srgbClr val="C00000"/>
                          </a:solidFill>
                          <a:effectLst/>
                        </a:rPr>
                        <a:t>セットアップ、セキュリティ設定、バックアップ構成が必要。デバッグでツール（</a:t>
                      </a:r>
                      <a:r>
                        <a:rPr lang="en-US" altLang="ja-JP" sz="700" kern="1200" dirty="0">
                          <a:solidFill>
                            <a:srgbClr val="C00000"/>
                          </a:solidFill>
                          <a:effectLst/>
                        </a:rPr>
                        <a:t>SSMS</a:t>
                      </a:r>
                      <a:r>
                        <a:rPr lang="ja-JP" altLang="en-US" sz="700" kern="1200" dirty="0">
                          <a:solidFill>
                            <a:srgbClr val="C00000"/>
                          </a:solidFill>
                          <a:effectLst/>
                        </a:rPr>
                        <a:t>）導入、テストがすべて必要。</a:t>
                      </a:r>
                      <a:endParaRPr lang="en-US" altLang="ja-JP" sz="700" kern="1200" dirty="0">
                        <a:solidFill>
                          <a:srgbClr val="C00000"/>
                        </a:solidFill>
                        <a:effectLst/>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700" kern="1200" dirty="0">
                          <a:solidFill>
                            <a:srgbClr val="00B050"/>
                          </a:solidFill>
                          <a:effectLst/>
                        </a:rPr>
                        <a:t>実績があり</a:t>
                      </a:r>
                      <a:endParaRPr lang="ja-JP" altLang="en-US" sz="700" kern="1200" dirty="0">
                        <a:solidFill>
                          <a:srgbClr val="00B050"/>
                        </a:solidFill>
                        <a:effectLst/>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700" dirty="0">
                          <a:solidFill>
                            <a:srgbClr val="00B050"/>
                          </a:solidFill>
                          <a:effectLst/>
                        </a:rPr>
                        <a:t>作業量低：</a:t>
                      </a:r>
                      <a:r>
                        <a:rPr lang="en-US" altLang="ja-JP" sz="700" dirty="0">
                          <a:solidFill>
                            <a:srgbClr val="00B050"/>
                          </a:solidFill>
                          <a:effectLst/>
                        </a:rPr>
                        <a:t>Azure</a:t>
                      </a:r>
                      <a:r>
                        <a:rPr lang="ja-JP" altLang="en-US" sz="700" dirty="0">
                          <a:solidFill>
                            <a:srgbClr val="00B050"/>
                          </a:solidFill>
                          <a:effectLst/>
                        </a:rPr>
                        <a:t>ポータルで数分でデプロイ。デバッグは</a:t>
                      </a:r>
                      <a:r>
                        <a:rPr lang="en-US" altLang="ja-JP" sz="700" dirty="0">
                          <a:solidFill>
                            <a:srgbClr val="00B050"/>
                          </a:solidFill>
                          <a:effectLst/>
                        </a:rPr>
                        <a:t>Azure</a:t>
                      </a:r>
                      <a:r>
                        <a:rPr lang="ja-JP" altLang="en-US" sz="700" dirty="0">
                          <a:solidFill>
                            <a:srgbClr val="00B050"/>
                          </a:solidFill>
                          <a:effectLst/>
                        </a:rPr>
                        <a:t>ツールで即時、学習曲線短め（数時間）。</a:t>
                      </a:r>
                      <a:endParaRPr lang="en-US" altLang="ja-JP" sz="700" dirty="0">
                        <a:solidFill>
                          <a:srgbClr val="00B050"/>
                        </a:solidFill>
                        <a:effectLst/>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700" dirty="0">
                          <a:solidFill>
                            <a:srgbClr val="00B050"/>
                          </a:solidFill>
                          <a:effectLst/>
                        </a:rPr>
                        <a:t>実績がないが、添付ファイル以外には</a:t>
                      </a:r>
                      <a:r>
                        <a:rPr lang="en-US" altLang="ja-JP" sz="700" dirty="0" err="1">
                          <a:solidFill>
                            <a:srgbClr val="00B050"/>
                          </a:solidFill>
                          <a:effectLst/>
                        </a:rPr>
                        <a:t>Sqlserver</a:t>
                      </a:r>
                      <a:r>
                        <a:rPr lang="ja-JP" altLang="en-US" sz="700" dirty="0">
                          <a:solidFill>
                            <a:srgbClr val="00B050"/>
                          </a:solidFill>
                          <a:effectLst/>
                        </a:rPr>
                        <a:t>　</a:t>
                      </a:r>
                      <a:r>
                        <a:rPr lang="en-US" altLang="ja-JP" sz="700" dirty="0">
                          <a:solidFill>
                            <a:srgbClr val="00B050"/>
                          </a:solidFill>
                          <a:effectLst/>
                        </a:rPr>
                        <a:t>2022</a:t>
                      </a:r>
                      <a:r>
                        <a:rPr lang="ja-JP" altLang="en-US" sz="700" dirty="0">
                          <a:solidFill>
                            <a:srgbClr val="00B050"/>
                          </a:solidFill>
                          <a:effectLst/>
                        </a:rPr>
                        <a:t>とは差異がない</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ja-JP" altLang="en-US" sz="700" dirty="0">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700" dirty="0">
                          <a:solidFill>
                            <a:srgbClr val="00B050"/>
                          </a:solidFill>
                          <a:effectLst/>
                        </a:rPr>
                        <a:t>作業量低：</a:t>
                      </a:r>
                      <a:r>
                        <a:rPr lang="en-US" altLang="ja-JP" sz="700" dirty="0">
                          <a:solidFill>
                            <a:srgbClr val="00B050"/>
                          </a:solidFill>
                          <a:effectLst/>
                        </a:rPr>
                        <a:t>Microsoft 365</a:t>
                      </a:r>
                      <a:r>
                        <a:rPr lang="ja-JP" altLang="en-US" sz="700" dirty="0">
                          <a:solidFill>
                            <a:srgbClr val="00B050"/>
                          </a:solidFill>
                          <a:effectLst/>
                        </a:rPr>
                        <a:t>統合で即時セットアップ。デバッグは</a:t>
                      </a:r>
                      <a:r>
                        <a:rPr lang="en-US" altLang="ja-JP" sz="700" dirty="0">
                          <a:solidFill>
                            <a:srgbClr val="00B050"/>
                          </a:solidFill>
                          <a:effectLst/>
                        </a:rPr>
                        <a:t>Power Platform</a:t>
                      </a:r>
                      <a:r>
                        <a:rPr lang="ja-JP" altLang="en-US" sz="700" dirty="0">
                          <a:solidFill>
                            <a:srgbClr val="00B050"/>
                          </a:solidFill>
                          <a:effectLst/>
                        </a:rPr>
                        <a:t>ツールで簡単</a:t>
                      </a:r>
                      <a:endParaRPr lang="en-US" altLang="ja-JP" sz="700" dirty="0">
                        <a:solidFill>
                          <a:srgbClr val="00B050"/>
                        </a:solidFill>
                        <a:effectLst/>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700" dirty="0">
                          <a:solidFill>
                            <a:srgbClr val="00B050"/>
                          </a:solidFill>
                          <a:effectLst/>
                        </a:rPr>
                        <a:t>弊社実績があり、</a:t>
                      </a:r>
                    </a:p>
                    <a:p>
                      <a:pPr marL="171450" indent="-171450">
                        <a:buFont typeface="Arial" panose="020B0604020202020204" pitchFamily="34" charset="0"/>
                        <a:buChar char="•"/>
                      </a:pPr>
                      <a:endParaRPr lang="en-US" altLang="ja-JP" sz="700" dirty="0">
                        <a:solidFill>
                          <a:srgbClr val="FF0000"/>
                        </a:solidFill>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700" dirty="0">
                          <a:solidFill>
                            <a:srgbClr val="C00000"/>
                          </a:solidFill>
                          <a:effectLst/>
                        </a:rPr>
                        <a:t>作業量中：インストール（</a:t>
                      </a:r>
                      <a:r>
                        <a:rPr lang="en-US" altLang="ja-JP" sz="700" dirty="0">
                          <a:solidFill>
                            <a:srgbClr val="C00000"/>
                          </a:solidFill>
                          <a:effectLst/>
                        </a:rPr>
                        <a:t>Docker</a:t>
                      </a:r>
                      <a:r>
                        <a:rPr lang="ja-JP" altLang="en-US" sz="700" dirty="0">
                          <a:solidFill>
                            <a:srgbClr val="C00000"/>
                          </a:solidFill>
                          <a:effectLst/>
                        </a:rPr>
                        <a:t>推奨）、構成（インデックス</a:t>
                      </a:r>
                      <a:r>
                        <a:rPr lang="en-US" altLang="ja-JP" sz="700" dirty="0">
                          <a:solidFill>
                            <a:srgbClr val="C00000"/>
                          </a:solidFill>
                          <a:effectLst/>
                        </a:rPr>
                        <a:t>/</a:t>
                      </a:r>
                      <a:r>
                        <a:rPr lang="ja-JP" altLang="en-US" sz="700" dirty="0">
                          <a:solidFill>
                            <a:srgbClr val="C00000"/>
                          </a:solidFill>
                          <a:effectLst/>
                        </a:rPr>
                        <a:t>検索設定）で複難。</a:t>
                      </a:r>
                      <a:endParaRPr lang="en-US" altLang="ja-JP" sz="700" dirty="0">
                        <a:solidFill>
                          <a:srgbClr val="C00000"/>
                        </a:solidFill>
                        <a:effectLst/>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ja-JP" altLang="en-US" sz="700" dirty="0">
                          <a:solidFill>
                            <a:srgbClr val="C00000"/>
                          </a:solidFill>
                          <a:effectLst/>
                        </a:rPr>
                        <a:t>デバッグツール（</a:t>
                      </a:r>
                      <a:r>
                        <a:rPr lang="en-US" altLang="ja-JP" sz="700" dirty="0" err="1">
                          <a:solidFill>
                            <a:srgbClr val="C00000"/>
                          </a:solidFill>
                          <a:effectLst/>
                        </a:rPr>
                        <a:t>pgAdmin</a:t>
                      </a:r>
                      <a:r>
                        <a:rPr lang="ja-JP" altLang="en-US" sz="700" dirty="0">
                          <a:solidFill>
                            <a:srgbClr val="C00000"/>
                          </a:solidFill>
                          <a:effectLst/>
                        </a:rPr>
                        <a:t>）で中程度。</a:t>
                      </a:r>
                      <a:endParaRPr lang="en-US" altLang="ja-JP" sz="700" dirty="0">
                        <a:solidFill>
                          <a:srgbClr val="C00000"/>
                        </a:solidFill>
                        <a:effectLst/>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ja-JP" sz="700" dirty="0">
                          <a:solidFill>
                            <a:srgbClr val="C00000"/>
                          </a:solidFill>
                          <a:effectLst/>
                        </a:rPr>
                        <a:t>Power</a:t>
                      </a:r>
                      <a:r>
                        <a:rPr lang="ja-JP" altLang="en-US" sz="700" dirty="0">
                          <a:solidFill>
                            <a:srgbClr val="C00000"/>
                          </a:solidFill>
                          <a:effectLst/>
                        </a:rPr>
                        <a:t> </a:t>
                      </a:r>
                      <a:r>
                        <a:rPr lang="en-US" altLang="ja-JP" sz="700" dirty="0">
                          <a:solidFill>
                            <a:srgbClr val="C00000"/>
                          </a:solidFill>
                          <a:effectLst/>
                        </a:rPr>
                        <a:t>Platform</a:t>
                      </a:r>
                      <a:r>
                        <a:rPr lang="ja-JP" altLang="en-US" sz="700" dirty="0">
                          <a:solidFill>
                            <a:srgbClr val="C00000"/>
                          </a:solidFill>
                          <a:effectLst/>
                        </a:rPr>
                        <a:t>との連携には実績がない、</a:t>
                      </a:r>
                      <a:r>
                        <a:rPr lang="en-US" altLang="ja-JP" sz="700" dirty="0">
                          <a:solidFill>
                            <a:srgbClr val="C00000"/>
                          </a:solidFill>
                          <a:effectLst/>
                        </a:rPr>
                        <a:t>POC</a:t>
                      </a:r>
                      <a:r>
                        <a:rPr lang="ja-JP" altLang="en-US" sz="700" dirty="0">
                          <a:solidFill>
                            <a:srgbClr val="C00000"/>
                          </a:solidFill>
                          <a:effectLst/>
                        </a:rPr>
                        <a:t>範囲は拡大。</a:t>
                      </a:r>
                      <a:endParaRPr lang="en-US" altLang="ja-JP" sz="700" dirty="0">
                        <a:solidFill>
                          <a:srgbClr val="C00000"/>
                        </a:solidFill>
                        <a:effectLst/>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indent="-171450">
                        <a:buFont typeface="Arial" panose="020B0604020202020204" pitchFamily="34" charset="0"/>
                        <a:buChar char="•"/>
                      </a:pPr>
                      <a:r>
                        <a:rPr lang="ja-JP" altLang="en-US" sz="700" dirty="0">
                          <a:solidFill>
                            <a:srgbClr val="00B050"/>
                          </a:solidFill>
                          <a:effectLst/>
                        </a:rPr>
                        <a:t>作業量低（弊社実績があり）</a:t>
                      </a:r>
                      <a:endParaRPr lang="en-US" altLang="ja-JP" sz="700" dirty="0">
                        <a:solidFill>
                          <a:srgbClr val="00B050"/>
                        </a:solidFill>
                        <a:effectLst/>
                      </a:endParaRPr>
                    </a:p>
                    <a:p>
                      <a:pPr marL="171450" indent="-171450">
                        <a:buFont typeface="Arial" panose="020B0604020202020204" pitchFamily="34" charset="0"/>
                        <a:buChar char="•"/>
                      </a:pPr>
                      <a:r>
                        <a:rPr lang="en-US" altLang="ja-JP" sz="700" dirty="0">
                          <a:effectLst/>
                        </a:rPr>
                        <a:t>Microsoft Search</a:t>
                      </a:r>
                      <a:r>
                        <a:rPr lang="ja-JP" altLang="en-US" sz="700" dirty="0">
                          <a:effectLst/>
                        </a:rPr>
                        <a:t>の実現には、</a:t>
                      </a:r>
                      <a:endParaRPr lang="en-US" altLang="ja-JP" sz="700" dirty="0">
                        <a:effectLst/>
                      </a:endParaRPr>
                    </a:p>
                    <a:p>
                      <a:pPr marL="228600" indent="-228600">
                        <a:buFont typeface="+mj-lt"/>
                        <a:buAutoNum type="arabicPeriod"/>
                      </a:pPr>
                      <a:r>
                        <a:rPr lang="en-US" altLang="ja-JP" sz="700" dirty="0">
                          <a:solidFill>
                            <a:srgbClr val="C00000"/>
                          </a:solidFill>
                        </a:rPr>
                        <a:t>Azure AD</a:t>
                      </a:r>
                      <a:r>
                        <a:rPr lang="ja-JP" altLang="en-US" sz="700" dirty="0">
                          <a:solidFill>
                            <a:srgbClr val="C00000"/>
                          </a:solidFill>
                        </a:rPr>
                        <a:t>に事前の</a:t>
                      </a:r>
                      <a:r>
                        <a:rPr lang="en-US" altLang="ja-JP" sz="700" dirty="0">
                          <a:solidFill>
                            <a:srgbClr val="C00000"/>
                          </a:solidFill>
                        </a:rPr>
                        <a:t>App</a:t>
                      </a:r>
                      <a:r>
                        <a:rPr lang="ja-JP" altLang="en-US" sz="700" dirty="0">
                          <a:solidFill>
                            <a:srgbClr val="C00000"/>
                          </a:solidFill>
                        </a:rPr>
                        <a:t>登録が必須</a:t>
                      </a:r>
                      <a:endParaRPr lang="en-US" altLang="ja-JP" sz="700" dirty="0">
                        <a:solidFill>
                          <a:srgbClr val="C00000"/>
                        </a:solidFill>
                      </a:endParaRPr>
                    </a:p>
                    <a:p>
                      <a:pPr marL="228600" indent="-228600">
                        <a:buFont typeface="+mj-lt"/>
                        <a:buAutoNum type="arabicPeriod"/>
                      </a:pPr>
                      <a:r>
                        <a:rPr lang="en-US" altLang="zh-CN" sz="700" dirty="0" err="1">
                          <a:solidFill>
                            <a:srgbClr val="C00000"/>
                          </a:solidFill>
                        </a:rPr>
                        <a:t>GraphAPI</a:t>
                      </a:r>
                      <a:r>
                        <a:rPr lang="ja-JP" altLang="en-US" sz="700" dirty="0">
                          <a:solidFill>
                            <a:srgbClr val="C00000"/>
                          </a:solidFill>
                        </a:rPr>
                        <a:t>コールが必要</a:t>
                      </a:r>
                      <a:endParaRPr lang="en-US" altLang="ja-JP" sz="700" dirty="0">
                        <a:solidFill>
                          <a:srgbClr val="C00000"/>
                        </a:solidFill>
                      </a:endParaRPr>
                    </a:p>
                    <a:p>
                      <a:pPr marL="171450" indent="-171450" algn="l" defTabSz="914400" rtl="0" eaLnBrk="1" latinLnBrk="0" hangingPunct="1">
                        <a:buFont typeface="Arial" panose="020B0604020202020204" pitchFamily="34" charset="0"/>
                        <a:buChar char="•"/>
                      </a:pPr>
                      <a:r>
                        <a:rPr lang="en-US" altLang="ja-JP" sz="700" kern="1200" dirty="0">
                          <a:solidFill>
                            <a:srgbClr val="C00000"/>
                          </a:solidFill>
                          <a:effectLst/>
                          <a:latin typeface="+mn-lt"/>
                          <a:ea typeface="+mn-ea"/>
                          <a:cs typeface="+mn-cs"/>
                        </a:rPr>
                        <a:t>SharePoint</a:t>
                      </a:r>
                      <a:r>
                        <a:rPr lang="ja-JP" altLang="en-US" sz="700" kern="1200" dirty="0">
                          <a:solidFill>
                            <a:srgbClr val="C00000"/>
                          </a:solidFill>
                          <a:effectLst/>
                          <a:latin typeface="+mn-lt"/>
                          <a:ea typeface="+mn-ea"/>
                          <a:cs typeface="+mn-cs"/>
                        </a:rPr>
                        <a:t>に置いている添付ファイルの権限管理が必要（実績があり）</a:t>
                      </a:r>
                      <a:endParaRPr lang="en-US" altLang="ja-JP" sz="700" kern="1200" dirty="0">
                        <a:solidFill>
                          <a:srgbClr val="C00000"/>
                        </a:solidFill>
                        <a:effectLst/>
                        <a:latin typeface="+mn-lt"/>
                        <a:ea typeface="+mn-ea"/>
                        <a:cs typeface="+mn-cs"/>
                      </a:endParaRPr>
                    </a:p>
                    <a:p>
                      <a:pPr marL="171450" indent="-171450" algn="l" defTabSz="914400" rtl="0" eaLnBrk="1" latinLnBrk="0" hangingPunct="1">
                        <a:buFont typeface="Arial" panose="020B0604020202020204" pitchFamily="34" charset="0"/>
                        <a:buChar char="•"/>
                      </a:pPr>
                      <a:r>
                        <a:rPr lang="ja-JP" altLang="en-US" sz="700" kern="1200" dirty="0">
                          <a:solidFill>
                            <a:srgbClr val="C00000"/>
                          </a:solidFill>
                          <a:effectLst/>
                          <a:latin typeface="+mn-lt"/>
                          <a:ea typeface="+mn-ea"/>
                          <a:cs typeface="+mn-cs"/>
                        </a:rPr>
                        <a:t>論理</a:t>
                      </a:r>
                      <a:r>
                        <a:rPr lang="en-US" altLang="ja-JP" sz="700" kern="1200" dirty="0">
                          <a:solidFill>
                            <a:srgbClr val="C00000"/>
                          </a:solidFill>
                          <a:effectLst/>
                          <a:latin typeface="+mn-lt"/>
                          <a:ea typeface="+mn-ea"/>
                          <a:cs typeface="+mn-cs"/>
                        </a:rPr>
                        <a:t>Group</a:t>
                      </a:r>
                      <a:r>
                        <a:rPr lang="ja-JP" altLang="en-US" sz="700" kern="1200" dirty="0">
                          <a:solidFill>
                            <a:srgbClr val="C00000"/>
                          </a:solidFill>
                          <a:effectLst/>
                          <a:latin typeface="+mn-lt"/>
                          <a:ea typeface="+mn-ea"/>
                          <a:cs typeface="+mn-cs"/>
                        </a:rPr>
                        <a:t>が変更された場合、登録済みの仕様書添付ファイルに対して再設定が必要</a:t>
                      </a:r>
                      <a:endParaRPr lang="en-US" altLang="ja-JP" sz="700" kern="1200" dirty="0">
                        <a:solidFill>
                          <a:srgbClr val="C00000"/>
                        </a:solidFill>
                        <a:effectLst/>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69198767"/>
                  </a:ext>
                </a:extLst>
              </a:tr>
            </a:tbl>
          </a:graphicData>
        </a:graphic>
      </p:graphicFrame>
      <p:sp>
        <p:nvSpPr>
          <p:cNvPr id="6" name="テキスト ボックス 5">
            <a:extLst>
              <a:ext uri="{FF2B5EF4-FFF2-40B4-BE49-F238E27FC236}">
                <a16:creationId xmlns:a16="http://schemas.microsoft.com/office/drawing/2014/main" id="{A7946F1D-E353-5E80-9B00-F27D13B7E874}"/>
              </a:ext>
            </a:extLst>
          </p:cNvPr>
          <p:cNvSpPr txBox="1"/>
          <p:nvPr/>
        </p:nvSpPr>
        <p:spPr>
          <a:xfrm>
            <a:off x="273718" y="677282"/>
            <a:ext cx="11412096" cy="492443"/>
          </a:xfrm>
          <a:prstGeom prst="rect">
            <a:avLst/>
          </a:prstGeom>
          <a:noFill/>
        </p:spPr>
        <p:txBody>
          <a:bodyPr wrap="square" rtlCol="0">
            <a:spAutoFit/>
          </a:bodyPr>
          <a:lstStyle/>
          <a:p>
            <a:r>
              <a:rPr kumimoji="1" lang="ja-JP" altLang="en-US" sz="1200" dirty="0"/>
              <a:t>下記表で羅列した評価項目について候補となる保存環境を評価し、以下の推奨結果に至りました。次ページより推奨環境について説明します。</a:t>
            </a:r>
            <a:endParaRPr kumimoji="1" lang="en-US" altLang="ja-JP" sz="1200" dirty="0"/>
          </a:p>
          <a:p>
            <a:r>
              <a:rPr kumimoji="1" lang="ja-JP" altLang="en-US" sz="1400" b="1" dirty="0">
                <a:solidFill>
                  <a:srgbClr val="C00000"/>
                </a:solidFill>
              </a:rPr>
              <a:t>推奨：仕様書の定型データ保存先</a:t>
            </a:r>
            <a:r>
              <a:rPr lang="ja-JP" altLang="en-US" sz="1400" b="1" dirty="0">
                <a:solidFill>
                  <a:srgbClr val="C00000"/>
                </a:solidFill>
              </a:rPr>
              <a:t>：</a:t>
            </a:r>
            <a:r>
              <a:rPr lang="de-DE" altLang="ja-JP" sz="1400" b="1" dirty="0">
                <a:solidFill>
                  <a:srgbClr val="C00000"/>
                </a:solidFill>
              </a:rPr>
              <a:t>Azure SQL</a:t>
            </a:r>
            <a:r>
              <a:rPr lang="ja-JP" altLang="en-US" sz="1400" b="1" dirty="0">
                <a:solidFill>
                  <a:srgbClr val="C00000"/>
                </a:solidFill>
              </a:rPr>
              <a:t>、</a:t>
            </a:r>
            <a:r>
              <a:rPr kumimoji="1" lang="ja-JP" altLang="en-US" sz="1400" b="1" dirty="0">
                <a:solidFill>
                  <a:srgbClr val="C00000"/>
                </a:solidFill>
              </a:rPr>
              <a:t>添付ファイル保存先：</a:t>
            </a:r>
            <a:r>
              <a:rPr kumimoji="1" lang="en-US" altLang="ja-JP" sz="1400" b="1" dirty="0">
                <a:solidFill>
                  <a:srgbClr val="C00000"/>
                </a:solidFill>
              </a:rPr>
              <a:t>SharePoint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14336" y="255264"/>
            <a:ext cx="9327072" cy="765272"/>
          </a:xfrm>
        </p:spPr>
        <p:txBody>
          <a:bodyPr>
            <a:normAutofit/>
          </a:bodyPr>
          <a:lstStyle/>
          <a:p>
            <a:r>
              <a:rPr lang="ja-JP" altLang="en-US" sz="3600" dirty="0"/>
              <a:t>全体アーキテクチャ</a:t>
            </a:r>
            <a:endParaRPr lang="ja-JP" altLang="en-US" sz="2200" dirty="0">
              <a:effectLst/>
            </a:endParaRPr>
          </a:p>
        </p:txBody>
      </p:sp>
      <p:pic>
        <p:nvPicPr>
          <p:cNvPr id="8" name="図 7" descr="アイコン&#10;&#10;AI によって生成されたコンテンツは間違っている可能性があります。">
            <a:extLst>
              <a:ext uri="{FF2B5EF4-FFF2-40B4-BE49-F238E27FC236}">
                <a16:creationId xmlns:a16="http://schemas.microsoft.com/office/drawing/2014/main" id="{08B72080-E595-55AE-DA37-B895B80E9F49}"/>
              </a:ext>
            </a:extLst>
          </p:cNvPr>
          <p:cNvPicPr>
            <a:picLocks noChangeAspect="1"/>
          </p:cNvPicPr>
          <p:nvPr/>
        </p:nvPicPr>
        <p:blipFill>
          <a:blip r:embed="rId3"/>
          <a:stretch>
            <a:fillRect/>
          </a:stretch>
        </p:blipFill>
        <p:spPr>
          <a:xfrm>
            <a:off x="8108659" y="5557623"/>
            <a:ext cx="527498" cy="457200"/>
          </a:xfrm>
          <a:prstGeom prst="rect">
            <a:avLst/>
          </a:prstGeom>
        </p:spPr>
      </p:pic>
      <p:pic>
        <p:nvPicPr>
          <p:cNvPr id="11" name="図 10" descr="アイコン&#10;&#10;AI によって生成されたコンテンツは間違っている可能性があります。">
            <a:extLst>
              <a:ext uri="{FF2B5EF4-FFF2-40B4-BE49-F238E27FC236}">
                <a16:creationId xmlns:a16="http://schemas.microsoft.com/office/drawing/2014/main" id="{9A966844-04C8-85D5-67EA-CDEBFF761641}"/>
              </a:ext>
            </a:extLst>
          </p:cNvPr>
          <p:cNvPicPr>
            <a:picLocks noChangeAspect="1"/>
          </p:cNvPicPr>
          <p:nvPr/>
        </p:nvPicPr>
        <p:blipFill>
          <a:blip r:embed="rId4"/>
          <a:stretch>
            <a:fillRect/>
          </a:stretch>
        </p:blipFill>
        <p:spPr>
          <a:xfrm>
            <a:off x="4459898" y="3195235"/>
            <a:ext cx="1877560" cy="1126536"/>
          </a:xfrm>
          <a:prstGeom prst="rect">
            <a:avLst/>
          </a:prstGeom>
        </p:spPr>
      </p:pic>
      <p:pic>
        <p:nvPicPr>
          <p:cNvPr id="12" name="コンテンツ プレースホルダー 4" descr="グラフィカル ユーザー インターフェイス&#10;&#10;AI によって生成されたコンテンツは間違っている可能性があります。">
            <a:extLst>
              <a:ext uri="{FF2B5EF4-FFF2-40B4-BE49-F238E27FC236}">
                <a16:creationId xmlns:a16="http://schemas.microsoft.com/office/drawing/2014/main" id="{57A95851-BDD7-672D-3100-C2B187C29472}"/>
              </a:ext>
            </a:extLst>
          </p:cNvPr>
          <p:cNvPicPr>
            <a:picLocks noChangeAspect="1"/>
          </p:cNvPicPr>
          <p:nvPr/>
        </p:nvPicPr>
        <p:blipFill>
          <a:blip r:embed="rId5"/>
          <a:stretch>
            <a:fillRect/>
          </a:stretch>
        </p:blipFill>
        <p:spPr>
          <a:xfrm>
            <a:off x="7325376" y="5561483"/>
            <a:ext cx="771118" cy="456744"/>
          </a:xfrm>
          <a:prstGeom prst="rect">
            <a:avLst/>
          </a:prstGeom>
        </p:spPr>
      </p:pic>
      <p:pic>
        <p:nvPicPr>
          <p:cNvPr id="13" name="図 12" descr="グラフィカル ユーザー インターフェイス, アプリケーション, テーブル, Excel">
            <a:extLst>
              <a:ext uri="{FF2B5EF4-FFF2-40B4-BE49-F238E27FC236}">
                <a16:creationId xmlns:a16="http://schemas.microsoft.com/office/drawing/2014/main" id="{9AC86EFF-5F42-B9DF-DC43-E9011E90638B}"/>
              </a:ext>
            </a:extLst>
          </p:cNvPr>
          <p:cNvPicPr>
            <a:picLocks noChangeAspect="1"/>
          </p:cNvPicPr>
          <p:nvPr/>
        </p:nvPicPr>
        <p:blipFill>
          <a:blip r:embed="rId6"/>
          <a:stretch>
            <a:fillRect/>
          </a:stretch>
        </p:blipFill>
        <p:spPr>
          <a:xfrm>
            <a:off x="8904533" y="5229702"/>
            <a:ext cx="802571" cy="396289"/>
          </a:xfrm>
          <a:prstGeom prst="rect">
            <a:avLst/>
          </a:prstGeom>
        </p:spPr>
      </p:pic>
      <p:pic>
        <p:nvPicPr>
          <p:cNvPr id="14" name="コンテンツ プレースホルダー 4" descr="グラフィカル ユーザー インターフェイス&#10;&#10;AI によって生成されたコンテンツは間違っている可能性があります。">
            <a:extLst>
              <a:ext uri="{FF2B5EF4-FFF2-40B4-BE49-F238E27FC236}">
                <a16:creationId xmlns:a16="http://schemas.microsoft.com/office/drawing/2014/main" id="{04A5CF27-FD87-CD50-5369-50CF4CF40E3D}"/>
              </a:ext>
            </a:extLst>
          </p:cNvPr>
          <p:cNvPicPr>
            <a:picLocks noChangeAspect="1"/>
          </p:cNvPicPr>
          <p:nvPr/>
        </p:nvPicPr>
        <p:blipFill>
          <a:blip r:embed="rId5"/>
          <a:stretch>
            <a:fillRect/>
          </a:stretch>
        </p:blipFill>
        <p:spPr>
          <a:xfrm>
            <a:off x="2413854" y="2815215"/>
            <a:ext cx="1302261" cy="748800"/>
          </a:xfrm>
          <a:prstGeom prst="rect">
            <a:avLst/>
          </a:prstGeom>
        </p:spPr>
      </p:pic>
      <p:pic>
        <p:nvPicPr>
          <p:cNvPr id="15" name="図 14" descr="アイコン&#10;&#10;AI によって生成されたコンテンツは間違っている可能性があります。">
            <a:extLst>
              <a:ext uri="{FF2B5EF4-FFF2-40B4-BE49-F238E27FC236}">
                <a16:creationId xmlns:a16="http://schemas.microsoft.com/office/drawing/2014/main" id="{27DD81B2-908B-ED4A-BE8B-39834D383CD1}"/>
              </a:ext>
            </a:extLst>
          </p:cNvPr>
          <p:cNvPicPr>
            <a:picLocks noChangeAspect="1"/>
          </p:cNvPicPr>
          <p:nvPr/>
        </p:nvPicPr>
        <p:blipFill>
          <a:blip r:embed="rId3"/>
          <a:stretch>
            <a:fillRect/>
          </a:stretch>
        </p:blipFill>
        <p:spPr>
          <a:xfrm>
            <a:off x="2633018" y="4304122"/>
            <a:ext cx="863933" cy="748800"/>
          </a:xfrm>
          <a:prstGeom prst="rect">
            <a:avLst/>
          </a:prstGeom>
        </p:spPr>
      </p:pic>
      <p:cxnSp>
        <p:nvCxnSpPr>
          <p:cNvPr id="16" name="コネクタ: カギ線 15">
            <a:extLst>
              <a:ext uri="{FF2B5EF4-FFF2-40B4-BE49-F238E27FC236}">
                <a16:creationId xmlns:a16="http://schemas.microsoft.com/office/drawing/2014/main" id="{469A6D71-03C3-EB44-E4A4-8A07C5891581}"/>
              </a:ext>
            </a:extLst>
          </p:cNvPr>
          <p:cNvCxnSpPr>
            <a:cxnSpLocks/>
            <a:stCxn id="15" idx="3"/>
            <a:endCxn id="1052" idx="1"/>
          </p:cNvCxnSpPr>
          <p:nvPr/>
        </p:nvCxnSpPr>
        <p:spPr>
          <a:xfrm flipV="1">
            <a:off x="3496951" y="4014889"/>
            <a:ext cx="1374217" cy="663633"/>
          </a:xfrm>
          <a:prstGeom prst="bentConnector3">
            <a:avLst>
              <a:gd name="adj1" fmla="val 50000"/>
            </a:avLst>
          </a:prstGeom>
          <a:ln w="254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7" name="コネクタ: カギ線 16">
            <a:extLst>
              <a:ext uri="{FF2B5EF4-FFF2-40B4-BE49-F238E27FC236}">
                <a16:creationId xmlns:a16="http://schemas.microsoft.com/office/drawing/2014/main" id="{A7BA9534-2C53-6864-D865-56ED3C0EAE54}"/>
              </a:ext>
            </a:extLst>
          </p:cNvPr>
          <p:cNvCxnSpPr>
            <a:cxnSpLocks/>
            <a:stCxn id="14" idx="3"/>
          </p:cNvCxnSpPr>
          <p:nvPr/>
        </p:nvCxnSpPr>
        <p:spPr>
          <a:xfrm>
            <a:off x="3716115" y="3189615"/>
            <a:ext cx="1155053" cy="545345"/>
          </a:xfrm>
          <a:prstGeom prst="bentConnector3">
            <a:avLst>
              <a:gd name="adj1" fmla="val 50000"/>
            </a:avLst>
          </a:prstGeom>
          <a:ln w="25400">
            <a:headEnd type="triangle"/>
            <a:tailEnd type="triangle"/>
          </a:ln>
        </p:spPr>
        <p:style>
          <a:lnRef idx="1">
            <a:schemeClr val="accent1"/>
          </a:lnRef>
          <a:fillRef idx="0">
            <a:schemeClr val="accent1"/>
          </a:fillRef>
          <a:effectRef idx="0">
            <a:schemeClr val="accent1"/>
          </a:effectRef>
          <a:fontRef idx="minor">
            <a:schemeClr val="tx1"/>
          </a:fontRef>
        </p:style>
      </p:cxnSp>
      <p:sp>
        <p:nvSpPr>
          <p:cNvPr id="18" name="テキスト ボックス 17">
            <a:extLst>
              <a:ext uri="{FF2B5EF4-FFF2-40B4-BE49-F238E27FC236}">
                <a16:creationId xmlns:a16="http://schemas.microsoft.com/office/drawing/2014/main" id="{A833CEED-9A98-1F67-6A8E-57160E67060F}"/>
              </a:ext>
            </a:extLst>
          </p:cNvPr>
          <p:cNvSpPr txBox="1"/>
          <p:nvPr/>
        </p:nvSpPr>
        <p:spPr>
          <a:xfrm>
            <a:off x="2191820" y="2530293"/>
            <a:ext cx="3232212" cy="276999"/>
          </a:xfrm>
          <a:prstGeom prst="rect">
            <a:avLst/>
          </a:prstGeom>
          <a:noFill/>
        </p:spPr>
        <p:txBody>
          <a:bodyPr wrap="square">
            <a:spAutoFit/>
          </a:bodyPr>
          <a:lstStyle/>
          <a:p>
            <a:r>
              <a:rPr lang="ja-JP" altLang="en-US" sz="1200"/>
              <a:t>https://apps.powerapps.com/play/e/</a:t>
            </a:r>
            <a:r>
              <a:rPr lang="en-US" altLang="ja-JP" sz="1200"/>
              <a:t>xxx</a:t>
            </a:r>
            <a:endParaRPr lang="ja-JP" altLang="en-US" sz="1200"/>
          </a:p>
        </p:txBody>
      </p:sp>
      <p:pic>
        <p:nvPicPr>
          <p:cNvPr id="19" name="図 18" descr="電子機器の内部&#10;&#10;AI によって生成されたコンテンツは間違っている可能性があります。">
            <a:extLst>
              <a:ext uri="{FF2B5EF4-FFF2-40B4-BE49-F238E27FC236}">
                <a16:creationId xmlns:a16="http://schemas.microsoft.com/office/drawing/2014/main" id="{76A4987F-45E6-2CB2-0D8D-FC197705CC3F}"/>
              </a:ext>
            </a:extLst>
          </p:cNvPr>
          <p:cNvPicPr>
            <a:picLocks noChangeAspect="1"/>
          </p:cNvPicPr>
          <p:nvPr/>
        </p:nvPicPr>
        <p:blipFill>
          <a:blip r:embed="rId7"/>
          <a:stretch>
            <a:fillRect/>
          </a:stretch>
        </p:blipFill>
        <p:spPr>
          <a:xfrm>
            <a:off x="2412244" y="3285672"/>
            <a:ext cx="480623" cy="270351"/>
          </a:xfrm>
          <a:prstGeom prst="rect">
            <a:avLst/>
          </a:prstGeom>
        </p:spPr>
      </p:pic>
      <p:pic>
        <p:nvPicPr>
          <p:cNvPr id="20" name="図 19" descr="ロゴ, アイコン&#10;&#10;AI によって生成されたコンテンツは間違っている可能性があります。">
            <a:extLst>
              <a:ext uri="{FF2B5EF4-FFF2-40B4-BE49-F238E27FC236}">
                <a16:creationId xmlns:a16="http://schemas.microsoft.com/office/drawing/2014/main" id="{6237D05B-6DAA-F121-7FE3-EE5C1026E7A9}"/>
              </a:ext>
            </a:extLst>
          </p:cNvPr>
          <p:cNvPicPr>
            <a:picLocks noChangeAspect="1"/>
          </p:cNvPicPr>
          <p:nvPr/>
        </p:nvPicPr>
        <p:blipFill>
          <a:blip r:embed="rId8"/>
          <a:stretch>
            <a:fillRect/>
          </a:stretch>
        </p:blipFill>
        <p:spPr>
          <a:xfrm>
            <a:off x="510341" y="1189757"/>
            <a:ext cx="771118" cy="753768"/>
          </a:xfrm>
          <a:prstGeom prst="rect">
            <a:avLst/>
          </a:prstGeom>
        </p:spPr>
      </p:pic>
      <p:sp>
        <p:nvSpPr>
          <p:cNvPr id="21" name="テキスト ボックス 20">
            <a:extLst>
              <a:ext uri="{FF2B5EF4-FFF2-40B4-BE49-F238E27FC236}">
                <a16:creationId xmlns:a16="http://schemas.microsoft.com/office/drawing/2014/main" id="{88B2B401-3A8C-3E1C-F3C2-62AF13591BB9}"/>
              </a:ext>
            </a:extLst>
          </p:cNvPr>
          <p:cNvSpPr txBox="1"/>
          <p:nvPr/>
        </p:nvSpPr>
        <p:spPr>
          <a:xfrm>
            <a:off x="921423" y="1098218"/>
            <a:ext cx="1270397" cy="307777"/>
          </a:xfrm>
          <a:prstGeom prst="rect">
            <a:avLst/>
          </a:prstGeom>
          <a:noFill/>
        </p:spPr>
        <p:txBody>
          <a:bodyPr wrap="square" rtlCol="0">
            <a:spAutoFit/>
          </a:bodyPr>
          <a:lstStyle/>
          <a:p>
            <a:pPr algn="ctr"/>
            <a:r>
              <a:rPr kumimoji="1" lang="en-US" altLang="ja-JP" sz="1400"/>
              <a:t>Share Point</a:t>
            </a:r>
            <a:endParaRPr kumimoji="1" lang="ja-JP" altLang="en-US" sz="1400"/>
          </a:p>
        </p:txBody>
      </p:sp>
      <p:sp>
        <p:nvSpPr>
          <p:cNvPr id="26" name="テキスト ボックス 25">
            <a:extLst>
              <a:ext uri="{FF2B5EF4-FFF2-40B4-BE49-F238E27FC236}">
                <a16:creationId xmlns:a16="http://schemas.microsoft.com/office/drawing/2014/main" id="{1451EDA9-2653-82EF-0808-398E2FD87A6C}"/>
              </a:ext>
            </a:extLst>
          </p:cNvPr>
          <p:cNvSpPr txBox="1"/>
          <p:nvPr/>
        </p:nvSpPr>
        <p:spPr>
          <a:xfrm>
            <a:off x="1757134" y="1333438"/>
            <a:ext cx="2022386" cy="253916"/>
          </a:xfrm>
          <a:prstGeom prst="rect">
            <a:avLst/>
          </a:prstGeom>
          <a:noFill/>
        </p:spPr>
        <p:txBody>
          <a:bodyPr wrap="square" rtlCol="0">
            <a:spAutoFit/>
          </a:bodyPr>
          <a:lstStyle/>
          <a:p>
            <a:r>
              <a:rPr kumimoji="1" lang="ja-JP" altLang="en-US" sz="1050" dirty="0"/>
              <a:t>添付ファイルの</a:t>
            </a:r>
            <a:r>
              <a:rPr kumimoji="1" lang="en-US" altLang="ja-JP" sz="1050" dirty="0"/>
              <a:t>Direct Access</a:t>
            </a:r>
            <a:endParaRPr kumimoji="1" lang="ja-JP" altLang="en-US" sz="1050" dirty="0"/>
          </a:p>
        </p:txBody>
      </p:sp>
      <p:sp>
        <p:nvSpPr>
          <p:cNvPr id="29" name="テキスト ボックス 28">
            <a:extLst>
              <a:ext uri="{FF2B5EF4-FFF2-40B4-BE49-F238E27FC236}">
                <a16:creationId xmlns:a16="http://schemas.microsoft.com/office/drawing/2014/main" id="{B25FB6C2-2B13-84E1-83F2-1B1C22F77B81}"/>
              </a:ext>
            </a:extLst>
          </p:cNvPr>
          <p:cNvSpPr txBox="1"/>
          <p:nvPr/>
        </p:nvSpPr>
        <p:spPr>
          <a:xfrm>
            <a:off x="5015821" y="1877305"/>
            <a:ext cx="3347747" cy="276999"/>
          </a:xfrm>
          <a:prstGeom prst="rect">
            <a:avLst/>
          </a:prstGeom>
          <a:noFill/>
        </p:spPr>
        <p:txBody>
          <a:bodyPr wrap="square" rtlCol="0">
            <a:spAutoFit/>
          </a:bodyPr>
          <a:lstStyle/>
          <a:p>
            <a:pPr algn="ctr"/>
            <a:r>
              <a:rPr kumimoji="1" lang="en-US" altLang="ja-JP" sz="1200" dirty="0"/>
              <a:t>Table/View/Stored Procedure Access</a:t>
            </a:r>
            <a:endParaRPr kumimoji="1" lang="ja-JP" altLang="en-US" sz="1200" dirty="0"/>
          </a:p>
        </p:txBody>
      </p:sp>
      <p:pic>
        <p:nvPicPr>
          <p:cNvPr id="31" name="図 30" descr="グラフィカル ユーザー インターフェイス, アプリケーション&#10;&#10;AI によって生成されたコンテンツは間違っている可能性があります。">
            <a:extLst>
              <a:ext uri="{FF2B5EF4-FFF2-40B4-BE49-F238E27FC236}">
                <a16:creationId xmlns:a16="http://schemas.microsoft.com/office/drawing/2014/main" id="{D2BA7115-BB47-83ED-F9D0-B828AB49EF25}"/>
              </a:ext>
            </a:extLst>
          </p:cNvPr>
          <p:cNvPicPr>
            <a:picLocks noChangeAspect="1"/>
          </p:cNvPicPr>
          <p:nvPr/>
        </p:nvPicPr>
        <p:blipFill>
          <a:blip r:embed="rId9"/>
          <a:stretch>
            <a:fillRect/>
          </a:stretch>
        </p:blipFill>
        <p:spPr>
          <a:xfrm>
            <a:off x="572944" y="3599975"/>
            <a:ext cx="642168" cy="789867"/>
          </a:xfrm>
          <a:prstGeom prst="rect">
            <a:avLst/>
          </a:prstGeom>
        </p:spPr>
      </p:pic>
      <p:cxnSp>
        <p:nvCxnSpPr>
          <p:cNvPr id="32" name="直線コネクタ 31">
            <a:extLst>
              <a:ext uri="{FF2B5EF4-FFF2-40B4-BE49-F238E27FC236}">
                <a16:creationId xmlns:a16="http://schemas.microsoft.com/office/drawing/2014/main" id="{CF3B3C38-800A-F6D3-C156-B29F4B9E89D2}"/>
              </a:ext>
            </a:extLst>
          </p:cNvPr>
          <p:cNvCxnSpPr>
            <a:cxnSpLocks/>
          </p:cNvCxnSpPr>
          <p:nvPr/>
        </p:nvCxnSpPr>
        <p:spPr>
          <a:xfrm>
            <a:off x="6670448" y="717162"/>
            <a:ext cx="33669" cy="5413735"/>
          </a:xfrm>
          <a:prstGeom prst="line">
            <a:avLst/>
          </a:prstGeom>
          <a:ln w="38100">
            <a:solidFill>
              <a:srgbClr val="FF9B45"/>
            </a:solidFill>
            <a:prstDash val="sysDash"/>
          </a:ln>
        </p:spPr>
        <p:style>
          <a:lnRef idx="1">
            <a:schemeClr val="accent1"/>
          </a:lnRef>
          <a:fillRef idx="0">
            <a:schemeClr val="accent1"/>
          </a:fillRef>
          <a:effectRef idx="0">
            <a:schemeClr val="accent1"/>
          </a:effectRef>
          <a:fontRef idx="minor">
            <a:schemeClr val="tx1"/>
          </a:fontRef>
        </p:style>
      </p:cxnSp>
      <p:pic>
        <p:nvPicPr>
          <p:cNvPr id="33" name="図 32">
            <a:extLst>
              <a:ext uri="{FF2B5EF4-FFF2-40B4-BE49-F238E27FC236}">
                <a16:creationId xmlns:a16="http://schemas.microsoft.com/office/drawing/2014/main" id="{92510209-6328-31B9-3B05-CFBAF8987688}"/>
              </a:ext>
            </a:extLst>
          </p:cNvPr>
          <p:cNvPicPr>
            <a:picLocks noChangeAspect="1"/>
          </p:cNvPicPr>
          <p:nvPr/>
        </p:nvPicPr>
        <p:blipFill>
          <a:blip r:embed="rId10"/>
          <a:stretch>
            <a:fillRect/>
          </a:stretch>
        </p:blipFill>
        <p:spPr>
          <a:xfrm flipH="1">
            <a:off x="8018808" y="5112223"/>
            <a:ext cx="879391" cy="494658"/>
          </a:xfrm>
          <a:prstGeom prst="rect">
            <a:avLst/>
          </a:prstGeom>
        </p:spPr>
      </p:pic>
      <p:pic>
        <p:nvPicPr>
          <p:cNvPr id="35" name="図 34">
            <a:extLst>
              <a:ext uri="{FF2B5EF4-FFF2-40B4-BE49-F238E27FC236}">
                <a16:creationId xmlns:a16="http://schemas.microsoft.com/office/drawing/2014/main" id="{A21BC5E2-2DC7-7435-33BA-0723BB09818E}"/>
              </a:ext>
            </a:extLst>
          </p:cNvPr>
          <p:cNvPicPr>
            <a:picLocks noChangeAspect="1"/>
          </p:cNvPicPr>
          <p:nvPr/>
        </p:nvPicPr>
        <p:blipFill>
          <a:blip r:embed="rId11"/>
          <a:stretch>
            <a:fillRect/>
          </a:stretch>
        </p:blipFill>
        <p:spPr>
          <a:xfrm flipH="1">
            <a:off x="8411063" y="1910936"/>
            <a:ext cx="820738" cy="430887"/>
          </a:xfrm>
          <a:prstGeom prst="rect">
            <a:avLst/>
          </a:prstGeom>
        </p:spPr>
      </p:pic>
      <p:sp>
        <p:nvSpPr>
          <p:cNvPr id="37" name="テキスト ボックス 36">
            <a:extLst>
              <a:ext uri="{FF2B5EF4-FFF2-40B4-BE49-F238E27FC236}">
                <a16:creationId xmlns:a16="http://schemas.microsoft.com/office/drawing/2014/main" id="{EC8B77B1-5BDE-02B7-0C21-6AC53C2169DE}"/>
              </a:ext>
            </a:extLst>
          </p:cNvPr>
          <p:cNvSpPr txBox="1"/>
          <p:nvPr/>
        </p:nvSpPr>
        <p:spPr>
          <a:xfrm>
            <a:off x="8636852" y="5626186"/>
            <a:ext cx="2677573" cy="369332"/>
          </a:xfrm>
          <a:prstGeom prst="rect">
            <a:avLst/>
          </a:prstGeom>
          <a:noFill/>
        </p:spPr>
        <p:txBody>
          <a:bodyPr wrap="square" rtlCol="0">
            <a:spAutoFit/>
          </a:bodyPr>
          <a:lstStyle/>
          <a:p>
            <a:r>
              <a:rPr lang="ja-JP" altLang="en-US" sz="900" dirty="0"/>
              <a:t>システム</a:t>
            </a:r>
            <a:r>
              <a:rPr kumimoji="1" lang="ja-JP" altLang="en-US" sz="900" dirty="0"/>
              <a:t>利用者</a:t>
            </a:r>
            <a:endParaRPr kumimoji="1" lang="en-US" altLang="ja-JP" sz="900" dirty="0"/>
          </a:p>
          <a:p>
            <a:r>
              <a:rPr lang="en-US" altLang="zh-CN" sz="900" dirty="0"/>
              <a:t>PowerApps/Power BI/</a:t>
            </a:r>
            <a:r>
              <a:rPr lang="en-US" altLang="ja-JP" sz="900" dirty="0"/>
              <a:t>Office 365</a:t>
            </a:r>
            <a:r>
              <a:rPr lang="en-US" altLang="zh-CN" sz="900" dirty="0"/>
              <a:t> </a:t>
            </a:r>
            <a:r>
              <a:rPr lang="ja-JP" altLang="en-US" sz="900" dirty="0"/>
              <a:t>画面</a:t>
            </a:r>
            <a:endParaRPr kumimoji="1" lang="ja-JP" altLang="en-US" sz="900" dirty="0"/>
          </a:p>
        </p:txBody>
      </p:sp>
      <p:sp>
        <p:nvSpPr>
          <p:cNvPr id="56" name="テキスト ボックス 55">
            <a:extLst>
              <a:ext uri="{FF2B5EF4-FFF2-40B4-BE49-F238E27FC236}">
                <a16:creationId xmlns:a16="http://schemas.microsoft.com/office/drawing/2014/main" id="{FE55B6E1-0AA8-16FC-8FBA-0A05ADBBC283}"/>
              </a:ext>
            </a:extLst>
          </p:cNvPr>
          <p:cNvSpPr txBox="1"/>
          <p:nvPr/>
        </p:nvSpPr>
        <p:spPr>
          <a:xfrm>
            <a:off x="8155961" y="2330601"/>
            <a:ext cx="1330939" cy="261610"/>
          </a:xfrm>
          <a:prstGeom prst="rect">
            <a:avLst/>
          </a:prstGeom>
          <a:noFill/>
        </p:spPr>
        <p:txBody>
          <a:bodyPr wrap="square" rtlCol="0">
            <a:spAutoFit/>
          </a:bodyPr>
          <a:lstStyle/>
          <a:p>
            <a:pPr algn="ctr"/>
            <a:r>
              <a:rPr kumimoji="1" lang="en-US" altLang="ja-JP" sz="1100"/>
              <a:t>Operator/Admin</a:t>
            </a:r>
            <a:endParaRPr kumimoji="1" lang="ja-JP" altLang="en-US" sz="1100"/>
          </a:p>
        </p:txBody>
      </p:sp>
      <p:sp>
        <p:nvSpPr>
          <p:cNvPr id="60" name="フローチャート: 判断 59">
            <a:extLst>
              <a:ext uri="{FF2B5EF4-FFF2-40B4-BE49-F238E27FC236}">
                <a16:creationId xmlns:a16="http://schemas.microsoft.com/office/drawing/2014/main" id="{0FD3D497-A213-3525-F994-E55165994060}"/>
              </a:ext>
            </a:extLst>
          </p:cNvPr>
          <p:cNvSpPr/>
          <p:nvPr/>
        </p:nvSpPr>
        <p:spPr>
          <a:xfrm>
            <a:off x="3655584" y="2890189"/>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61" name="コネクタ: カギ線 60">
            <a:extLst>
              <a:ext uri="{FF2B5EF4-FFF2-40B4-BE49-F238E27FC236}">
                <a16:creationId xmlns:a16="http://schemas.microsoft.com/office/drawing/2014/main" id="{6412D21D-9C6E-0EF1-9ACD-FCBCCBEB612B}"/>
              </a:ext>
            </a:extLst>
          </p:cNvPr>
          <p:cNvCxnSpPr>
            <a:stCxn id="60" idx="3"/>
            <a:endCxn id="35" idx="3"/>
          </p:cNvCxnSpPr>
          <p:nvPr/>
        </p:nvCxnSpPr>
        <p:spPr>
          <a:xfrm flipV="1">
            <a:off x="3704352" y="2126380"/>
            <a:ext cx="4706711" cy="795506"/>
          </a:xfrm>
          <a:prstGeom prst="bentConnector3">
            <a:avLst>
              <a:gd name="adj1" fmla="val 42833"/>
            </a:avLst>
          </a:prstGeom>
          <a:ln w="25400">
            <a:solidFill>
              <a:srgbClr val="7030A0"/>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2" name="コネクタ: カギ線 61">
            <a:extLst>
              <a:ext uri="{FF2B5EF4-FFF2-40B4-BE49-F238E27FC236}">
                <a16:creationId xmlns:a16="http://schemas.microsoft.com/office/drawing/2014/main" id="{607145EB-ACAA-C9B6-4011-BCE252C6A05F}"/>
              </a:ext>
            </a:extLst>
          </p:cNvPr>
          <p:cNvCxnSpPr>
            <a:stCxn id="1031" idx="3"/>
            <a:endCxn id="63" idx="1"/>
          </p:cNvCxnSpPr>
          <p:nvPr/>
        </p:nvCxnSpPr>
        <p:spPr>
          <a:xfrm flipV="1">
            <a:off x="3495806" y="2229113"/>
            <a:ext cx="4891523" cy="2605178"/>
          </a:xfrm>
          <a:prstGeom prst="bentConnector3">
            <a:avLst>
              <a:gd name="adj1" fmla="val 58724"/>
            </a:avLst>
          </a:prstGeom>
          <a:ln w="25400">
            <a:solidFill>
              <a:srgbClr val="7030A0"/>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63" name="フローチャート: 判断 62">
            <a:extLst>
              <a:ext uri="{FF2B5EF4-FFF2-40B4-BE49-F238E27FC236}">
                <a16:creationId xmlns:a16="http://schemas.microsoft.com/office/drawing/2014/main" id="{9170D809-DD80-1BFF-AF24-F9F55AC885E7}"/>
              </a:ext>
            </a:extLst>
          </p:cNvPr>
          <p:cNvSpPr/>
          <p:nvPr/>
        </p:nvSpPr>
        <p:spPr>
          <a:xfrm>
            <a:off x="8387329" y="2197416"/>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24" name="フローチャート: 判断 1023">
            <a:extLst>
              <a:ext uri="{FF2B5EF4-FFF2-40B4-BE49-F238E27FC236}">
                <a16:creationId xmlns:a16="http://schemas.microsoft.com/office/drawing/2014/main" id="{FBDB4C53-5C34-FBC5-5C99-CCF6FE2E429A}"/>
              </a:ext>
            </a:extLst>
          </p:cNvPr>
          <p:cNvSpPr/>
          <p:nvPr/>
        </p:nvSpPr>
        <p:spPr>
          <a:xfrm>
            <a:off x="3447036" y="4957016"/>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029" name="コネクタ: カギ線 1028">
            <a:extLst>
              <a:ext uri="{FF2B5EF4-FFF2-40B4-BE49-F238E27FC236}">
                <a16:creationId xmlns:a16="http://schemas.microsoft.com/office/drawing/2014/main" id="{82A0DAC9-247C-CF0A-0EA8-5E11D28F2423}"/>
              </a:ext>
            </a:extLst>
          </p:cNvPr>
          <p:cNvCxnSpPr>
            <a:cxnSpLocks/>
            <a:stCxn id="1024" idx="3"/>
          </p:cNvCxnSpPr>
          <p:nvPr/>
        </p:nvCxnSpPr>
        <p:spPr>
          <a:xfrm>
            <a:off x="3495804" y="4988713"/>
            <a:ext cx="4510839" cy="523210"/>
          </a:xfrm>
          <a:prstGeom prst="bentConnector3">
            <a:avLst>
              <a:gd name="adj1" fmla="val 54263"/>
            </a:avLst>
          </a:prstGeom>
          <a:ln w="25400">
            <a:solidFill>
              <a:schemeClr val="accent6">
                <a:lumMod val="60000"/>
                <a:lumOff val="40000"/>
              </a:schemeClr>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1031" name="フローチャート: 判断 1030">
            <a:extLst>
              <a:ext uri="{FF2B5EF4-FFF2-40B4-BE49-F238E27FC236}">
                <a16:creationId xmlns:a16="http://schemas.microsoft.com/office/drawing/2014/main" id="{ADCFBD93-CE62-66D5-E110-F4507340DCD7}"/>
              </a:ext>
            </a:extLst>
          </p:cNvPr>
          <p:cNvSpPr/>
          <p:nvPr/>
        </p:nvSpPr>
        <p:spPr>
          <a:xfrm>
            <a:off x="3447038" y="4802594"/>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033" name="コネクタ: カギ線 1032">
            <a:extLst>
              <a:ext uri="{FF2B5EF4-FFF2-40B4-BE49-F238E27FC236}">
                <a16:creationId xmlns:a16="http://schemas.microsoft.com/office/drawing/2014/main" id="{C079CE01-71B5-1D12-A446-D7E72537CC1D}"/>
              </a:ext>
            </a:extLst>
          </p:cNvPr>
          <p:cNvCxnSpPr>
            <a:cxnSpLocks/>
            <a:stCxn id="1034" idx="3"/>
            <a:endCxn id="33" idx="3"/>
          </p:cNvCxnSpPr>
          <p:nvPr/>
        </p:nvCxnSpPr>
        <p:spPr>
          <a:xfrm>
            <a:off x="3707968" y="3032461"/>
            <a:ext cx="4310840" cy="2327091"/>
          </a:xfrm>
          <a:prstGeom prst="bentConnector3">
            <a:avLst>
              <a:gd name="adj1" fmla="val 56641"/>
            </a:avLst>
          </a:prstGeom>
          <a:ln w="25400">
            <a:solidFill>
              <a:schemeClr val="accent6">
                <a:lumMod val="60000"/>
                <a:lumOff val="40000"/>
              </a:schemeClr>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1034" name="フローチャート: 判断 1033">
            <a:extLst>
              <a:ext uri="{FF2B5EF4-FFF2-40B4-BE49-F238E27FC236}">
                <a16:creationId xmlns:a16="http://schemas.microsoft.com/office/drawing/2014/main" id="{6F0B322A-31AE-FABD-95D9-433BBF906203}"/>
              </a:ext>
            </a:extLst>
          </p:cNvPr>
          <p:cNvSpPr/>
          <p:nvPr/>
        </p:nvSpPr>
        <p:spPr>
          <a:xfrm>
            <a:off x="3659200" y="3000764"/>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35" name="テキスト ボックス 1034">
            <a:extLst>
              <a:ext uri="{FF2B5EF4-FFF2-40B4-BE49-F238E27FC236}">
                <a16:creationId xmlns:a16="http://schemas.microsoft.com/office/drawing/2014/main" id="{7A2F762E-1F68-E5B7-EA1D-0E391AEC147C}"/>
              </a:ext>
            </a:extLst>
          </p:cNvPr>
          <p:cNvSpPr txBox="1"/>
          <p:nvPr/>
        </p:nvSpPr>
        <p:spPr>
          <a:xfrm>
            <a:off x="3717215" y="919407"/>
            <a:ext cx="2848443" cy="369332"/>
          </a:xfrm>
          <a:prstGeom prst="rect">
            <a:avLst/>
          </a:prstGeom>
          <a:noFill/>
        </p:spPr>
        <p:txBody>
          <a:bodyPr wrap="square" rtlCol="0">
            <a:spAutoFit/>
          </a:bodyPr>
          <a:lstStyle/>
          <a:p>
            <a:pPr algn="r"/>
            <a:r>
              <a:rPr kumimoji="1" lang="en-US" altLang="ja-JP" dirty="0">
                <a:ln w="0"/>
                <a:solidFill>
                  <a:schemeClr val="accent1"/>
                </a:solidFill>
                <a:effectLst>
                  <a:outerShdw blurRad="38100" dist="25400" dir="5400000" algn="ctr" rotWithShape="0">
                    <a:srgbClr val="6E747A">
                      <a:alpha val="43000"/>
                    </a:srgbClr>
                  </a:outerShdw>
                </a:effectLst>
              </a:rPr>
              <a:t>Microsoft Data Center</a:t>
            </a:r>
            <a:endParaRPr kumimoji="1" lang="ja-JP" altLang="en-US" dirty="0">
              <a:ln w="0"/>
              <a:solidFill>
                <a:schemeClr val="accent1"/>
              </a:solidFill>
              <a:effectLst>
                <a:outerShdw blurRad="38100" dist="25400" dir="5400000" algn="ctr" rotWithShape="0">
                  <a:srgbClr val="6E747A">
                    <a:alpha val="43000"/>
                  </a:srgbClr>
                </a:outerShdw>
              </a:effectLst>
            </a:endParaRPr>
          </a:p>
        </p:txBody>
      </p:sp>
      <p:sp>
        <p:nvSpPr>
          <p:cNvPr id="1037" name="テキスト ボックス 1036">
            <a:extLst>
              <a:ext uri="{FF2B5EF4-FFF2-40B4-BE49-F238E27FC236}">
                <a16:creationId xmlns:a16="http://schemas.microsoft.com/office/drawing/2014/main" id="{F6185404-0BA9-7215-45CA-6EEF2FFAAD24}"/>
              </a:ext>
            </a:extLst>
          </p:cNvPr>
          <p:cNvSpPr txBox="1"/>
          <p:nvPr/>
        </p:nvSpPr>
        <p:spPr>
          <a:xfrm>
            <a:off x="6865134" y="919407"/>
            <a:ext cx="2848443" cy="369332"/>
          </a:xfrm>
          <a:prstGeom prst="rect">
            <a:avLst/>
          </a:prstGeom>
          <a:noFill/>
        </p:spPr>
        <p:txBody>
          <a:bodyPr wrap="square" lIns="91440" tIns="45720" rIns="91440" bIns="45720" rtlCol="0" anchor="t">
            <a:spAutoFit/>
          </a:bodyPr>
          <a:lstStyle/>
          <a:p>
            <a:r>
              <a:rPr kumimoji="1" lang="en-US" altLang="ja-JP" dirty="0">
                <a:ln w="0"/>
                <a:solidFill>
                  <a:schemeClr val="accent1"/>
                </a:solidFill>
                <a:effectLst>
                  <a:outerShdw blurRad="38100" dist="25400" dir="5400000" algn="ctr" rotWithShape="0">
                    <a:srgbClr val="6E747A">
                      <a:alpha val="43000"/>
                    </a:srgbClr>
                  </a:outerShdw>
                </a:effectLst>
                <a:ea typeface="游ゴシック"/>
              </a:rPr>
              <a:t>MCC</a:t>
            </a:r>
            <a:r>
              <a:rPr kumimoji="1" lang="ja-JP" altLang="en-US" dirty="0">
                <a:ln w="0"/>
                <a:solidFill>
                  <a:schemeClr val="accent1"/>
                </a:solidFill>
                <a:effectLst>
                  <a:outerShdw blurRad="38100" dist="25400" dir="5400000" algn="ctr" rotWithShape="0">
                    <a:srgbClr val="6E747A">
                      <a:alpha val="43000"/>
                    </a:srgbClr>
                  </a:outerShdw>
                </a:effectLst>
                <a:ea typeface="游ゴシック"/>
              </a:rPr>
              <a:t>様</a:t>
            </a:r>
            <a:r>
              <a:rPr kumimoji="1" lang="en-US" altLang="ja-JP" dirty="0">
                <a:ln w="0"/>
                <a:solidFill>
                  <a:schemeClr val="accent1"/>
                </a:solidFill>
                <a:effectLst>
                  <a:outerShdw blurRad="38100" dist="25400" dir="5400000" algn="ctr" rotWithShape="0">
                    <a:srgbClr val="6E747A">
                      <a:alpha val="43000"/>
                    </a:srgbClr>
                  </a:outerShdw>
                </a:effectLst>
                <a:ea typeface="游ゴシック"/>
              </a:rPr>
              <a:t> </a:t>
            </a:r>
            <a:r>
              <a:rPr kumimoji="1" lang="ja-JP" altLang="en-US" dirty="0">
                <a:ln w="0"/>
                <a:solidFill>
                  <a:schemeClr val="accent1"/>
                </a:solidFill>
                <a:effectLst>
                  <a:outerShdw blurRad="38100" dist="25400" dir="5400000" algn="ctr" rotWithShape="0">
                    <a:srgbClr val="6E747A">
                      <a:alpha val="43000"/>
                    </a:srgbClr>
                  </a:outerShdw>
                </a:effectLst>
                <a:ea typeface="游ゴシック"/>
              </a:rPr>
              <a:t>環境</a:t>
            </a:r>
            <a:r>
              <a:rPr lang="ja-JP" altLang="en-US" dirty="0">
                <a:ln w="0"/>
                <a:solidFill>
                  <a:schemeClr val="accent1"/>
                </a:solidFill>
                <a:effectLst>
                  <a:outerShdw blurRad="38100" dist="25400" dir="5400000" algn="ctr" rotWithShape="0">
                    <a:srgbClr val="6E747A">
                      <a:alpha val="43000"/>
                    </a:srgbClr>
                  </a:outerShdw>
                </a:effectLst>
                <a:ea typeface="游ゴシック"/>
              </a:rPr>
              <a:t>（AWS含む）</a:t>
            </a:r>
            <a:endParaRPr kumimoji="1" lang="ja-JP" altLang="en-US" dirty="0">
              <a:ln w="0"/>
              <a:solidFill>
                <a:schemeClr val="accent1"/>
              </a:solidFill>
              <a:effectLst>
                <a:outerShdw blurRad="38100" dist="25400" dir="5400000" algn="ctr" rotWithShape="0">
                  <a:srgbClr val="6E747A">
                    <a:alpha val="43000"/>
                  </a:srgbClr>
                </a:outerShdw>
              </a:effectLst>
            </a:endParaRPr>
          </a:p>
        </p:txBody>
      </p:sp>
      <p:pic>
        <p:nvPicPr>
          <p:cNvPr id="1039" name="コンテンツ プレースホルダー 4" descr="グラフィカル ユーザー インターフェイス&#10;&#10;AI によって生成されたコンテンツは間違っている可能性があります。">
            <a:extLst>
              <a:ext uri="{FF2B5EF4-FFF2-40B4-BE49-F238E27FC236}">
                <a16:creationId xmlns:a16="http://schemas.microsoft.com/office/drawing/2014/main" id="{A336E591-1A09-4B42-B233-AE9C5C2864F5}"/>
              </a:ext>
            </a:extLst>
          </p:cNvPr>
          <p:cNvPicPr>
            <a:picLocks noChangeAspect="1"/>
          </p:cNvPicPr>
          <p:nvPr/>
        </p:nvPicPr>
        <p:blipFill>
          <a:blip r:embed="rId5"/>
          <a:stretch>
            <a:fillRect/>
          </a:stretch>
        </p:blipFill>
        <p:spPr>
          <a:xfrm>
            <a:off x="8481119" y="2557871"/>
            <a:ext cx="771118" cy="456744"/>
          </a:xfrm>
          <a:prstGeom prst="rect">
            <a:avLst/>
          </a:prstGeom>
        </p:spPr>
      </p:pic>
      <p:pic>
        <p:nvPicPr>
          <p:cNvPr id="1040" name="図 1039" descr="アイコン&#10;&#10;AI によって生成されたコンテンツは間違っている可能性があります。">
            <a:extLst>
              <a:ext uri="{FF2B5EF4-FFF2-40B4-BE49-F238E27FC236}">
                <a16:creationId xmlns:a16="http://schemas.microsoft.com/office/drawing/2014/main" id="{13C8B91D-3012-F34B-3AF8-86CAEEE46785}"/>
              </a:ext>
            </a:extLst>
          </p:cNvPr>
          <p:cNvPicPr>
            <a:picLocks noChangeAspect="1"/>
          </p:cNvPicPr>
          <p:nvPr/>
        </p:nvPicPr>
        <p:blipFill>
          <a:blip r:embed="rId3"/>
          <a:stretch>
            <a:fillRect/>
          </a:stretch>
        </p:blipFill>
        <p:spPr>
          <a:xfrm>
            <a:off x="7904437" y="2564533"/>
            <a:ext cx="527498" cy="457200"/>
          </a:xfrm>
          <a:prstGeom prst="rect">
            <a:avLst/>
          </a:prstGeom>
        </p:spPr>
      </p:pic>
      <p:pic>
        <p:nvPicPr>
          <p:cNvPr id="1041" name="Picture 2" descr="Sql Server Icons For Windows PNG Transparent Background, Free Download  #11351 - FreeIconsPNG">
            <a:extLst>
              <a:ext uri="{FF2B5EF4-FFF2-40B4-BE49-F238E27FC236}">
                <a16:creationId xmlns:a16="http://schemas.microsoft.com/office/drawing/2014/main" id="{0836F7C5-1F1A-7334-F7F2-6E290DE9F4FE}"/>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496944" y="2999513"/>
            <a:ext cx="561417" cy="561417"/>
          </a:xfrm>
          <a:prstGeom prst="rect">
            <a:avLst/>
          </a:prstGeom>
          <a:noFill/>
          <a:extLst>
            <a:ext uri="{909E8E84-426E-40DD-AFC4-6F175D3DCCD1}">
              <a14:hiddenFill xmlns:a14="http://schemas.microsoft.com/office/drawing/2010/main">
                <a:solidFill>
                  <a:srgbClr val="FFFFFF"/>
                </a:solidFill>
              </a14:hiddenFill>
            </a:ext>
          </a:extLst>
        </p:spPr>
      </p:pic>
      <p:sp>
        <p:nvSpPr>
          <p:cNvPr id="1042" name="テキスト ボックス 1041">
            <a:extLst>
              <a:ext uri="{FF2B5EF4-FFF2-40B4-BE49-F238E27FC236}">
                <a16:creationId xmlns:a16="http://schemas.microsoft.com/office/drawing/2014/main" id="{624BB405-FE59-3A88-24AF-D9950441FEEB}"/>
              </a:ext>
            </a:extLst>
          </p:cNvPr>
          <p:cNvSpPr txBox="1"/>
          <p:nvPr/>
        </p:nvSpPr>
        <p:spPr>
          <a:xfrm>
            <a:off x="4487023" y="4170561"/>
            <a:ext cx="2538877" cy="415498"/>
          </a:xfrm>
          <a:prstGeom prst="rect">
            <a:avLst/>
          </a:prstGeom>
          <a:noFill/>
        </p:spPr>
        <p:txBody>
          <a:bodyPr wrap="square" rtlCol="0">
            <a:spAutoFit/>
          </a:bodyPr>
          <a:lstStyle/>
          <a:p>
            <a:r>
              <a:rPr lang="ja-JP" altLang="en-US" sz="1050" dirty="0"/>
              <a:t>文書</a:t>
            </a:r>
            <a:r>
              <a:rPr lang="en-US" altLang="ja-JP" sz="1050" dirty="0"/>
              <a:t>Transaction</a:t>
            </a:r>
            <a:r>
              <a:rPr lang="ja-JP" altLang="en-US" sz="1050" dirty="0"/>
              <a:t>データ</a:t>
            </a:r>
          </a:p>
          <a:p>
            <a:r>
              <a:rPr lang="ja-JP" altLang="en-US" sz="1050" dirty="0"/>
              <a:t>各種マスタ（属性データ</a:t>
            </a:r>
            <a:r>
              <a:rPr lang="en-US" altLang="ja-JP" sz="1050" dirty="0"/>
              <a:t>/</a:t>
            </a:r>
            <a:r>
              <a:rPr lang="ja-JP" altLang="en-US" sz="1050" dirty="0"/>
              <a:t>定型データ）</a:t>
            </a:r>
            <a:endParaRPr lang="en-US" altLang="ja-JP" sz="1050" dirty="0"/>
          </a:p>
        </p:txBody>
      </p:sp>
      <p:cxnSp>
        <p:nvCxnSpPr>
          <p:cNvPr id="1043" name="コネクタ: カギ線 1042">
            <a:extLst>
              <a:ext uri="{FF2B5EF4-FFF2-40B4-BE49-F238E27FC236}">
                <a16:creationId xmlns:a16="http://schemas.microsoft.com/office/drawing/2014/main" id="{13E6D415-8665-D80B-E632-D1209521E955}"/>
              </a:ext>
            </a:extLst>
          </p:cNvPr>
          <p:cNvCxnSpPr>
            <a:stCxn id="31" idx="3"/>
            <a:endCxn id="1047" idx="2"/>
          </p:cNvCxnSpPr>
          <p:nvPr/>
        </p:nvCxnSpPr>
        <p:spPr>
          <a:xfrm flipV="1">
            <a:off x="1215112" y="3619746"/>
            <a:ext cx="1574962" cy="375163"/>
          </a:xfrm>
          <a:prstGeom prst="bentConnector2">
            <a:avLst/>
          </a:prstGeom>
          <a:ln w="25400">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44" name="テキスト ボックス 1043">
            <a:extLst>
              <a:ext uri="{FF2B5EF4-FFF2-40B4-BE49-F238E27FC236}">
                <a16:creationId xmlns:a16="http://schemas.microsoft.com/office/drawing/2014/main" id="{175BC87F-CEBB-E258-7CE0-581B7474F0CB}"/>
              </a:ext>
            </a:extLst>
          </p:cNvPr>
          <p:cNvSpPr txBox="1"/>
          <p:nvPr/>
        </p:nvSpPr>
        <p:spPr>
          <a:xfrm>
            <a:off x="352525" y="4391627"/>
            <a:ext cx="1831889" cy="276999"/>
          </a:xfrm>
          <a:prstGeom prst="rect">
            <a:avLst/>
          </a:prstGeom>
          <a:noFill/>
        </p:spPr>
        <p:txBody>
          <a:bodyPr wrap="square" rtlCol="0">
            <a:spAutoFit/>
          </a:bodyPr>
          <a:lstStyle/>
          <a:p>
            <a:pPr algn="ctr"/>
            <a:r>
              <a:rPr kumimoji="1" lang="en-US" altLang="ja-JP" sz="1200" dirty="0"/>
              <a:t>Power Automation Flow</a:t>
            </a:r>
            <a:endParaRPr kumimoji="1" lang="ja-JP" altLang="en-US" sz="1200" dirty="0"/>
          </a:p>
        </p:txBody>
      </p:sp>
      <p:sp>
        <p:nvSpPr>
          <p:cNvPr id="1045" name="テキスト ボックス 1044">
            <a:extLst>
              <a:ext uri="{FF2B5EF4-FFF2-40B4-BE49-F238E27FC236}">
                <a16:creationId xmlns:a16="http://schemas.microsoft.com/office/drawing/2014/main" id="{21BB30D2-CC62-8D5D-8A2A-0E794164EE7C}"/>
              </a:ext>
            </a:extLst>
          </p:cNvPr>
          <p:cNvSpPr txBox="1"/>
          <p:nvPr/>
        </p:nvSpPr>
        <p:spPr>
          <a:xfrm>
            <a:off x="1631700" y="3769698"/>
            <a:ext cx="1057324" cy="253916"/>
          </a:xfrm>
          <a:prstGeom prst="rect">
            <a:avLst/>
          </a:prstGeom>
          <a:noFill/>
        </p:spPr>
        <p:txBody>
          <a:bodyPr wrap="square" rtlCol="0">
            <a:spAutoFit/>
          </a:bodyPr>
          <a:lstStyle/>
          <a:p>
            <a:r>
              <a:rPr lang="ja-JP" altLang="en-US" sz="1050" dirty="0"/>
              <a:t>業務処理</a:t>
            </a:r>
            <a:endParaRPr lang="en-US" altLang="ja-JP" sz="1050" dirty="0"/>
          </a:p>
        </p:txBody>
      </p:sp>
      <p:cxnSp>
        <p:nvCxnSpPr>
          <p:cNvPr id="1046" name="コネクタ: カギ線 1045">
            <a:extLst>
              <a:ext uri="{FF2B5EF4-FFF2-40B4-BE49-F238E27FC236}">
                <a16:creationId xmlns:a16="http://schemas.microsoft.com/office/drawing/2014/main" id="{C3FD9102-86F5-C5EF-602D-4D60AFF5A97F}"/>
              </a:ext>
            </a:extLst>
          </p:cNvPr>
          <p:cNvCxnSpPr>
            <a:cxnSpLocks/>
            <a:stCxn id="1053" idx="3"/>
            <a:endCxn id="1049" idx="1"/>
          </p:cNvCxnSpPr>
          <p:nvPr/>
        </p:nvCxnSpPr>
        <p:spPr>
          <a:xfrm flipV="1">
            <a:off x="1255145" y="3877363"/>
            <a:ext cx="3608456" cy="335737"/>
          </a:xfrm>
          <a:prstGeom prst="bentConnector3">
            <a:avLst>
              <a:gd name="adj1" fmla="val 50000"/>
            </a:avLst>
          </a:prstGeom>
          <a:ln w="25400">
            <a:headEnd type="triangle"/>
            <a:tailEnd type="triangle"/>
          </a:ln>
        </p:spPr>
        <p:style>
          <a:lnRef idx="1">
            <a:schemeClr val="accent1"/>
          </a:lnRef>
          <a:fillRef idx="0">
            <a:schemeClr val="accent1"/>
          </a:fillRef>
          <a:effectRef idx="0">
            <a:schemeClr val="accent1"/>
          </a:effectRef>
          <a:fontRef idx="minor">
            <a:schemeClr val="tx1"/>
          </a:fontRef>
        </p:style>
      </p:cxnSp>
      <p:sp>
        <p:nvSpPr>
          <p:cNvPr id="1047" name="フローチャート: 判断 1046">
            <a:extLst>
              <a:ext uri="{FF2B5EF4-FFF2-40B4-BE49-F238E27FC236}">
                <a16:creationId xmlns:a16="http://schemas.microsoft.com/office/drawing/2014/main" id="{72C2D57E-527C-E21C-F09E-2723EE50084B}"/>
              </a:ext>
            </a:extLst>
          </p:cNvPr>
          <p:cNvSpPr/>
          <p:nvPr/>
        </p:nvSpPr>
        <p:spPr>
          <a:xfrm>
            <a:off x="2765690" y="3556352"/>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49" name="フローチャート: 判断 1048">
            <a:extLst>
              <a:ext uri="{FF2B5EF4-FFF2-40B4-BE49-F238E27FC236}">
                <a16:creationId xmlns:a16="http://schemas.microsoft.com/office/drawing/2014/main" id="{7195AADC-8B8F-B2E1-B557-43D0CD685D8A}"/>
              </a:ext>
            </a:extLst>
          </p:cNvPr>
          <p:cNvSpPr/>
          <p:nvPr/>
        </p:nvSpPr>
        <p:spPr>
          <a:xfrm>
            <a:off x="4863601" y="3845666"/>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52" name="フローチャート: 判断 1051">
            <a:extLst>
              <a:ext uri="{FF2B5EF4-FFF2-40B4-BE49-F238E27FC236}">
                <a16:creationId xmlns:a16="http://schemas.microsoft.com/office/drawing/2014/main" id="{4D0D7CAB-5CDF-BB9A-6414-13E484C92FA6}"/>
              </a:ext>
            </a:extLst>
          </p:cNvPr>
          <p:cNvSpPr/>
          <p:nvPr/>
        </p:nvSpPr>
        <p:spPr>
          <a:xfrm>
            <a:off x="4871168" y="3983192"/>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53" name="フローチャート: 判断 1052">
            <a:extLst>
              <a:ext uri="{FF2B5EF4-FFF2-40B4-BE49-F238E27FC236}">
                <a16:creationId xmlns:a16="http://schemas.microsoft.com/office/drawing/2014/main" id="{7D6915FF-99B4-3C46-B1C5-13BE8981332D}"/>
              </a:ext>
            </a:extLst>
          </p:cNvPr>
          <p:cNvSpPr/>
          <p:nvPr/>
        </p:nvSpPr>
        <p:spPr>
          <a:xfrm>
            <a:off x="1206377" y="4181403"/>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55" name="テキスト ボックス 1054">
            <a:extLst>
              <a:ext uri="{FF2B5EF4-FFF2-40B4-BE49-F238E27FC236}">
                <a16:creationId xmlns:a16="http://schemas.microsoft.com/office/drawing/2014/main" id="{22F2AEEC-8761-5992-DB36-55DE93E4FDA1}"/>
              </a:ext>
            </a:extLst>
          </p:cNvPr>
          <p:cNvSpPr txBox="1"/>
          <p:nvPr/>
        </p:nvSpPr>
        <p:spPr>
          <a:xfrm>
            <a:off x="3155238" y="3604670"/>
            <a:ext cx="1717979" cy="646331"/>
          </a:xfrm>
          <a:prstGeom prst="rect">
            <a:avLst/>
          </a:prstGeom>
          <a:noFill/>
        </p:spPr>
        <p:txBody>
          <a:bodyPr wrap="square" rtlCol="0">
            <a:spAutoFit/>
          </a:bodyPr>
          <a:lstStyle/>
          <a:p>
            <a:pPr algn="ctr"/>
            <a:r>
              <a:rPr kumimoji="1" lang="en-US" altLang="ja-JP" sz="1200" dirty="0"/>
              <a:t>Table/View/</a:t>
            </a:r>
          </a:p>
          <a:p>
            <a:pPr algn="ctr"/>
            <a:r>
              <a:rPr kumimoji="1" lang="en-US" altLang="ja-JP" sz="1200" dirty="0"/>
              <a:t>Stored Procedure </a:t>
            </a:r>
          </a:p>
          <a:p>
            <a:pPr algn="ctr"/>
            <a:r>
              <a:rPr kumimoji="1" lang="en-US" altLang="ja-JP" sz="1200" dirty="0"/>
              <a:t>Access</a:t>
            </a:r>
            <a:endParaRPr kumimoji="1" lang="ja-JP" altLang="en-US" sz="1200" dirty="0"/>
          </a:p>
        </p:txBody>
      </p:sp>
      <p:sp>
        <p:nvSpPr>
          <p:cNvPr id="1057" name="フローチャート: 判断 1056">
            <a:extLst>
              <a:ext uri="{FF2B5EF4-FFF2-40B4-BE49-F238E27FC236}">
                <a16:creationId xmlns:a16="http://schemas.microsoft.com/office/drawing/2014/main" id="{1B5DE344-E23B-2E3E-CBB7-7228D7E1AF20}"/>
              </a:ext>
            </a:extLst>
          </p:cNvPr>
          <p:cNvSpPr/>
          <p:nvPr/>
        </p:nvSpPr>
        <p:spPr>
          <a:xfrm>
            <a:off x="2369883" y="2944670"/>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58" name="フローチャート: 判断 1057">
            <a:extLst>
              <a:ext uri="{FF2B5EF4-FFF2-40B4-BE49-F238E27FC236}">
                <a16:creationId xmlns:a16="http://schemas.microsoft.com/office/drawing/2014/main" id="{7FB35478-5841-CDD3-D2A7-6CC9D04371C8}"/>
              </a:ext>
            </a:extLst>
          </p:cNvPr>
          <p:cNvSpPr/>
          <p:nvPr/>
        </p:nvSpPr>
        <p:spPr>
          <a:xfrm>
            <a:off x="2367485" y="3207027"/>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059" name="コネクタ: カギ線 1058">
            <a:extLst>
              <a:ext uri="{FF2B5EF4-FFF2-40B4-BE49-F238E27FC236}">
                <a16:creationId xmlns:a16="http://schemas.microsoft.com/office/drawing/2014/main" id="{98421EEB-B3A5-66ED-DAB2-10E66F7E26AB}"/>
              </a:ext>
            </a:extLst>
          </p:cNvPr>
          <p:cNvCxnSpPr>
            <a:cxnSpLocks/>
            <a:stCxn id="1061" idx="2"/>
            <a:endCxn id="1057" idx="1"/>
          </p:cNvCxnSpPr>
          <p:nvPr/>
        </p:nvCxnSpPr>
        <p:spPr>
          <a:xfrm rot="16200000" flipH="1">
            <a:off x="1179236" y="1785719"/>
            <a:ext cx="1034861" cy="1346434"/>
          </a:xfrm>
          <a:prstGeom prst="bentConnector2">
            <a:avLst/>
          </a:prstGeom>
          <a:ln w="25400">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060" name="コネクタ: カギ線 1059">
            <a:extLst>
              <a:ext uri="{FF2B5EF4-FFF2-40B4-BE49-F238E27FC236}">
                <a16:creationId xmlns:a16="http://schemas.microsoft.com/office/drawing/2014/main" id="{DE98FAF7-B642-8E12-4246-21A1CF50B52C}"/>
              </a:ext>
            </a:extLst>
          </p:cNvPr>
          <p:cNvCxnSpPr>
            <a:stCxn id="20" idx="2"/>
            <a:endCxn id="31" idx="0"/>
          </p:cNvCxnSpPr>
          <p:nvPr/>
        </p:nvCxnSpPr>
        <p:spPr>
          <a:xfrm rot="5400000">
            <a:off x="66739" y="2770814"/>
            <a:ext cx="1656450" cy="1872"/>
          </a:xfrm>
          <a:prstGeom prst="bentConnector3">
            <a:avLst>
              <a:gd name="adj1" fmla="val 50000"/>
            </a:avLst>
          </a:prstGeom>
          <a:ln w="25400">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61" name="フローチャート: 判断 1060">
            <a:extLst>
              <a:ext uri="{FF2B5EF4-FFF2-40B4-BE49-F238E27FC236}">
                <a16:creationId xmlns:a16="http://schemas.microsoft.com/office/drawing/2014/main" id="{8A8FA419-1D2F-E242-6A89-6A9FFE89A806}"/>
              </a:ext>
            </a:extLst>
          </p:cNvPr>
          <p:cNvSpPr/>
          <p:nvPr/>
        </p:nvSpPr>
        <p:spPr>
          <a:xfrm>
            <a:off x="999065" y="1878112"/>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062" name="コネクタ: カギ線 1061">
            <a:extLst>
              <a:ext uri="{FF2B5EF4-FFF2-40B4-BE49-F238E27FC236}">
                <a16:creationId xmlns:a16="http://schemas.microsoft.com/office/drawing/2014/main" id="{22EAAE7C-D501-4E60-2D12-421629C79A1E}"/>
              </a:ext>
            </a:extLst>
          </p:cNvPr>
          <p:cNvCxnSpPr>
            <a:cxnSpLocks/>
            <a:stCxn id="1041" idx="1"/>
          </p:cNvCxnSpPr>
          <p:nvPr/>
        </p:nvCxnSpPr>
        <p:spPr>
          <a:xfrm rot="10800000" flipV="1">
            <a:off x="5645392" y="3280222"/>
            <a:ext cx="2851552" cy="460358"/>
          </a:xfrm>
          <a:prstGeom prst="bentConnector3">
            <a:avLst>
              <a:gd name="adj1" fmla="val 50000"/>
            </a:avLst>
          </a:prstGeom>
          <a:ln w="25400">
            <a:solidFill>
              <a:srgbClr val="7030A0"/>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064" name="コネクタ: カギ線 1063">
            <a:extLst>
              <a:ext uri="{FF2B5EF4-FFF2-40B4-BE49-F238E27FC236}">
                <a16:creationId xmlns:a16="http://schemas.microsoft.com/office/drawing/2014/main" id="{7C52C70A-207E-C8E6-19AA-7825596E8022}"/>
              </a:ext>
            </a:extLst>
          </p:cNvPr>
          <p:cNvCxnSpPr>
            <a:cxnSpLocks/>
            <a:stCxn id="20" idx="3"/>
            <a:endCxn id="13" idx="0"/>
          </p:cNvCxnSpPr>
          <p:nvPr/>
        </p:nvCxnSpPr>
        <p:spPr>
          <a:xfrm>
            <a:off x="1281459" y="1566641"/>
            <a:ext cx="8024360" cy="3663061"/>
          </a:xfrm>
          <a:prstGeom prst="bentConnector2">
            <a:avLst/>
          </a:prstGeom>
          <a:ln w="25400">
            <a:solidFill>
              <a:schemeClr val="accent6">
                <a:lumMod val="60000"/>
                <a:lumOff val="40000"/>
              </a:schemeClr>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1065" name="テキスト ボックス 1064">
            <a:extLst>
              <a:ext uri="{FF2B5EF4-FFF2-40B4-BE49-F238E27FC236}">
                <a16:creationId xmlns:a16="http://schemas.microsoft.com/office/drawing/2014/main" id="{B0AAACC8-BA60-F22C-330F-0D31C329A08E}"/>
              </a:ext>
            </a:extLst>
          </p:cNvPr>
          <p:cNvSpPr txBox="1"/>
          <p:nvPr/>
        </p:nvSpPr>
        <p:spPr>
          <a:xfrm>
            <a:off x="615706" y="2273257"/>
            <a:ext cx="1057324" cy="577081"/>
          </a:xfrm>
          <a:prstGeom prst="rect">
            <a:avLst/>
          </a:prstGeom>
          <a:noFill/>
        </p:spPr>
        <p:txBody>
          <a:bodyPr wrap="square" rtlCol="0">
            <a:spAutoFit/>
          </a:bodyPr>
          <a:lstStyle/>
          <a:p>
            <a:r>
              <a:rPr kumimoji="1" lang="ja-JP" altLang="en-US" sz="1050" dirty="0"/>
              <a:t>社員、組織、役職リスト</a:t>
            </a:r>
            <a:endParaRPr kumimoji="1" lang="en-US" altLang="ja-JP" sz="1050" dirty="0"/>
          </a:p>
          <a:p>
            <a:r>
              <a:rPr kumimoji="1" lang="ja-JP" altLang="en-US" sz="1050" dirty="0"/>
              <a:t>添付ファイル</a:t>
            </a:r>
          </a:p>
        </p:txBody>
      </p:sp>
      <p:sp>
        <p:nvSpPr>
          <p:cNvPr id="1066" name="テキスト ボックス 1065">
            <a:extLst>
              <a:ext uri="{FF2B5EF4-FFF2-40B4-BE49-F238E27FC236}">
                <a16:creationId xmlns:a16="http://schemas.microsoft.com/office/drawing/2014/main" id="{355B5D54-E6A0-4CB5-1D34-7914B026E31F}"/>
              </a:ext>
            </a:extLst>
          </p:cNvPr>
          <p:cNvSpPr txBox="1"/>
          <p:nvPr/>
        </p:nvSpPr>
        <p:spPr>
          <a:xfrm>
            <a:off x="252278" y="5906063"/>
            <a:ext cx="6927673" cy="553998"/>
          </a:xfrm>
          <a:prstGeom prst="rect">
            <a:avLst/>
          </a:prstGeom>
          <a:noFill/>
        </p:spPr>
        <p:txBody>
          <a:bodyPr wrap="square" rtlCol="0">
            <a:spAutoFit/>
          </a:bodyPr>
          <a:lstStyle/>
          <a:p>
            <a:r>
              <a:rPr kumimoji="1" lang="ja-JP" altLang="en-US" sz="1600" b="1" dirty="0"/>
              <a:t>前回の提案</a:t>
            </a:r>
            <a:r>
              <a:rPr lang="ja-JP" altLang="en-US" sz="1600" b="1" dirty="0"/>
              <a:t>との変更</a:t>
            </a:r>
            <a:r>
              <a:rPr kumimoji="1" lang="ja-JP" altLang="en-US" sz="1600" b="1" dirty="0"/>
              <a:t>、</a:t>
            </a:r>
            <a:r>
              <a:rPr kumimoji="1" lang="en-US" altLang="ja-JP" sz="1600" b="1" dirty="0"/>
              <a:t>On promise</a:t>
            </a:r>
            <a:r>
              <a:rPr lang="ja-JP" altLang="en-US" sz="1600" b="1" dirty="0"/>
              <a:t> </a:t>
            </a:r>
            <a:r>
              <a:rPr kumimoji="1" lang="en-US" altLang="ja-JP" sz="1600" b="1" dirty="0" err="1"/>
              <a:t>Sqlserver</a:t>
            </a:r>
            <a:r>
              <a:rPr lang="ja-JP" altLang="en-US" sz="1600" b="1" dirty="0"/>
              <a:t> </a:t>
            </a:r>
            <a:r>
              <a:rPr kumimoji="1" lang="en-US" altLang="ja-JP" sz="1600" b="1" dirty="0"/>
              <a:t>2022</a:t>
            </a:r>
            <a:r>
              <a:rPr kumimoji="1" lang="ja-JP" altLang="en-US" sz="1600" b="1" dirty="0"/>
              <a:t>⇒</a:t>
            </a:r>
            <a:r>
              <a:rPr kumimoji="1" lang="en-US" altLang="ja-JP" sz="1600" b="1" dirty="0"/>
              <a:t>Azure SQL</a:t>
            </a:r>
          </a:p>
          <a:p>
            <a:r>
              <a:rPr lang="en-US" altLang="ja-JP" sz="1400" dirty="0">
                <a:solidFill>
                  <a:srgbClr val="C00000"/>
                </a:solidFill>
              </a:rPr>
              <a:t>On promise Gateway</a:t>
            </a:r>
            <a:r>
              <a:rPr lang="ja-JP" altLang="en-US" sz="1400" dirty="0">
                <a:solidFill>
                  <a:srgbClr val="C00000"/>
                </a:solidFill>
              </a:rPr>
              <a:t>の可能の</a:t>
            </a:r>
            <a:r>
              <a:rPr lang="en-US" altLang="ja-JP" sz="1400" dirty="0">
                <a:solidFill>
                  <a:srgbClr val="C00000"/>
                </a:solidFill>
              </a:rPr>
              <a:t>Bottle Neck</a:t>
            </a:r>
            <a:r>
              <a:rPr lang="ja-JP" altLang="en-US" sz="1400" dirty="0">
                <a:solidFill>
                  <a:srgbClr val="C00000"/>
                </a:solidFill>
              </a:rPr>
              <a:t>を解除するため</a:t>
            </a:r>
            <a:endParaRPr kumimoji="1" lang="ja-JP" altLang="en-US" sz="1400" dirty="0">
              <a:solidFill>
                <a:srgbClr val="C00000"/>
              </a:solidFill>
            </a:endParaRPr>
          </a:p>
        </p:txBody>
      </p:sp>
      <p:sp>
        <p:nvSpPr>
          <p:cNvPr id="1067" name="四角形: 角を丸くする 1066">
            <a:extLst>
              <a:ext uri="{FF2B5EF4-FFF2-40B4-BE49-F238E27FC236}">
                <a16:creationId xmlns:a16="http://schemas.microsoft.com/office/drawing/2014/main" id="{F5808236-6E93-378C-44B2-CC21D88E6C89}"/>
              </a:ext>
            </a:extLst>
          </p:cNvPr>
          <p:cNvSpPr/>
          <p:nvPr/>
        </p:nvSpPr>
        <p:spPr>
          <a:xfrm>
            <a:off x="9744384" y="1080709"/>
            <a:ext cx="2037964" cy="4536121"/>
          </a:xfrm>
          <a:prstGeom prst="roundRect">
            <a:avLst>
              <a:gd name="adj" fmla="val 6115"/>
            </a:avLst>
          </a:prstGeom>
          <a:solidFill>
            <a:schemeClr val="accent6">
              <a:lumMod val="20000"/>
              <a:lumOff val="80000"/>
              <a:alpha val="50000"/>
            </a:schemeClr>
          </a:solidFill>
          <a:ln w="3175">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69" name="テキスト ボックス 1068">
            <a:extLst>
              <a:ext uri="{FF2B5EF4-FFF2-40B4-BE49-F238E27FC236}">
                <a16:creationId xmlns:a16="http://schemas.microsoft.com/office/drawing/2014/main" id="{92523C2A-4A11-2C59-F439-9A2D6A0337F6}"/>
              </a:ext>
            </a:extLst>
          </p:cNvPr>
          <p:cNvSpPr txBox="1"/>
          <p:nvPr/>
        </p:nvSpPr>
        <p:spPr>
          <a:xfrm>
            <a:off x="9800604" y="1160613"/>
            <a:ext cx="1112261" cy="307777"/>
          </a:xfrm>
          <a:prstGeom prst="rect">
            <a:avLst/>
          </a:prstGeom>
          <a:noFill/>
        </p:spPr>
        <p:txBody>
          <a:bodyPr wrap="square" rtlCol="0">
            <a:spAutoFit/>
          </a:bodyPr>
          <a:lstStyle/>
          <a:p>
            <a:r>
              <a:rPr kumimoji="1" lang="ja-JP" altLang="en-US" sz="1400" b="1" dirty="0"/>
              <a:t>凡例</a:t>
            </a:r>
          </a:p>
        </p:txBody>
      </p:sp>
      <p:pic>
        <p:nvPicPr>
          <p:cNvPr id="1070" name="コンテンツ プレースホルダー 4" descr="グラフィカル ユーザー インターフェイス&#10;&#10;AI によって生成されたコンテンツは間違っている可能性があります。">
            <a:extLst>
              <a:ext uri="{FF2B5EF4-FFF2-40B4-BE49-F238E27FC236}">
                <a16:creationId xmlns:a16="http://schemas.microsoft.com/office/drawing/2014/main" id="{95FCFDA0-2F47-1062-03E4-5C0D17765C59}"/>
              </a:ext>
            </a:extLst>
          </p:cNvPr>
          <p:cNvPicPr>
            <a:picLocks noChangeAspect="1"/>
          </p:cNvPicPr>
          <p:nvPr/>
        </p:nvPicPr>
        <p:blipFill>
          <a:blip r:embed="rId5"/>
          <a:stretch>
            <a:fillRect/>
          </a:stretch>
        </p:blipFill>
        <p:spPr>
          <a:xfrm>
            <a:off x="9869463" y="1496318"/>
            <a:ext cx="771118" cy="456744"/>
          </a:xfrm>
          <a:prstGeom prst="rect">
            <a:avLst/>
          </a:prstGeom>
        </p:spPr>
      </p:pic>
      <p:sp>
        <p:nvSpPr>
          <p:cNvPr id="1071" name="テキスト ボックス 1070">
            <a:extLst>
              <a:ext uri="{FF2B5EF4-FFF2-40B4-BE49-F238E27FC236}">
                <a16:creationId xmlns:a16="http://schemas.microsoft.com/office/drawing/2014/main" id="{2CF094C4-A530-4E63-34D1-7C283B62C1A7}"/>
              </a:ext>
            </a:extLst>
          </p:cNvPr>
          <p:cNvSpPr txBox="1"/>
          <p:nvPr/>
        </p:nvSpPr>
        <p:spPr>
          <a:xfrm>
            <a:off x="10634114" y="1590262"/>
            <a:ext cx="1148602" cy="253916"/>
          </a:xfrm>
          <a:prstGeom prst="rect">
            <a:avLst/>
          </a:prstGeom>
          <a:noFill/>
        </p:spPr>
        <p:txBody>
          <a:bodyPr wrap="square" rtlCol="0">
            <a:spAutoFit/>
          </a:bodyPr>
          <a:lstStyle/>
          <a:p>
            <a:r>
              <a:rPr kumimoji="1" lang="en-US" altLang="ja-JP" sz="1050" dirty="0"/>
              <a:t>Power Apps</a:t>
            </a:r>
            <a:r>
              <a:rPr kumimoji="1" lang="ja-JP" altLang="en-US" sz="1050" dirty="0"/>
              <a:t>画面</a:t>
            </a:r>
          </a:p>
        </p:txBody>
      </p:sp>
      <p:pic>
        <p:nvPicPr>
          <p:cNvPr id="1072" name="図 1071" descr="グラフィカル ユーザー インターフェイス, アプリケーション&#10;&#10;AI によって生成されたコンテンツは間違っている可能性があります。">
            <a:extLst>
              <a:ext uri="{FF2B5EF4-FFF2-40B4-BE49-F238E27FC236}">
                <a16:creationId xmlns:a16="http://schemas.microsoft.com/office/drawing/2014/main" id="{F8BE9A00-84B5-96FC-B0E7-8105F62A2850}"/>
              </a:ext>
            </a:extLst>
          </p:cNvPr>
          <p:cNvPicPr>
            <a:picLocks noChangeAspect="1"/>
          </p:cNvPicPr>
          <p:nvPr/>
        </p:nvPicPr>
        <p:blipFill>
          <a:blip r:embed="rId9"/>
          <a:stretch>
            <a:fillRect/>
          </a:stretch>
        </p:blipFill>
        <p:spPr>
          <a:xfrm>
            <a:off x="10028959" y="2029260"/>
            <a:ext cx="478111" cy="588077"/>
          </a:xfrm>
          <a:prstGeom prst="rect">
            <a:avLst/>
          </a:prstGeom>
        </p:spPr>
      </p:pic>
      <p:sp>
        <p:nvSpPr>
          <p:cNvPr id="1073" name="テキスト ボックス 1072">
            <a:extLst>
              <a:ext uri="{FF2B5EF4-FFF2-40B4-BE49-F238E27FC236}">
                <a16:creationId xmlns:a16="http://schemas.microsoft.com/office/drawing/2014/main" id="{4C018F88-F44F-2F25-6969-FECF28053E9C}"/>
              </a:ext>
            </a:extLst>
          </p:cNvPr>
          <p:cNvSpPr txBox="1"/>
          <p:nvPr/>
        </p:nvSpPr>
        <p:spPr>
          <a:xfrm>
            <a:off x="10634114" y="2178546"/>
            <a:ext cx="1148602" cy="415498"/>
          </a:xfrm>
          <a:prstGeom prst="rect">
            <a:avLst/>
          </a:prstGeom>
          <a:noFill/>
        </p:spPr>
        <p:txBody>
          <a:bodyPr wrap="square" rtlCol="0">
            <a:spAutoFit/>
          </a:bodyPr>
          <a:lstStyle/>
          <a:p>
            <a:r>
              <a:rPr kumimoji="1" lang="en-US" altLang="ja-JP" sz="1050" dirty="0"/>
              <a:t>Power Automate Flow</a:t>
            </a:r>
            <a:endParaRPr kumimoji="1" lang="ja-JP" altLang="en-US" sz="1050" dirty="0"/>
          </a:p>
        </p:txBody>
      </p:sp>
      <p:pic>
        <p:nvPicPr>
          <p:cNvPr id="1076" name="図 1075" descr="アイコン&#10;&#10;AI によって生成されたコンテンツは間違っている可能性があります。">
            <a:extLst>
              <a:ext uri="{FF2B5EF4-FFF2-40B4-BE49-F238E27FC236}">
                <a16:creationId xmlns:a16="http://schemas.microsoft.com/office/drawing/2014/main" id="{014C6484-9F25-2D3C-1EF7-4D5C4F4E1AFB}"/>
              </a:ext>
            </a:extLst>
          </p:cNvPr>
          <p:cNvPicPr>
            <a:picLocks noChangeAspect="1"/>
          </p:cNvPicPr>
          <p:nvPr/>
        </p:nvPicPr>
        <p:blipFill>
          <a:blip r:embed="rId3"/>
          <a:stretch>
            <a:fillRect/>
          </a:stretch>
        </p:blipFill>
        <p:spPr>
          <a:xfrm>
            <a:off x="10011828" y="2863627"/>
            <a:ext cx="537172" cy="465585"/>
          </a:xfrm>
          <a:prstGeom prst="rect">
            <a:avLst/>
          </a:prstGeom>
        </p:spPr>
      </p:pic>
      <p:sp>
        <p:nvSpPr>
          <p:cNvPr id="1077" name="テキスト ボックス 1076">
            <a:extLst>
              <a:ext uri="{FF2B5EF4-FFF2-40B4-BE49-F238E27FC236}">
                <a16:creationId xmlns:a16="http://schemas.microsoft.com/office/drawing/2014/main" id="{88A4FCF8-9F47-8AE9-416E-F5456F6D96CD}"/>
              </a:ext>
            </a:extLst>
          </p:cNvPr>
          <p:cNvSpPr txBox="1"/>
          <p:nvPr/>
        </p:nvSpPr>
        <p:spPr>
          <a:xfrm>
            <a:off x="10634114" y="2971408"/>
            <a:ext cx="1148602" cy="253916"/>
          </a:xfrm>
          <a:prstGeom prst="rect">
            <a:avLst/>
          </a:prstGeom>
          <a:noFill/>
        </p:spPr>
        <p:txBody>
          <a:bodyPr wrap="square" rtlCol="0">
            <a:spAutoFit/>
          </a:bodyPr>
          <a:lstStyle/>
          <a:p>
            <a:r>
              <a:rPr kumimoji="1" lang="en-US" altLang="ja-JP" sz="1050" dirty="0"/>
              <a:t>Power BI</a:t>
            </a:r>
            <a:endParaRPr kumimoji="1" lang="ja-JP" altLang="en-US" sz="1050" dirty="0"/>
          </a:p>
        </p:txBody>
      </p:sp>
      <p:pic>
        <p:nvPicPr>
          <p:cNvPr id="1094" name="図 1093" descr="ロゴ, アイコン&#10;&#10;AI によって生成されたコンテンツは間違っている可能性があります。">
            <a:extLst>
              <a:ext uri="{FF2B5EF4-FFF2-40B4-BE49-F238E27FC236}">
                <a16:creationId xmlns:a16="http://schemas.microsoft.com/office/drawing/2014/main" id="{3EE7C183-F2A7-1031-CF75-C3BEB9B843B8}"/>
              </a:ext>
            </a:extLst>
          </p:cNvPr>
          <p:cNvPicPr>
            <a:picLocks noChangeAspect="1"/>
          </p:cNvPicPr>
          <p:nvPr/>
        </p:nvPicPr>
        <p:blipFill>
          <a:blip r:embed="rId8"/>
          <a:stretch>
            <a:fillRect/>
          </a:stretch>
        </p:blipFill>
        <p:spPr>
          <a:xfrm>
            <a:off x="9987393" y="3433763"/>
            <a:ext cx="566246" cy="553505"/>
          </a:xfrm>
          <a:prstGeom prst="rect">
            <a:avLst/>
          </a:prstGeom>
        </p:spPr>
      </p:pic>
      <p:sp>
        <p:nvSpPr>
          <p:cNvPr id="1095" name="テキスト ボックス 1094">
            <a:extLst>
              <a:ext uri="{FF2B5EF4-FFF2-40B4-BE49-F238E27FC236}">
                <a16:creationId xmlns:a16="http://schemas.microsoft.com/office/drawing/2014/main" id="{E594B9BA-097A-4AA2-6ED6-6792E9741934}"/>
              </a:ext>
            </a:extLst>
          </p:cNvPr>
          <p:cNvSpPr txBox="1"/>
          <p:nvPr/>
        </p:nvSpPr>
        <p:spPr>
          <a:xfrm>
            <a:off x="10634114" y="3580894"/>
            <a:ext cx="1148602" cy="253916"/>
          </a:xfrm>
          <a:prstGeom prst="rect">
            <a:avLst/>
          </a:prstGeom>
          <a:noFill/>
        </p:spPr>
        <p:txBody>
          <a:bodyPr wrap="square" rtlCol="0">
            <a:spAutoFit/>
          </a:bodyPr>
          <a:lstStyle/>
          <a:p>
            <a:r>
              <a:rPr kumimoji="1" lang="en-US" altLang="ja-JP" sz="1050" dirty="0"/>
              <a:t>Share Point</a:t>
            </a:r>
            <a:endParaRPr kumimoji="1" lang="ja-JP" altLang="en-US" sz="1050" dirty="0"/>
          </a:p>
        </p:txBody>
      </p:sp>
      <p:pic>
        <p:nvPicPr>
          <p:cNvPr id="1096" name="図 1095" descr="アイコン&#10;&#10;AI によって生成されたコンテンツは間違っている可能性があります。">
            <a:extLst>
              <a:ext uri="{FF2B5EF4-FFF2-40B4-BE49-F238E27FC236}">
                <a16:creationId xmlns:a16="http://schemas.microsoft.com/office/drawing/2014/main" id="{A82DF722-B7AE-AAC4-62F6-F610A0E4FE56}"/>
              </a:ext>
            </a:extLst>
          </p:cNvPr>
          <p:cNvPicPr>
            <a:picLocks noChangeAspect="1"/>
          </p:cNvPicPr>
          <p:nvPr/>
        </p:nvPicPr>
        <p:blipFill>
          <a:blip r:embed="rId4"/>
          <a:stretch>
            <a:fillRect/>
          </a:stretch>
        </p:blipFill>
        <p:spPr>
          <a:xfrm>
            <a:off x="10009073" y="4116168"/>
            <a:ext cx="658774" cy="395265"/>
          </a:xfrm>
          <a:prstGeom prst="rect">
            <a:avLst/>
          </a:prstGeom>
        </p:spPr>
      </p:pic>
      <p:sp>
        <p:nvSpPr>
          <p:cNvPr id="1097" name="テキスト ボックス 1096">
            <a:extLst>
              <a:ext uri="{FF2B5EF4-FFF2-40B4-BE49-F238E27FC236}">
                <a16:creationId xmlns:a16="http://schemas.microsoft.com/office/drawing/2014/main" id="{49672E91-AD2A-4718-E3C6-4D3D22DB29E5}"/>
              </a:ext>
            </a:extLst>
          </p:cNvPr>
          <p:cNvSpPr txBox="1"/>
          <p:nvPr/>
        </p:nvSpPr>
        <p:spPr>
          <a:xfrm>
            <a:off x="10634114" y="4151150"/>
            <a:ext cx="1148602" cy="253916"/>
          </a:xfrm>
          <a:prstGeom prst="rect">
            <a:avLst/>
          </a:prstGeom>
          <a:noFill/>
        </p:spPr>
        <p:txBody>
          <a:bodyPr wrap="square" rtlCol="0">
            <a:spAutoFit/>
          </a:bodyPr>
          <a:lstStyle/>
          <a:p>
            <a:r>
              <a:rPr kumimoji="1" lang="en-US" altLang="ja-JP" sz="1050" dirty="0"/>
              <a:t>Azure </a:t>
            </a:r>
            <a:r>
              <a:rPr kumimoji="1" lang="en-US" altLang="ja-JP" sz="1050" dirty="0" err="1"/>
              <a:t>Sql</a:t>
            </a:r>
            <a:r>
              <a:rPr lang="ja-JP" altLang="en-US" sz="1050" dirty="0"/>
              <a:t> </a:t>
            </a:r>
            <a:r>
              <a:rPr lang="en-US" altLang="ja-JP" sz="1050" dirty="0"/>
              <a:t>Service</a:t>
            </a:r>
            <a:endParaRPr kumimoji="1" lang="ja-JP" altLang="en-US" sz="1050" dirty="0"/>
          </a:p>
        </p:txBody>
      </p:sp>
      <p:pic>
        <p:nvPicPr>
          <p:cNvPr id="1098" name="Picture 2" descr="Sql Server Icons For Windows PNG Transparent Background, Free Download  #11351 - FreeIconsPNG">
            <a:extLst>
              <a:ext uri="{FF2B5EF4-FFF2-40B4-BE49-F238E27FC236}">
                <a16:creationId xmlns:a16="http://schemas.microsoft.com/office/drawing/2014/main" id="{B2AB4697-06D6-C6FC-2946-312198B7FDEE}"/>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0063320" y="4661038"/>
            <a:ext cx="414392" cy="414392"/>
          </a:xfrm>
          <a:prstGeom prst="rect">
            <a:avLst/>
          </a:prstGeom>
          <a:noFill/>
          <a:extLst>
            <a:ext uri="{909E8E84-426E-40DD-AFC4-6F175D3DCCD1}">
              <a14:hiddenFill xmlns:a14="http://schemas.microsoft.com/office/drawing/2010/main">
                <a:solidFill>
                  <a:srgbClr val="FFFFFF"/>
                </a:solidFill>
              </a14:hiddenFill>
            </a:ext>
          </a:extLst>
        </p:spPr>
      </p:pic>
      <p:sp>
        <p:nvSpPr>
          <p:cNvPr id="1099" name="テキスト ボックス 1098">
            <a:extLst>
              <a:ext uri="{FF2B5EF4-FFF2-40B4-BE49-F238E27FC236}">
                <a16:creationId xmlns:a16="http://schemas.microsoft.com/office/drawing/2014/main" id="{AA6A1354-D127-4830-5B00-7514FF45A985}"/>
              </a:ext>
            </a:extLst>
          </p:cNvPr>
          <p:cNvSpPr txBox="1"/>
          <p:nvPr/>
        </p:nvSpPr>
        <p:spPr>
          <a:xfrm>
            <a:off x="10646735" y="4730277"/>
            <a:ext cx="1148602" cy="415498"/>
          </a:xfrm>
          <a:prstGeom prst="rect">
            <a:avLst/>
          </a:prstGeom>
          <a:noFill/>
        </p:spPr>
        <p:txBody>
          <a:bodyPr wrap="square" rtlCol="0">
            <a:spAutoFit/>
          </a:bodyPr>
          <a:lstStyle/>
          <a:p>
            <a:r>
              <a:rPr lang="en-US" altLang="ja-JP" sz="1050" dirty="0" err="1"/>
              <a:t>Dvlp</a:t>
            </a:r>
            <a:r>
              <a:rPr lang="en-US" altLang="ja-JP" sz="1050" dirty="0"/>
              <a:t>/Operator Tools</a:t>
            </a:r>
            <a:endParaRPr lang="ja-JP" altLang="en-US" sz="1050" dirty="0"/>
          </a:p>
        </p:txBody>
      </p:sp>
      <p:pic>
        <p:nvPicPr>
          <p:cNvPr id="1100" name="図 1099" descr="グラフィカル ユーザー インターフェイス, アプリケーション, テーブル, Excel">
            <a:extLst>
              <a:ext uri="{FF2B5EF4-FFF2-40B4-BE49-F238E27FC236}">
                <a16:creationId xmlns:a16="http://schemas.microsoft.com/office/drawing/2014/main" id="{261AA832-34A6-FFC5-16C5-6EAEEE42A0E7}"/>
              </a:ext>
            </a:extLst>
          </p:cNvPr>
          <p:cNvPicPr>
            <a:picLocks noChangeAspect="1"/>
          </p:cNvPicPr>
          <p:nvPr/>
        </p:nvPicPr>
        <p:blipFill>
          <a:blip r:embed="rId6"/>
          <a:stretch>
            <a:fillRect/>
          </a:stretch>
        </p:blipFill>
        <p:spPr>
          <a:xfrm>
            <a:off x="10005420" y="5207850"/>
            <a:ext cx="566540" cy="279743"/>
          </a:xfrm>
          <a:prstGeom prst="rect">
            <a:avLst/>
          </a:prstGeom>
        </p:spPr>
      </p:pic>
      <p:sp>
        <p:nvSpPr>
          <p:cNvPr id="1101" name="テキスト ボックス 1100">
            <a:extLst>
              <a:ext uri="{FF2B5EF4-FFF2-40B4-BE49-F238E27FC236}">
                <a16:creationId xmlns:a16="http://schemas.microsoft.com/office/drawing/2014/main" id="{C4C48FEC-0E34-C36E-8626-AC008765BF9B}"/>
              </a:ext>
            </a:extLst>
          </p:cNvPr>
          <p:cNvSpPr txBox="1"/>
          <p:nvPr/>
        </p:nvSpPr>
        <p:spPr>
          <a:xfrm>
            <a:off x="10633746" y="5187682"/>
            <a:ext cx="1148602" cy="253916"/>
          </a:xfrm>
          <a:prstGeom prst="rect">
            <a:avLst/>
          </a:prstGeom>
          <a:noFill/>
        </p:spPr>
        <p:txBody>
          <a:bodyPr wrap="square" rtlCol="0">
            <a:spAutoFit/>
          </a:bodyPr>
          <a:lstStyle/>
          <a:p>
            <a:r>
              <a:rPr lang="en-US" altLang="ja-JP" sz="1050" dirty="0"/>
              <a:t>Office 365</a:t>
            </a:r>
            <a:endParaRPr lang="ja-JP" alt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14336" y="255263"/>
            <a:ext cx="10373826" cy="683629"/>
          </a:xfrm>
        </p:spPr>
        <p:txBody>
          <a:bodyPr>
            <a:noAutofit/>
          </a:bodyPr>
          <a:lstStyle/>
          <a:p>
            <a:r>
              <a:rPr lang="ja-JP" altLang="en-US" dirty="0"/>
              <a:t>要件／ソリューション－添付ファイル管理（編集含む）</a:t>
            </a:r>
            <a:endParaRPr lang="ja-JP" altLang="en-US" dirty="0">
              <a:effectLst/>
            </a:endParaRPr>
          </a:p>
        </p:txBody>
      </p:sp>
      <p:graphicFrame>
        <p:nvGraphicFramePr>
          <p:cNvPr id="4" name="表 3">
            <a:extLst>
              <a:ext uri="{FF2B5EF4-FFF2-40B4-BE49-F238E27FC236}">
                <a16:creationId xmlns:a16="http://schemas.microsoft.com/office/drawing/2014/main" id="{779030DD-64E8-ACD7-B48D-9E3D2B688ADA}"/>
              </a:ext>
            </a:extLst>
          </p:cNvPr>
          <p:cNvGraphicFramePr>
            <a:graphicFrameLocks noGrp="1"/>
          </p:cNvGraphicFramePr>
          <p:nvPr>
            <p:extLst>
              <p:ext uri="{D42A27DB-BD31-4B8C-83A1-F6EECF244321}">
                <p14:modId xmlns:p14="http://schemas.microsoft.com/office/powerpoint/2010/main" val="2829873544"/>
              </p:ext>
            </p:extLst>
          </p:nvPr>
        </p:nvGraphicFramePr>
        <p:xfrm>
          <a:off x="414335" y="757390"/>
          <a:ext cx="11284857" cy="5530640"/>
        </p:xfrm>
        <a:graphic>
          <a:graphicData uri="http://schemas.openxmlformats.org/drawingml/2006/table">
            <a:tbl>
              <a:tblPr firstRow="1">
                <a:tableStyleId>{2D5ABB26-0587-4C30-8999-92F81FD0307C}</a:tableStyleId>
              </a:tblPr>
              <a:tblGrid>
                <a:gridCol w="2882585">
                  <a:extLst>
                    <a:ext uri="{9D8B030D-6E8A-4147-A177-3AD203B41FA5}">
                      <a16:colId xmlns:a16="http://schemas.microsoft.com/office/drawing/2014/main" val="307087368"/>
                    </a:ext>
                  </a:extLst>
                </a:gridCol>
                <a:gridCol w="8402272">
                  <a:extLst>
                    <a:ext uri="{9D8B030D-6E8A-4147-A177-3AD203B41FA5}">
                      <a16:colId xmlns:a16="http://schemas.microsoft.com/office/drawing/2014/main" val="1007415991"/>
                    </a:ext>
                  </a:extLst>
                </a:gridCol>
              </a:tblGrid>
              <a:tr h="98977">
                <a:tc>
                  <a:txBody>
                    <a:bodyPr/>
                    <a:lstStyle/>
                    <a:p>
                      <a:r>
                        <a:rPr lang="ja-JP" altLang="en-US" sz="1200" b="1" dirty="0"/>
                        <a:t>要件</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b="1" dirty="0"/>
                        <a:t>機能、ソリューション</a:t>
                      </a:r>
                      <a:endParaRPr lang="en-US" sz="1200" b="1" dirty="0"/>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607360652"/>
                  </a:ext>
                </a:extLst>
              </a:tr>
              <a:tr h="98977">
                <a:tc>
                  <a:txBody>
                    <a:bodyPr/>
                    <a:lstStyle/>
                    <a:p>
                      <a:r>
                        <a:rPr lang="ja-JP" altLang="en-US" sz="1100" dirty="0"/>
                        <a:t>仕様書と添付ファイルの紐付け</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1000" dirty="0"/>
                        <a:t>仕様書の管理</a:t>
                      </a:r>
                      <a:r>
                        <a:rPr lang="en-US" altLang="ja-JP" sz="1000" dirty="0"/>
                        <a:t>DB</a:t>
                      </a:r>
                      <a:r>
                        <a:rPr lang="ja-JP" altLang="en-US" sz="1000" dirty="0"/>
                        <a:t>に、添付ファイル（複数</a:t>
                      </a:r>
                      <a:r>
                        <a:rPr lang="en-US" altLang="ja-JP" sz="1000" dirty="0"/>
                        <a:t>)</a:t>
                      </a:r>
                      <a:r>
                        <a:rPr lang="ja-JP" altLang="en-US" sz="1000" dirty="0"/>
                        <a:t>のファイル</a:t>
                      </a:r>
                      <a:r>
                        <a:rPr lang="en-US" altLang="ja-JP" sz="1000" dirty="0"/>
                        <a:t>ID</a:t>
                      </a:r>
                      <a:r>
                        <a:rPr lang="ja-JP" altLang="en-US" sz="1000" dirty="0"/>
                        <a:t>、ファイル名情報を保存、管理</a:t>
                      </a: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453962866"/>
                  </a:ext>
                </a:extLst>
              </a:tr>
              <a:tr h="170491">
                <a:tc>
                  <a:txBody>
                    <a:bodyPr/>
                    <a:lstStyle/>
                    <a:p>
                      <a:r>
                        <a:rPr lang="ja-JP" altLang="en-US" sz="1100" kern="1200" dirty="0">
                          <a:solidFill>
                            <a:schemeClr val="tx1"/>
                          </a:solidFill>
                          <a:latin typeface="+mn-lt"/>
                          <a:ea typeface="+mn-ea"/>
                          <a:cs typeface="+mn-cs"/>
                        </a:rPr>
                        <a:t>添付ファイル検索</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en-US" altLang="ja-JP" sz="1000" kern="1200" dirty="0">
                          <a:solidFill>
                            <a:schemeClr val="tx1"/>
                          </a:solidFill>
                          <a:latin typeface="+mn-lt"/>
                          <a:ea typeface="+mn-ea"/>
                          <a:cs typeface="+mn-cs"/>
                        </a:rPr>
                        <a:t>SharePoint</a:t>
                      </a:r>
                      <a:r>
                        <a:rPr lang="ja-JP" altLang="en-US" sz="1000" kern="1200" dirty="0">
                          <a:solidFill>
                            <a:schemeClr val="tx1"/>
                          </a:solidFill>
                          <a:latin typeface="+mn-lt"/>
                          <a:ea typeface="+mn-ea"/>
                          <a:cs typeface="+mn-cs"/>
                        </a:rPr>
                        <a:t>の</a:t>
                      </a:r>
                      <a:r>
                        <a:rPr lang="en-US" altLang="ja-JP" sz="1000" kern="1200" dirty="0">
                          <a:solidFill>
                            <a:schemeClr val="tx1"/>
                          </a:solidFill>
                          <a:latin typeface="+mn-lt"/>
                          <a:ea typeface="+mn-ea"/>
                          <a:cs typeface="+mn-cs"/>
                        </a:rPr>
                        <a:t>Microsoft Search</a:t>
                      </a:r>
                      <a:r>
                        <a:rPr lang="ja-JP" altLang="en-US" sz="1000" kern="1200" dirty="0">
                          <a:solidFill>
                            <a:schemeClr val="tx1"/>
                          </a:solidFill>
                          <a:latin typeface="+mn-lt"/>
                          <a:ea typeface="+mn-ea"/>
                          <a:cs typeface="+mn-cs"/>
                        </a:rPr>
                        <a:t>機能を利用する実現</a:t>
                      </a:r>
                      <a:endParaRPr lang="en-US" altLang="ja-JP" sz="1000" kern="1200" dirty="0">
                        <a:solidFill>
                          <a:schemeClr val="tx1"/>
                        </a:solidFill>
                        <a:latin typeface="+mn-lt"/>
                        <a:ea typeface="+mn-ea"/>
                        <a:cs typeface="+mn-cs"/>
                      </a:endParaRPr>
                    </a:p>
                    <a:p>
                      <a:pPr marL="171450" indent="-171450">
                        <a:buFont typeface="Arial" panose="020B0604020202020204" pitchFamily="34" charset="0"/>
                        <a:buChar char="•"/>
                      </a:pPr>
                      <a:r>
                        <a:rPr lang="ja-JP" altLang="en-US" sz="1000" kern="1200" dirty="0">
                          <a:solidFill>
                            <a:schemeClr val="tx1"/>
                          </a:solidFill>
                          <a:latin typeface="+mn-lt"/>
                          <a:ea typeface="+mn-ea"/>
                          <a:cs typeface="+mn-cs"/>
                        </a:rPr>
                        <a:t>実装面、</a:t>
                      </a:r>
                      <a:r>
                        <a:rPr lang="en-US" altLang="ja-JP" sz="1000" kern="1200" dirty="0">
                          <a:solidFill>
                            <a:schemeClr val="tx1"/>
                          </a:solidFill>
                          <a:latin typeface="+mn-lt"/>
                          <a:ea typeface="+mn-ea"/>
                          <a:cs typeface="+mn-cs"/>
                        </a:rPr>
                        <a:t>Microsoft</a:t>
                      </a:r>
                      <a:r>
                        <a:rPr lang="ja-JP" altLang="en-US" sz="1000" kern="1200" dirty="0">
                          <a:solidFill>
                            <a:schemeClr val="tx1"/>
                          </a:solidFill>
                          <a:latin typeface="+mn-lt"/>
                          <a:ea typeface="+mn-ea"/>
                          <a:cs typeface="+mn-cs"/>
                        </a:rPr>
                        <a:t> </a:t>
                      </a:r>
                      <a:r>
                        <a:rPr lang="en-US" altLang="ja-JP" sz="1000" kern="1200" dirty="0" err="1">
                          <a:solidFill>
                            <a:schemeClr val="tx1"/>
                          </a:solidFill>
                          <a:latin typeface="+mn-lt"/>
                          <a:ea typeface="+mn-ea"/>
                          <a:cs typeface="+mn-cs"/>
                        </a:rPr>
                        <a:t>GraphAPI</a:t>
                      </a:r>
                      <a:r>
                        <a:rPr lang="ja-JP" altLang="en-US" sz="1000" kern="1200" dirty="0">
                          <a:solidFill>
                            <a:schemeClr val="tx1"/>
                          </a:solidFill>
                          <a:latin typeface="+mn-lt"/>
                          <a:ea typeface="+mn-ea"/>
                          <a:cs typeface="+mn-cs"/>
                        </a:rPr>
                        <a:t>を利用する</a:t>
                      </a:r>
                      <a:endParaRPr lang="en-US" altLang="ja-JP" sz="1000" kern="1200" dirty="0">
                        <a:solidFill>
                          <a:schemeClr val="tx1"/>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465751194"/>
                  </a:ext>
                </a:extLst>
              </a:tr>
              <a:tr h="98977">
                <a:tc>
                  <a:txBody>
                    <a:bodyPr/>
                    <a:lstStyle/>
                    <a:p>
                      <a:r>
                        <a:rPr lang="ja-JP" altLang="en-US" sz="1050" kern="1200" dirty="0">
                          <a:solidFill>
                            <a:schemeClr val="tx1"/>
                          </a:solidFill>
                          <a:latin typeface="+mn-lt"/>
                          <a:ea typeface="+mn-ea"/>
                          <a:cs typeface="+mn-cs"/>
                        </a:rPr>
                        <a:t>ファイルの履歴管理</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000" kern="1200" dirty="0">
                          <a:solidFill>
                            <a:schemeClr val="tx1"/>
                          </a:solidFill>
                          <a:latin typeface="+mn-lt"/>
                          <a:ea typeface="+mn-ea"/>
                          <a:cs typeface="+mn-cs"/>
                        </a:rPr>
                        <a:t>SharePoint</a:t>
                      </a:r>
                      <a:r>
                        <a:rPr lang="ja-JP" altLang="en-US" sz="1000" kern="1200" dirty="0">
                          <a:solidFill>
                            <a:schemeClr val="tx1"/>
                          </a:solidFill>
                          <a:latin typeface="+mn-lt"/>
                          <a:ea typeface="+mn-ea"/>
                          <a:cs typeface="+mn-cs"/>
                        </a:rPr>
                        <a:t>の履歴管理機能を利用（</a:t>
                      </a:r>
                      <a:r>
                        <a:rPr lang="en-US" altLang="ja-JP" sz="1000" kern="1200" dirty="0">
                          <a:solidFill>
                            <a:schemeClr val="tx1"/>
                          </a:solidFill>
                          <a:latin typeface="+mn-lt"/>
                          <a:ea typeface="+mn-ea"/>
                          <a:cs typeface="+mn-cs"/>
                        </a:rPr>
                        <a:t>Power Automate Flow</a:t>
                      </a:r>
                      <a:r>
                        <a:rPr lang="ja-JP" altLang="en-US" sz="1000" kern="1200" dirty="0">
                          <a:solidFill>
                            <a:schemeClr val="tx1"/>
                          </a:solidFill>
                          <a:latin typeface="+mn-lt"/>
                          <a:ea typeface="+mn-ea"/>
                          <a:cs typeface="+mn-cs"/>
                        </a:rPr>
                        <a:t>サポート）</a:t>
                      </a:r>
                      <a:endParaRPr lang="en-US" altLang="ja-JP" sz="1000" kern="1200" dirty="0">
                        <a:solidFill>
                          <a:schemeClr val="tx1"/>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958281788"/>
                  </a:ext>
                </a:extLst>
              </a:tr>
              <a:tr h="184794">
                <a:tc>
                  <a:txBody>
                    <a:bodyPr/>
                    <a:lstStyle/>
                    <a:p>
                      <a:r>
                        <a:rPr lang="ja-JP" altLang="en-US" sz="1050" kern="1200" dirty="0">
                          <a:solidFill>
                            <a:schemeClr val="tx1"/>
                          </a:solidFill>
                          <a:latin typeface="+mn-lt"/>
                          <a:ea typeface="+mn-ea"/>
                          <a:cs typeface="+mn-cs"/>
                        </a:rPr>
                        <a:t>サポートファイルタイプ（</a:t>
                      </a:r>
                      <a:r>
                        <a:rPr lang="en-US" altLang="ja-JP" sz="1050" kern="1200" dirty="0">
                          <a:solidFill>
                            <a:schemeClr val="tx1"/>
                          </a:solidFill>
                          <a:latin typeface="+mn-lt"/>
                          <a:ea typeface="+mn-ea"/>
                          <a:cs typeface="+mn-cs"/>
                        </a:rPr>
                        <a:t>Office</a:t>
                      </a:r>
                      <a:r>
                        <a:rPr lang="ja-JP" altLang="en-US" sz="1050" kern="1200" dirty="0">
                          <a:solidFill>
                            <a:schemeClr val="tx1"/>
                          </a:solidFill>
                          <a:latin typeface="+mn-lt"/>
                          <a:ea typeface="+mn-ea"/>
                          <a:cs typeface="+mn-cs"/>
                        </a:rPr>
                        <a:t>（</a:t>
                      </a:r>
                      <a:r>
                        <a:rPr lang="en-US" altLang="ja-JP" sz="1050" kern="1200" dirty="0">
                          <a:solidFill>
                            <a:schemeClr val="tx1"/>
                          </a:solidFill>
                          <a:latin typeface="+mn-lt"/>
                          <a:ea typeface="+mn-ea"/>
                          <a:cs typeface="+mn-cs"/>
                        </a:rPr>
                        <a:t>Word, Excel, PowerPoint</a:t>
                      </a:r>
                      <a:r>
                        <a:rPr lang="ja-JP" altLang="en-US" sz="1050" kern="1200" dirty="0">
                          <a:solidFill>
                            <a:schemeClr val="tx1"/>
                          </a:solidFill>
                          <a:latin typeface="+mn-lt"/>
                          <a:ea typeface="+mn-ea"/>
                          <a:cs typeface="+mn-cs"/>
                        </a:rPr>
                        <a:t>）、</a:t>
                      </a:r>
                      <a:r>
                        <a:rPr lang="en-US" altLang="ja-JP" sz="1050" kern="1200" dirty="0">
                          <a:solidFill>
                            <a:schemeClr val="tx1"/>
                          </a:solidFill>
                          <a:latin typeface="+mn-lt"/>
                          <a:ea typeface="+mn-ea"/>
                          <a:cs typeface="+mn-cs"/>
                        </a:rPr>
                        <a:t>PDF</a:t>
                      </a:r>
                      <a:r>
                        <a:rPr lang="ja-JP" altLang="en-US" sz="1050" kern="1200" dirty="0">
                          <a:solidFill>
                            <a:schemeClr val="tx1"/>
                          </a:solidFill>
                          <a:latin typeface="+mn-lt"/>
                          <a:ea typeface="+mn-ea"/>
                          <a:cs typeface="+mn-cs"/>
                        </a:rPr>
                        <a:t>をサポート）</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en-US" altLang="ja-JP" sz="1000" kern="1200" dirty="0">
                          <a:solidFill>
                            <a:schemeClr val="tx1"/>
                          </a:solidFill>
                          <a:latin typeface="+mn-lt"/>
                          <a:ea typeface="+mn-ea"/>
                          <a:cs typeface="+mn-cs"/>
                        </a:rPr>
                        <a:t>SharePoint</a:t>
                      </a:r>
                      <a:r>
                        <a:rPr lang="ja-JP" altLang="en-US" sz="1000" kern="1200" dirty="0">
                          <a:solidFill>
                            <a:schemeClr val="tx1"/>
                          </a:solidFill>
                          <a:latin typeface="+mn-lt"/>
                          <a:ea typeface="+mn-ea"/>
                          <a:cs typeface="+mn-cs"/>
                        </a:rPr>
                        <a:t>の内蔵機能</a:t>
                      </a:r>
                      <a:endParaRPr lang="en-US" altLang="ja-JP" sz="1000" kern="1200" dirty="0">
                        <a:solidFill>
                          <a:schemeClr val="tx1"/>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501357562"/>
                  </a:ext>
                </a:extLst>
              </a:tr>
              <a:tr h="98977">
                <a:tc>
                  <a:txBody>
                    <a:bodyPr/>
                    <a:lstStyle/>
                    <a:p>
                      <a:r>
                        <a:rPr lang="ja-JP" altLang="en-US" sz="1050" kern="1200" dirty="0">
                          <a:solidFill>
                            <a:schemeClr val="tx1"/>
                          </a:solidFill>
                          <a:latin typeface="+mn-lt"/>
                          <a:ea typeface="+mn-ea"/>
                          <a:cs typeface="+mn-cs"/>
                        </a:rPr>
                        <a:t>ファイルサイズ</a:t>
                      </a:r>
                      <a:r>
                        <a:rPr lang="en-US" altLang="ja-JP" sz="1050" kern="1200" dirty="0">
                          <a:solidFill>
                            <a:schemeClr val="tx1"/>
                          </a:solidFill>
                          <a:latin typeface="+mn-lt"/>
                          <a:ea typeface="+mn-ea"/>
                          <a:cs typeface="+mn-cs"/>
                        </a:rPr>
                        <a:t>: 50MB/</a:t>
                      </a:r>
                      <a:r>
                        <a:rPr lang="ja-JP" altLang="en-US" sz="1050" kern="1200" dirty="0">
                          <a:solidFill>
                            <a:schemeClr val="tx1"/>
                          </a:solidFill>
                          <a:latin typeface="+mn-lt"/>
                          <a:ea typeface="+mn-ea"/>
                          <a:cs typeface="+mn-cs"/>
                        </a:rPr>
                        <a:t>ファイル</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000" kern="1200" dirty="0">
                          <a:solidFill>
                            <a:schemeClr val="tx1"/>
                          </a:solidFill>
                          <a:latin typeface="+mn-lt"/>
                          <a:ea typeface="+mn-ea"/>
                          <a:cs typeface="+mn-cs"/>
                        </a:rPr>
                        <a:t>PowerApps</a:t>
                      </a:r>
                      <a:r>
                        <a:rPr lang="ja-JP" altLang="en-US" sz="1000" kern="1200" dirty="0">
                          <a:solidFill>
                            <a:schemeClr val="tx1"/>
                          </a:solidFill>
                          <a:latin typeface="+mn-lt"/>
                          <a:ea typeface="+mn-ea"/>
                          <a:cs typeface="+mn-cs"/>
                        </a:rPr>
                        <a:t>の内蔵</a:t>
                      </a:r>
                      <a:r>
                        <a:rPr lang="en-US" altLang="ja-JP" sz="1000" kern="1200" dirty="0">
                          <a:solidFill>
                            <a:schemeClr val="tx1"/>
                          </a:solidFill>
                          <a:latin typeface="+mn-lt"/>
                          <a:ea typeface="+mn-ea"/>
                          <a:cs typeface="+mn-cs"/>
                        </a:rPr>
                        <a:t>File Download/Upload</a:t>
                      </a:r>
                      <a:r>
                        <a:rPr lang="ja-JP" altLang="en-US" sz="1000" kern="1200" dirty="0">
                          <a:solidFill>
                            <a:schemeClr val="tx1"/>
                          </a:solidFill>
                          <a:latin typeface="+mn-lt"/>
                          <a:ea typeface="+mn-ea"/>
                          <a:cs typeface="+mn-cs"/>
                        </a:rPr>
                        <a:t>コントロールで対応（</a:t>
                      </a:r>
                      <a:r>
                        <a:rPr lang="en-US" altLang="ja-JP" sz="1000" kern="1200" dirty="0">
                          <a:solidFill>
                            <a:schemeClr val="tx1"/>
                          </a:solidFill>
                          <a:latin typeface="+mn-lt"/>
                          <a:ea typeface="+mn-ea"/>
                          <a:cs typeface="+mn-cs"/>
                        </a:rPr>
                        <a:t>Upload</a:t>
                      </a:r>
                      <a:r>
                        <a:rPr lang="ja-JP" altLang="en-US" sz="1000" kern="1200" dirty="0">
                          <a:solidFill>
                            <a:schemeClr val="tx1"/>
                          </a:solidFill>
                          <a:latin typeface="+mn-lt"/>
                          <a:ea typeface="+mn-ea"/>
                          <a:cs typeface="+mn-cs"/>
                        </a:rPr>
                        <a:t>可能ファイルのサイズはカスタマイズ可能）</a:t>
                      </a: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515025090"/>
                  </a:ext>
                </a:extLst>
              </a:tr>
              <a:tr h="98977">
                <a:tc>
                  <a:txBody>
                    <a:bodyPr/>
                    <a:lstStyle/>
                    <a:p>
                      <a:r>
                        <a:rPr lang="ja-JP" altLang="en-US" sz="1050" kern="1200" dirty="0">
                          <a:solidFill>
                            <a:schemeClr val="tx1"/>
                          </a:solidFill>
                          <a:latin typeface="+mn-lt"/>
                          <a:ea typeface="+mn-ea"/>
                          <a:cs typeface="+mn-cs"/>
                        </a:rPr>
                        <a:t>ファイルアクセスのパフォーマンス保証</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000" dirty="0">
                          <a:solidFill>
                            <a:schemeClr val="tx1"/>
                          </a:solidFill>
                          <a:latin typeface="Yu Gothic UI" panose="020B0500000000000000" pitchFamily="50" charset="-128"/>
                          <a:ea typeface="Yu Gothic UI" panose="020B0500000000000000" pitchFamily="50" charset="-128"/>
                        </a:rPr>
                        <a:t>多階層</a:t>
                      </a:r>
                      <a:r>
                        <a:rPr lang="en-US" altLang="ja-JP" sz="1000" dirty="0">
                          <a:solidFill>
                            <a:schemeClr val="tx1"/>
                          </a:solidFill>
                          <a:latin typeface="Yu Gothic UI" panose="020B0500000000000000" pitchFamily="50" charset="-128"/>
                          <a:ea typeface="Yu Gothic UI" panose="020B0500000000000000" pitchFamily="50" charset="-128"/>
                        </a:rPr>
                        <a:t>Directory</a:t>
                      </a:r>
                      <a:r>
                        <a:rPr lang="ja-JP" altLang="en-US" sz="1000" dirty="0">
                          <a:solidFill>
                            <a:schemeClr val="tx1"/>
                          </a:solidFill>
                          <a:latin typeface="Yu Gothic UI" panose="020B0500000000000000" pitchFamily="50" charset="-128"/>
                          <a:ea typeface="Yu Gothic UI" panose="020B0500000000000000" pitchFamily="50" charset="-128"/>
                        </a:rPr>
                        <a:t>構造にし、一つの</a:t>
                      </a:r>
                      <a:r>
                        <a:rPr lang="en-US" altLang="ja-JP" sz="1000" dirty="0">
                          <a:solidFill>
                            <a:schemeClr val="tx1"/>
                          </a:solidFill>
                          <a:latin typeface="Yu Gothic UI" panose="020B0500000000000000" pitchFamily="50" charset="-128"/>
                          <a:ea typeface="Yu Gothic UI" panose="020B0500000000000000" pitchFamily="50" charset="-128"/>
                        </a:rPr>
                        <a:t>Directory</a:t>
                      </a:r>
                      <a:r>
                        <a:rPr lang="ja-JP" altLang="en-US" sz="1000" dirty="0">
                          <a:solidFill>
                            <a:schemeClr val="tx1"/>
                          </a:solidFill>
                          <a:latin typeface="Yu Gothic UI" panose="020B0500000000000000" pitchFamily="50" charset="-128"/>
                          <a:ea typeface="Yu Gothic UI" panose="020B0500000000000000" pitchFamily="50" charset="-128"/>
                        </a:rPr>
                        <a:t>にファイルを</a:t>
                      </a:r>
                      <a:r>
                        <a:rPr lang="en-US" altLang="ja-JP" sz="1000" dirty="0">
                          <a:solidFill>
                            <a:schemeClr val="tx1"/>
                          </a:solidFill>
                          <a:latin typeface="Yu Gothic UI" panose="020B0500000000000000" pitchFamily="50" charset="-128"/>
                          <a:ea typeface="Yu Gothic UI" panose="020B0500000000000000" pitchFamily="50" charset="-128"/>
                        </a:rPr>
                        <a:t>1000</a:t>
                      </a:r>
                      <a:r>
                        <a:rPr lang="ja-JP" altLang="en-US" sz="1000" dirty="0">
                          <a:solidFill>
                            <a:schemeClr val="tx1"/>
                          </a:solidFill>
                          <a:latin typeface="Yu Gothic UI" panose="020B0500000000000000" pitchFamily="50" charset="-128"/>
                          <a:ea typeface="Yu Gothic UI" panose="020B0500000000000000" pitchFamily="50" charset="-128"/>
                        </a:rPr>
                        <a:t>以内に抑えることでパフォーマンスを確保</a:t>
                      </a:r>
                      <a:endParaRPr lang="en-US" altLang="ja-JP" sz="1000" dirty="0">
                        <a:solidFill>
                          <a:schemeClr val="tx1"/>
                        </a:solidFill>
                        <a:latin typeface="Yu Gothic UI" panose="020B0500000000000000" pitchFamily="50" charset="-128"/>
                        <a:ea typeface="Yu Gothic UI" panose="020B0500000000000000" pitchFamily="50" charset="-128"/>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2894016093"/>
                  </a:ext>
                </a:extLst>
              </a:tr>
              <a:tr h="170491">
                <a:tc>
                  <a:txBody>
                    <a:bodyPr/>
                    <a:lstStyle/>
                    <a:p>
                      <a:r>
                        <a:rPr lang="ja-JP" altLang="en-US" sz="1050" kern="1200" dirty="0">
                          <a:solidFill>
                            <a:schemeClr val="tx1"/>
                          </a:solidFill>
                          <a:latin typeface="+mn-lt"/>
                          <a:ea typeface="+mn-ea"/>
                          <a:cs typeface="+mn-cs"/>
                        </a:rPr>
                        <a:t>ファイルの</a:t>
                      </a:r>
                      <a:r>
                        <a:rPr lang="en-US" altLang="ja-JP" sz="1050" kern="1200" dirty="0">
                          <a:solidFill>
                            <a:schemeClr val="tx1"/>
                          </a:solidFill>
                          <a:latin typeface="+mn-lt"/>
                          <a:ea typeface="+mn-ea"/>
                          <a:cs typeface="+mn-cs"/>
                        </a:rPr>
                        <a:t>Download/</a:t>
                      </a:r>
                      <a:r>
                        <a:rPr lang="ja-JP" altLang="en-US" sz="1050" kern="1200" dirty="0">
                          <a:solidFill>
                            <a:schemeClr val="tx1"/>
                          </a:solidFill>
                          <a:latin typeface="+mn-lt"/>
                          <a:ea typeface="+mn-ea"/>
                          <a:cs typeface="+mn-cs"/>
                        </a:rPr>
                        <a:t>編集</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228600" lvl="0" indent="-228600" eaLnBrk="0" fontAlgn="base" hangingPunct="0">
                        <a:spcBef>
                          <a:spcPct val="0"/>
                        </a:spcBef>
                        <a:spcAft>
                          <a:spcPct val="0"/>
                        </a:spcAft>
                        <a:buFont typeface="+mj-lt"/>
                        <a:buAutoNum type="arabicPeriod"/>
                      </a:pPr>
                      <a:r>
                        <a:rPr lang="ja-JP" altLang="en-US" sz="1000" kern="1200" dirty="0">
                          <a:solidFill>
                            <a:schemeClr val="tx1"/>
                          </a:solidFill>
                          <a:latin typeface="+mn-lt"/>
                          <a:ea typeface="+mn-ea"/>
                          <a:cs typeface="+mn-cs"/>
                        </a:rPr>
                        <a:t>データベーステーブルから</a:t>
                      </a:r>
                      <a:r>
                        <a:rPr lang="zh-CN" altLang="zh-CN" sz="1000" kern="1200" dirty="0">
                          <a:solidFill>
                            <a:schemeClr val="tx1"/>
                          </a:solidFill>
                          <a:latin typeface="+mn-lt"/>
                          <a:ea typeface="+mn-ea"/>
                          <a:cs typeface="+mn-cs"/>
                        </a:rPr>
                        <a:t>選択</a:t>
                      </a:r>
                      <a:r>
                        <a:rPr lang="ja-JP" altLang="en-US" sz="1000" kern="1200" dirty="0">
                          <a:solidFill>
                            <a:schemeClr val="tx1"/>
                          </a:solidFill>
                          <a:latin typeface="+mn-lt"/>
                          <a:ea typeface="+mn-ea"/>
                          <a:cs typeface="+mn-cs"/>
                        </a:rPr>
                        <a:t>対象の添付</a:t>
                      </a:r>
                      <a:r>
                        <a:rPr lang="zh-CN" altLang="zh-CN" sz="1000" kern="1200" dirty="0">
                          <a:solidFill>
                            <a:schemeClr val="tx1"/>
                          </a:solidFill>
                          <a:latin typeface="+mn-lt"/>
                          <a:ea typeface="+mn-ea"/>
                          <a:cs typeface="+mn-cs"/>
                        </a:rPr>
                        <a:t>ファイル</a:t>
                      </a:r>
                      <a:r>
                        <a:rPr lang="ja-JP" altLang="en-US" sz="1000" kern="1200" dirty="0">
                          <a:solidFill>
                            <a:schemeClr val="tx1"/>
                          </a:solidFill>
                          <a:latin typeface="+mn-lt"/>
                          <a:ea typeface="+mn-ea"/>
                          <a:cs typeface="+mn-cs"/>
                        </a:rPr>
                        <a:t>の</a:t>
                      </a:r>
                      <a:r>
                        <a:rPr lang="en-US" altLang="ja-JP" sz="1000" kern="1200" dirty="0">
                          <a:solidFill>
                            <a:schemeClr val="tx1"/>
                          </a:solidFill>
                          <a:latin typeface="+mn-lt"/>
                          <a:ea typeface="+mn-ea"/>
                          <a:cs typeface="+mn-cs"/>
                        </a:rPr>
                        <a:t>SPO</a:t>
                      </a:r>
                      <a:r>
                        <a:rPr lang="ja-JP" altLang="en-US" sz="1000" kern="1200" dirty="0">
                          <a:solidFill>
                            <a:schemeClr val="tx1"/>
                          </a:solidFill>
                          <a:latin typeface="+mn-lt"/>
                          <a:ea typeface="+mn-ea"/>
                          <a:cs typeface="+mn-cs"/>
                        </a:rPr>
                        <a:t> </a:t>
                      </a:r>
                      <a:r>
                        <a:rPr lang="zh-CN" altLang="zh-CN" sz="1000" kern="1200" dirty="0">
                          <a:solidFill>
                            <a:schemeClr val="tx1"/>
                          </a:solidFill>
                          <a:latin typeface="+mn-lt"/>
                          <a:ea typeface="+mn-ea"/>
                          <a:cs typeface="+mn-cs"/>
                        </a:rPr>
                        <a:t>URLを取得。 </a:t>
                      </a:r>
                    </a:p>
                    <a:p>
                      <a:pPr marL="228600" lvl="0" indent="-228600" eaLnBrk="0" fontAlgn="base" hangingPunct="0">
                        <a:spcBef>
                          <a:spcPct val="0"/>
                        </a:spcBef>
                        <a:spcAft>
                          <a:spcPct val="0"/>
                        </a:spcAft>
                        <a:buFont typeface="+mj-lt"/>
                        <a:buAutoNum type="arabicPeriod"/>
                      </a:pPr>
                      <a:r>
                        <a:rPr lang="en-US" altLang="ja-JP" sz="1000" kern="1200" dirty="0">
                          <a:solidFill>
                            <a:schemeClr val="tx1"/>
                          </a:solidFill>
                          <a:latin typeface="+mn-lt"/>
                          <a:ea typeface="+mn-ea"/>
                          <a:cs typeface="+mn-cs"/>
                        </a:rPr>
                        <a:t>Power Apps</a:t>
                      </a:r>
                      <a:r>
                        <a:rPr lang="ja-JP" altLang="en-US" sz="1000" kern="1200" dirty="0">
                          <a:solidFill>
                            <a:schemeClr val="tx1"/>
                          </a:solidFill>
                          <a:latin typeface="+mn-lt"/>
                          <a:ea typeface="+mn-ea"/>
                          <a:cs typeface="+mn-cs"/>
                        </a:rPr>
                        <a:t>の</a:t>
                      </a:r>
                      <a:r>
                        <a:rPr lang="en-US" altLang="ja-JP" sz="1000" kern="1200" dirty="0">
                          <a:solidFill>
                            <a:schemeClr val="tx1"/>
                          </a:solidFill>
                          <a:latin typeface="+mn-lt"/>
                          <a:ea typeface="+mn-ea"/>
                          <a:cs typeface="+mn-cs"/>
                        </a:rPr>
                        <a:t>Launch</a:t>
                      </a:r>
                      <a:r>
                        <a:rPr lang="ja-JP" altLang="en-US" sz="1000" kern="1200" dirty="0">
                          <a:solidFill>
                            <a:schemeClr val="tx1"/>
                          </a:solidFill>
                          <a:latin typeface="+mn-lt"/>
                          <a:ea typeface="+mn-ea"/>
                          <a:cs typeface="+mn-cs"/>
                        </a:rPr>
                        <a:t>機能を利用し、</a:t>
                      </a:r>
                      <a:r>
                        <a:rPr lang="zh-CN" altLang="zh-CN" sz="1000" kern="1200" dirty="0">
                          <a:solidFill>
                            <a:schemeClr val="tx1"/>
                          </a:solidFill>
                          <a:latin typeface="+mn-lt"/>
                          <a:ea typeface="+mn-ea"/>
                          <a:cs typeface="+mn-cs"/>
                        </a:rPr>
                        <a:t>Office Onlineで</a:t>
                      </a:r>
                      <a:r>
                        <a:rPr lang="ja-JP" altLang="en-US" sz="1000" kern="1200" dirty="0">
                          <a:solidFill>
                            <a:schemeClr val="tx1"/>
                          </a:solidFill>
                          <a:latin typeface="+mn-lt"/>
                          <a:ea typeface="+mn-ea"/>
                          <a:cs typeface="+mn-cs"/>
                        </a:rPr>
                        <a:t>直接</a:t>
                      </a:r>
                      <a:r>
                        <a:rPr lang="zh-CN" altLang="zh-CN" sz="1000" kern="1200" dirty="0">
                          <a:solidFill>
                            <a:schemeClr val="tx1"/>
                          </a:solidFill>
                          <a:latin typeface="+mn-lt"/>
                          <a:ea typeface="+mn-ea"/>
                          <a:cs typeface="+mn-cs"/>
                        </a:rPr>
                        <a:t>開く（例: </a:t>
                      </a:r>
                      <a:r>
                        <a:rPr lang="zh-CN" altLang="zh-CN" sz="1000" kern="1200" dirty="0">
                          <a:solidFill>
                            <a:schemeClr val="tx1"/>
                          </a:solidFill>
                          <a:latin typeface="+mn-lt"/>
                          <a:ea typeface="+mn-ea"/>
                          <a:cs typeface="+mn-cs"/>
                          <a:hlinkClick r:id="rId3">
                            <a:extLst>
                              <a:ext uri="{A12FA001-AC4F-418D-AE19-62706E023703}">
                                <ahyp:hlinkClr xmlns:ahyp="http://schemas.microsoft.com/office/drawing/2018/hyperlinkcolor" val="tx"/>
                              </a:ext>
                            </a:extLst>
                          </a:hlinkClick>
                        </a:rPr>
                        <a:t>https://office.com/edit?url=[file_url</a:t>
                      </a:r>
                      <a:r>
                        <a:rPr lang="zh-CN" altLang="zh-CN" sz="1000" kern="1200" dirty="0">
                          <a:solidFill>
                            <a:schemeClr val="tx1"/>
                          </a:solidFill>
                          <a:latin typeface="+mn-lt"/>
                          <a:ea typeface="+mn-ea"/>
                          <a:cs typeface="+mn-cs"/>
                        </a:rPr>
                        <a:t>]）</a:t>
                      </a:r>
                      <a:r>
                        <a:rPr lang="en-US" altLang="ja-JP" sz="1000" kern="1200" dirty="0" err="1">
                          <a:solidFill>
                            <a:schemeClr val="tx1"/>
                          </a:solidFill>
                          <a:latin typeface="+mn-lt"/>
                          <a:ea typeface="+mn-ea"/>
                          <a:cs typeface="+mn-cs"/>
                        </a:rPr>
                        <a:t>ReadOnly</a:t>
                      </a:r>
                      <a:r>
                        <a:rPr lang="en-US" altLang="ja-JP" sz="1000" kern="1200" dirty="0">
                          <a:solidFill>
                            <a:schemeClr val="tx1"/>
                          </a:solidFill>
                          <a:latin typeface="+mn-lt"/>
                          <a:ea typeface="+mn-ea"/>
                          <a:cs typeface="+mn-cs"/>
                        </a:rPr>
                        <a:t>/</a:t>
                      </a:r>
                      <a:r>
                        <a:rPr lang="ja-JP" altLang="en-US" sz="1000" kern="1200" dirty="0">
                          <a:solidFill>
                            <a:schemeClr val="tx1"/>
                          </a:solidFill>
                          <a:latin typeface="+mn-lt"/>
                          <a:ea typeface="+mn-ea"/>
                          <a:cs typeface="+mn-cs"/>
                        </a:rPr>
                        <a:t>編集モードは仕様に従って定義</a:t>
                      </a:r>
                      <a:endParaRPr lang="en-US" altLang="zh-CN" sz="1000" kern="1200" dirty="0">
                        <a:solidFill>
                          <a:schemeClr val="tx1"/>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486074552"/>
                  </a:ext>
                </a:extLst>
              </a:tr>
              <a:tr h="24915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050" kern="1200" dirty="0">
                          <a:solidFill>
                            <a:schemeClr val="tx1"/>
                          </a:solidFill>
                          <a:latin typeface="+mn-lt"/>
                          <a:ea typeface="+mn-ea"/>
                          <a:cs typeface="+mn-cs"/>
                        </a:rPr>
                        <a:t>ファイルの</a:t>
                      </a:r>
                      <a:r>
                        <a:rPr lang="en-US" altLang="ja-JP" sz="1050" kern="1200" dirty="0">
                          <a:solidFill>
                            <a:schemeClr val="tx1"/>
                          </a:solidFill>
                          <a:latin typeface="+mn-lt"/>
                          <a:ea typeface="+mn-ea"/>
                          <a:cs typeface="+mn-cs"/>
                        </a:rPr>
                        <a:t>Upload</a:t>
                      </a:r>
                      <a:endParaRPr lang="ja-JP" altLang="en-US" sz="1050" kern="1200" dirty="0">
                        <a:solidFill>
                          <a:schemeClr val="tx1"/>
                        </a:solidFill>
                        <a:latin typeface="+mn-lt"/>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228600" lvl="0" indent="-228600" eaLnBrk="0" fontAlgn="base" hangingPunct="0">
                        <a:spcBef>
                          <a:spcPct val="0"/>
                        </a:spcBef>
                        <a:spcAft>
                          <a:spcPct val="0"/>
                        </a:spcAft>
                        <a:buFont typeface="+mj-lt"/>
                        <a:buAutoNum type="arabicPeriod"/>
                      </a:pPr>
                      <a:r>
                        <a:rPr lang="en-US" altLang="ja-JP" sz="1000" kern="1200" dirty="0">
                          <a:solidFill>
                            <a:schemeClr val="tx1"/>
                          </a:solidFill>
                          <a:latin typeface="+mn-lt"/>
                          <a:ea typeface="+mn-ea"/>
                          <a:cs typeface="+mn-cs"/>
                        </a:rPr>
                        <a:t>Upload</a:t>
                      </a:r>
                      <a:r>
                        <a:rPr lang="ja-JP" altLang="en-US" sz="1000" kern="1200" dirty="0">
                          <a:solidFill>
                            <a:schemeClr val="tx1"/>
                          </a:solidFill>
                          <a:latin typeface="+mn-lt"/>
                          <a:ea typeface="+mn-ea"/>
                          <a:cs typeface="+mn-cs"/>
                        </a:rPr>
                        <a:t>された</a:t>
                      </a:r>
                      <a:r>
                        <a:rPr lang="zh-CN" altLang="zh-CN" sz="1000" kern="1200" dirty="0">
                          <a:solidFill>
                            <a:schemeClr val="tx1"/>
                          </a:solidFill>
                          <a:latin typeface="+mn-lt"/>
                          <a:ea typeface="+mn-ea"/>
                          <a:cs typeface="+mn-cs"/>
                        </a:rPr>
                        <a:t>ファイル</a:t>
                      </a:r>
                      <a:r>
                        <a:rPr lang="ja-JP" altLang="en-US" sz="1000" kern="1200" dirty="0">
                          <a:solidFill>
                            <a:schemeClr val="tx1"/>
                          </a:solidFill>
                          <a:latin typeface="+mn-lt"/>
                          <a:ea typeface="+mn-ea"/>
                          <a:cs typeface="+mn-cs"/>
                        </a:rPr>
                        <a:t>の</a:t>
                      </a:r>
                      <a:r>
                        <a:rPr lang="en-US" altLang="ja-JP" sz="1000" kern="1200" dirty="0">
                          <a:solidFill>
                            <a:schemeClr val="tx1"/>
                          </a:solidFill>
                          <a:latin typeface="+mn-lt"/>
                          <a:ea typeface="+mn-ea"/>
                          <a:cs typeface="+mn-cs"/>
                        </a:rPr>
                        <a:t>SPO</a:t>
                      </a:r>
                      <a:r>
                        <a:rPr lang="ja-JP" altLang="en-US" sz="1000" kern="1200" dirty="0">
                          <a:solidFill>
                            <a:schemeClr val="tx1"/>
                          </a:solidFill>
                          <a:latin typeface="+mn-lt"/>
                          <a:ea typeface="+mn-ea"/>
                          <a:cs typeface="+mn-cs"/>
                        </a:rPr>
                        <a:t> </a:t>
                      </a:r>
                      <a:r>
                        <a:rPr lang="zh-CN" altLang="zh-CN" sz="1000" kern="1200" dirty="0">
                          <a:solidFill>
                            <a:schemeClr val="tx1"/>
                          </a:solidFill>
                          <a:latin typeface="+mn-lt"/>
                          <a:ea typeface="+mn-ea"/>
                          <a:cs typeface="+mn-cs"/>
                        </a:rPr>
                        <a:t>URLを</a:t>
                      </a:r>
                      <a:r>
                        <a:rPr lang="ja-JP" altLang="en-US" sz="1000" kern="1200" dirty="0">
                          <a:solidFill>
                            <a:schemeClr val="tx1"/>
                          </a:solidFill>
                          <a:latin typeface="+mn-lt"/>
                          <a:ea typeface="+mn-ea"/>
                          <a:cs typeface="+mn-cs"/>
                        </a:rPr>
                        <a:t>算出</a:t>
                      </a:r>
                      <a:r>
                        <a:rPr lang="zh-CN" altLang="zh-CN" sz="1000" kern="1200" dirty="0">
                          <a:solidFill>
                            <a:schemeClr val="tx1"/>
                          </a:solidFill>
                          <a:latin typeface="+mn-lt"/>
                          <a:ea typeface="+mn-ea"/>
                          <a:cs typeface="+mn-cs"/>
                        </a:rPr>
                        <a:t>。 </a:t>
                      </a:r>
                    </a:p>
                    <a:p>
                      <a:pPr marL="228600" lvl="0" indent="-228600" eaLnBrk="0" fontAlgn="base" hangingPunct="0">
                        <a:spcBef>
                          <a:spcPct val="0"/>
                        </a:spcBef>
                        <a:spcAft>
                          <a:spcPct val="0"/>
                        </a:spcAft>
                        <a:buFont typeface="+mj-lt"/>
                        <a:buAutoNum type="arabicPeriod"/>
                      </a:pPr>
                      <a:r>
                        <a:rPr lang="ja-JP" altLang="en-US" sz="1000" dirty="0"/>
                        <a:t>ファイルを</a:t>
                      </a:r>
                      <a:r>
                        <a:rPr lang="en-US" altLang="ja-JP" sz="1000" dirty="0"/>
                        <a:t>SPO</a:t>
                      </a:r>
                      <a:r>
                        <a:rPr lang="ja-JP" altLang="en-US" sz="1000" dirty="0"/>
                        <a:t>の場所に</a:t>
                      </a:r>
                      <a:r>
                        <a:rPr lang="en-US" altLang="ja-JP" sz="1000" dirty="0"/>
                        <a:t>Upload</a:t>
                      </a:r>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defRPr/>
                      </a:pPr>
                      <a:r>
                        <a:rPr lang="ja-JP" altLang="en-US" sz="1000" dirty="0"/>
                        <a:t>ファイルの権限を設定（共有相手個人、組織のみに与える）</a:t>
                      </a:r>
                      <a:endParaRPr lang="en-US" altLang="ja-JP" sz="1000" dirty="0"/>
                    </a:p>
                    <a:p>
                      <a:pPr marL="228600" marR="0" lvl="0" indent="-228600" algn="l" defTabSz="914400" rtl="0" eaLnBrk="0" fontAlgn="base" latinLnBrk="0" hangingPunct="0">
                        <a:lnSpc>
                          <a:spcPct val="100000"/>
                        </a:lnSpc>
                        <a:spcBef>
                          <a:spcPct val="0"/>
                        </a:spcBef>
                        <a:spcAft>
                          <a:spcPct val="0"/>
                        </a:spcAft>
                        <a:buClrTx/>
                        <a:buSzTx/>
                        <a:buFont typeface="+mj-lt"/>
                        <a:buAutoNum type="arabicPeriod"/>
                        <a:tabLst/>
                        <a:defRPr/>
                      </a:pPr>
                      <a:r>
                        <a:rPr lang="ja-JP" altLang="en-US" sz="1000" dirty="0"/>
                        <a:t>仕様書</a:t>
                      </a:r>
                      <a:r>
                        <a:rPr lang="en-US" altLang="ja-JP" sz="1000" dirty="0"/>
                        <a:t>Table</a:t>
                      </a:r>
                      <a:r>
                        <a:rPr lang="ja-JP" altLang="en-US" sz="1000" dirty="0"/>
                        <a:t>に添付ファイル情報を登録する</a:t>
                      </a:r>
                      <a:endParaRPr lang="en-US" altLang="ja-JP" sz="1000" dirty="0"/>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4111963461"/>
                  </a:ext>
                </a:extLst>
              </a:tr>
              <a:tr h="726153">
                <a:tc>
                  <a:txBody>
                    <a:bodyPr/>
                    <a:lstStyle/>
                    <a:p>
                      <a:endParaRPr lang="ja-JP" altLang="en-US" sz="1050" kern="1200" dirty="0">
                        <a:solidFill>
                          <a:schemeClr val="tx1"/>
                        </a:solidFill>
                        <a:latin typeface="+mn-lt"/>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ltLang="ja-JP" sz="1050" kern="120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050" b="1" kern="1200" dirty="0">
                          <a:solidFill>
                            <a:schemeClr val="tx1"/>
                          </a:solidFill>
                          <a:latin typeface="+mn-lt"/>
                          <a:ea typeface="+mn-ea"/>
                          <a:cs typeface="+mn-cs"/>
                        </a:rPr>
                        <a:t>ソリューションデータフロー</a:t>
                      </a:r>
                      <a:endParaRPr lang="en-US" altLang="ja-JP" sz="1050" b="1" kern="1200" dirty="0">
                        <a:solidFill>
                          <a:schemeClr val="tx1"/>
                        </a:solidFill>
                        <a:latin typeface="+mn-lt"/>
                        <a:ea typeface="+mn-ea"/>
                        <a:cs typeface="+mn-cs"/>
                      </a:endParaRPr>
                    </a:p>
                    <a:p>
                      <a:endParaRPr lang="en-US" altLang="ja-JP" sz="1050" kern="1200" dirty="0">
                        <a:solidFill>
                          <a:schemeClr val="tx1"/>
                        </a:solidFill>
                        <a:latin typeface="+mn-lt"/>
                        <a:ea typeface="+mn-ea"/>
                        <a:cs typeface="+mn-cs"/>
                      </a:endParaRPr>
                    </a:p>
                    <a:p>
                      <a:endParaRPr lang="en-US" altLang="ja-JP" sz="1050" kern="1200" dirty="0">
                        <a:solidFill>
                          <a:schemeClr val="tx1"/>
                        </a:solidFill>
                        <a:latin typeface="+mn-lt"/>
                        <a:ea typeface="+mn-ea"/>
                        <a:cs typeface="+mn-cs"/>
                      </a:endParaRPr>
                    </a:p>
                    <a:p>
                      <a:endParaRPr lang="en-US" altLang="ja-JP" sz="1050" kern="1200" dirty="0">
                        <a:solidFill>
                          <a:schemeClr val="tx1"/>
                        </a:solidFill>
                        <a:latin typeface="+mn-lt"/>
                        <a:ea typeface="+mn-ea"/>
                        <a:cs typeface="+mn-cs"/>
                      </a:endParaRPr>
                    </a:p>
                    <a:p>
                      <a:endParaRPr lang="en-US" altLang="ja-JP" sz="1050" kern="1200" dirty="0">
                        <a:solidFill>
                          <a:schemeClr val="tx1"/>
                        </a:solidFill>
                        <a:latin typeface="+mn-lt"/>
                        <a:ea typeface="+mn-ea"/>
                        <a:cs typeface="+mn-cs"/>
                      </a:endParaRPr>
                    </a:p>
                    <a:p>
                      <a:endParaRPr lang="en-US" altLang="ja-JP" sz="1050" kern="1200" dirty="0">
                        <a:solidFill>
                          <a:schemeClr val="tx1"/>
                        </a:solidFill>
                        <a:latin typeface="+mn-lt"/>
                        <a:ea typeface="+mn-ea"/>
                        <a:cs typeface="+mn-cs"/>
                      </a:endParaRPr>
                    </a:p>
                    <a:p>
                      <a:endParaRPr lang="en-US" altLang="ja-JP" sz="1050" kern="1200" dirty="0">
                        <a:solidFill>
                          <a:schemeClr val="tx1"/>
                        </a:solidFill>
                        <a:latin typeface="+mn-lt"/>
                        <a:ea typeface="+mn-ea"/>
                        <a:cs typeface="+mn-cs"/>
                      </a:endParaRPr>
                    </a:p>
                    <a:p>
                      <a:endParaRPr lang="en-US" altLang="ja-JP" sz="1050" kern="1200" dirty="0">
                        <a:solidFill>
                          <a:schemeClr val="tx1"/>
                        </a:solidFill>
                        <a:latin typeface="+mn-lt"/>
                        <a:ea typeface="+mn-ea"/>
                        <a:cs typeface="+mn-cs"/>
                      </a:endParaRPr>
                    </a:p>
                    <a:p>
                      <a:endParaRPr lang="en-US" altLang="ja-JP" sz="1050" kern="1200" dirty="0">
                        <a:solidFill>
                          <a:schemeClr val="tx1"/>
                        </a:solidFill>
                        <a:latin typeface="+mn-lt"/>
                        <a:ea typeface="+mn-ea"/>
                        <a:cs typeface="+mn-cs"/>
                      </a:endParaRPr>
                    </a:p>
                    <a:p>
                      <a:endParaRPr lang="en-US" altLang="ja-JP" sz="1050" kern="1200" dirty="0">
                        <a:solidFill>
                          <a:schemeClr val="tx1"/>
                        </a:solidFill>
                        <a:latin typeface="+mn-lt"/>
                        <a:ea typeface="+mn-ea"/>
                        <a:cs typeface="+mn-cs"/>
                      </a:endParaRPr>
                    </a:p>
                    <a:p>
                      <a:endParaRPr lang="en-US" altLang="ja-JP" sz="1050" kern="1200" dirty="0">
                        <a:solidFill>
                          <a:schemeClr val="tx1"/>
                        </a:solidFill>
                        <a:latin typeface="+mn-lt"/>
                        <a:ea typeface="+mn-ea"/>
                        <a:cs typeface="+mn-cs"/>
                      </a:endParaRPr>
                    </a:p>
                    <a:p>
                      <a:endParaRPr lang="en-US" altLang="ja-JP" sz="1050" kern="1200" dirty="0">
                        <a:solidFill>
                          <a:schemeClr val="tx1"/>
                        </a:solidFill>
                        <a:latin typeface="+mn-lt"/>
                        <a:ea typeface="+mn-ea"/>
                        <a:cs typeface="+mn-cs"/>
                      </a:endParaRPr>
                    </a:p>
                    <a:p>
                      <a:endParaRPr lang="en-US" altLang="ja-JP" sz="1050" kern="1200" dirty="0">
                        <a:solidFill>
                          <a:schemeClr val="tx1"/>
                        </a:solidFill>
                        <a:latin typeface="+mn-lt"/>
                        <a:ea typeface="+mn-ea"/>
                        <a:cs typeface="+mn-cs"/>
                      </a:endParaRPr>
                    </a:p>
                    <a:p>
                      <a:endParaRPr lang="en-US" altLang="ja-JP" sz="1050" kern="1200" dirty="0">
                        <a:solidFill>
                          <a:schemeClr val="tx1"/>
                        </a:solidFill>
                        <a:latin typeface="+mn-lt"/>
                        <a:ea typeface="+mn-ea"/>
                        <a:cs typeface="+mn-cs"/>
                      </a:endParaRPr>
                    </a:p>
                    <a:p>
                      <a:endParaRPr lang="en-US" altLang="ja-JP" sz="1050" kern="1200" dirty="0">
                        <a:solidFill>
                          <a:schemeClr val="tx1"/>
                        </a:solidFill>
                        <a:latin typeface="+mn-lt"/>
                        <a:ea typeface="+mn-ea"/>
                        <a:cs typeface="+mn-cs"/>
                      </a:endParaRPr>
                    </a:p>
                    <a:p>
                      <a:endParaRPr lang="en-US" altLang="ja-JP" sz="1050" kern="1200" dirty="0">
                        <a:solidFill>
                          <a:schemeClr val="tx1"/>
                        </a:solidFill>
                        <a:latin typeface="+mn-lt"/>
                        <a:ea typeface="+mn-ea"/>
                        <a:cs typeface="+mn-cs"/>
                      </a:endParaRPr>
                    </a:p>
                    <a:p>
                      <a:endParaRPr lang="en-US" altLang="ja-JP" sz="1050" kern="1200" dirty="0">
                        <a:solidFill>
                          <a:schemeClr val="tx1"/>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22867419"/>
                  </a:ext>
                </a:extLst>
              </a:tr>
            </a:tbl>
          </a:graphicData>
        </a:graphic>
      </p:graphicFrame>
      <p:pic>
        <p:nvPicPr>
          <p:cNvPr id="3" name="図 2">
            <a:extLst>
              <a:ext uri="{FF2B5EF4-FFF2-40B4-BE49-F238E27FC236}">
                <a16:creationId xmlns:a16="http://schemas.microsoft.com/office/drawing/2014/main" id="{8D8B1919-9D04-D60A-C40F-E0663E5D1CA0}"/>
              </a:ext>
            </a:extLst>
          </p:cNvPr>
          <p:cNvPicPr>
            <a:picLocks noChangeAspect="1"/>
          </p:cNvPicPr>
          <p:nvPr/>
        </p:nvPicPr>
        <p:blipFill>
          <a:blip r:embed="rId4"/>
          <a:stretch>
            <a:fillRect/>
          </a:stretch>
        </p:blipFill>
        <p:spPr>
          <a:xfrm>
            <a:off x="5621497" y="3187581"/>
            <a:ext cx="5925026" cy="304566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14336" y="255263"/>
            <a:ext cx="9327072" cy="683629"/>
          </a:xfrm>
        </p:spPr>
        <p:txBody>
          <a:bodyPr>
            <a:normAutofit/>
          </a:bodyPr>
          <a:lstStyle/>
          <a:p>
            <a:r>
              <a:rPr lang="ja-JP" altLang="en-US" dirty="0"/>
              <a:t>要件／ソリューション－一括ダウンロード機能</a:t>
            </a:r>
            <a:endParaRPr lang="ja-JP" altLang="en-US" dirty="0">
              <a:effectLst/>
            </a:endParaRPr>
          </a:p>
        </p:txBody>
      </p:sp>
      <p:graphicFrame>
        <p:nvGraphicFramePr>
          <p:cNvPr id="13" name="表 12">
            <a:extLst>
              <a:ext uri="{FF2B5EF4-FFF2-40B4-BE49-F238E27FC236}">
                <a16:creationId xmlns:a16="http://schemas.microsoft.com/office/drawing/2014/main" id="{A60206F5-E460-AEF5-7288-6E12BD5B035C}"/>
              </a:ext>
            </a:extLst>
          </p:cNvPr>
          <p:cNvGraphicFramePr>
            <a:graphicFrameLocks noGrp="1"/>
          </p:cNvGraphicFramePr>
          <p:nvPr>
            <p:extLst>
              <p:ext uri="{D42A27DB-BD31-4B8C-83A1-F6EECF244321}">
                <p14:modId xmlns:p14="http://schemas.microsoft.com/office/powerpoint/2010/main" val="3893006779"/>
              </p:ext>
            </p:extLst>
          </p:nvPr>
        </p:nvGraphicFramePr>
        <p:xfrm>
          <a:off x="414336" y="1068577"/>
          <a:ext cx="11284856" cy="5169117"/>
        </p:xfrm>
        <a:graphic>
          <a:graphicData uri="http://schemas.openxmlformats.org/drawingml/2006/table">
            <a:tbl>
              <a:tblPr firstRow="1">
                <a:tableStyleId>{2D5ABB26-0587-4C30-8999-92F81FD0307C}</a:tableStyleId>
              </a:tblPr>
              <a:tblGrid>
                <a:gridCol w="1739205">
                  <a:extLst>
                    <a:ext uri="{9D8B030D-6E8A-4147-A177-3AD203B41FA5}">
                      <a16:colId xmlns:a16="http://schemas.microsoft.com/office/drawing/2014/main" val="307087368"/>
                    </a:ext>
                  </a:extLst>
                </a:gridCol>
                <a:gridCol w="4802737">
                  <a:extLst>
                    <a:ext uri="{9D8B030D-6E8A-4147-A177-3AD203B41FA5}">
                      <a16:colId xmlns:a16="http://schemas.microsoft.com/office/drawing/2014/main" val="1007415991"/>
                    </a:ext>
                  </a:extLst>
                </a:gridCol>
                <a:gridCol w="4742914">
                  <a:extLst>
                    <a:ext uri="{9D8B030D-6E8A-4147-A177-3AD203B41FA5}">
                      <a16:colId xmlns:a16="http://schemas.microsoft.com/office/drawing/2014/main" val="467773725"/>
                    </a:ext>
                  </a:extLst>
                </a:gridCol>
              </a:tblGrid>
              <a:tr h="243570">
                <a:tc>
                  <a:txBody>
                    <a:bodyPr/>
                    <a:lstStyle/>
                    <a:p>
                      <a:r>
                        <a:rPr lang="ja-JP" altLang="en-US" sz="1200" dirty="0"/>
                        <a:t>実現案、評価ポイント</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t>既定案</a:t>
                      </a:r>
                      <a:endParaRPr lang="en-US" sz="1200" dirty="0"/>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t>向上案（</a:t>
                      </a:r>
                      <a:r>
                        <a:rPr lang="ja-JP" altLang="en-US" sz="1200" dirty="0">
                          <a:solidFill>
                            <a:srgbClr val="FF0000"/>
                          </a:solidFill>
                        </a:rPr>
                        <a:t>操作性向上：</a:t>
                      </a:r>
                      <a:r>
                        <a:rPr lang="en-US" altLang="ja-JP" sz="1200" dirty="0">
                          <a:solidFill>
                            <a:srgbClr val="FF0000"/>
                          </a:solidFill>
                        </a:rPr>
                        <a:t>Zip</a:t>
                      </a:r>
                      <a:r>
                        <a:rPr lang="ja-JP" altLang="en-US" sz="1200" dirty="0">
                          <a:solidFill>
                            <a:srgbClr val="FF0000"/>
                          </a:solidFill>
                        </a:rPr>
                        <a:t>ファイルに変更する作業が不要となる</a:t>
                      </a:r>
                      <a:r>
                        <a:rPr lang="ja-JP" altLang="en-US" sz="1200" dirty="0"/>
                        <a:t>）</a:t>
                      </a:r>
                      <a:endParaRPr lang="en-US" sz="1200" dirty="0"/>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607360652"/>
                  </a:ext>
                </a:extLst>
              </a:tr>
              <a:tr h="2777777">
                <a:tc>
                  <a:txBody>
                    <a:bodyPr/>
                    <a:lstStyle/>
                    <a:p>
                      <a:r>
                        <a:rPr lang="ja-JP" altLang="en-US" sz="1100" dirty="0"/>
                        <a:t>実現案</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en-US" altLang="ja-JP" sz="1000" b="1" dirty="0"/>
                        <a:t>Flow</a:t>
                      </a:r>
                      <a:r>
                        <a:rPr lang="ja-JP" altLang="en-US" sz="1000" b="1" dirty="0"/>
                        <a:t>で実現</a:t>
                      </a:r>
                      <a:endParaRPr lang="en-US" altLang="ja-JP" sz="1000" b="1" dirty="0"/>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altLang="ja-JP" sz="900" kern="1200" dirty="0">
                          <a:solidFill>
                            <a:schemeClr val="tx1"/>
                          </a:solidFill>
                          <a:latin typeface="Arial" panose="020B0604020202020204" pitchFamily="34" charset="0"/>
                          <a:ea typeface="+mn-ea"/>
                          <a:cs typeface="+mn-cs"/>
                        </a:rPr>
                        <a:t>PowerApps</a:t>
                      </a:r>
                      <a:r>
                        <a:rPr kumimoji="0" lang="ja-JP" altLang="en-US" sz="900" kern="1200" dirty="0">
                          <a:solidFill>
                            <a:schemeClr val="tx1"/>
                          </a:solidFill>
                          <a:latin typeface="Arial" panose="020B0604020202020204" pitchFamily="34" charset="0"/>
                          <a:ea typeface="+mn-ea"/>
                          <a:cs typeface="+mn-cs"/>
                        </a:rPr>
                        <a:t>で</a:t>
                      </a:r>
                      <a:r>
                        <a:rPr kumimoji="0" lang="en-US" altLang="ja-JP" sz="900" kern="1200" dirty="0">
                          <a:solidFill>
                            <a:schemeClr val="tx1"/>
                          </a:solidFill>
                          <a:latin typeface="Arial" panose="020B0604020202020204" pitchFamily="34" charset="0"/>
                          <a:ea typeface="+mn-ea"/>
                          <a:cs typeface="+mn-cs"/>
                        </a:rPr>
                        <a:t>SPO</a:t>
                      </a:r>
                      <a:r>
                        <a:rPr kumimoji="0" lang="ja-JP" altLang="en-US" sz="900" kern="1200" dirty="0">
                          <a:solidFill>
                            <a:schemeClr val="tx1"/>
                          </a:solidFill>
                          <a:latin typeface="Arial" panose="020B0604020202020204" pitchFamily="34" charset="0"/>
                          <a:ea typeface="+mn-ea"/>
                          <a:cs typeface="+mn-cs"/>
                        </a:rPr>
                        <a:t>から取得したファイル内容を格納</a:t>
                      </a:r>
                      <a:endParaRPr kumimoji="0" lang="en-US" altLang="zh-CN" sz="900" kern="1200" dirty="0">
                        <a:solidFill>
                          <a:schemeClr val="tx1"/>
                        </a:solidFill>
                        <a:latin typeface="Arial" panose="020B0604020202020204" pitchFamily="34" charset="0"/>
                        <a:ea typeface="+mn-ea"/>
                        <a:cs typeface="+mn-cs"/>
                      </a:endParaRPr>
                    </a:p>
                    <a:p>
                      <a:pPr marL="285750" lvl="0" indent="-285750" eaLnBrk="0" fontAlgn="base" hangingPunct="0">
                        <a:spcBef>
                          <a:spcPct val="0"/>
                        </a:spcBef>
                        <a:spcAft>
                          <a:spcPct val="0"/>
                        </a:spcAft>
                        <a:buFont typeface="Arial" panose="020B0604020202020204" pitchFamily="34" charset="0"/>
                        <a:buChar char="•"/>
                      </a:pPr>
                      <a:r>
                        <a:rPr kumimoji="0" lang="zh-CN" altLang="zh-CN" sz="900" dirty="0">
                          <a:latin typeface="Arial" panose="020B0604020202020204" pitchFamily="34" charset="0"/>
                        </a:rPr>
                        <a:t>PowerAppsで選択機能を実装（Checkbox付きGallery）。 </a:t>
                      </a:r>
                    </a:p>
                    <a:p>
                      <a:pPr marL="285750" lvl="0" indent="-285750" eaLnBrk="0" fontAlgn="base" hangingPunct="0">
                        <a:spcBef>
                          <a:spcPct val="0"/>
                        </a:spcBef>
                        <a:spcAft>
                          <a:spcPct val="0"/>
                        </a:spcAft>
                        <a:buFont typeface="Arial" panose="020B0604020202020204" pitchFamily="34" charset="0"/>
                        <a:buChar char="•"/>
                      </a:pPr>
                      <a:r>
                        <a:rPr kumimoji="0" lang="zh-CN" altLang="zh-CN" sz="900" dirty="0">
                          <a:latin typeface="Arial" panose="020B0604020202020204" pitchFamily="34" charset="0"/>
                        </a:rPr>
                        <a:t>ダウンロード処理: Power Automate Flowをトリガー。 </a:t>
                      </a:r>
                    </a:p>
                    <a:p>
                      <a:pPr marL="285750" lvl="0" indent="-285750" eaLnBrk="0" fontAlgn="base" hangingPunct="0">
                        <a:spcBef>
                          <a:spcPct val="0"/>
                        </a:spcBef>
                        <a:spcAft>
                          <a:spcPct val="0"/>
                        </a:spcAft>
                        <a:buFont typeface="Arial" panose="020B0604020202020204" pitchFamily="34" charset="0"/>
                        <a:buChar char="•"/>
                      </a:pPr>
                      <a:r>
                        <a:rPr kumimoji="0" lang="zh-CN" altLang="zh-CN" sz="900" dirty="0">
                          <a:latin typeface="Arial" panose="020B0604020202020204" pitchFamily="34" charset="0"/>
                        </a:rPr>
                        <a:t>Flow詳細: </a:t>
                      </a:r>
                    </a:p>
                    <a:p>
                      <a:pPr marL="742950" lvl="1" indent="-285750" eaLnBrk="0" fontAlgn="base" hangingPunct="0">
                        <a:spcBef>
                          <a:spcPct val="0"/>
                        </a:spcBef>
                        <a:spcAft>
                          <a:spcPct val="0"/>
                        </a:spcAft>
                        <a:buFont typeface="Arial" panose="020B0604020202020204" pitchFamily="34" charset="0"/>
                        <a:buChar char="•"/>
                      </a:pPr>
                      <a:r>
                        <a:rPr kumimoji="0" lang="zh-CN" altLang="zh-CN" sz="900" dirty="0">
                          <a:latin typeface="Arial" panose="020B0604020202020204" pitchFamily="34" charset="0"/>
                        </a:rPr>
                        <a:t>Trigger: PowerAppsから呼び出し（PowerApps V2 Trigger）。 </a:t>
                      </a:r>
                    </a:p>
                    <a:p>
                      <a:pPr marL="742950" lvl="1" indent="-285750" eaLnBrk="0" fontAlgn="base" hangingPunct="0">
                        <a:spcBef>
                          <a:spcPct val="0"/>
                        </a:spcBef>
                        <a:spcAft>
                          <a:spcPct val="0"/>
                        </a:spcAft>
                        <a:buFont typeface="Arial" panose="020B0604020202020204" pitchFamily="34" charset="0"/>
                        <a:buChar char="•"/>
                      </a:pPr>
                      <a:r>
                        <a:rPr kumimoji="0" lang="zh-CN" altLang="zh-CN" sz="900" dirty="0">
                          <a:latin typeface="Arial" panose="020B0604020202020204" pitchFamily="34" charset="0"/>
                        </a:rPr>
                        <a:t>Action: 選択</a:t>
                      </a:r>
                      <a:r>
                        <a:rPr kumimoji="0" lang="ja-JP" altLang="en-US" sz="900" dirty="0">
                          <a:latin typeface="Arial" panose="020B0604020202020204" pitchFamily="34" charset="0"/>
                        </a:rPr>
                        <a:t>対象添付</a:t>
                      </a:r>
                      <a:r>
                        <a:rPr kumimoji="0" lang="zh-CN" altLang="zh-CN" sz="900" dirty="0">
                          <a:latin typeface="Arial" panose="020B0604020202020204" pitchFamily="34" charset="0"/>
                        </a:rPr>
                        <a:t>ファイルのURLリストを取得 → ZIPファイル作成（OneDrive/SharePointのCreate fileアクション使用） → ダウンロードリンク生成。 </a:t>
                      </a:r>
                    </a:p>
                    <a:p>
                      <a:pPr marL="285750" lvl="0" indent="-285750" eaLnBrk="0" fontAlgn="base" hangingPunct="0">
                        <a:spcBef>
                          <a:spcPct val="0"/>
                        </a:spcBef>
                        <a:spcAft>
                          <a:spcPct val="0"/>
                        </a:spcAft>
                        <a:buFont typeface="Arial" panose="020B0604020202020204" pitchFamily="34" charset="0"/>
                        <a:buChar char="•"/>
                      </a:pPr>
                      <a:r>
                        <a:rPr kumimoji="0" lang="en-US" altLang="ja-JP" sz="900" dirty="0">
                          <a:latin typeface="Arial" panose="020B0604020202020204" pitchFamily="34" charset="0"/>
                        </a:rPr>
                        <a:t>PowerApps</a:t>
                      </a:r>
                      <a:r>
                        <a:rPr kumimoji="0" lang="ja-JP" altLang="en-US" sz="900" dirty="0">
                          <a:latin typeface="Arial" panose="020B0604020202020204" pitchFamily="34" charset="0"/>
                        </a:rPr>
                        <a:t>で</a:t>
                      </a:r>
                      <a:r>
                        <a:rPr kumimoji="0" lang="zh-CN" altLang="zh-CN" sz="900" dirty="0">
                          <a:latin typeface="Arial" panose="020B0604020202020204" pitchFamily="34" charset="0"/>
                        </a:rPr>
                        <a:t>モバイル/デスクトップ対応のため、PowerAppsのDownload関数を使用。</a:t>
                      </a:r>
                      <a:endParaRPr kumimoji="0" lang="en-US" altLang="zh-CN" sz="900" dirty="0">
                        <a:latin typeface="Arial" panose="020B0604020202020204" pitchFamily="34" charset="0"/>
                      </a:endParaRPr>
                    </a:p>
                    <a:p>
                      <a:pPr marL="285750" lvl="0" indent="-285750" eaLnBrk="0" fontAlgn="base" hangingPunct="0">
                        <a:spcBef>
                          <a:spcPct val="0"/>
                        </a:spcBef>
                        <a:spcAft>
                          <a:spcPct val="0"/>
                        </a:spcAft>
                        <a:buFont typeface="Arial" panose="020B0604020202020204" pitchFamily="34" charset="0"/>
                        <a:buChar char="•"/>
                      </a:pPr>
                      <a:r>
                        <a:rPr kumimoji="0" lang="ja-JP" altLang="en-US" sz="900" dirty="0">
                          <a:latin typeface="Arial" panose="020B0604020202020204" pitchFamily="34" charset="0"/>
                        </a:rPr>
                        <a:t>ファイルの</a:t>
                      </a:r>
                      <a:r>
                        <a:rPr kumimoji="0" lang="zh-CN" altLang="zh-CN" sz="900" dirty="0">
                          <a:latin typeface="Arial" panose="020B0604020202020204" pitchFamily="34" charset="0"/>
                        </a:rPr>
                        <a:t>保存先: ユーザーが指定したディレクトリ（ブラウザダウンロード</a:t>
                      </a:r>
                      <a:r>
                        <a:rPr kumimoji="0" lang="ja-JP" altLang="en-US" sz="900" dirty="0">
                          <a:latin typeface="Arial" panose="020B0604020202020204" pitchFamily="34" charset="0"/>
                        </a:rPr>
                        <a:t>オプションを毎回確認にし、</a:t>
                      </a:r>
                      <a:r>
                        <a:rPr kumimoji="0" lang="zh-CN" altLang="zh-CN" sz="900" dirty="0">
                          <a:latin typeface="Arial" panose="020B0604020202020204" pitchFamily="34" charset="0"/>
                        </a:rPr>
                        <a:t>ユーザーが</a:t>
                      </a:r>
                      <a:r>
                        <a:rPr kumimoji="0" lang="ja-JP" altLang="en-US" sz="900" dirty="0">
                          <a:latin typeface="Arial" panose="020B0604020202020204" pitchFamily="34" charset="0"/>
                        </a:rPr>
                        <a:t>保存先</a:t>
                      </a:r>
                      <a:r>
                        <a:rPr kumimoji="0" lang="zh-CN" altLang="zh-CN" sz="900" dirty="0">
                          <a:latin typeface="Arial" panose="020B0604020202020204" pitchFamily="34" charset="0"/>
                        </a:rPr>
                        <a:t>選択）。</a:t>
                      </a:r>
                    </a:p>
                    <a:p>
                      <a:pPr marL="0" lvl="0" indent="0" eaLnBrk="0" fontAlgn="base" hangingPunct="0">
                        <a:spcBef>
                          <a:spcPct val="0"/>
                        </a:spcBef>
                        <a:spcAft>
                          <a:spcPct val="0"/>
                        </a:spcAft>
                        <a:buFont typeface="Arial" panose="020B0604020202020204" pitchFamily="34" charset="0"/>
                        <a:buNone/>
                      </a:pPr>
                      <a:r>
                        <a:rPr kumimoji="0" lang="ja-JP" altLang="en-US" sz="900" b="1" dirty="0">
                          <a:latin typeface="Arial" panose="020B0604020202020204" pitchFamily="34" charset="0"/>
                        </a:rPr>
                        <a:t>前提：</a:t>
                      </a:r>
                      <a:endParaRPr kumimoji="0" lang="en-US" altLang="ja-JP" sz="900" b="1" dirty="0">
                        <a:latin typeface="Arial" panose="020B0604020202020204" pitchFamily="34" charset="0"/>
                      </a:endParaRPr>
                    </a:p>
                    <a:p>
                      <a:pPr marL="0" lvl="0" indent="0" eaLnBrk="0" fontAlgn="base" hangingPunct="0">
                        <a:spcBef>
                          <a:spcPct val="0"/>
                        </a:spcBef>
                        <a:spcAft>
                          <a:spcPct val="0"/>
                        </a:spcAft>
                        <a:buFont typeface="Arial" panose="020B0604020202020204" pitchFamily="34" charset="0"/>
                        <a:buNone/>
                      </a:pPr>
                      <a:r>
                        <a:rPr kumimoji="0" lang="ja-JP" altLang="en-US" sz="900" dirty="0">
                          <a:latin typeface="Arial" panose="020B0604020202020204" pitchFamily="34" charset="0"/>
                        </a:rPr>
                        <a:t>　</a:t>
                      </a:r>
                      <a:r>
                        <a:rPr kumimoji="0" lang="en-US" altLang="ja-JP" sz="900" dirty="0">
                          <a:latin typeface="Arial" panose="020B0604020202020204" pitchFamily="34" charset="0"/>
                        </a:rPr>
                        <a:t>Browser</a:t>
                      </a:r>
                      <a:r>
                        <a:rPr kumimoji="0" lang="ja-JP" altLang="en-US" sz="900" dirty="0">
                          <a:latin typeface="Arial" panose="020B0604020202020204" pitchFamily="34" charset="0"/>
                        </a:rPr>
                        <a:t>で、ファイル保存オプションを事前に設定</a:t>
                      </a:r>
                      <a:endParaRPr kumimoji="0" lang="en-US" altLang="ja-JP" sz="900" dirty="0">
                        <a:latin typeface="Arial" panose="020B0604020202020204" pitchFamily="34" charset="0"/>
                      </a:endParaRPr>
                    </a:p>
                    <a:p>
                      <a:pPr marL="0" lvl="0" indent="0" eaLnBrk="0" fontAlgn="base" hangingPunct="0">
                        <a:spcBef>
                          <a:spcPct val="0"/>
                        </a:spcBef>
                        <a:spcAft>
                          <a:spcPct val="0"/>
                        </a:spcAft>
                        <a:buFont typeface="Arial" panose="020B0604020202020204" pitchFamily="34" charset="0"/>
                        <a:buNone/>
                      </a:pPr>
                      <a:endParaRPr kumimoji="0" lang="zh-CN" altLang="zh-CN" sz="900" dirty="0">
                        <a:latin typeface="Arial" panose="020B0604020202020204" pitchFamily="34" charset="0"/>
                      </a:endParaRPr>
                    </a:p>
                    <a:p>
                      <a:endParaRPr lang="en-US" altLang="ja-JP" sz="1000" dirty="0"/>
                    </a:p>
                    <a:p>
                      <a:endParaRPr lang="ja-JP" altLang="en-US" sz="1000" dirty="0"/>
                    </a:p>
                  </a:txBody>
                  <a:tcPr marL="28046" marR="28046" marT="14023" marB="14023">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en-US" altLang="ja-JP" sz="1000" b="1" dirty="0"/>
                        <a:t>PowerApps</a:t>
                      </a:r>
                      <a:r>
                        <a:rPr lang="ja-JP" altLang="en-US" sz="1000" b="1" dirty="0"/>
                        <a:t> にて実現</a:t>
                      </a:r>
                      <a:r>
                        <a:rPr lang="ja-JP" altLang="en-US" sz="1000" dirty="0"/>
                        <a:t>。詳細は下記：</a:t>
                      </a:r>
                      <a:endParaRPr lang="en-US" altLang="ja-JP" sz="1000" dirty="0"/>
                    </a:p>
                    <a:p>
                      <a:pPr marL="285750" marR="0" lvl="0" indent="-285750" algn="l" defTabSz="914400" rtl="0" eaLnBrk="0" fontAlgn="base" latinLnBrk="0" hangingPunct="0">
                        <a:lnSpc>
                          <a:spcPct val="100000"/>
                        </a:lnSpc>
                        <a:spcBef>
                          <a:spcPct val="0"/>
                        </a:spcBef>
                        <a:spcAft>
                          <a:spcPct val="0"/>
                        </a:spcAft>
                        <a:buClrTx/>
                        <a:buSzTx/>
                        <a:buFont typeface="+mj-lt"/>
                        <a:buAutoNum type="arabicPeriod"/>
                        <a:tabLst/>
                        <a:defRPr/>
                      </a:pPr>
                      <a:r>
                        <a:rPr kumimoji="0" lang="en-US" altLang="ja-JP" sz="900" kern="1200" dirty="0">
                          <a:solidFill>
                            <a:schemeClr val="tx1"/>
                          </a:solidFill>
                          <a:latin typeface="Arial" panose="020B0604020202020204" pitchFamily="34" charset="0"/>
                          <a:ea typeface="+mn-ea"/>
                          <a:cs typeface="+mn-cs"/>
                        </a:rPr>
                        <a:t>PowerApps</a:t>
                      </a:r>
                      <a:r>
                        <a:rPr kumimoji="0" lang="ja-JP" altLang="en-US" sz="900" kern="1200" dirty="0">
                          <a:solidFill>
                            <a:schemeClr val="tx1"/>
                          </a:solidFill>
                          <a:latin typeface="Arial" panose="020B0604020202020204" pitchFamily="34" charset="0"/>
                          <a:ea typeface="+mn-ea"/>
                          <a:cs typeface="+mn-cs"/>
                        </a:rPr>
                        <a:t>で</a:t>
                      </a:r>
                      <a:r>
                        <a:rPr kumimoji="0" lang="en-US" altLang="ja-JP" sz="900" kern="1200" dirty="0">
                          <a:solidFill>
                            <a:schemeClr val="tx1"/>
                          </a:solidFill>
                          <a:latin typeface="Arial" panose="020B0604020202020204" pitchFamily="34" charset="0"/>
                          <a:ea typeface="+mn-ea"/>
                          <a:cs typeface="+mn-cs"/>
                        </a:rPr>
                        <a:t>SPO</a:t>
                      </a:r>
                      <a:r>
                        <a:rPr kumimoji="0" lang="ja-JP" altLang="en-US" sz="900" kern="1200" dirty="0">
                          <a:solidFill>
                            <a:schemeClr val="tx1"/>
                          </a:solidFill>
                          <a:latin typeface="Arial" panose="020B0604020202020204" pitchFamily="34" charset="0"/>
                          <a:ea typeface="+mn-ea"/>
                          <a:cs typeface="+mn-cs"/>
                        </a:rPr>
                        <a:t>から取得したファイル内容を格納</a:t>
                      </a:r>
                      <a:endParaRPr kumimoji="0" lang="en-US" altLang="zh-CN" sz="900" kern="1200" dirty="0">
                        <a:solidFill>
                          <a:schemeClr val="tx1"/>
                        </a:solidFill>
                        <a:latin typeface="Arial" panose="020B0604020202020204" pitchFamily="34" charset="0"/>
                        <a:ea typeface="+mn-ea"/>
                        <a:cs typeface="+mn-cs"/>
                      </a:endParaRPr>
                    </a:p>
                    <a:p>
                      <a:pPr marL="285750" lvl="0" indent="-285750" algn="l" defTabSz="914400" rtl="0" eaLnBrk="0" fontAlgn="base" latinLnBrk="0" hangingPunct="0">
                        <a:spcBef>
                          <a:spcPct val="0"/>
                        </a:spcBef>
                        <a:spcAft>
                          <a:spcPct val="0"/>
                        </a:spcAft>
                        <a:buFont typeface="+mj-lt"/>
                        <a:buAutoNum type="arabicPeriod"/>
                      </a:pPr>
                      <a:r>
                        <a:rPr kumimoji="0" lang="zh-CN" altLang="zh-CN" sz="900" kern="1200" dirty="0">
                          <a:solidFill>
                            <a:schemeClr val="tx1"/>
                          </a:solidFill>
                          <a:latin typeface="Arial" panose="020B0604020202020204" pitchFamily="34" charset="0"/>
                          <a:ea typeface="+mn-ea"/>
                          <a:cs typeface="+mn-cs"/>
                        </a:rPr>
                        <a:t>PowerAppsで選択機能を実装（Checkbox付きGallery）</a:t>
                      </a:r>
                      <a:endParaRPr kumimoji="0" lang="en-US" altLang="zh-CN" sz="900" kern="1200" dirty="0">
                        <a:solidFill>
                          <a:schemeClr val="tx1"/>
                        </a:solidFill>
                        <a:latin typeface="Arial" panose="020B0604020202020204" pitchFamily="34" charset="0"/>
                        <a:ea typeface="+mn-ea"/>
                        <a:cs typeface="+mn-cs"/>
                      </a:endParaRPr>
                    </a:p>
                    <a:p>
                      <a:pPr marL="285750" lvl="0" indent="-285750" algn="l" defTabSz="914400" rtl="0" eaLnBrk="0" fontAlgn="base" latinLnBrk="0" hangingPunct="0">
                        <a:spcBef>
                          <a:spcPct val="0"/>
                        </a:spcBef>
                        <a:spcAft>
                          <a:spcPct val="0"/>
                        </a:spcAft>
                        <a:buFont typeface="+mj-lt"/>
                        <a:buAutoNum type="arabicPeriod"/>
                      </a:pPr>
                      <a:r>
                        <a:rPr kumimoji="0" lang="en-US" altLang="ja-JP" sz="900" kern="1200" dirty="0">
                          <a:solidFill>
                            <a:schemeClr val="tx1"/>
                          </a:solidFill>
                          <a:latin typeface="Arial" panose="020B0604020202020204" pitchFamily="34" charset="0"/>
                          <a:ea typeface="+mn-ea"/>
                          <a:cs typeface="+mn-cs"/>
                        </a:rPr>
                        <a:t>PowerApps</a:t>
                      </a:r>
                      <a:r>
                        <a:rPr kumimoji="0" lang="ja-JP" altLang="en-US" sz="900" kern="1200" dirty="0">
                          <a:solidFill>
                            <a:schemeClr val="tx1"/>
                          </a:solidFill>
                          <a:latin typeface="Arial" panose="020B0604020202020204" pitchFamily="34" charset="0"/>
                          <a:ea typeface="+mn-ea"/>
                          <a:cs typeface="+mn-cs"/>
                        </a:rPr>
                        <a:t>に直接</a:t>
                      </a:r>
                      <a:r>
                        <a:rPr kumimoji="0" lang="en-US" altLang="ja-JP" sz="900" kern="1200" dirty="0">
                          <a:solidFill>
                            <a:schemeClr val="tx1"/>
                          </a:solidFill>
                          <a:latin typeface="Arial" panose="020B0604020202020204" pitchFamily="34" charset="0"/>
                          <a:ea typeface="+mn-ea"/>
                          <a:cs typeface="+mn-cs"/>
                        </a:rPr>
                        <a:t>JavaScript</a:t>
                      </a:r>
                      <a:r>
                        <a:rPr kumimoji="0" lang="ja-JP" altLang="en-US" sz="900" kern="1200" dirty="0">
                          <a:solidFill>
                            <a:schemeClr val="tx1"/>
                          </a:solidFill>
                          <a:latin typeface="Arial" panose="020B0604020202020204" pitchFamily="34" charset="0"/>
                          <a:ea typeface="+mn-ea"/>
                          <a:cs typeface="+mn-cs"/>
                        </a:rPr>
                        <a:t>が埋められないため、</a:t>
                      </a:r>
                      <a:r>
                        <a:rPr kumimoji="0" lang="zh-CN" altLang="zh-CN" sz="900" kern="1200" dirty="0">
                          <a:solidFill>
                            <a:schemeClr val="tx1"/>
                          </a:solidFill>
                          <a:latin typeface="Arial" panose="020B0604020202020204" pitchFamily="34" charset="0"/>
                          <a:ea typeface="+mn-ea"/>
                          <a:cs typeface="+mn-cs"/>
                        </a:rPr>
                        <a:t>PowerAppsで</a:t>
                      </a:r>
                      <a:r>
                        <a:rPr lang="en-US" altLang="ja-JP" sz="900" dirty="0">
                          <a:latin typeface="Yu Gothic UI" panose="020B0500000000000000" pitchFamily="50" charset="-128"/>
                          <a:ea typeface="Yu Gothic UI" panose="020B0500000000000000" pitchFamily="50" charset="-128"/>
                        </a:rPr>
                        <a:t>Web </a:t>
                      </a:r>
                      <a:r>
                        <a:rPr lang="ja-JP" altLang="en-US" sz="900" dirty="0">
                          <a:latin typeface="Yu Gothic UI" panose="020B0500000000000000" pitchFamily="50" charset="-128"/>
                          <a:ea typeface="Yu Gothic UI" panose="020B0500000000000000" pitchFamily="50" charset="-128"/>
                        </a:rPr>
                        <a:t>ページを埋め込むの</a:t>
                      </a:r>
                      <a:r>
                        <a:rPr lang="en-US" altLang="ja-JP" sz="900" dirty="0">
                          <a:latin typeface="Yu Gothic UI" panose="020B0500000000000000" pitchFamily="50" charset="-128"/>
                          <a:ea typeface="Yu Gothic UI" panose="020B0500000000000000" pitchFamily="50" charset="-128"/>
                        </a:rPr>
                        <a:t>WebView </a:t>
                      </a:r>
                      <a:r>
                        <a:rPr lang="ja-JP" altLang="en-US" sz="900" dirty="0">
                          <a:latin typeface="Yu Gothic UI" panose="020B0500000000000000" pitchFamily="50" charset="-128"/>
                          <a:ea typeface="Yu Gothic UI" panose="020B0500000000000000" pitchFamily="50" charset="-128"/>
                        </a:rPr>
                        <a:t>コントロール（または </a:t>
                      </a:r>
                      <a:r>
                        <a:rPr lang="en-US" altLang="ja-JP" sz="900" dirty="0">
                          <a:latin typeface="Yu Gothic UI" panose="020B0500000000000000" pitchFamily="50" charset="-128"/>
                          <a:ea typeface="Yu Gothic UI" panose="020B0500000000000000" pitchFamily="50" charset="-128"/>
                        </a:rPr>
                        <a:t>HTML text </a:t>
                      </a:r>
                      <a:r>
                        <a:rPr lang="ja-JP" altLang="en-US" sz="900" dirty="0">
                          <a:latin typeface="Yu Gothic UI" panose="020B0500000000000000" pitchFamily="50" charset="-128"/>
                          <a:ea typeface="Yu Gothic UI" panose="020B0500000000000000" pitchFamily="50" charset="-128"/>
                        </a:rPr>
                        <a:t>）により</a:t>
                      </a:r>
                      <a:r>
                        <a:rPr lang="en-US" altLang="ja-JP" sz="900" dirty="0">
                          <a:latin typeface="Yu Gothic UI" panose="020B0500000000000000" pitchFamily="50" charset="-128"/>
                          <a:ea typeface="Yu Gothic UI" panose="020B0500000000000000" pitchFamily="50" charset="-128"/>
                        </a:rPr>
                        <a:t>Java Script</a:t>
                      </a:r>
                      <a:r>
                        <a:rPr lang="ja-JP" altLang="en-US" sz="900" dirty="0">
                          <a:latin typeface="Yu Gothic UI" panose="020B0500000000000000" pitchFamily="50" charset="-128"/>
                          <a:ea typeface="Yu Gothic UI" panose="020B0500000000000000" pitchFamily="50" charset="-128"/>
                        </a:rPr>
                        <a:t>を導入</a:t>
                      </a:r>
                      <a:endParaRPr lang="en-US" altLang="ja-JP" sz="900" dirty="0">
                        <a:latin typeface="Yu Gothic UI" panose="020B0500000000000000" pitchFamily="50" charset="-128"/>
                        <a:ea typeface="Yu Gothic UI" panose="020B0500000000000000" pitchFamily="50" charset="-128"/>
                      </a:endParaRPr>
                    </a:p>
                    <a:p>
                      <a:pPr marL="285750" lvl="0" indent="-285750" eaLnBrk="0" fontAlgn="base" hangingPunct="0">
                        <a:spcBef>
                          <a:spcPct val="0"/>
                        </a:spcBef>
                        <a:spcAft>
                          <a:spcPct val="0"/>
                        </a:spcAft>
                        <a:buFont typeface="+mj-lt"/>
                        <a:buAutoNum type="arabicPeriod"/>
                      </a:pPr>
                      <a:r>
                        <a:rPr kumimoji="0" lang="ja-JP" altLang="en-US" sz="900" dirty="0">
                          <a:latin typeface="Arial" panose="020B0604020202020204" pitchFamily="34" charset="0"/>
                        </a:rPr>
                        <a:t>上記</a:t>
                      </a:r>
                      <a:r>
                        <a:rPr kumimoji="0" lang="en-US" altLang="ja-JP" sz="900" dirty="0">
                          <a:latin typeface="Arial" panose="020B0604020202020204" pitchFamily="34" charset="0"/>
                        </a:rPr>
                        <a:t>No.3</a:t>
                      </a:r>
                      <a:r>
                        <a:rPr kumimoji="0" lang="ja-JP" altLang="en-US" sz="900" dirty="0">
                          <a:latin typeface="Arial" panose="020B0604020202020204" pitchFamily="34" charset="0"/>
                        </a:rPr>
                        <a:t>で導入された</a:t>
                      </a:r>
                      <a:r>
                        <a:rPr kumimoji="0" lang="en-US" altLang="ja-JP" sz="900" dirty="0">
                          <a:latin typeface="Arial" panose="020B0604020202020204" pitchFamily="34" charset="0"/>
                        </a:rPr>
                        <a:t>JavaScript</a:t>
                      </a:r>
                      <a:r>
                        <a:rPr kumimoji="0" lang="ja-JP" altLang="en-US" sz="900" dirty="0">
                          <a:latin typeface="Arial" panose="020B0604020202020204" pitchFamily="34" charset="0"/>
                        </a:rPr>
                        <a:t>を利用し、</a:t>
                      </a:r>
                      <a:r>
                        <a:rPr kumimoji="0" lang="en-US" altLang="ja-JP" sz="900" dirty="0">
                          <a:latin typeface="Arial" panose="020B0604020202020204" pitchFamily="34" charset="0"/>
                        </a:rPr>
                        <a:t>No.1</a:t>
                      </a:r>
                      <a:r>
                        <a:rPr kumimoji="0" lang="ja-JP" altLang="en-US" sz="900" dirty="0">
                          <a:latin typeface="Arial" panose="020B0604020202020204" pitchFamily="34" charset="0"/>
                        </a:rPr>
                        <a:t>の添付添付ファイルを</a:t>
                      </a:r>
                      <a:r>
                        <a:rPr kumimoji="0" lang="en-US" altLang="ja-JP" sz="900" dirty="0">
                          <a:latin typeface="Arial" panose="020B0604020202020204" pitchFamily="34" charset="0"/>
                        </a:rPr>
                        <a:t>Local Directory</a:t>
                      </a:r>
                      <a:r>
                        <a:rPr kumimoji="0" lang="ja-JP" altLang="en-US" sz="900" dirty="0">
                          <a:latin typeface="Arial" panose="020B0604020202020204" pitchFamily="34" charset="0"/>
                        </a:rPr>
                        <a:t>に保存する（</a:t>
                      </a:r>
                      <a:r>
                        <a:rPr kumimoji="0" lang="en-US" altLang="ja-JP" sz="900" dirty="0">
                          <a:latin typeface="Arial" panose="020B0604020202020204" pitchFamily="34" charset="0"/>
                        </a:rPr>
                        <a:t>JavaScript </a:t>
                      </a:r>
                      <a:r>
                        <a:rPr kumimoji="0" lang="ja-JP" altLang="en-US" sz="900" dirty="0">
                          <a:latin typeface="Arial" panose="020B0604020202020204" pitchFamily="34" charset="0"/>
                        </a:rPr>
                        <a:t>によりの</a:t>
                      </a:r>
                      <a:r>
                        <a:rPr kumimoji="0" lang="en-US" altLang="ja-JP" sz="900" dirty="0">
                          <a:latin typeface="Arial" panose="020B0604020202020204" pitchFamily="34" charset="0"/>
                        </a:rPr>
                        <a:t>Local File System</a:t>
                      </a:r>
                      <a:r>
                        <a:rPr kumimoji="0" lang="ja-JP" altLang="en-US" sz="900" dirty="0">
                          <a:latin typeface="Arial" panose="020B0604020202020204" pitchFamily="34" charset="0"/>
                        </a:rPr>
                        <a:t>アクセスすための</a:t>
                      </a:r>
                      <a:r>
                        <a:rPr kumimoji="0" lang="en-US" altLang="ja-JP" sz="900" dirty="0">
                          <a:latin typeface="Arial" panose="020B0604020202020204" pitchFamily="34" charset="0"/>
                        </a:rPr>
                        <a:t>Security</a:t>
                      </a:r>
                      <a:r>
                        <a:rPr kumimoji="0" lang="ja-JP" altLang="en-US" sz="900" dirty="0">
                          <a:latin typeface="Arial" panose="020B0604020202020204" pitchFamily="34" charset="0"/>
                        </a:rPr>
                        <a:t>設定が必要）</a:t>
                      </a:r>
                      <a:endParaRPr kumimoji="0" lang="en-US" altLang="zh-CN" sz="900" dirty="0">
                        <a:latin typeface="Arial" panose="020B0604020202020204" pitchFamily="34" charset="0"/>
                      </a:endParaRPr>
                    </a:p>
                    <a:p>
                      <a:pPr marL="0" lvl="0" indent="0" eaLnBrk="0" fontAlgn="base" hangingPunct="0">
                        <a:spcBef>
                          <a:spcPct val="0"/>
                        </a:spcBef>
                        <a:spcAft>
                          <a:spcPct val="0"/>
                        </a:spcAft>
                        <a:buFont typeface="+mj-lt"/>
                        <a:buNone/>
                      </a:pPr>
                      <a:r>
                        <a:rPr kumimoji="0" lang="en-US" altLang="ja-JP" sz="900" dirty="0">
                          <a:latin typeface="Arial" panose="020B0604020202020204" pitchFamily="34" charset="0"/>
                        </a:rPr>
                        <a:t>※</a:t>
                      </a:r>
                      <a:r>
                        <a:rPr kumimoji="0" lang="ja-JP" altLang="en-US" sz="900" dirty="0">
                          <a:latin typeface="Arial" panose="020B0604020202020204" pitchFamily="34" charset="0"/>
                        </a:rPr>
                        <a:t>　</a:t>
                      </a:r>
                      <a:r>
                        <a:rPr kumimoji="0" lang="en-US" altLang="ja-JP" sz="900" dirty="0">
                          <a:latin typeface="Arial" panose="020B0604020202020204" pitchFamily="34" charset="0"/>
                        </a:rPr>
                        <a:t>No.4</a:t>
                      </a:r>
                      <a:r>
                        <a:rPr kumimoji="0" lang="ja-JP" altLang="en-US" sz="900" dirty="0">
                          <a:latin typeface="Arial" panose="020B0604020202020204" pitchFamily="34" charset="0"/>
                        </a:rPr>
                        <a:t>のファイルの</a:t>
                      </a:r>
                      <a:r>
                        <a:rPr kumimoji="0" lang="zh-CN" altLang="zh-CN" sz="900" dirty="0">
                          <a:latin typeface="Arial" panose="020B0604020202020204" pitchFamily="34" charset="0"/>
                        </a:rPr>
                        <a:t>保存先</a:t>
                      </a:r>
                      <a:r>
                        <a:rPr kumimoji="0" lang="ja-JP" altLang="en-US" sz="900" dirty="0">
                          <a:latin typeface="Arial" panose="020B0604020202020204" pitchFamily="34" charset="0"/>
                        </a:rPr>
                        <a:t>取得は複数ファイルでも一回のみ</a:t>
                      </a:r>
                      <a:endParaRPr kumimoji="0" lang="en-US" altLang="ja-JP" sz="900" dirty="0">
                        <a:latin typeface="Arial" panose="020B0604020202020204" pitchFamily="34" charset="0"/>
                      </a:endParaRPr>
                    </a:p>
                    <a:p>
                      <a:pPr marL="0" lvl="0" indent="0" eaLnBrk="0" fontAlgn="base" hangingPunct="0">
                        <a:spcBef>
                          <a:spcPct val="0"/>
                        </a:spcBef>
                        <a:spcAft>
                          <a:spcPct val="0"/>
                        </a:spcAft>
                        <a:buFont typeface="Arial" panose="020B0604020202020204" pitchFamily="34" charset="0"/>
                        <a:buNone/>
                      </a:pPr>
                      <a:r>
                        <a:rPr kumimoji="0" lang="ja-JP" altLang="en-US" sz="900" b="1" dirty="0">
                          <a:latin typeface="Arial" panose="020B0604020202020204" pitchFamily="34" charset="0"/>
                        </a:rPr>
                        <a:t>前提：</a:t>
                      </a:r>
                      <a:endParaRPr kumimoji="0" lang="en-US" altLang="ja-JP" sz="900" b="1" dirty="0">
                        <a:latin typeface="Arial" panose="020B0604020202020204" pitchFamily="34" charset="0"/>
                      </a:endParaRPr>
                    </a:p>
                    <a:p>
                      <a:pPr marL="0" lvl="0" indent="0" eaLnBrk="0" fontAlgn="base" hangingPunct="0">
                        <a:spcBef>
                          <a:spcPct val="0"/>
                        </a:spcBef>
                        <a:spcAft>
                          <a:spcPct val="0"/>
                        </a:spcAft>
                        <a:buFont typeface="Arial" panose="020B0604020202020204" pitchFamily="34" charset="0"/>
                        <a:buNone/>
                      </a:pPr>
                      <a:r>
                        <a:rPr kumimoji="0" lang="ja-JP" altLang="en-US" sz="900" dirty="0">
                          <a:latin typeface="Arial" panose="020B0604020202020204" pitchFamily="34" charset="0"/>
                        </a:rPr>
                        <a:t>　社内標準ブラウザ</a:t>
                      </a:r>
                      <a:r>
                        <a:rPr kumimoji="0" lang="en-US" altLang="zh-CN" sz="900" dirty="0">
                          <a:latin typeface="Arial" panose="020B0604020202020204" pitchFamily="34" charset="0"/>
                        </a:rPr>
                        <a:t>Chrome</a:t>
                      </a:r>
                      <a:r>
                        <a:rPr kumimoji="0" lang="ja-JP" altLang="en-US" sz="900" dirty="0">
                          <a:latin typeface="Arial" panose="020B0604020202020204" pitchFamily="34" charset="0"/>
                        </a:rPr>
                        <a:t>に、</a:t>
                      </a:r>
                      <a:r>
                        <a:rPr kumimoji="0" lang="en-US" altLang="ja-JP" sz="900" dirty="0">
                          <a:latin typeface="Arial" panose="020B0604020202020204" pitchFamily="34" charset="0"/>
                        </a:rPr>
                        <a:t>Java Script</a:t>
                      </a:r>
                      <a:r>
                        <a:rPr kumimoji="0" lang="ja-JP" altLang="en-US" sz="900" dirty="0">
                          <a:latin typeface="Arial" panose="020B0604020202020204" pitchFamily="34" charset="0"/>
                        </a:rPr>
                        <a:t>はローカルディレクトリに</a:t>
                      </a:r>
                      <a:endParaRPr kumimoji="0" lang="en-US" altLang="ja-JP" sz="900" dirty="0">
                        <a:latin typeface="Arial" panose="020B0604020202020204" pitchFamily="34" charset="0"/>
                      </a:endParaRPr>
                    </a:p>
                    <a:p>
                      <a:pPr marL="0" lvl="0" indent="0" eaLnBrk="0" fontAlgn="base" hangingPunct="0">
                        <a:spcBef>
                          <a:spcPct val="0"/>
                        </a:spcBef>
                        <a:spcAft>
                          <a:spcPct val="0"/>
                        </a:spcAft>
                        <a:buFont typeface="Arial" panose="020B0604020202020204" pitchFamily="34" charset="0"/>
                        <a:buNone/>
                      </a:pPr>
                      <a:r>
                        <a:rPr kumimoji="0" lang="ja-JP" altLang="en-US" sz="900" dirty="0">
                          <a:latin typeface="Arial" panose="020B0604020202020204" pitchFamily="34" charset="0"/>
                        </a:rPr>
                        <a:t>　書出す、読込権限を付与する</a:t>
                      </a:r>
                      <a:endParaRPr kumimoji="0" lang="zh-CN" altLang="zh-CN" sz="900" dirty="0">
                        <a:latin typeface="Arial" panose="020B0604020202020204" pitchFamily="34" charset="0"/>
                      </a:endParaRPr>
                    </a:p>
                  </a:txBody>
                  <a:tcPr marL="28046" marR="28046" marT="14023" marB="14023">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453962866"/>
                  </a:ext>
                </a:extLst>
              </a:tr>
              <a:tr h="349162">
                <a:tc>
                  <a:txBody>
                    <a:bodyPr/>
                    <a:lstStyle/>
                    <a:p>
                      <a:r>
                        <a:rPr lang="ja-JP" altLang="en-US" sz="1100" dirty="0"/>
                        <a:t>纏めて</a:t>
                      </a:r>
                      <a:r>
                        <a:rPr lang="en-US" altLang="ja-JP" sz="1100" dirty="0"/>
                        <a:t>ZIP</a:t>
                      </a:r>
                      <a:r>
                        <a:rPr lang="ja-JP" altLang="en-US" sz="1100" dirty="0"/>
                        <a:t>ダウンロード</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kumimoji="0" lang="ja-JP" altLang="en-US" sz="900" kern="1200" dirty="0">
                          <a:solidFill>
                            <a:schemeClr val="tx1"/>
                          </a:solidFill>
                          <a:latin typeface="Arial" panose="020B0604020202020204" pitchFamily="34" charset="0"/>
                          <a:ea typeface="+mn-ea"/>
                          <a:cs typeface="+mn-cs"/>
                        </a:rPr>
                        <a:t>下記のみが可能：</a:t>
                      </a:r>
                      <a:endParaRPr kumimoji="0" lang="en-US" altLang="ja-JP" sz="900" kern="1200" dirty="0">
                        <a:solidFill>
                          <a:schemeClr val="tx1"/>
                        </a:solidFill>
                        <a:latin typeface="Arial" panose="020B0604020202020204" pitchFamily="34" charset="0"/>
                        <a:ea typeface="+mn-ea"/>
                        <a:cs typeface="+mn-cs"/>
                      </a:endParaRPr>
                    </a:p>
                    <a:p>
                      <a:r>
                        <a:rPr kumimoji="0" lang="ja-JP" altLang="en-US" sz="900" kern="1200" dirty="0">
                          <a:solidFill>
                            <a:schemeClr val="tx1"/>
                          </a:solidFill>
                          <a:latin typeface="Arial" panose="020B0604020202020204" pitchFamily="34" charset="0"/>
                          <a:ea typeface="+mn-ea"/>
                          <a:cs typeface="+mn-cs"/>
                        </a:rPr>
                        <a:t>複数仕様書に紐付いた添付ファイルを纏めて</a:t>
                      </a:r>
                      <a:r>
                        <a:rPr kumimoji="0" lang="en-US" altLang="ja-JP" sz="900" kern="1200" dirty="0">
                          <a:solidFill>
                            <a:schemeClr val="tx1"/>
                          </a:solidFill>
                          <a:latin typeface="Arial" panose="020B0604020202020204" pitchFamily="34" charset="0"/>
                          <a:ea typeface="+mn-ea"/>
                          <a:cs typeface="+mn-cs"/>
                        </a:rPr>
                        <a:t>ZIP</a:t>
                      </a:r>
                      <a:r>
                        <a:rPr kumimoji="0" lang="ja-JP" altLang="en-US" sz="900" kern="1200" dirty="0">
                          <a:solidFill>
                            <a:schemeClr val="tx1"/>
                          </a:solidFill>
                          <a:latin typeface="Arial" panose="020B0604020202020204" pitchFamily="34" charset="0"/>
                          <a:ea typeface="+mn-ea"/>
                          <a:cs typeface="+mn-cs"/>
                        </a:rPr>
                        <a:t>ファイル形式でダウンロードする</a:t>
                      </a: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kumimoji="0" lang="en-US" altLang="ja-JP" sz="900" kern="1200" dirty="0">
                          <a:solidFill>
                            <a:schemeClr val="tx1"/>
                          </a:solidFill>
                          <a:latin typeface="Arial" panose="020B0604020202020204" pitchFamily="34" charset="0"/>
                          <a:ea typeface="+mn-ea"/>
                          <a:cs typeface="+mn-cs"/>
                        </a:rPr>
                        <a:t>N/A</a:t>
                      </a:r>
                    </a:p>
                  </a:txBody>
                  <a:tcPr marL="28046" marR="28046" marT="14023" marB="14023">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465751194"/>
                  </a:ext>
                </a:extLst>
              </a:tr>
              <a:tr h="507550">
                <a:tc>
                  <a:txBody>
                    <a:bodyPr/>
                    <a:lstStyle/>
                    <a:p>
                      <a:r>
                        <a:rPr lang="ja-JP" altLang="en-US" sz="1100" dirty="0"/>
                        <a:t>複数添付ファイルそれぞれダウンロード</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900" kern="1200" dirty="0">
                          <a:solidFill>
                            <a:schemeClr val="tx1"/>
                          </a:solidFill>
                          <a:latin typeface="Arial" panose="020B0604020202020204" pitchFamily="34" charset="0"/>
                          <a:ea typeface="+mn-ea"/>
                          <a:cs typeface="+mn-cs"/>
                        </a:rPr>
                        <a:t>不可</a:t>
                      </a: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900" kern="1200" dirty="0">
                          <a:solidFill>
                            <a:schemeClr val="tx1"/>
                          </a:solidFill>
                          <a:latin typeface="Arial" panose="020B0604020202020204" pitchFamily="34" charset="0"/>
                          <a:ea typeface="+mn-ea"/>
                          <a:cs typeface="+mn-cs"/>
                        </a:rPr>
                        <a:t>下記が論理的に可能（</a:t>
                      </a:r>
                      <a:r>
                        <a:rPr kumimoji="0" lang="en-US" altLang="ja-JP" sz="900" kern="1200" dirty="0">
                          <a:solidFill>
                            <a:schemeClr val="tx1"/>
                          </a:solidFill>
                          <a:latin typeface="Arial" panose="020B0604020202020204" pitchFamily="34" charset="0"/>
                          <a:ea typeface="+mn-ea"/>
                          <a:cs typeface="+mn-cs"/>
                        </a:rPr>
                        <a:t>POC</a:t>
                      </a:r>
                      <a:r>
                        <a:rPr kumimoji="0" lang="ja-JP" altLang="en-US" sz="900" kern="1200" dirty="0">
                          <a:solidFill>
                            <a:schemeClr val="tx1"/>
                          </a:solidFill>
                          <a:latin typeface="Arial" panose="020B0604020202020204" pitchFamily="34" charset="0"/>
                          <a:ea typeface="+mn-ea"/>
                          <a:cs typeface="+mn-cs"/>
                        </a:rPr>
                        <a:t>が必要）</a:t>
                      </a: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900" kern="1200" dirty="0">
                          <a:solidFill>
                            <a:schemeClr val="tx1"/>
                          </a:solidFill>
                          <a:latin typeface="Arial" panose="020B0604020202020204" pitchFamily="34" charset="0"/>
                          <a:ea typeface="+mn-ea"/>
                          <a:cs typeface="+mn-cs"/>
                        </a:rPr>
                        <a:t>複数仕様書に紐付いた添付ファイルを指定フォルダに（例：</a:t>
                      </a:r>
                      <a:r>
                        <a:rPr kumimoji="0" lang="en-US" altLang="ja-JP" sz="900" kern="1200" dirty="0">
                          <a:solidFill>
                            <a:schemeClr val="tx1"/>
                          </a:solidFill>
                          <a:latin typeface="Arial" panose="020B0604020202020204" pitchFamily="34" charset="0"/>
                          <a:ea typeface="+mn-ea"/>
                          <a:cs typeface="+mn-cs"/>
                        </a:rPr>
                        <a:t>C:\MccOnline</a:t>
                      </a:r>
                      <a:r>
                        <a:rPr kumimoji="0" lang="ja-JP" altLang="en-US" sz="900" kern="1200" dirty="0">
                          <a:solidFill>
                            <a:schemeClr val="tx1"/>
                          </a:solidFill>
                          <a:latin typeface="Arial" panose="020B0604020202020204" pitchFamily="34" charset="0"/>
                          <a:ea typeface="+mn-ea"/>
                          <a:cs typeface="+mn-cs"/>
                        </a:rPr>
                        <a:t>仕様書管理</a:t>
                      </a:r>
                      <a:r>
                        <a:rPr kumimoji="0" lang="en-US" altLang="ja-JP" sz="900" kern="1200" dirty="0">
                          <a:solidFill>
                            <a:schemeClr val="tx1"/>
                          </a:solidFill>
                          <a:latin typeface="Arial" panose="020B0604020202020204" pitchFamily="34" charset="0"/>
                          <a:ea typeface="+mn-ea"/>
                          <a:cs typeface="+mn-cs"/>
                        </a:rPr>
                        <a:t>\</a:t>
                      </a:r>
                      <a:r>
                        <a:rPr kumimoji="0" lang="ja-JP" altLang="en-US" sz="900" kern="1200" dirty="0">
                          <a:solidFill>
                            <a:schemeClr val="tx1"/>
                          </a:solidFill>
                          <a:latin typeface="Arial" panose="020B0604020202020204" pitchFamily="34" charset="0"/>
                          <a:ea typeface="+mn-ea"/>
                          <a:cs typeface="+mn-cs"/>
                        </a:rPr>
                        <a:t>仕様書</a:t>
                      </a:r>
                      <a:r>
                        <a:rPr kumimoji="0" lang="en-US" altLang="ja-JP" sz="900" kern="1200" dirty="0">
                          <a:solidFill>
                            <a:schemeClr val="tx1"/>
                          </a:solidFill>
                          <a:latin typeface="Arial" panose="020B0604020202020204" pitchFamily="34" charset="0"/>
                          <a:ea typeface="+mn-ea"/>
                          <a:cs typeface="+mn-cs"/>
                        </a:rPr>
                        <a:t>No\</a:t>
                      </a:r>
                      <a:r>
                        <a:rPr kumimoji="0" lang="ja-JP" altLang="en-US" sz="900" kern="1200" dirty="0">
                          <a:solidFill>
                            <a:schemeClr val="tx1"/>
                          </a:solidFill>
                          <a:latin typeface="Arial" panose="020B0604020202020204" pitchFamily="34" charset="0"/>
                          <a:ea typeface="+mn-ea"/>
                          <a:cs typeface="+mn-cs"/>
                        </a:rPr>
                        <a:t>に個別出力する）</a:t>
                      </a: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958281788"/>
                  </a:ext>
                </a:extLst>
              </a:tr>
              <a:tr h="217173">
                <a:tc>
                  <a:txBody>
                    <a:bodyPr/>
                    <a:lstStyle/>
                    <a:p>
                      <a:r>
                        <a:rPr kumimoji="0" lang="zh-CN" altLang="zh-CN" sz="1050" dirty="0">
                          <a:latin typeface="Arial" panose="020B0604020202020204" pitchFamily="34" charset="0"/>
                        </a:rPr>
                        <a:t>パフォーマンス考慮</a:t>
                      </a:r>
                      <a:r>
                        <a:rPr kumimoji="0" lang="ja-JP" altLang="en-US" sz="1050" dirty="0">
                          <a:latin typeface="Arial" panose="020B0604020202020204" pitchFamily="34" charset="0"/>
                        </a:rPr>
                        <a:t>の制限</a:t>
                      </a:r>
                      <a:endParaRPr lang="ja-JP" altLang="en-US" sz="1050" kern="1200" dirty="0">
                        <a:solidFill>
                          <a:schemeClr val="tx1"/>
                        </a:solidFill>
                        <a:latin typeface="+mn-lt"/>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gridSpan="2">
                  <a:txBody>
                    <a:bodyPr/>
                    <a:lstStyle/>
                    <a:p>
                      <a:pPr algn="ctr"/>
                      <a:r>
                        <a:rPr kumimoji="0" lang="zh-CN" altLang="zh-CN" sz="900" dirty="0">
                          <a:latin typeface="Arial" panose="020B0604020202020204" pitchFamily="34" charset="0"/>
                        </a:rPr>
                        <a:t>最大100ファイル/回、合計サイズ500MB</a:t>
                      </a: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hMerge="1">
                  <a:txBody>
                    <a:bodyPr/>
                    <a:lstStyle/>
                    <a:p>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501357562"/>
                  </a:ext>
                </a:extLst>
              </a:tr>
              <a:tr h="34916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050" kern="1200" dirty="0">
                          <a:solidFill>
                            <a:schemeClr val="tx1"/>
                          </a:solidFill>
                          <a:latin typeface="+mn-lt"/>
                          <a:ea typeface="+mn-ea"/>
                          <a:cs typeface="+mn-cs"/>
                        </a:rPr>
                        <a:t>メリッド</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900" kern="1200" dirty="0">
                          <a:solidFill>
                            <a:schemeClr val="tx1"/>
                          </a:solidFill>
                          <a:latin typeface="Arial" panose="020B0604020202020204" pitchFamily="34" charset="0"/>
                          <a:ea typeface="+mn-ea"/>
                          <a:cs typeface="+mn-cs"/>
                        </a:rPr>
                        <a:t>確実実現可能（実績あり）</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900" kern="1200" dirty="0">
                          <a:solidFill>
                            <a:schemeClr val="tx1"/>
                          </a:solidFill>
                          <a:latin typeface="Arial" panose="020B0604020202020204" pitchFamily="34" charset="0"/>
                          <a:ea typeface="+mn-ea"/>
                          <a:cs typeface="+mn-cs"/>
                        </a:rPr>
                        <a:t>Zip</a:t>
                      </a:r>
                      <a:r>
                        <a:rPr kumimoji="0" lang="ja-JP" altLang="en-US" sz="900" kern="1200" dirty="0">
                          <a:solidFill>
                            <a:schemeClr val="tx1"/>
                          </a:solidFill>
                          <a:latin typeface="Arial" panose="020B0604020202020204" pitchFamily="34" charset="0"/>
                          <a:ea typeface="+mn-ea"/>
                          <a:cs typeface="+mn-cs"/>
                        </a:rPr>
                        <a:t>を経由しないため、ユーザはダウンロード後、独自</a:t>
                      </a:r>
                      <a:r>
                        <a:rPr kumimoji="0" lang="en-US" altLang="ja-JP" sz="900" kern="1200" dirty="0">
                          <a:solidFill>
                            <a:schemeClr val="tx1"/>
                          </a:solidFill>
                          <a:latin typeface="Arial" panose="020B0604020202020204" pitchFamily="34" charset="0"/>
                          <a:ea typeface="+mn-ea"/>
                          <a:cs typeface="+mn-cs"/>
                        </a:rPr>
                        <a:t>Unzip</a:t>
                      </a:r>
                      <a:r>
                        <a:rPr kumimoji="0" lang="ja-JP" altLang="en-US" sz="900" kern="1200" dirty="0">
                          <a:solidFill>
                            <a:schemeClr val="tx1"/>
                          </a:solidFill>
                          <a:latin typeface="Arial" panose="020B0604020202020204" pitchFamily="34" charset="0"/>
                          <a:ea typeface="+mn-ea"/>
                          <a:cs typeface="+mn-cs"/>
                        </a:rPr>
                        <a:t>してからアクセスする手順は不要で、「</a:t>
                      </a:r>
                      <a:r>
                        <a:rPr kumimoji="0" lang="en-US" altLang="ja-JP" sz="900" kern="1200" dirty="0">
                          <a:solidFill>
                            <a:schemeClr val="tx1"/>
                          </a:solidFill>
                          <a:latin typeface="Arial" panose="020B0604020202020204" pitchFamily="34" charset="0"/>
                          <a:ea typeface="+mn-ea"/>
                          <a:cs typeface="+mn-cs"/>
                        </a:rPr>
                        <a:t>Upload</a:t>
                      </a:r>
                      <a:r>
                        <a:rPr kumimoji="0" lang="ja-JP" altLang="en-US" sz="900" kern="1200" dirty="0">
                          <a:solidFill>
                            <a:schemeClr val="tx1"/>
                          </a:solidFill>
                          <a:latin typeface="Arial" panose="020B0604020202020204" pitchFamily="34" charset="0"/>
                          <a:ea typeface="+mn-ea"/>
                          <a:cs typeface="+mn-cs"/>
                        </a:rPr>
                        <a:t>時ファイルと同じ形式」が実現でき、便利性が高められる</a:t>
                      </a: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515025090"/>
                  </a:ext>
                </a:extLst>
              </a:tr>
              <a:tr h="50755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050" kern="1200" dirty="0">
                          <a:solidFill>
                            <a:schemeClr val="tx1"/>
                          </a:solidFill>
                          <a:latin typeface="+mn-lt"/>
                          <a:ea typeface="+mn-ea"/>
                          <a:cs typeface="+mn-cs"/>
                        </a:rPr>
                        <a:t>デメリッド</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900" kern="1200" dirty="0">
                          <a:solidFill>
                            <a:schemeClr val="tx1"/>
                          </a:solidFill>
                          <a:latin typeface="Arial" panose="020B0604020202020204" pitchFamily="34" charset="0"/>
                          <a:ea typeface="+mn-ea"/>
                          <a:cs typeface="+mn-cs"/>
                        </a:rPr>
                        <a:t>仕様書</a:t>
                      </a:r>
                      <a:r>
                        <a:rPr kumimoji="0" lang="en-US" altLang="ja-JP" sz="900" kern="1200" dirty="0">
                          <a:solidFill>
                            <a:schemeClr val="tx1"/>
                          </a:solidFill>
                          <a:latin typeface="Arial" panose="020B0604020202020204" pitchFamily="34" charset="0"/>
                          <a:ea typeface="+mn-ea"/>
                          <a:cs typeface="+mn-cs"/>
                        </a:rPr>
                        <a:t>Upload</a:t>
                      </a:r>
                      <a:r>
                        <a:rPr kumimoji="0" lang="ja-JP" altLang="en-US" sz="900" kern="1200" dirty="0">
                          <a:solidFill>
                            <a:schemeClr val="tx1"/>
                          </a:solidFill>
                          <a:latin typeface="Arial" panose="020B0604020202020204" pitchFamily="34" charset="0"/>
                          <a:ea typeface="+mn-ea"/>
                          <a:cs typeface="+mn-cs"/>
                        </a:rPr>
                        <a:t>時、複数</a:t>
                      </a:r>
                      <a:r>
                        <a:rPr kumimoji="0" lang="en-US" altLang="ja-JP" sz="900" kern="1200" dirty="0">
                          <a:solidFill>
                            <a:schemeClr val="tx1"/>
                          </a:solidFill>
                          <a:latin typeface="Arial" panose="020B0604020202020204" pitchFamily="34" charset="0"/>
                          <a:ea typeface="+mn-ea"/>
                          <a:cs typeface="+mn-cs"/>
                        </a:rPr>
                        <a:t>Office/Pdf</a:t>
                      </a:r>
                      <a:r>
                        <a:rPr kumimoji="0" lang="ja-JP" altLang="en-US" sz="900" kern="1200" dirty="0">
                          <a:solidFill>
                            <a:schemeClr val="tx1"/>
                          </a:solidFill>
                          <a:latin typeface="Arial" panose="020B0604020202020204" pitchFamily="34" charset="0"/>
                          <a:ea typeface="+mn-ea"/>
                          <a:cs typeface="+mn-cs"/>
                        </a:rPr>
                        <a:t>ファイルを</a:t>
                      </a:r>
                      <a:r>
                        <a:rPr kumimoji="0" lang="en-US" altLang="ja-JP" sz="900" kern="1200" dirty="0">
                          <a:solidFill>
                            <a:schemeClr val="tx1"/>
                          </a:solidFill>
                          <a:latin typeface="Arial" panose="020B0604020202020204" pitchFamily="34" charset="0"/>
                          <a:ea typeface="+mn-ea"/>
                          <a:cs typeface="+mn-cs"/>
                        </a:rPr>
                        <a:t>Upload</a:t>
                      </a:r>
                      <a:r>
                        <a:rPr kumimoji="0" lang="ja-JP" altLang="en-US" sz="900" kern="1200" dirty="0">
                          <a:solidFill>
                            <a:schemeClr val="tx1"/>
                          </a:solidFill>
                          <a:latin typeface="Arial" panose="020B0604020202020204" pitchFamily="34" charset="0"/>
                          <a:ea typeface="+mn-ea"/>
                          <a:cs typeface="+mn-cs"/>
                        </a:rPr>
                        <a:t>したが、ダウンロード時、一つ</a:t>
                      </a:r>
                      <a:r>
                        <a:rPr kumimoji="0" lang="en-US" altLang="ja-JP" sz="900" kern="1200" dirty="0">
                          <a:solidFill>
                            <a:schemeClr val="tx1"/>
                          </a:solidFill>
                          <a:latin typeface="Arial" panose="020B0604020202020204" pitchFamily="34" charset="0"/>
                          <a:ea typeface="+mn-ea"/>
                          <a:cs typeface="+mn-cs"/>
                        </a:rPr>
                        <a:t>Zip</a:t>
                      </a:r>
                      <a:r>
                        <a:rPr kumimoji="0" lang="ja-JP" altLang="en-US" sz="900" kern="1200" dirty="0">
                          <a:solidFill>
                            <a:schemeClr val="tx1"/>
                          </a:solidFill>
                          <a:latin typeface="Arial" panose="020B0604020202020204" pitchFamily="34" charset="0"/>
                          <a:ea typeface="+mn-ea"/>
                          <a:cs typeface="+mn-cs"/>
                        </a:rPr>
                        <a:t>ファイルとする。ユーザは添付ファイルを</a:t>
                      </a:r>
                      <a:r>
                        <a:rPr kumimoji="0" lang="en-US" altLang="ja-JP" sz="900" kern="1200" dirty="0">
                          <a:solidFill>
                            <a:schemeClr val="tx1"/>
                          </a:solidFill>
                          <a:latin typeface="Arial" panose="020B0604020202020204" pitchFamily="34" charset="0"/>
                          <a:ea typeface="+mn-ea"/>
                          <a:cs typeface="+mn-cs"/>
                        </a:rPr>
                        <a:t>Local</a:t>
                      </a:r>
                      <a:r>
                        <a:rPr kumimoji="0" lang="ja-JP" altLang="en-US" sz="900" kern="1200" dirty="0">
                          <a:solidFill>
                            <a:schemeClr val="tx1"/>
                          </a:solidFill>
                          <a:latin typeface="Arial" panose="020B0604020202020204" pitchFamily="34" charset="0"/>
                          <a:ea typeface="+mn-ea"/>
                          <a:cs typeface="+mn-cs"/>
                        </a:rPr>
                        <a:t>で確認するときに、</a:t>
                      </a:r>
                      <a:r>
                        <a:rPr kumimoji="0" lang="en-US" altLang="ja-JP" sz="900" kern="1200" dirty="0">
                          <a:solidFill>
                            <a:schemeClr val="tx1"/>
                          </a:solidFill>
                          <a:latin typeface="Arial" panose="020B0604020202020204" pitchFamily="34" charset="0"/>
                          <a:ea typeface="+mn-ea"/>
                          <a:cs typeface="+mn-cs"/>
                        </a:rPr>
                        <a:t>Zip</a:t>
                      </a:r>
                      <a:r>
                        <a:rPr kumimoji="0" lang="ja-JP" altLang="en-US" sz="900" kern="1200" dirty="0">
                          <a:solidFill>
                            <a:schemeClr val="tx1"/>
                          </a:solidFill>
                          <a:latin typeface="Arial" panose="020B0604020202020204" pitchFamily="34" charset="0"/>
                          <a:ea typeface="+mn-ea"/>
                          <a:cs typeface="+mn-cs"/>
                        </a:rPr>
                        <a:t>を展開してから確認しないといけない</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ja-JP" altLang="en-US" sz="900" kern="1200" dirty="0">
                          <a:solidFill>
                            <a:schemeClr val="tx1"/>
                          </a:solidFill>
                          <a:latin typeface="Arial" panose="020B0604020202020204" pitchFamily="34" charset="0"/>
                          <a:ea typeface="+mn-ea"/>
                          <a:cs typeface="+mn-cs"/>
                        </a:rPr>
                        <a:t>ブラザーのセキュリティ設定がが必要</a:t>
                      </a:r>
                      <a:endParaRPr kumimoji="0" lang="en-US" altLang="ja-JP" sz="900" kern="1200" dirty="0">
                        <a:solidFill>
                          <a:schemeClr val="tx1"/>
                        </a:solidFill>
                        <a:latin typeface="Arial" panose="020B0604020202020204" pitchFamily="34" charset="0"/>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ja-JP" altLang="en-US" sz="900" kern="1200" dirty="0">
                          <a:solidFill>
                            <a:srgbClr val="FF0000"/>
                          </a:solidFill>
                          <a:latin typeface="Arial" panose="020B0604020202020204" pitchFamily="34" charset="0"/>
                          <a:ea typeface="+mn-ea"/>
                          <a:cs typeface="+mn-cs"/>
                        </a:rPr>
                        <a:t>実現のコードは多く、ロジックも複難</a:t>
                      </a:r>
                      <a:endParaRPr kumimoji="0" lang="en-US" altLang="ja-JP" sz="900" kern="1200" dirty="0">
                        <a:solidFill>
                          <a:srgbClr val="FF0000"/>
                        </a:solidFill>
                        <a:latin typeface="Arial" panose="020B0604020202020204" pitchFamily="34" charset="0"/>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ja-JP" altLang="en-US" sz="900" kern="1200" dirty="0">
                          <a:solidFill>
                            <a:srgbClr val="FF0000"/>
                          </a:solidFill>
                          <a:latin typeface="Arial" panose="020B0604020202020204" pitchFamily="34" charset="0"/>
                          <a:ea typeface="+mn-ea"/>
                          <a:cs typeface="+mn-cs"/>
                        </a:rPr>
                        <a:t>論理的に可能だが、</a:t>
                      </a:r>
                      <a:r>
                        <a:rPr kumimoji="0" lang="en-US" altLang="ja-JP" sz="900" kern="1200" dirty="0">
                          <a:solidFill>
                            <a:srgbClr val="FF0000"/>
                          </a:solidFill>
                          <a:latin typeface="Arial" panose="020B0604020202020204" pitchFamily="34" charset="0"/>
                          <a:ea typeface="+mn-ea"/>
                          <a:cs typeface="+mn-cs"/>
                        </a:rPr>
                        <a:t>PowerApps</a:t>
                      </a:r>
                      <a:r>
                        <a:rPr kumimoji="0" lang="ja-JP" altLang="en-US" sz="900" kern="1200" dirty="0">
                          <a:solidFill>
                            <a:srgbClr val="FF0000"/>
                          </a:solidFill>
                          <a:latin typeface="Arial" panose="020B0604020202020204" pitchFamily="34" charset="0"/>
                          <a:ea typeface="+mn-ea"/>
                          <a:cs typeface="+mn-cs"/>
                        </a:rPr>
                        <a:t>にて実績がない、</a:t>
                      </a:r>
                      <a:r>
                        <a:rPr kumimoji="0" lang="en-US" altLang="ja-JP" sz="900" kern="1200" dirty="0">
                          <a:solidFill>
                            <a:srgbClr val="FF0000"/>
                          </a:solidFill>
                          <a:latin typeface="Arial" panose="020B0604020202020204" pitchFamily="34" charset="0"/>
                          <a:ea typeface="+mn-ea"/>
                          <a:cs typeface="+mn-cs"/>
                        </a:rPr>
                        <a:t>POC</a:t>
                      </a:r>
                      <a:r>
                        <a:rPr kumimoji="0" lang="ja-JP" altLang="en-US" sz="900" kern="1200" dirty="0">
                          <a:solidFill>
                            <a:srgbClr val="FF0000"/>
                          </a:solidFill>
                          <a:latin typeface="Arial" panose="020B0604020202020204" pitchFamily="34" charset="0"/>
                          <a:ea typeface="+mn-ea"/>
                          <a:cs typeface="+mn-cs"/>
                        </a:rPr>
                        <a:t>が必要</a:t>
                      </a: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987537692"/>
                  </a:ext>
                </a:extLst>
              </a:tr>
              <a:tr h="217173">
                <a:tc>
                  <a:txBody>
                    <a:bodyPr/>
                    <a:lstStyle/>
                    <a:p>
                      <a:endParaRPr lang="ja-JP" altLang="en-US" sz="1050" kern="1200" dirty="0">
                        <a:solidFill>
                          <a:schemeClr val="tx1"/>
                        </a:solidFill>
                        <a:latin typeface="+mn-lt"/>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271190"/>
                  </a:ext>
                </a:extLst>
              </a:tr>
            </a:tbl>
          </a:graphicData>
        </a:graphic>
      </p:graphicFrame>
      <p:pic>
        <p:nvPicPr>
          <p:cNvPr id="14" name="図 13">
            <a:extLst>
              <a:ext uri="{FF2B5EF4-FFF2-40B4-BE49-F238E27FC236}">
                <a16:creationId xmlns:a16="http://schemas.microsoft.com/office/drawing/2014/main" id="{E276B7D7-46A8-2191-847E-D87D9E696578}"/>
              </a:ext>
            </a:extLst>
          </p:cNvPr>
          <p:cNvPicPr>
            <a:picLocks noChangeAspect="1"/>
          </p:cNvPicPr>
          <p:nvPr/>
        </p:nvPicPr>
        <p:blipFill>
          <a:blip r:embed="rId3"/>
          <a:stretch>
            <a:fillRect/>
          </a:stretch>
        </p:blipFill>
        <p:spPr>
          <a:xfrm>
            <a:off x="4283494" y="3292354"/>
            <a:ext cx="2434950" cy="721561"/>
          </a:xfrm>
          <a:prstGeom prst="rect">
            <a:avLst/>
          </a:prstGeom>
        </p:spPr>
      </p:pic>
      <p:sp>
        <p:nvSpPr>
          <p:cNvPr id="3" name="テキスト ボックス 2">
            <a:extLst>
              <a:ext uri="{FF2B5EF4-FFF2-40B4-BE49-F238E27FC236}">
                <a16:creationId xmlns:a16="http://schemas.microsoft.com/office/drawing/2014/main" id="{D0FAC315-1B28-EC5B-6B8F-237F24721C0C}"/>
              </a:ext>
            </a:extLst>
          </p:cNvPr>
          <p:cNvSpPr txBox="1"/>
          <p:nvPr/>
        </p:nvSpPr>
        <p:spPr>
          <a:xfrm>
            <a:off x="414336" y="730023"/>
            <a:ext cx="10854253" cy="338554"/>
          </a:xfrm>
          <a:prstGeom prst="rect">
            <a:avLst/>
          </a:prstGeom>
          <a:noFill/>
        </p:spPr>
        <p:txBody>
          <a:bodyPr wrap="none" rtlCol="0">
            <a:spAutoFit/>
          </a:bodyPr>
          <a:lstStyle/>
          <a:p>
            <a:r>
              <a:rPr kumimoji="1" lang="ja-JP" altLang="en-US" sz="1600" dirty="0"/>
              <a:t>一括ダウンロード機能の要件のポイントは複数ファイル対応であり、前回の提案より、向上案も併せて提示します。</a:t>
            </a:r>
          </a:p>
        </p:txBody>
      </p:sp>
      <p:pic>
        <p:nvPicPr>
          <p:cNvPr id="5" name="図 4">
            <a:extLst>
              <a:ext uri="{FF2B5EF4-FFF2-40B4-BE49-F238E27FC236}">
                <a16:creationId xmlns:a16="http://schemas.microsoft.com/office/drawing/2014/main" id="{1789387A-77C1-1A06-2D60-A7A9E32FA611}"/>
              </a:ext>
            </a:extLst>
          </p:cNvPr>
          <p:cNvPicPr>
            <a:picLocks noChangeAspect="1"/>
          </p:cNvPicPr>
          <p:nvPr/>
        </p:nvPicPr>
        <p:blipFill>
          <a:blip r:embed="rId4"/>
          <a:stretch>
            <a:fillRect/>
          </a:stretch>
        </p:blipFill>
        <p:spPr>
          <a:xfrm>
            <a:off x="10774680" y="2343708"/>
            <a:ext cx="786830" cy="2026459"/>
          </a:xfrm>
          <a:prstGeom prst="rect">
            <a:avLst/>
          </a:prstGeom>
        </p:spPr>
      </p:pic>
      <p:sp>
        <p:nvSpPr>
          <p:cNvPr id="6" name="四角形: 角を丸くする 5">
            <a:extLst>
              <a:ext uri="{FF2B5EF4-FFF2-40B4-BE49-F238E27FC236}">
                <a16:creationId xmlns:a16="http://schemas.microsoft.com/office/drawing/2014/main" id="{08F1ABC6-D6DE-2BA1-DFB8-3DB9CFEA88CF}"/>
              </a:ext>
            </a:extLst>
          </p:cNvPr>
          <p:cNvSpPr/>
          <p:nvPr/>
        </p:nvSpPr>
        <p:spPr>
          <a:xfrm>
            <a:off x="10744200" y="3439437"/>
            <a:ext cx="846034" cy="128186"/>
          </a:xfrm>
          <a:prstGeom prst="roundRect">
            <a:avLst/>
          </a:prstGeom>
          <a:noFill/>
          <a:ln w="63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A5E855-8A62-0A1B-98AF-DFC2CC659B2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DBE280D-3950-F734-B87F-94DD25C7A3F9}"/>
              </a:ext>
            </a:extLst>
          </p:cNvPr>
          <p:cNvSpPr>
            <a:spLocks noGrp="1"/>
          </p:cNvSpPr>
          <p:nvPr>
            <p:ph type="title"/>
          </p:nvPr>
        </p:nvSpPr>
        <p:spPr>
          <a:xfrm>
            <a:off x="414336" y="255263"/>
            <a:ext cx="9327072" cy="683629"/>
          </a:xfrm>
        </p:spPr>
        <p:txBody>
          <a:bodyPr>
            <a:normAutofit/>
          </a:bodyPr>
          <a:lstStyle/>
          <a:p>
            <a:r>
              <a:rPr lang="ja-JP" altLang="en-US" dirty="0"/>
              <a:t>要件／ソリューション－検索機能</a:t>
            </a:r>
          </a:p>
        </p:txBody>
      </p:sp>
      <p:sp>
        <p:nvSpPr>
          <p:cNvPr id="5" name="Rectangle 1">
            <a:extLst>
              <a:ext uri="{FF2B5EF4-FFF2-40B4-BE49-F238E27FC236}">
                <a16:creationId xmlns:a16="http://schemas.microsoft.com/office/drawing/2014/main" id="{42A14819-5FD1-0839-145E-66EAAD48AD2E}"/>
              </a:ext>
            </a:extLst>
          </p:cNvPr>
          <p:cNvSpPr>
            <a:spLocks noChangeArrowheads="1"/>
          </p:cNvSpPr>
          <p:nvPr/>
        </p:nvSpPr>
        <p:spPr bwMode="auto">
          <a:xfrm>
            <a:off x="3233738" y="201612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ja-JP" altLang="en-US"/>
          </a:p>
        </p:txBody>
      </p:sp>
      <p:graphicFrame>
        <p:nvGraphicFramePr>
          <p:cNvPr id="3" name="表 2">
            <a:extLst>
              <a:ext uri="{FF2B5EF4-FFF2-40B4-BE49-F238E27FC236}">
                <a16:creationId xmlns:a16="http://schemas.microsoft.com/office/drawing/2014/main" id="{EF0BA90B-B478-1CC0-7733-B06E25EFC338}"/>
              </a:ext>
            </a:extLst>
          </p:cNvPr>
          <p:cNvGraphicFramePr>
            <a:graphicFrameLocks noGrp="1"/>
          </p:cNvGraphicFramePr>
          <p:nvPr>
            <p:extLst>
              <p:ext uri="{D42A27DB-BD31-4B8C-83A1-F6EECF244321}">
                <p14:modId xmlns:p14="http://schemas.microsoft.com/office/powerpoint/2010/main" val="2410915134"/>
              </p:ext>
            </p:extLst>
          </p:nvPr>
        </p:nvGraphicFramePr>
        <p:xfrm>
          <a:off x="453572" y="867273"/>
          <a:ext cx="11284856" cy="5263622"/>
        </p:xfrm>
        <a:graphic>
          <a:graphicData uri="http://schemas.openxmlformats.org/drawingml/2006/table">
            <a:tbl>
              <a:tblPr firstRow="1">
                <a:tableStyleId>{2D5ABB26-0587-4C30-8999-92F81FD0307C}</a:tableStyleId>
              </a:tblPr>
              <a:tblGrid>
                <a:gridCol w="1739204">
                  <a:extLst>
                    <a:ext uri="{9D8B030D-6E8A-4147-A177-3AD203B41FA5}">
                      <a16:colId xmlns:a16="http://schemas.microsoft.com/office/drawing/2014/main" val="307087368"/>
                    </a:ext>
                  </a:extLst>
                </a:gridCol>
                <a:gridCol w="3313944">
                  <a:extLst>
                    <a:ext uri="{9D8B030D-6E8A-4147-A177-3AD203B41FA5}">
                      <a16:colId xmlns:a16="http://schemas.microsoft.com/office/drawing/2014/main" val="1007415991"/>
                    </a:ext>
                  </a:extLst>
                </a:gridCol>
                <a:gridCol w="137777">
                  <a:extLst>
                    <a:ext uri="{9D8B030D-6E8A-4147-A177-3AD203B41FA5}">
                      <a16:colId xmlns:a16="http://schemas.microsoft.com/office/drawing/2014/main" val="78186435"/>
                    </a:ext>
                  </a:extLst>
                </a:gridCol>
                <a:gridCol w="6093931">
                  <a:extLst>
                    <a:ext uri="{9D8B030D-6E8A-4147-A177-3AD203B41FA5}">
                      <a16:colId xmlns:a16="http://schemas.microsoft.com/office/drawing/2014/main" val="467773725"/>
                    </a:ext>
                  </a:extLst>
                </a:gridCol>
              </a:tblGrid>
              <a:tr h="158935">
                <a:tc>
                  <a:txBody>
                    <a:bodyPr/>
                    <a:lstStyle/>
                    <a:p>
                      <a:r>
                        <a:rPr lang="ja-JP" altLang="en-US" sz="1200" dirty="0"/>
                        <a:t>要件</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t>機能</a:t>
                      </a:r>
                      <a:endParaRPr lang="en-US" sz="1200" dirty="0"/>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a:t>ソリューション</a:t>
                      </a:r>
                      <a:endParaRPr lang="en-US" sz="1200" dirty="0"/>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t>ソリューション</a:t>
                      </a:r>
                      <a:endParaRPr lang="en-US" altLang="ja-JP" sz="1200" dirty="0"/>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607360652"/>
                  </a:ext>
                </a:extLst>
              </a:tr>
              <a:tr h="147451">
                <a:tc>
                  <a:txBody>
                    <a:bodyPr/>
                    <a:lstStyle/>
                    <a:p>
                      <a:r>
                        <a:rPr lang="ja-JP" altLang="en-US" sz="1100" dirty="0"/>
                        <a:t>定型データの検索</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1000" dirty="0"/>
                        <a:t>定型データ（属性データ）の検索</a:t>
                      </a:r>
                    </a:p>
                  </a:txBody>
                  <a:tcPr marL="28046" marR="28046" marT="14023" marB="14023">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gridSpan="2">
                  <a:txBody>
                    <a:bodyPr/>
                    <a:lstStyle/>
                    <a:p>
                      <a:r>
                        <a:rPr kumimoji="0" lang="en-US" altLang="ja-JP" sz="900">
                          <a:latin typeface="Arial" panose="020B0604020202020204" pitchFamily="34" charset="0"/>
                        </a:rPr>
                        <a:t>Azure SQL Table</a:t>
                      </a:r>
                      <a:r>
                        <a:rPr kumimoji="0" lang="ja-JP" altLang="en-US" sz="900">
                          <a:latin typeface="Arial" panose="020B0604020202020204" pitchFamily="34" charset="0"/>
                        </a:rPr>
                        <a:t>の</a:t>
                      </a:r>
                      <a:r>
                        <a:rPr kumimoji="0" lang="en-US" altLang="ja-JP" sz="900">
                          <a:latin typeface="Arial" panose="020B0604020202020204" pitchFamily="34" charset="0"/>
                        </a:rPr>
                        <a:t>Where</a:t>
                      </a:r>
                      <a:r>
                        <a:rPr kumimoji="0" lang="ja-JP" altLang="en-US" sz="900">
                          <a:latin typeface="Arial" panose="020B0604020202020204" pitchFamily="34" charset="0"/>
                        </a:rPr>
                        <a:t>条件で</a:t>
                      </a:r>
                      <a:r>
                        <a:rPr kumimoji="0" lang="en-US" altLang="ja-JP" sz="900">
                          <a:latin typeface="Arial" panose="020B0604020202020204" pitchFamily="34" charset="0"/>
                        </a:rPr>
                        <a:t>Filter</a:t>
                      </a:r>
                      <a:r>
                        <a:rPr kumimoji="0" lang="ja-JP" altLang="en-US" sz="900">
                          <a:latin typeface="Arial" panose="020B0604020202020204" pitchFamily="34" charset="0"/>
                        </a:rPr>
                        <a:t>する</a:t>
                      </a:r>
                      <a:endParaRPr lang="ja-JP" altLang="en-US" sz="1000" dirty="0"/>
                    </a:p>
                  </a:txBody>
                  <a:tcPr marL="28046" marR="28046" marT="14023" marB="14023">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hMerge="1">
                  <a:txBody>
                    <a:bodyPr/>
                    <a:lstStyle/>
                    <a:p>
                      <a:r>
                        <a:rPr kumimoji="0" lang="en-US" altLang="ja-JP" sz="900" dirty="0">
                          <a:latin typeface="Arial" panose="020B0604020202020204" pitchFamily="34" charset="0"/>
                        </a:rPr>
                        <a:t>Azure SQL Table</a:t>
                      </a:r>
                      <a:r>
                        <a:rPr kumimoji="0" lang="ja-JP" altLang="en-US" sz="900" dirty="0">
                          <a:latin typeface="Arial" panose="020B0604020202020204" pitchFamily="34" charset="0"/>
                        </a:rPr>
                        <a:t>の</a:t>
                      </a:r>
                      <a:r>
                        <a:rPr kumimoji="0" lang="en-US" altLang="ja-JP" sz="900" dirty="0">
                          <a:latin typeface="Arial" panose="020B0604020202020204" pitchFamily="34" charset="0"/>
                        </a:rPr>
                        <a:t>Where</a:t>
                      </a:r>
                      <a:r>
                        <a:rPr kumimoji="0" lang="ja-JP" altLang="en-US" sz="900" dirty="0">
                          <a:latin typeface="Arial" panose="020B0604020202020204" pitchFamily="34" charset="0"/>
                        </a:rPr>
                        <a:t>条件で</a:t>
                      </a:r>
                      <a:r>
                        <a:rPr kumimoji="0" lang="en-US" altLang="ja-JP" sz="900" dirty="0">
                          <a:latin typeface="Arial" panose="020B0604020202020204" pitchFamily="34" charset="0"/>
                        </a:rPr>
                        <a:t>Filter</a:t>
                      </a:r>
                      <a:r>
                        <a:rPr kumimoji="0" lang="ja-JP" altLang="en-US" sz="900" dirty="0">
                          <a:latin typeface="Arial" panose="020B0604020202020204" pitchFamily="34" charset="0"/>
                        </a:rPr>
                        <a:t>する</a:t>
                      </a:r>
                      <a:endParaRPr kumimoji="0" lang="zh-CN" altLang="zh-CN" sz="900" dirty="0">
                        <a:latin typeface="Arial" panose="020B0604020202020204" pitchFamily="34" charset="0"/>
                      </a:endParaRPr>
                    </a:p>
                  </a:txBody>
                  <a:tcPr marL="28046" marR="28046" marT="14023" marB="14023">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453962866"/>
                  </a:ext>
                </a:extLst>
              </a:tr>
              <a:tr h="147451">
                <a:tc>
                  <a:txBody>
                    <a:bodyPr/>
                    <a:lstStyle/>
                    <a:p>
                      <a:r>
                        <a:rPr lang="ja-JP" altLang="en-US" sz="1100" dirty="0"/>
                        <a:t>定型データの権限制限</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kumimoji="0" lang="ja-JP" altLang="en-US" sz="900" kern="1200" dirty="0">
                          <a:solidFill>
                            <a:schemeClr val="tx1"/>
                          </a:solidFill>
                          <a:latin typeface="Arial" panose="020B0604020202020204" pitchFamily="34" charset="0"/>
                          <a:ea typeface="+mn-ea"/>
                          <a:cs typeface="+mn-cs"/>
                        </a:rPr>
                        <a:t>アクセスできる仕様書のみを検索結果から出すようにする</a:t>
                      </a: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gridSpan="2">
                  <a:txBody>
                    <a:bodyPr/>
                    <a:lstStyle/>
                    <a:p>
                      <a:r>
                        <a:rPr kumimoji="0" lang="en-US" altLang="ja-JP" sz="900">
                          <a:latin typeface="Arial" panose="020B0604020202020204" pitchFamily="34" charset="0"/>
                        </a:rPr>
                        <a:t>Azure SQL Table</a:t>
                      </a:r>
                      <a:r>
                        <a:rPr kumimoji="0" lang="ja-JP" altLang="en-US" sz="900">
                          <a:latin typeface="Arial" panose="020B0604020202020204" pitchFamily="34" charset="0"/>
                        </a:rPr>
                        <a:t>の</a:t>
                      </a:r>
                      <a:r>
                        <a:rPr kumimoji="0" lang="en-US" altLang="ja-JP" sz="900">
                          <a:latin typeface="Arial" panose="020B0604020202020204" pitchFamily="34" charset="0"/>
                        </a:rPr>
                        <a:t>Where</a:t>
                      </a:r>
                      <a:r>
                        <a:rPr kumimoji="0" lang="ja-JP" altLang="en-US" sz="900">
                          <a:latin typeface="Arial" panose="020B0604020202020204" pitchFamily="34" charset="0"/>
                        </a:rPr>
                        <a:t>条件で</a:t>
                      </a:r>
                      <a:r>
                        <a:rPr kumimoji="0" lang="en-US" altLang="ja-JP" sz="900">
                          <a:latin typeface="Arial" panose="020B0604020202020204" pitchFamily="34" charset="0"/>
                        </a:rPr>
                        <a:t>Filter</a:t>
                      </a:r>
                      <a:r>
                        <a:rPr kumimoji="0" lang="ja-JP" altLang="en-US" sz="900">
                          <a:latin typeface="Arial" panose="020B0604020202020204" pitchFamily="34" charset="0"/>
                        </a:rPr>
                        <a:t>する</a:t>
                      </a: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900" dirty="0">
                          <a:latin typeface="Arial" panose="020B0604020202020204" pitchFamily="34" charset="0"/>
                        </a:rPr>
                        <a:t>Azure SQL Table</a:t>
                      </a:r>
                      <a:r>
                        <a:rPr kumimoji="0" lang="ja-JP" altLang="en-US" sz="900" dirty="0">
                          <a:latin typeface="Arial" panose="020B0604020202020204" pitchFamily="34" charset="0"/>
                        </a:rPr>
                        <a:t>の</a:t>
                      </a:r>
                      <a:r>
                        <a:rPr kumimoji="0" lang="en-US" altLang="ja-JP" sz="900" dirty="0">
                          <a:latin typeface="Arial" panose="020B0604020202020204" pitchFamily="34" charset="0"/>
                        </a:rPr>
                        <a:t>Where</a:t>
                      </a:r>
                      <a:r>
                        <a:rPr kumimoji="0" lang="ja-JP" altLang="en-US" sz="900" dirty="0">
                          <a:latin typeface="Arial" panose="020B0604020202020204" pitchFamily="34" charset="0"/>
                        </a:rPr>
                        <a:t>条件で</a:t>
                      </a:r>
                      <a:r>
                        <a:rPr kumimoji="0" lang="en-US" altLang="ja-JP" sz="900" dirty="0">
                          <a:latin typeface="Arial" panose="020B0604020202020204" pitchFamily="34" charset="0"/>
                        </a:rPr>
                        <a:t>Filter</a:t>
                      </a:r>
                      <a:r>
                        <a:rPr kumimoji="0" lang="ja-JP" altLang="en-US" sz="900" dirty="0">
                          <a:latin typeface="Arial" panose="020B0604020202020204" pitchFamily="34" charset="0"/>
                        </a:rPr>
                        <a:t>する</a:t>
                      </a:r>
                      <a:endParaRPr kumimoji="0" lang="zh-CN" altLang="zh-CN" sz="900" dirty="0">
                        <a:latin typeface="Arial" panose="020B0604020202020204" pitchFamily="34" charset="0"/>
                      </a:endParaRPr>
                    </a:p>
                  </a:txBody>
                  <a:tcPr marL="28046" marR="28046" marT="14023" marB="14023">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465751194"/>
                  </a:ext>
                </a:extLst>
              </a:tr>
              <a:tr h="1468050">
                <a:tc>
                  <a:txBody>
                    <a:bodyPr/>
                    <a:lstStyle/>
                    <a:p>
                      <a:r>
                        <a:rPr lang="ja-JP" altLang="en-US" sz="1100" dirty="0"/>
                        <a:t>添付ファイルの内容検索</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900" kern="1200" dirty="0">
                          <a:solidFill>
                            <a:schemeClr val="tx1"/>
                          </a:solidFill>
                          <a:latin typeface="Arial" panose="020B0604020202020204" pitchFamily="34" charset="0"/>
                          <a:ea typeface="+mn-ea"/>
                          <a:cs typeface="+mn-cs"/>
                        </a:rPr>
                        <a:t>添付ファイルの内容から検索キーワードを含むファイルを検索し、該当ファイルの所有仕様書レコードを画面に表示する</a:t>
                      </a: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900" kern="1200" dirty="0">
                          <a:solidFill>
                            <a:schemeClr val="tx1"/>
                          </a:solidFill>
                          <a:latin typeface="Arial" panose="020B0604020202020204" pitchFamily="34" charset="0"/>
                          <a:ea typeface="+mn-ea"/>
                          <a:cs typeface="+mn-cs"/>
                        </a:rPr>
                        <a:t>SPO</a:t>
                      </a:r>
                      <a:r>
                        <a:rPr kumimoji="0" lang="ja-JP" altLang="en-US" sz="900" kern="1200" dirty="0">
                          <a:solidFill>
                            <a:schemeClr val="tx1"/>
                          </a:solidFill>
                          <a:latin typeface="Arial" panose="020B0604020202020204" pitchFamily="34" charset="0"/>
                          <a:ea typeface="+mn-ea"/>
                          <a:cs typeface="+mn-cs"/>
                        </a:rPr>
                        <a:t>の「</a:t>
                      </a:r>
                      <a:r>
                        <a:rPr kumimoji="0" lang="en-US" altLang="ja-JP" sz="900" kern="1200" dirty="0">
                          <a:solidFill>
                            <a:schemeClr val="tx1"/>
                          </a:solidFill>
                          <a:latin typeface="Arial" panose="020B0604020202020204" pitchFamily="34" charset="0"/>
                          <a:ea typeface="+mn-ea"/>
                          <a:cs typeface="+mn-cs"/>
                        </a:rPr>
                        <a:t>Microsoft Search</a:t>
                      </a:r>
                      <a:r>
                        <a:rPr kumimoji="0" lang="ja-JP" altLang="en-US" sz="900" kern="1200" dirty="0">
                          <a:solidFill>
                            <a:schemeClr val="tx1"/>
                          </a:solidFill>
                          <a:latin typeface="Arial" panose="020B0604020202020204" pitchFamily="34" charset="0"/>
                          <a:ea typeface="+mn-ea"/>
                          <a:cs typeface="+mn-cs"/>
                        </a:rPr>
                        <a:t>」機能を利用する</a:t>
                      </a:r>
                      <a:endParaRPr kumimoji="0" lang="en-US" altLang="ja-JP" sz="900" kern="1200" dirty="0">
                        <a:solidFill>
                          <a:schemeClr val="tx1"/>
                        </a:solidFill>
                        <a:latin typeface="Arial" panose="020B0604020202020204" pitchFamily="34" charset="0"/>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ja-JP" altLang="en-US" sz="900" kern="1200" dirty="0">
                          <a:solidFill>
                            <a:schemeClr val="tx1"/>
                          </a:solidFill>
                          <a:latin typeface="Arial" panose="020B0604020202020204" pitchFamily="34" charset="0"/>
                          <a:ea typeface="+mn-ea"/>
                          <a:cs typeface="+mn-cs"/>
                        </a:rPr>
                        <a:t>右の</a:t>
                      </a:r>
                      <a:r>
                        <a:rPr kumimoji="0" lang="en-US" altLang="ja-JP" sz="900" kern="1200" dirty="0">
                          <a:solidFill>
                            <a:schemeClr val="tx1"/>
                          </a:solidFill>
                          <a:latin typeface="Arial" panose="020B0604020202020204" pitchFamily="34" charset="0"/>
                          <a:ea typeface="+mn-ea"/>
                          <a:cs typeface="+mn-cs"/>
                        </a:rPr>
                        <a:t>SPO</a:t>
                      </a:r>
                      <a:r>
                        <a:rPr kumimoji="0" lang="ja-JP" altLang="en-US" sz="900" kern="1200" dirty="0">
                          <a:solidFill>
                            <a:schemeClr val="tx1"/>
                          </a:solidFill>
                          <a:latin typeface="Arial" panose="020B0604020202020204" pitchFamily="34" charset="0"/>
                          <a:ea typeface="+mn-ea"/>
                          <a:cs typeface="+mn-cs"/>
                        </a:rPr>
                        <a:t>画面機能の</a:t>
                      </a:r>
                      <a:r>
                        <a:rPr kumimoji="0" lang="en-US" altLang="ja-JP" sz="900" kern="1200" dirty="0">
                          <a:solidFill>
                            <a:schemeClr val="tx1"/>
                          </a:solidFill>
                          <a:latin typeface="Arial" panose="020B0604020202020204" pitchFamily="34" charset="0"/>
                          <a:ea typeface="+mn-ea"/>
                          <a:cs typeface="+mn-cs"/>
                        </a:rPr>
                        <a:t>API</a:t>
                      </a:r>
                      <a:r>
                        <a:rPr kumimoji="0" lang="ja-JP" altLang="en-US" sz="900" kern="1200" dirty="0">
                          <a:solidFill>
                            <a:schemeClr val="tx1"/>
                          </a:solidFill>
                          <a:latin typeface="Arial" panose="020B0604020202020204" pitchFamily="34" charset="0"/>
                          <a:ea typeface="+mn-ea"/>
                          <a:cs typeface="+mn-cs"/>
                        </a:rPr>
                        <a:t>レベルの実装（</a:t>
                      </a:r>
                      <a:r>
                        <a:rPr kumimoji="0" lang="en-US" altLang="ja-JP" sz="900" kern="1200" dirty="0">
                          <a:solidFill>
                            <a:schemeClr val="tx1"/>
                          </a:solidFill>
                          <a:latin typeface="Arial" panose="020B0604020202020204" pitchFamily="34" charset="0"/>
                          <a:ea typeface="+mn-ea"/>
                          <a:cs typeface="+mn-cs"/>
                        </a:rPr>
                        <a:t>Graph API</a:t>
                      </a:r>
                      <a:r>
                        <a:rPr kumimoji="0" lang="ja-JP" altLang="en-US" sz="900" kern="1200" dirty="0">
                          <a:solidFill>
                            <a:schemeClr val="tx1"/>
                          </a:solidFill>
                          <a:latin typeface="Arial" panose="020B0604020202020204" pitchFamily="34" charset="0"/>
                          <a:ea typeface="+mn-ea"/>
                          <a:cs typeface="+mn-cs"/>
                        </a:rPr>
                        <a:t>）</a:t>
                      </a: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900" b="1" kern="1200" dirty="0">
                          <a:solidFill>
                            <a:schemeClr val="tx1"/>
                          </a:solidFill>
                          <a:latin typeface="Arial" panose="020B0604020202020204" pitchFamily="34" charset="0"/>
                          <a:ea typeface="+mn-ea"/>
                          <a:cs typeface="+mn-cs"/>
                        </a:rPr>
                        <a:t>実現面：</a:t>
                      </a:r>
                      <a:endParaRPr kumimoji="0" lang="en-US" altLang="ja-JP" sz="900" b="1" kern="1200" dirty="0">
                        <a:solidFill>
                          <a:schemeClr val="tx1"/>
                        </a:solidFill>
                        <a:latin typeface="Arial" panose="020B0604020202020204" pitchFamily="34" charset="0"/>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ja-JP" sz="900" kern="1200" dirty="0">
                          <a:solidFill>
                            <a:schemeClr val="tx1"/>
                          </a:solidFill>
                          <a:latin typeface="Arial" panose="020B0604020202020204" pitchFamily="34" charset="0"/>
                          <a:ea typeface="+mn-ea"/>
                          <a:cs typeface="+mn-cs"/>
                        </a:rPr>
                        <a:t>Microsoft</a:t>
                      </a:r>
                      <a:r>
                        <a:rPr kumimoji="0" lang="ja-JP" altLang="en-US" sz="900" kern="1200" dirty="0">
                          <a:solidFill>
                            <a:schemeClr val="tx1"/>
                          </a:solidFill>
                          <a:latin typeface="Arial" panose="020B0604020202020204" pitchFamily="34" charset="0"/>
                          <a:ea typeface="+mn-ea"/>
                          <a:cs typeface="+mn-cs"/>
                        </a:rPr>
                        <a:t>提供された</a:t>
                      </a:r>
                      <a:r>
                        <a:rPr kumimoji="0" lang="en-US" altLang="ja-JP" sz="900" kern="1200" dirty="0" err="1">
                          <a:solidFill>
                            <a:schemeClr val="tx1"/>
                          </a:solidFill>
                          <a:latin typeface="Arial" panose="020B0604020202020204" pitchFamily="34" charset="0"/>
                          <a:ea typeface="+mn-ea"/>
                          <a:cs typeface="+mn-cs"/>
                        </a:rPr>
                        <a:t>GraphAPI</a:t>
                      </a:r>
                      <a:r>
                        <a:rPr kumimoji="0" lang="en-US" altLang="ja-JP" sz="900" kern="1200" dirty="0">
                          <a:solidFill>
                            <a:schemeClr val="tx1"/>
                          </a:solidFill>
                          <a:latin typeface="Arial" panose="020B0604020202020204" pitchFamily="34" charset="0"/>
                          <a:ea typeface="+mn-ea"/>
                          <a:cs typeface="+mn-cs"/>
                        </a:rPr>
                        <a:t>(https)</a:t>
                      </a:r>
                      <a:r>
                        <a:rPr kumimoji="0" lang="ja-JP" altLang="en-US" sz="900" kern="1200" dirty="0">
                          <a:solidFill>
                            <a:schemeClr val="tx1"/>
                          </a:solidFill>
                          <a:latin typeface="Arial" panose="020B0604020202020204" pitchFamily="34" charset="0"/>
                          <a:ea typeface="+mn-ea"/>
                          <a:cs typeface="+mn-cs"/>
                        </a:rPr>
                        <a:t>を経由し、</a:t>
                      </a:r>
                      <a:r>
                        <a:rPr kumimoji="0" lang="en-US" altLang="ja-JP" sz="900" kern="1200" dirty="0">
                          <a:solidFill>
                            <a:schemeClr val="tx1"/>
                          </a:solidFill>
                          <a:latin typeface="Arial" panose="020B0604020202020204" pitchFamily="34" charset="0"/>
                          <a:ea typeface="+mn-ea"/>
                          <a:cs typeface="+mn-cs"/>
                        </a:rPr>
                        <a:t>Microsoft Search</a:t>
                      </a:r>
                      <a:r>
                        <a:rPr kumimoji="0" lang="ja-JP" altLang="en-US" sz="900" kern="1200" dirty="0">
                          <a:solidFill>
                            <a:schemeClr val="tx1"/>
                          </a:solidFill>
                          <a:latin typeface="Arial" panose="020B0604020202020204" pitchFamily="34" charset="0"/>
                          <a:ea typeface="+mn-ea"/>
                          <a:cs typeface="+mn-cs"/>
                        </a:rPr>
                        <a:t>機能を利用する</a:t>
                      </a:r>
                      <a:endParaRPr kumimoji="0" lang="en-US" altLang="ja-JP" sz="900" kern="1200" dirty="0">
                        <a:solidFill>
                          <a:schemeClr val="tx1"/>
                        </a:solidFill>
                        <a:latin typeface="Arial" panose="020B0604020202020204" pitchFamily="34" charset="0"/>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ja-JP" sz="900" kern="1200" dirty="0" err="1">
                          <a:solidFill>
                            <a:schemeClr val="tx1"/>
                          </a:solidFill>
                          <a:latin typeface="Arial" panose="020B0604020202020204" pitchFamily="34" charset="0"/>
                          <a:ea typeface="+mn-ea"/>
                          <a:cs typeface="+mn-cs"/>
                        </a:rPr>
                        <a:t>GraphAPI</a:t>
                      </a:r>
                      <a:r>
                        <a:rPr kumimoji="0" lang="ja-JP" altLang="en-US" sz="900" kern="1200" dirty="0">
                          <a:solidFill>
                            <a:schemeClr val="tx1"/>
                          </a:solidFill>
                          <a:latin typeface="Arial" panose="020B0604020202020204" pitchFamily="34" charset="0"/>
                          <a:ea typeface="+mn-ea"/>
                          <a:cs typeface="+mn-cs"/>
                        </a:rPr>
                        <a:t>が認証と承認を通すため、事前に</a:t>
                      </a:r>
                      <a:r>
                        <a:rPr kumimoji="0" lang="en-US" altLang="ja-JP" sz="900" kern="1200" dirty="0" err="1">
                          <a:solidFill>
                            <a:schemeClr val="tx1"/>
                          </a:solidFill>
                          <a:latin typeface="Arial" panose="020B0604020202020204" pitchFamily="34" charset="0"/>
                          <a:ea typeface="+mn-ea"/>
                          <a:cs typeface="+mn-cs"/>
                        </a:rPr>
                        <a:t>AzureAD</a:t>
                      </a:r>
                      <a:r>
                        <a:rPr kumimoji="0" lang="ja-JP" altLang="en-US" sz="900" kern="1200" dirty="0">
                          <a:solidFill>
                            <a:schemeClr val="tx1"/>
                          </a:solidFill>
                          <a:latin typeface="Arial" panose="020B0604020202020204" pitchFamily="34" charset="0"/>
                          <a:ea typeface="+mn-ea"/>
                          <a:cs typeface="+mn-cs"/>
                        </a:rPr>
                        <a:t>に</a:t>
                      </a:r>
                      <a:r>
                        <a:rPr kumimoji="0" lang="en-US" altLang="ja-JP" sz="900" kern="1200" dirty="0">
                          <a:solidFill>
                            <a:schemeClr val="tx1"/>
                          </a:solidFill>
                          <a:latin typeface="Arial" panose="020B0604020202020204" pitchFamily="34" charset="0"/>
                          <a:ea typeface="+mn-ea"/>
                          <a:cs typeface="+mn-cs"/>
                        </a:rPr>
                        <a:t>App</a:t>
                      </a:r>
                      <a:r>
                        <a:rPr kumimoji="0" lang="ja-JP" altLang="en-US" sz="900" kern="1200" dirty="0">
                          <a:solidFill>
                            <a:schemeClr val="tx1"/>
                          </a:solidFill>
                          <a:latin typeface="Arial" panose="020B0604020202020204" pitchFamily="34" charset="0"/>
                          <a:ea typeface="+mn-ea"/>
                          <a:cs typeface="+mn-cs"/>
                        </a:rPr>
                        <a:t>を登録し、</a:t>
                      </a:r>
                      <a:r>
                        <a:rPr kumimoji="0" lang="en-US" altLang="ja-JP" sz="900" kern="1200" dirty="0" err="1">
                          <a:solidFill>
                            <a:schemeClr val="tx1"/>
                          </a:solidFill>
                          <a:latin typeface="Arial" panose="020B0604020202020204" pitchFamily="34" charset="0"/>
                          <a:ea typeface="+mn-ea"/>
                          <a:cs typeface="+mn-cs"/>
                        </a:rPr>
                        <a:t>File.Read.All</a:t>
                      </a:r>
                      <a:r>
                        <a:rPr kumimoji="0" lang="ja-JP" altLang="en-US" sz="900" kern="1200" dirty="0">
                          <a:solidFill>
                            <a:schemeClr val="tx1"/>
                          </a:solidFill>
                          <a:latin typeface="Arial" panose="020B0604020202020204" pitchFamily="34" charset="0"/>
                          <a:ea typeface="+mn-ea"/>
                          <a:cs typeface="+mn-cs"/>
                        </a:rPr>
                        <a:t>権限の</a:t>
                      </a:r>
                      <a:r>
                        <a:rPr kumimoji="0" lang="en-US" altLang="ja-JP" sz="900" kern="1200" dirty="0">
                          <a:solidFill>
                            <a:schemeClr val="tx1"/>
                          </a:solidFill>
                          <a:latin typeface="Arial" panose="020B0604020202020204" pitchFamily="34" charset="0"/>
                          <a:ea typeface="+mn-ea"/>
                          <a:cs typeface="+mn-cs"/>
                        </a:rPr>
                        <a:t>Client ID/Client Secret</a:t>
                      </a:r>
                      <a:r>
                        <a:rPr kumimoji="0" lang="ja-JP" altLang="en-US" sz="900" kern="1200" dirty="0">
                          <a:solidFill>
                            <a:schemeClr val="tx1"/>
                          </a:solidFill>
                          <a:latin typeface="Arial" panose="020B0604020202020204" pitchFamily="34" charset="0"/>
                          <a:ea typeface="+mn-ea"/>
                          <a:cs typeface="+mn-cs"/>
                        </a:rPr>
                        <a:t>を取得する（</a:t>
                      </a:r>
                      <a:r>
                        <a:rPr kumimoji="0" lang="en-US" altLang="ja-JP" sz="900" kern="1200" dirty="0" err="1">
                          <a:solidFill>
                            <a:schemeClr val="tx1"/>
                          </a:solidFill>
                          <a:latin typeface="Arial" panose="020B0604020202020204" pitchFamily="34" charset="0"/>
                          <a:ea typeface="+mn-ea"/>
                          <a:cs typeface="+mn-cs"/>
                        </a:rPr>
                        <a:t>GraphAPI</a:t>
                      </a:r>
                      <a:r>
                        <a:rPr kumimoji="0" lang="ja-JP" altLang="en-US" sz="900" kern="1200" dirty="0">
                          <a:solidFill>
                            <a:schemeClr val="tx1"/>
                          </a:solidFill>
                          <a:latin typeface="Arial" panose="020B0604020202020204" pitchFamily="34" charset="0"/>
                          <a:ea typeface="+mn-ea"/>
                          <a:cs typeface="+mn-cs"/>
                        </a:rPr>
                        <a:t>の権限付与は</a:t>
                      </a:r>
                      <a:r>
                        <a:rPr kumimoji="0" lang="en-US" altLang="ja-JP" sz="900" kern="1200" dirty="0">
                          <a:solidFill>
                            <a:schemeClr val="tx1"/>
                          </a:solidFill>
                          <a:latin typeface="Arial" panose="020B0604020202020204" pitchFamily="34" charset="0"/>
                          <a:ea typeface="+mn-ea"/>
                          <a:cs typeface="+mn-cs"/>
                        </a:rPr>
                        <a:t>Tenant/App</a:t>
                      </a:r>
                      <a:r>
                        <a:rPr kumimoji="0" lang="ja-JP" altLang="en-US" sz="900" kern="1200" dirty="0">
                          <a:solidFill>
                            <a:schemeClr val="tx1"/>
                          </a:solidFill>
                          <a:latin typeface="Arial" panose="020B0604020202020204" pitchFamily="34" charset="0"/>
                          <a:ea typeface="+mn-ea"/>
                          <a:cs typeface="+mn-cs"/>
                        </a:rPr>
                        <a:t>単位であるため）</a:t>
                      </a: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ja-JP" altLang="en-US" sz="900" b="1" kern="1200" dirty="0">
                          <a:solidFill>
                            <a:schemeClr val="tx1"/>
                          </a:solidFill>
                          <a:latin typeface="Arial" panose="020B0604020202020204" pitchFamily="34" charset="0"/>
                          <a:ea typeface="+mn-ea"/>
                          <a:cs typeface="+mn-cs"/>
                        </a:rPr>
                        <a:t>参照：</a:t>
                      </a:r>
                      <a:endParaRPr kumimoji="0" lang="en-US" altLang="ja-JP" sz="900" b="1"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ja-JP" sz="900" kern="1200" dirty="0">
                          <a:solidFill>
                            <a:schemeClr val="tx1"/>
                          </a:solidFill>
                          <a:latin typeface="Arial" panose="020B0604020202020204" pitchFamily="34" charset="0"/>
                          <a:ea typeface="+mn-ea"/>
                          <a:cs typeface="+mn-cs"/>
                        </a:rPr>
                        <a:t>※</a:t>
                      </a:r>
                      <a:r>
                        <a:rPr kumimoji="0" lang="ja-JP" altLang="en-US" sz="900" kern="1200" dirty="0">
                          <a:solidFill>
                            <a:schemeClr val="tx1"/>
                          </a:solidFill>
                          <a:latin typeface="Arial" panose="020B0604020202020204" pitchFamily="34" charset="0"/>
                          <a:ea typeface="+mn-ea"/>
                          <a:cs typeface="+mn-cs"/>
                        </a:rPr>
                        <a:t>　</a:t>
                      </a:r>
                      <a:r>
                        <a:rPr kumimoji="0" lang="en-US" altLang="ja-JP" sz="900" kern="1200" dirty="0">
                          <a:solidFill>
                            <a:schemeClr val="tx1"/>
                          </a:solidFill>
                          <a:latin typeface="Arial" panose="020B0604020202020204" pitchFamily="34" charset="0"/>
                          <a:ea typeface="+mn-ea"/>
                          <a:cs typeface="+mn-cs"/>
                          <a:hlinkClick r:id="rId3"/>
                        </a:rPr>
                        <a:t>https://learn.microsoft.com/ja-jp/graph/auth/</a:t>
                      </a: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ja-JP" sz="900" kern="1200" dirty="0">
                          <a:solidFill>
                            <a:schemeClr val="tx1"/>
                          </a:solidFill>
                          <a:latin typeface="Arial" panose="020B0604020202020204" pitchFamily="34" charset="0"/>
                          <a:ea typeface="+mn-ea"/>
                          <a:cs typeface="+mn-cs"/>
                        </a:rPr>
                        <a:t>※</a:t>
                      </a:r>
                      <a:r>
                        <a:rPr kumimoji="0" lang="ja-JP" altLang="en-US" sz="900" kern="1200" dirty="0">
                          <a:solidFill>
                            <a:schemeClr val="tx1"/>
                          </a:solidFill>
                          <a:latin typeface="Arial" panose="020B0604020202020204" pitchFamily="34" charset="0"/>
                          <a:ea typeface="+mn-ea"/>
                          <a:cs typeface="+mn-cs"/>
                        </a:rPr>
                        <a:t>　</a:t>
                      </a:r>
                      <a:r>
                        <a:rPr kumimoji="0" lang="de-DE" altLang="ja-JP" sz="900" kern="1200" dirty="0">
                          <a:solidFill>
                            <a:schemeClr val="tx1"/>
                          </a:solidFill>
                          <a:latin typeface="Arial" panose="020B0604020202020204" pitchFamily="34" charset="0"/>
                          <a:ea typeface="+mn-ea"/>
                          <a:cs typeface="+mn-cs"/>
                          <a:hlinkClick r:id="rId4"/>
                        </a:rPr>
                        <a:t>https://learn.microsoft.com/ja-jp/graph/search-concept-overview</a:t>
                      </a:r>
                      <a:endParaRPr kumimoji="0" lang="de-DE" altLang="ja-JP"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900" kern="1200" dirty="0">
                          <a:solidFill>
                            <a:schemeClr val="tx1"/>
                          </a:solidFill>
                          <a:latin typeface="Arial" panose="020B0604020202020204" pitchFamily="34" charset="0"/>
                          <a:ea typeface="+mn-ea"/>
                          <a:cs typeface="+mn-cs"/>
                        </a:rPr>
                        <a:t>SPO</a:t>
                      </a:r>
                      <a:r>
                        <a:rPr kumimoji="0" lang="ja-JP" altLang="en-US" sz="900" kern="1200" dirty="0">
                          <a:solidFill>
                            <a:schemeClr val="tx1"/>
                          </a:solidFill>
                          <a:latin typeface="Arial" panose="020B0604020202020204" pitchFamily="34" charset="0"/>
                          <a:ea typeface="+mn-ea"/>
                          <a:cs typeface="+mn-cs"/>
                        </a:rPr>
                        <a:t>の「</a:t>
                      </a:r>
                      <a:r>
                        <a:rPr kumimoji="0" lang="en-US" altLang="ja-JP" sz="900" kern="1200" dirty="0">
                          <a:solidFill>
                            <a:schemeClr val="tx1"/>
                          </a:solidFill>
                          <a:latin typeface="Arial" panose="020B0604020202020204" pitchFamily="34" charset="0"/>
                          <a:ea typeface="+mn-ea"/>
                          <a:cs typeface="+mn-cs"/>
                        </a:rPr>
                        <a:t>Microsoft Search</a:t>
                      </a:r>
                      <a:r>
                        <a:rPr kumimoji="0" lang="ja-JP" altLang="en-US" sz="900" kern="1200" dirty="0">
                          <a:solidFill>
                            <a:schemeClr val="tx1"/>
                          </a:solidFill>
                          <a:latin typeface="Arial" panose="020B0604020202020204" pitchFamily="34" charset="0"/>
                          <a:ea typeface="+mn-ea"/>
                          <a:cs typeface="+mn-cs"/>
                        </a:rPr>
                        <a:t>」機能を利用する</a:t>
                      </a:r>
                      <a:endParaRPr kumimoji="0" lang="en-US" altLang="ja-JP" sz="900" kern="1200" dirty="0">
                        <a:solidFill>
                          <a:schemeClr val="tx1"/>
                        </a:solidFill>
                        <a:latin typeface="Arial" panose="020B0604020202020204" pitchFamily="34" charset="0"/>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ja-JP" altLang="en-US" sz="900" kern="1200" dirty="0">
                          <a:solidFill>
                            <a:schemeClr val="tx1"/>
                          </a:solidFill>
                          <a:latin typeface="Arial" panose="020B0604020202020204" pitchFamily="34" charset="0"/>
                          <a:ea typeface="+mn-ea"/>
                          <a:cs typeface="+mn-cs"/>
                        </a:rPr>
                        <a:t>右の</a:t>
                      </a:r>
                      <a:r>
                        <a:rPr kumimoji="0" lang="en-US" altLang="ja-JP" sz="900" kern="1200" dirty="0">
                          <a:solidFill>
                            <a:schemeClr val="tx1"/>
                          </a:solidFill>
                          <a:latin typeface="Arial" panose="020B0604020202020204" pitchFamily="34" charset="0"/>
                          <a:ea typeface="+mn-ea"/>
                          <a:cs typeface="+mn-cs"/>
                        </a:rPr>
                        <a:t>SPO</a:t>
                      </a:r>
                      <a:r>
                        <a:rPr kumimoji="0" lang="ja-JP" altLang="en-US" sz="900" kern="1200" dirty="0">
                          <a:solidFill>
                            <a:schemeClr val="tx1"/>
                          </a:solidFill>
                          <a:latin typeface="Arial" panose="020B0604020202020204" pitchFamily="34" charset="0"/>
                          <a:ea typeface="+mn-ea"/>
                          <a:cs typeface="+mn-cs"/>
                        </a:rPr>
                        <a:t>画面機能の</a:t>
                      </a:r>
                      <a:r>
                        <a:rPr kumimoji="0" lang="en-US" altLang="ja-JP" sz="900" kern="1200" dirty="0">
                          <a:solidFill>
                            <a:schemeClr val="tx1"/>
                          </a:solidFill>
                          <a:latin typeface="Arial" panose="020B0604020202020204" pitchFamily="34" charset="0"/>
                          <a:ea typeface="+mn-ea"/>
                          <a:cs typeface="+mn-cs"/>
                        </a:rPr>
                        <a:t>API</a:t>
                      </a:r>
                      <a:r>
                        <a:rPr kumimoji="0" lang="ja-JP" altLang="en-US" sz="900" kern="1200" dirty="0">
                          <a:solidFill>
                            <a:schemeClr val="tx1"/>
                          </a:solidFill>
                          <a:latin typeface="Arial" panose="020B0604020202020204" pitchFamily="34" charset="0"/>
                          <a:ea typeface="+mn-ea"/>
                          <a:cs typeface="+mn-cs"/>
                        </a:rPr>
                        <a:t>レベルの実装（</a:t>
                      </a:r>
                      <a:r>
                        <a:rPr kumimoji="0" lang="en-US" altLang="ja-JP" sz="900" kern="1200" dirty="0">
                          <a:solidFill>
                            <a:schemeClr val="tx1"/>
                          </a:solidFill>
                          <a:latin typeface="Arial" panose="020B0604020202020204" pitchFamily="34" charset="0"/>
                          <a:ea typeface="+mn-ea"/>
                          <a:cs typeface="+mn-cs"/>
                        </a:rPr>
                        <a:t>Graph API</a:t>
                      </a:r>
                      <a:r>
                        <a:rPr kumimoji="0" lang="ja-JP" altLang="en-US" sz="900" kern="1200" dirty="0">
                          <a:solidFill>
                            <a:schemeClr val="tx1"/>
                          </a:solidFill>
                          <a:latin typeface="Arial" panose="020B0604020202020204" pitchFamily="34" charset="0"/>
                          <a:ea typeface="+mn-ea"/>
                          <a:cs typeface="+mn-cs"/>
                        </a:rPr>
                        <a:t>）</a:t>
                      </a: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900" b="1" kern="1200" dirty="0">
                          <a:solidFill>
                            <a:schemeClr val="tx1"/>
                          </a:solidFill>
                          <a:latin typeface="Arial" panose="020B0604020202020204" pitchFamily="34" charset="0"/>
                          <a:ea typeface="+mn-ea"/>
                          <a:cs typeface="+mn-cs"/>
                        </a:rPr>
                        <a:t>実現面：</a:t>
                      </a:r>
                      <a:endParaRPr kumimoji="0" lang="en-US" altLang="ja-JP" sz="900" b="1" kern="1200" dirty="0">
                        <a:solidFill>
                          <a:schemeClr val="tx1"/>
                        </a:solidFill>
                        <a:latin typeface="Arial" panose="020B0604020202020204" pitchFamily="34" charset="0"/>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ja-JP" sz="900" kern="1200" dirty="0">
                          <a:solidFill>
                            <a:schemeClr val="tx1"/>
                          </a:solidFill>
                          <a:latin typeface="Arial" panose="020B0604020202020204" pitchFamily="34" charset="0"/>
                          <a:ea typeface="+mn-ea"/>
                          <a:cs typeface="+mn-cs"/>
                        </a:rPr>
                        <a:t>Microsoft</a:t>
                      </a:r>
                      <a:r>
                        <a:rPr kumimoji="0" lang="ja-JP" altLang="en-US" sz="900" kern="1200" dirty="0">
                          <a:solidFill>
                            <a:schemeClr val="tx1"/>
                          </a:solidFill>
                          <a:latin typeface="Arial" panose="020B0604020202020204" pitchFamily="34" charset="0"/>
                          <a:ea typeface="+mn-ea"/>
                          <a:cs typeface="+mn-cs"/>
                        </a:rPr>
                        <a:t>提供された</a:t>
                      </a:r>
                      <a:r>
                        <a:rPr kumimoji="0" lang="en-US" altLang="ja-JP" sz="900" kern="1200" dirty="0" err="1">
                          <a:solidFill>
                            <a:schemeClr val="tx1"/>
                          </a:solidFill>
                          <a:latin typeface="Arial" panose="020B0604020202020204" pitchFamily="34" charset="0"/>
                          <a:ea typeface="+mn-ea"/>
                          <a:cs typeface="+mn-cs"/>
                        </a:rPr>
                        <a:t>GraphAPI</a:t>
                      </a:r>
                      <a:r>
                        <a:rPr kumimoji="0" lang="en-US" altLang="ja-JP" sz="900" kern="1200" dirty="0">
                          <a:solidFill>
                            <a:schemeClr val="tx1"/>
                          </a:solidFill>
                          <a:latin typeface="Arial" panose="020B0604020202020204" pitchFamily="34" charset="0"/>
                          <a:ea typeface="+mn-ea"/>
                          <a:cs typeface="+mn-cs"/>
                        </a:rPr>
                        <a:t>(https)</a:t>
                      </a:r>
                      <a:r>
                        <a:rPr kumimoji="0" lang="ja-JP" altLang="en-US" sz="900" kern="1200" dirty="0">
                          <a:solidFill>
                            <a:schemeClr val="tx1"/>
                          </a:solidFill>
                          <a:latin typeface="Arial" panose="020B0604020202020204" pitchFamily="34" charset="0"/>
                          <a:ea typeface="+mn-ea"/>
                          <a:cs typeface="+mn-cs"/>
                        </a:rPr>
                        <a:t>を経由し、</a:t>
                      </a:r>
                      <a:r>
                        <a:rPr kumimoji="0" lang="en-US" altLang="ja-JP" sz="900" kern="1200" dirty="0">
                          <a:solidFill>
                            <a:schemeClr val="tx1"/>
                          </a:solidFill>
                          <a:latin typeface="Arial" panose="020B0604020202020204" pitchFamily="34" charset="0"/>
                          <a:ea typeface="+mn-ea"/>
                          <a:cs typeface="+mn-cs"/>
                        </a:rPr>
                        <a:t>Microsoft Search</a:t>
                      </a:r>
                      <a:r>
                        <a:rPr kumimoji="0" lang="ja-JP" altLang="en-US" sz="900" kern="1200" dirty="0">
                          <a:solidFill>
                            <a:schemeClr val="tx1"/>
                          </a:solidFill>
                          <a:latin typeface="Arial" panose="020B0604020202020204" pitchFamily="34" charset="0"/>
                          <a:ea typeface="+mn-ea"/>
                          <a:cs typeface="+mn-cs"/>
                        </a:rPr>
                        <a:t>機能を利用する</a:t>
                      </a:r>
                      <a:endParaRPr kumimoji="0" lang="en-US" altLang="ja-JP" sz="900" kern="1200" dirty="0">
                        <a:solidFill>
                          <a:schemeClr val="tx1"/>
                        </a:solidFill>
                        <a:latin typeface="Arial" panose="020B0604020202020204" pitchFamily="34" charset="0"/>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ja-JP" sz="900" kern="1200" dirty="0" err="1">
                          <a:solidFill>
                            <a:schemeClr val="tx1"/>
                          </a:solidFill>
                          <a:latin typeface="Arial" panose="020B0604020202020204" pitchFamily="34" charset="0"/>
                          <a:ea typeface="+mn-ea"/>
                          <a:cs typeface="+mn-cs"/>
                        </a:rPr>
                        <a:t>GraphAPI</a:t>
                      </a:r>
                      <a:r>
                        <a:rPr kumimoji="0" lang="ja-JP" altLang="en-US" sz="900" kern="1200" dirty="0">
                          <a:solidFill>
                            <a:schemeClr val="tx1"/>
                          </a:solidFill>
                          <a:latin typeface="Arial" panose="020B0604020202020204" pitchFamily="34" charset="0"/>
                          <a:ea typeface="+mn-ea"/>
                          <a:cs typeface="+mn-cs"/>
                        </a:rPr>
                        <a:t>が認証と承認を通すため、事前に</a:t>
                      </a:r>
                      <a:r>
                        <a:rPr kumimoji="0" lang="en-US" altLang="ja-JP" sz="900" kern="1200" dirty="0" err="1">
                          <a:solidFill>
                            <a:schemeClr val="tx1"/>
                          </a:solidFill>
                          <a:latin typeface="Arial" panose="020B0604020202020204" pitchFamily="34" charset="0"/>
                          <a:ea typeface="+mn-ea"/>
                          <a:cs typeface="+mn-cs"/>
                        </a:rPr>
                        <a:t>AzureAD</a:t>
                      </a:r>
                      <a:r>
                        <a:rPr kumimoji="0" lang="ja-JP" altLang="en-US" sz="900" kern="1200" dirty="0">
                          <a:solidFill>
                            <a:schemeClr val="tx1"/>
                          </a:solidFill>
                          <a:latin typeface="Arial" panose="020B0604020202020204" pitchFamily="34" charset="0"/>
                          <a:ea typeface="+mn-ea"/>
                          <a:cs typeface="+mn-cs"/>
                        </a:rPr>
                        <a:t>に</a:t>
                      </a:r>
                      <a:r>
                        <a:rPr kumimoji="0" lang="en-US" altLang="ja-JP" sz="900" kern="1200" dirty="0">
                          <a:solidFill>
                            <a:schemeClr val="tx1"/>
                          </a:solidFill>
                          <a:latin typeface="Arial" panose="020B0604020202020204" pitchFamily="34" charset="0"/>
                          <a:ea typeface="+mn-ea"/>
                          <a:cs typeface="+mn-cs"/>
                        </a:rPr>
                        <a:t>App</a:t>
                      </a:r>
                      <a:r>
                        <a:rPr kumimoji="0" lang="ja-JP" altLang="en-US" sz="900" kern="1200" dirty="0">
                          <a:solidFill>
                            <a:schemeClr val="tx1"/>
                          </a:solidFill>
                          <a:latin typeface="Arial" panose="020B0604020202020204" pitchFamily="34" charset="0"/>
                          <a:ea typeface="+mn-ea"/>
                          <a:cs typeface="+mn-cs"/>
                        </a:rPr>
                        <a:t>を登録し、</a:t>
                      </a:r>
                      <a:r>
                        <a:rPr kumimoji="0" lang="en-US" altLang="ja-JP" sz="900" kern="1200" dirty="0" err="1">
                          <a:solidFill>
                            <a:schemeClr val="tx1"/>
                          </a:solidFill>
                          <a:latin typeface="Arial" panose="020B0604020202020204" pitchFamily="34" charset="0"/>
                          <a:ea typeface="+mn-ea"/>
                          <a:cs typeface="+mn-cs"/>
                        </a:rPr>
                        <a:t>File.Read.All</a:t>
                      </a:r>
                      <a:r>
                        <a:rPr kumimoji="0" lang="ja-JP" altLang="en-US" sz="900" kern="1200" dirty="0">
                          <a:solidFill>
                            <a:schemeClr val="tx1"/>
                          </a:solidFill>
                          <a:latin typeface="Arial" panose="020B0604020202020204" pitchFamily="34" charset="0"/>
                          <a:ea typeface="+mn-ea"/>
                          <a:cs typeface="+mn-cs"/>
                        </a:rPr>
                        <a:t>権限の</a:t>
                      </a:r>
                      <a:r>
                        <a:rPr kumimoji="0" lang="en-US" altLang="ja-JP" sz="900" kern="1200" dirty="0">
                          <a:solidFill>
                            <a:schemeClr val="tx1"/>
                          </a:solidFill>
                          <a:latin typeface="Arial" panose="020B0604020202020204" pitchFamily="34" charset="0"/>
                          <a:ea typeface="+mn-ea"/>
                          <a:cs typeface="+mn-cs"/>
                        </a:rPr>
                        <a:t>Client ID/Client Secret</a:t>
                      </a:r>
                      <a:r>
                        <a:rPr kumimoji="0" lang="ja-JP" altLang="en-US" sz="900" kern="1200" dirty="0">
                          <a:solidFill>
                            <a:schemeClr val="tx1"/>
                          </a:solidFill>
                          <a:latin typeface="Arial" panose="020B0604020202020204" pitchFamily="34" charset="0"/>
                          <a:ea typeface="+mn-ea"/>
                          <a:cs typeface="+mn-cs"/>
                        </a:rPr>
                        <a:t>を取得する（</a:t>
                      </a:r>
                      <a:r>
                        <a:rPr kumimoji="0" lang="en-US" altLang="ja-JP" sz="900" kern="1200" dirty="0" err="1">
                          <a:solidFill>
                            <a:schemeClr val="tx1"/>
                          </a:solidFill>
                          <a:latin typeface="Arial" panose="020B0604020202020204" pitchFamily="34" charset="0"/>
                          <a:ea typeface="+mn-ea"/>
                          <a:cs typeface="+mn-cs"/>
                        </a:rPr>
                        <a:t>GraphAPI</a:t>
                      </a:r>
                      <a:r>
                        <a:rPr kumimoji="0" lang="ja-JP" altLang="en-US" sz="900" kern="1200" dirty="0">
                          <a:solidFill>
                            <a:schemeClr val="tx1"/>
                          </a:solidFill>
                          <a:latin typeface="Arial" panose="020B0604020202020204" pitchFamily="34" charset="0"/>
                          <a:ea typeface="+mn-ea"/>
                          <a:cs typeface="+mn-cs"/>
                        </a:rPr>
                        <a:t>の権限付与は</a:t>
                      </a:r>
                      <a:r>
                        <a:rPr kumimoji="0" lang="en-US" altLang="ja-JP" sz="900" kern="1200" dirty="0">
                          <a:solidFill>
                            <a:schemeClr val="tx1"/>
                          </a:solidFill>
                          <a:latin typeface="Arial" panose="020B0604020202020204" pitchFamily="34" charset="0"/>
                          <a:ea typeface="+mn-ea"/>
                          <a:cs typeface="+mn-cs"/>
                        </a:rPr>
                        <a:t>Tenant/App</a:t>
                      </a:r>
                      <a:r>
                        <a:rPr kumimoji="0" lang="ja-JP" altLang="en-US" sz="900" kern="1200" dirty="0">
                          <a:solidFill>
                            <a:schemeClr val="tx1"/>
                          </a:solidFill>
                          <a:latin typeface="Arial" panose="020B0604020202020204" pitchFamily="34" charset="0"/>
                          <a:ea typeface="+mn-ea"/>
                          <a:cs typeface="+mn-cs"/>
                        </a:rPr>
                        <a:t>単位であるため）</a:t>
                      </a: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ja-JP" altLang="en-US" sz="900" b="1" kern="1200" dirty="0">
                          <a:solidFill>
                            <a:schemeClr val="tx1"/>
                          </a:solidFill>
                          <a:latin typeface="Arial" panose="020B0604020202020204" pitchFamily="34" charset="0"/>
                          <a:ea typeface="+mn-ea"/>
                          <a:cs typeface="+mn-cs"/>
                        </a:rPr>
                        <a:t>参照：</a:t>
                      </a:r>
                      <a:endParaRPr kumimoji="0" lang="en-US" altLang="ja-JP" sz="900" b="1"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ja-JP" sz="900" kern="1200" dirty="0">
                          <a:solidFill>
                            <a:schemeClr val="tx1"/>
                          </a:solidFill>
                          <a:latin typeface="Arial" panose="020B0604020202020204" pitchFamily="34" charset="0"/>
                          <a:ea typeface="+mn-ea"/>
                          <a:cs typeface="+mn-cs"/>
                        </a:rPr>
                        <a:t>※</a:t>
                      </a:r>
                      <a:r>
                        <a:rPr kumimoji="0" lang="ja-JP" altLang="en-US" sz="900" kern="1200" dirty="0">
                          <a:solidFill>
                            <a:schemeClr val="tx1"/>
                          </a:solidFill>
                          <a:latin typeface="Arial" panose="020B0604020202020204" pitchFamily="34" charset="0"/>
                          <a:ea typeface="+mn-ea"/>
                          <a:cs typeface="+mn-cs"/>
                        </a:rPr>
                        <a:t>　</a:t>
                      </a:r>
                      <a:r>
                        <a:rPr kumimoji="0" lang="en-US" altLang="ja-JP" sz="900" kern="1200" dirty="0">
                          <a:solidFill>
                            <a:schemeClr val="tx1"/>
                          </a:solidFill>
                          <a:latin typeface="Arial" panose="020B0604020202020204" pitchFamily="34" charset="0"/>
                          <a:ea typeface="+mn-ea"/>
                          <a:cs typeface="+mn-cs"/>
                          <a:hlinkClick r:id="rId3"/>
                        </a:rPr>
                        <a:t>https://learn.microsoft.com/ja-jp/graph/auth/</a:t>
                      </a: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ja-JP" sz="900" kern="1200" dirty="0">
                          <a:solidFill>
                            <a:schemeClr val="tx1"/>
                          </a:solidFill>
                          <a:latin typeface="Arial" panose="020B0604020202020204" pitchFamily="34" charset="0"/>
                          <a:ea typeface="+mn-ea"/>
                          <a:cs typeface="+mn-cs"/>
                        </a:rPr>
                        <a:t>※</a:t>
                      </a:r>
                      <a:r>
                        <a:rPr kumimoji="0" lang="ja-JP" altLang="en-US" sz="900" kern="1200" dirty="0">
                          <a:solidFill>
                            <a:schemeClr val="tx1"/>
                          </a:solidFill>
                          <a:latin typeface="Arial" panose="020B0604020202020204" pitchFamily="34" charset="0"/>
                          <a:ea typeface="+mn-ea"/>
                          <a:cs typeface="+mn-cs"/>
                        </a:rPr>
                        <a:t>　</a:t>
                      </a:r>
                      <a:r>
                        <a:rPr kumimoji="0" lang="de-DE" altLang="ja-JP" sz="900" kern="1200" dirty="0">
                          <a:solidFill>
                            <a:schemeClr val="tx1"/>
                          </a:solidFill>
                          <a:latin typeface="Arial" panose="020B0604020202020204" pitchFamily="34" charset="0"/>
                          <a:ea typeface="+mn-ea"/>
                          <a:cs typeface="+mn-cs"/>
                          <a:hlinkClick r:id="rId4"/>
                        </a:rPr>
                        <a:t>https://learn.microsoft.com/ja-jp/graph/search-concept-overview</a:t>
                      </a:r>
                      <a:endParaRPr kumimoji="0" lang="de-DE"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958281788"/>
                  </a:ext>
                </a:extLst>
              </a:tr>
              <a:tr h="6412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050" dirty="0"/>
                        <a:t>添付ファイルの権限制限</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900" kern="1200" dirty="0">
                          <a:solidFill>
                            <a:schemeClr val="tx1"/>
                          </a:solidFill>
                          <a:latin typeface="Arial" panose="020B0604020202020204" pitchFamily="34" charset="0"/>
                          <a:ea typeface="+mn-ea"/>
                          <a:cs typeface="+mn-cs"/>
                        </a:rPr>
                        <a:t>アクセス権限のある仕様書（</a:t>
                      </a:r>
                      <a:r>
                        <a:rPr kumimoji="0" lang="en-US" altLang="ja-JP" sz="900" kern="1200" dirty="0">
                          <a:solidFill>
                            <a:schemeClr val="tx1"/>
                          </a:solidFill>
                          <a:latin typeface="Arial" panose="020B0604020202020204" pitchFamily="34" charset="0"/>
                          <a:ea typeface="+mn-ea"/>
                          <a:cs typeface="+mn-cs"/>
                        </a:rPr>
                        <a:t>Table record</a:t>
                      </a:r>
                      <a:r>
                        <a:rPr kumimoji="0" lang="ja-JP" altLang="en-US" sz="900" kern="1200" dirty="0">
                          <a:solidFill>
                            <a:schemeClr val="tx1"/>
                          </a:solidFill>
                          <a:latin typeface="Arial" panose="020B0604020202020204" pitchFamily="34" charset="0"/>
                          <a:ea typeface="+mn-ea"/>
                          <a:cs typeface="+mn-cs"/>
                        </a:rPr>
                        <a:t>）と添付ファイルのみは検索結果対象とする</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900" kern="1200" dirty="0">
                          <a:solidFill>
                            <a:schemeClr val="tx1"/>
                          </a:solidFill>
                          <a:latin typeface="Arial" panose="020B0604020202020204" pitchFamily="34" charset="0"/>
                          <a:ea typeface="+mn-ea"/>
                          <a:cs typeface="+mn-cs"/>
                        </a:rPr>
                        <a:t>Microsoft Search</a:t>
                      </a:r>
                      <a:r>
                        <a:rPr kumimoji="0" lang="ja-JP" altLang="en-US" sz="900" kern="1200" dirty="0">
                          <a:solidFill>
                            <a:schemeClr val="tx1"/>
                          </a:solidFill>
                          <a:latin typeface="Arial" panose="020B0604020202020204" pitchFamily="34" charset="0"/>
                          <a:ea typeface="+mn-ea"/>
                          <a:cs typeface="+mn-cs"/>
                        </a:rPr>
                        <a:t>の権限チェック仕組みを利用する。</a:t>
                      </a:r>
                      <a:endParaRPr kumimoji="0" lang="en-US" altLang="ja-JP" sz="900" kern="1200" dirty="0">
                        <a:solidFill>
                          <a:schemeClr val="tx1"/>
                        </a:solidFill>
                        <a:latin typeface="Arial" panose="020B0604020202020204" pitchFamily="34" charset="0"/>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altLang="ja-JP" sz="900" kern="1200" dirty="0">
                          <a:solidFill>
                            <a:schemeClr val="tx1"/>
                          </a:solidFill>
                          <a:latin typeface="Arial" panose="020B0604020202020204" pitchFamily="34" charset="0"/>
                          <a:ea typeface="+mn-ea"/>
                          <a:cs typeface="+mn-cs"/>
                        </a:rPr>
                        <a:t>SPO</a:t>
                      </a:r>
                      <a:r>
                        <a:rPr kumimoji="0" lang="ja-JP" altLang="en-US" sz="900" kern="1200" dirty="0">
                          <a:solidFill>
                            <a:schemeClr val="tx1"/>
                          </a:solidFill>
                          <a:latin typeface="Arial" panose="020B0604020202020204" pitchFamily="34" charset="0"/>
                          <a:ea typeface="+mn-ea"/>
                          <a:cs typeface="+mn-cs"/>
                        </a:rPr>
                        <a:t>に読込可能のファイルのみが検索対象（</a:t>
                      </a:r>
                      <a:r>
                        <a:rPr kumimoji="0" lang="en-US" altLang="ja-JP" sz="900" kern="1200" dirty="0">
                          <a:solidFill>
                            <a:schemeClr val="tx1"/>
                          </a:solidFill>
                          <a:latin typeface="Arial" panose="020B0604020202020204" pitchFamily="34" charset="0"/>
                          <a:ea typeface="+mn-ea"/>
                          <a:cs typeface="+mn-cs"/>
                        </a:rPr>
                        <a:t>MS</a:t>
                      </a:r>
                      <a:r>
                        <a:rPr kumimoji="0" lang="ja-JP" altLang="en-US" sz="900" kern="1200" dirty="0">
                          <a:solidFill>
                            <a:schemeClr val="tx1"/>
                          </a:solidFill>
                          <a:latin typeface="Arial" panose="020B0604020202020204" pitchFamily="34" charset="0"/>
                          <a:ea typeface="+mn-ea"/>
                          <a:cs typeface="+mn-cs"/>
                        </a:rPr>
                        <a:t>の仕様）</a:t>
                      </a:r>
                      <a:endParaRPr kumimoji="0" lang="en-US" altLang="ja-JP" sz="900" kern="1200" dirty="0">
                        <a:solidFill>
                          <a:schemeClr val="tx1"/>
                        </a:solidFill>
                        <a:latin typeface="Arial" panose="020B0604020202020204" pitchFamily="34" charset="0"/>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ja-JP" altLang="en-US" sz="900" kern="1200" dirty="0">
                          <a:solidFill>
                            <a:schemeClr val="tx1"/>
                          </a:solidFill>
                          <a:latin typeface="Arial" panose="020B0604020202020204" pitchFamily="34" charset="0"/>
                          <a:ea typeface="+mn-ea"/>
                          <a:cs typeface="+mn-cs"/>
                        </a:rPr>
                        <a:t>ファイル毎に誰（ユーザ、グループ）がアクセス可能か、ファイル</a:t>
                      </a:r>
                      <a:r>
                        <a:rPr kumimoji="0" lang="en-US" altLang="ja-JP" sz="900" kern="1200" dirty="0">
                          <a:solidFill>
                            <a:schemeClr val="tx1"/>
                          </a:solidFill>
                          <a:latin typeface="Arial" panose="020B0604020202020204" pitchFamily="34" charset="0"/>
                          <a:ea typeface="+mn-ea"/>
                          <a:cs typeface="+mn-cs"/>
                        </a:rPr>
                        <a:t>Upload</a:t>
                      </a:r>
                      <a:r>
                        <a:rPr kumimoji="0" lang="ja-JP" altLang="en-US" sz="900" kern="1200" dirty="0">
                          <a:solidFill>
                            <a:schemeClr val="tx1"/>
                          </a:solidFill>
                          <a:latin typeface="Arial" panose="020B0604020202020204" pitchFamily="34" charset="0"/>
                          <a:ea typeface="+mn-ea"/>
                          <a:cs typeface="+mn-cs"/>
                        </a:rPr>
                        <a:t>時点で設定する</a:t>
                      </a:r>
                      <a:endParaRPr kumimoji="0" lang="en-US" altLang="ja-JP" sz="900" kern="1200" dirty="0">
                        <a:solidFill>
                          <a:schemeClr val="tx1"/>
                        </a:solidFill>
                        <a:latin typeface="Arial" panose="020B0604020202020204" pitchFamily="34" charset="0"/>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ja-JP" altLang="en-US" sz="900" kern="1200" dirty="0">
                          <a:solidFill>
                            <a:schemeClr val="tx1"/>
                          </a:solidFill>
                          <a:latin typeface="Arial" panose="020B0604020202020204" pitchFamily="34" charset="0"/>
                          <a:ea typeface="+mn-ea"/>
                          <a:cs typeface="+mn-cs"/>
                        </a:rPr>
                        <a:t>仕様書（</a:t>
                      </a:r>
                      <a:r>
                        <a:rPr kumimoji="0" lang="en-US" altLang="ja-JP" sz="900" kern="1200" dirty="0">
                          <a:solidFill>
                            <a:schemeClr val="tx1"/>
                          </a:solidFill>
                          <a:latin typeface="Arial" panose="020B0604020202020204" pitchFamily="34" charset="0"/>
                          <a:ea typeface="+mn-ea"/>
                          <a:cs typeface="+mn-cs"/>
                        </a:rPr>
                        <a:t>Table record</a:t>
                      </a:r>
                      <a:r>
                        <a:rPr kumimoji="0" lang="ja-JP" altLang="en-US" sz="900" kern="1200" dirty="0">
                          <a:solidFill>
                            <a:schemeClr val="tx1"/>
                          </a:solidFill>
                          <a:latin typeface="Arial" panose="020B0604020202020204" pitchFamily="34" charset="0"/>
                          <a:ea typeface="+mn-ea"/>
                          <a:cs typeface="+mn-cs"/>
                        </a:rPr>
                        <a:t>）に公開権限が変更された場合、すでに</a:t>
                      </a:r>
                      <a:r>
                        <a:rPr kumimoji="0" lang="en-US" altLang="ja-JP" sz="900" kern="1200" dirty="0">
                          <a:solidFill>
                            <a:schemeClr val="tx1"/>
                          </a:solidFill>
                          <a:latin typeface="Arial" panose="020B0604020202020204" pitchFamily="34" charset="0"/>
                          <a:ea typeface="+mn-ea"/>
                          <a:cs typeface="+mn-cs"/>
                        </a:rPr>
                        <a:t>Upload</a:t>
                      </a:r>
                      <a:r>
                        <a:rPr kumimoji="0" lang="ja-JP" altLang="en-US" sz="900" kern="1200" dirty="0">
                          <a:solidFill>
                            <a:schemeClr val="tx1"/>
                          </a:solidFill>
                          <a:latin typeface="Arial" panose="020B0604020202020204" pitchFamily="34" charset="0"/>
                          <a:ea typeface="+mn-ea"/>
                          <a:cs typeface="+mn-cs"/>
                        </a:rPr>
                        <a:t>済のファイルに対して、再度添付ファイルの権限処理が必要（複雑）</a:t>
                      </a: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900" kern="1200" dirty="0">
                          <a:solidFill>
                            <a:schemeClr val="tx1"/>
                          </a:solidFill>
                          <a:latin typeface="Arial" panose="020B0604020202020204" pitchFamily="34" charset="0"/>
                          <a:ea typeface="+mn-ea"/>
                          <a:cs typeface="+mn-cs"/>
                        </a:rPr>
                        <a:t>Microsoft Search</a:t>
                      </a:r>
                      <a:r>
                        <a:rPr kumimoji="0" lang="ja-JP" altLang="en-US" sz="900" kern="1200" dirty="0">
                          <a:solidFill>
                            <a:schemeClr val="tx1"/>
                          </a:solidFill>
                          <a:latin typeface="Arial" panose="020B0604020202020204" pitchFamily="34" charset="0"/>
                          <a:ea typeface="+mn-ea"/>
                          <a:cs typeface="+mn-cs"/>
                        </a:rPr>
                        <a:t>の権限チェック仕組みを利用する。</a:t>
                      </a:r>
                      <a:endParaRPr kumimoji="0" lang="en-US" altLang="ja-JP" sz="900" kern="1200" dirty="0">
                        <a:solidFill>
                          <a:schemeClr val="tx1"/>
                        </a:solidFill>
                        <a:latin typeface="Arial" panose="020B0604020202020204" pitchFamily="34" charset="0"/>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altLang="ja-JP" sz="900" kern="1200" dirty="0">
                          <a:solidFill>
                            <a:schemeClr val="tx1"/>
                          </a:solidFill>
                          <a:latin typeface="Arial" panose="020B0604020202020204" pitchFamily="34" charset="0"/>
                          <a:ea typeface="+mn-ea"/>
                          <a:cs typeface="+mn-cs"/>
                        </a:rPr>
                        <a:t>SPO</a:t>
                      </a:r>
                      <a:r>
                        <a:rPr kumimoji="0" lang="ja-JP" altLang="en-US" sz="900" kern="1200" dirty="0">
                          <a:solidFill>
                            <a:schemeClr val="tx1"/>
                          </a:solidFill>
                          <a:latin typeface="Arial" panose="020B0604020202020204" pitchFamily="34" charset="0"/>
                          <a:ea typeface="+mn-ea"/>
                          <a:cs typeface="+mn-cs"/>
                        </a:rPr>
                        <a:t>に読込可能のファイルのみが検索対象（</a:t>
                      </a:r>
                      <a:r>
                        <a:rPr kumimoji="0" lang="en-US" altLang="ja-JP" sz="900" kern="1200" dirty="0">
                          <a:solidFill>
                            <a:schemeClr val="tx1"/>
                          </a:solidFill>
                          <a:latin typeface="Arial" panose="020B0604020202020204" pitchFamily="34" charset="0"/>
                          <a:ea typeface="+mn-ea"/>
                          <a:cs typeface="+mn-cs"/>
                        </a:rPr>
                        <a:t>MS</a:t>
                      </a:r>
                      <a:r>
                        <a:rPr kumimoji="0" lang="ja-JP" altLang="en-US" sz="900" kern="1200" dirty="0">
                          <a:solidFill>
                            <a:schemeClr val="tx1"/>
                          </a:solidFill>
                          <a:latin typeface="Arial" panose="020B0604020202020204" pitchFamily="34" charset="0"/>
                          <a:ea typeface="+mn-ea"/>
                          <a:cs typeface="+mn-cs"/>
                        </a:rPr>
                        <a:t>の仕様）</a:t>
                      </a:r>
                      <a:endParaRPr kumimoji="0" lang="en-US" altLang="ja-JP" sz="900" kern="1200" dirty="0">
                        <a:solidFill>
                          <a:schemeClr val="tx1"/>
                        </a:solidFill>
                        <a:latin typeface="Arial" panose="020B0604020202020204" pitchFamily="34" charset="0"/>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ja-JP" altLang="en-US" sz="900" kern="1200" dirty="0">
                          <a:solidFill>
                            <a:schemeClr val="tx1"/>
                          </a:solidFill>
                          <a:latin typeface="Arial" panose="020B0604020202020204" pitchFamily="34" charset="0"/>
                          <a:ea typeface="+mn-ea"/>
                          <a:cs typeface="+mn-cs"/>
                        </a:rPr>
                        <a:t>ファイル毎に誰（ユーザ、グループ）がアクセス可能か、ファイル</a:t>
                      </a:r>
                      <a:r>
                        <a:rPr kumimoji="0" lang="en-US" altLang="ja-JP" sz="900" kern="1200" dirty="0">
                          <a:solidFill>
                            <a:schemeClr val="tx1"/>
                          </a:solidFill>
                          <a:latin typeface="Arial" panose="020B0604020202020204" pitchFamily="34" charset="0"/>
                          <a:ea typeface="+mn-ea"/>
                          <a:cs typeface="+mn-cs"/>
                        </a:rPr>
                        <a:t>Upload</a:t>
                      </a:r>
                      <a:r>
                        <a:rPr kumimoji="0" lang="ja-JP" altLang="en-US" sz="900" kern="1200" dirty="0">
                          <a:solidFill>
                            <a:schemeClr val="tx1"/>
                          </a:solidFill>
                          <a:latin typeface="Arial" panose="020B0604020202020204" pitchFamily="34" charset="0"/>
                          <a:ea typeface="+mn-ea"/>
                          <a:cs typeface="+mn-cs"/>
                        </a:rPr>
                        <a:t>時点で設定する</a:t>
                      </a:r>
                      <a:endParaRPr kumimoji="0" lang="en-US" altLang="ja-JP" sz="900" kern="1200" dirty="0">
                        <a:solidFill>
                          <a:schemeClr val="tx1"/>
                        </a:solidFill>
                        <a:latin typeface="Arial" panose="020B0604020202020204" pitchFamily="34" charset="0"/>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ja-JP" altLang="en-US" sz="900" kern="1200" dirty="0">
                          <a:solidFill>
                            <a:schemeClr val="tx1"/>
                          </a:solidFill>
                          <a:latin typeface="Arial" panose="020B0604020202020204" pitchFamily="34" charset="0"/>
                          <a:ea typeface="+mn-ea"/>
                          <a:cs typeface="+mn-cs"/>
                        </a:rPr>
                        <a:t>仕様書（</a:t>
                      </a:r>
                      <a:r>
                        <a:rPr kumimoji="0" lang="en-US" altLang="ja-JP" sz="900" kern="1200" dirty="0">
                          <a:solidFill>
                            <a:schemeClr val="tx1"/>
                          </a:solidFill>
                          <a:latin typeface="Arial" panose="020B0604020202020204" pitchFamily="34" charset="0"/>
                          <a:ea typeface="+mn-ea"/>
                          <a:cs typeface="+mn-cs"/>
                        </a:rPr>
                        <a:t>Table record</a:t>
                      </a:r>
                      <a:r>
                        <a:rPr kumimoji="0" lang="ja-JP" altLang="en-US" sz="900" kern="1200" dirty="0">
                          <a:solidFill>
                            <a:schemeClr val="tx1"/>
                          </a:solidFill>
                          <a:latin typeface="Arial" panose="020B0604020202020204" pitchFamily="34" charset="0"/>
                          <a:ea typeface="+mn-ea"/>
                          <a:cs typeface="+mn-cs"/>
                        </a:rPr>
                        <a:t>）に公開権限が変更された場合、すでに</a:t>
                      </a:r>
                      <a:r>
                        <a:rPr kumimoji="0" lang="en-US" altLang="ja-JP" sz="900" kern="1200" dirty="0">
                          <a:solidFill>
                            <a:schemeClr val="tx1"/>
                          </a:solidFill>
                          <a:latin typeface="Arial" panose="020B0604020202020204" pitchFamily="34" charset="0"/>
                          <a:ea typeface="+mn-ea"/>
                          <a:cs typeface="+mn-cs"/>
                        </a:rPr>
                        <a:t>Upload</a:t>
                      </a:r>
                      <a:r>
                        <a:rPr kumimoji="0" lang="ja-JP" altLang="en-US" sz="900" kern="1200" dirty="0">
                          <a:solidFill>
                            <a:schemeClr val="tx1"/>
                          </a:solidFill>
                          <a:latin typeface="Arial" panose="020B0604020202020204" pitchFamily="34" charset="0"/>
                          <a:ea typeface="+mn-ea"/>
                          <a:cs typeface="+mn-cs"/>
                        </a:rPr>
                        <a:t>済のファイルに対して、個別権限処理が必要（複雑）</a:t>
                      </a: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515025090"/>
                  </a:ext>
                </a:extLst>
              </a:tr>
              <a:tr h="168782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050" kern="1200" dirty="0">
                          <a:solidFill>
                            <a:schemeClr val="tx1"/>
                          </a:solidFill>
                          <a:latin typeface="+mn-lt"/>
                          <a:ea typeface="+mn-ea"/>
                          <a:cs typeface="+mn-cs"/>
                        </a:rPr>
                        <a:t>備考</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900" kern="1200" dirty="0">
                          <a:solidFill>
                            <a:schemeClr val="tx1"/>
                          </a:solidFill>
                          <a:latin typeface="Arial" panose="020B0604020202020204" pitchFamily="34" charset="0"/>
                          <a:ea typeface="+mn-ea"/>
                          <a:cs typeface="+mn-cs"/>
                        </a:rPr>
                        <a:t>Graph API</a:t>
                      </a:r>
                      <a:r>
                        <a:rPr kumimoji="0" lang="ja-JP" altLang="en-US" sz="900" kern="1200" dirty="0">
                          <a:solidFill>
                            <a:schemeClr val="tx1"/>
                          </a:solidFill>
                          <a:latin typeface="Arial" panose="020B0604020202020204" pitchFamily="34" charset="0"/>
                          <a:ea typeface="+mn-ea"/>
                          <a:cs typeface="+mn-cs"/>
                        </a:rPr>
                        <a:t>は何？</a:t>
                      </a:r>
                      <a:r>
                        <a:rPr kumimoji="0" lang="en-US" altLang="ja-JP" sz="900" kern="1200" dirty="0">
                          <a:solidFill>
                            <a:schemeClr val="tx1"/>
                          </a:solidFill>
                          <a:latin typeface="Arial" panose="020B0604020202020204" pitchFamily="34" charset="0"/>
                          <a:ea typeface="+mn-ea"/>
                          <a:cs typeface="+mn-cs"/>
                        </a:rPr>
                        <a:t>Graph API</a:t>
                      </a:r>
                      <a:r>
                        <a:rPr kumimoji="0" lang="ja-JP" altLang="en-US" sz="900" kern="1200" dirty="0">
                          <a:solidFill>
                            <a:schemeClr val="tx1"/>
                          </a:solidFill>
                          <a:latin typeface="Arial" panose="020B0604020202020204" pitchFamily="34" charset="0"/>
                          <a:ea typeface="+mn-ea"/>
                          <a:cs typeface="+mn-cs"/>
                        </a:rPr>
                        <a:t>の仕組み（右図）</a:t>
                      </a:r>
                      <a:endParaRPr kumimoji="0" lang="en-US" altLang="ja-JP" sz="900" kern="1200" dirty="0">
                        <a:solidFill>
                          <a:schemeClr val="tx1"/>
                        </a:solidFill>
                        <a:latin typeface="Arial" panose="020B0604020202020204" pitchFamily="34" charset="0"/>
                        <a:ea typeface="+mn-ea"/>
                        <a:cs typeface="+mn-cs"/>
                      </a:endParaRPr>
                    </a:p>
                    <a:p>
                      <a:r>
                        <a:rPr lang="en-US" altLang="ja-JP" sz="900" dirty="0"/>
                        <a:t>PowerApps </a:t>
                      </a:r>
                      <a:r>
                        <a:rPr lang="ja-JP" altLang="en-US" sz="900" dirty="0"/>
                        <a:t>における </a:t>
                      </a:r>
                      <a:r>
                        <a:rPr lang="en-US" altLang="ja-JP" sz="900" b="1" dirty="0"/>
                        <a:t>Office 365 </a:t>
                      </a:r>
                      <a:r>
                        <a:rPr lang="ja-JP" altLang="en-US" sz="900" b="1" dirty="0"/>
                        <a:t>シリーズのデータオブジェクト（コネクタ）</a:t>
                      </a:r>
                      <a:r>
                        <a:rPr lang="ja-JP" altLang="en-US" sz="900" dirty="0"/>
                        <a:t>は、</a:t>
                      </a:r>
                      <a:endParaRPr lang="en-US" altLang="ja-JP" sz="900" dirty="0"/>
                    </a:p>
                    <a:p>
                      <a:r>
                        <a:rPr lang="en-US" altLang="ja-JP" sz="900" b="1" dirty="0"/>
                        <a:t>Microsoft Graph</a:t>
                      </a:r>
                      <a:r>
                        <a:rPr lang="ja-JP" altLang="en-US" sz="900" dirty="0"/>
                        <a:t> という共通の基盤サービスを通じて、</a:t>
                      </a:r>
                      <a:endParaRPr lang="en-US" altLang="ja-JP" sz="900" dirty="0"/>
                    </a:p>
                    <a:p>
                      <a:r>
                        <a:rPr lang="ja-JP" altLang="en-US" sz="900" dirty="0"/>
                        <a:t>ユーザーや組織のデータにアクセスしています。</a:t>
                      </a:r>
                    </a:p>
                    <a:p>
                      <a:r>
                        <a:rPr lang="ja-JP" altLang="en-US" sz="900" dirty="0"/>
                        <a:t>簡単に言えば、これらのコネクタは、</a:t>
                      </a:r>
                      <a:r>
                        <a:rPr lang="en-US" altLang="ja-JP" sz="900" dirty="0"/>
                        <a:t>PowerApps </a:t>
                      </a:r>
                      <a:r>
                        <a:rPr lang="ja-JP" altLang="en-US" sz="900" dirty="0"/>
                        <a:t>アプリが </a:t>
                      </a:r>
                      <a:r>
                        <a:rPr lang="en-US" altLang="ja-JP" sz="900" b="1" dirty="0"/>
                        <a:t>Microsoft 365 (</a:t>
                      </a:r>
                      <a:r>
                        <a:rPr lang="ja-JP" altLang="en-US" sz="900" b="1" dirty="0"/>
                        <a:t>旧 </a:t>
                      </a:r>
                      <a:r>
                        <a:rPr lang="en-US" altLang="ja-JP" sz="900" b="1" dirty="0"/>
                        <a:t>Office 365) </a:t>
                      </a:r>
                    </a:p>
                    <a:p>
                      <a:r>
                        <a:rPr lang="ja-JP" altLang="en-US" sz="900" b="1" dirty="0"/>
                        <a:t>のサービスと「会話」するための「通訳者」</a:t>
                      </a:r>
                      <a:r>
                        <a:rPr lang="ja-JP" altLang="en-US" sz="900" dirty="0"/>
                        <a:t> のようなものです。</a:t>
                      </a:r>
                      <a:endParaRPr lang="en-US" altLang="ja-JP" sz="900" dirty="0"/>
                    </a:p>
                    <a:p>
                      <a:r>
                        <a:rPr lang="en-US" altLang="ja-JP" sz="900" b="1" dirty="0">
                          <a:solidFill>
                            <a:srgbClr val="FF0000"/>
                          </a:solidFill>
                        </a:rPr>
                        <a:t>Microsoft</a:t>
                      </a:r>
                      <a:r>
                        <a:rPr lang="ja-JP" altLang="en-US" sz="900" b="1" dirty="0">
                          <a:solidFill>
                            <a:srgbClr val="FF0000"/>
                          </a:solidFill>
                        </a:rPr>
                        <a:t> </a:t>
                      </a:r>
                      <a:r>
                        <a:rPr lang="en-US" altLang="ja-JP" sz="900" b="1" dirty="0">
                          <a:solidFill>
                            <a:srgbClr val="FF0000"/>
                          </a:solidFill>
                        </a:rPr>
                        <a:t>Search</a:t>
                      </a:r>
                      <a:r>
                        <a:rPr lang="ja-JP" altLang="en-US" sz="900" b="1" dirty="0">
                          <a:solidFill>
                            <a:srgbClr val="FF0000"/>
                          </a:solidFill>
                        </a:rPr>
                        <a:t>のコネクタが提供されていないため、</a:t>
                      </a:r>
                      <a:r>
                        <a:rPr lang="en-US" altLang="ja-JP" sz="900" b="1" dirty="0">
                          <a:solidFill>
                            <a:srgbClr val="FF0000"/>
                          </a:solidFill>
                        </a:rPr>
                        <a:t>Power Apps</a:t>
                      </a:r>
                      <a:r>
                        <a:rPr lang="ja-JP" altLang="en-US" sz="900" b="1" dirty="0">
                          <a:solidFill>
                            <a:srgbClr val="FF0000"/>
                          </a:solidFill>
                        </a:rPr>
                        <a:t>から直接利用するのは必須。</a:t>
                      </a:r>
                      <a:endParaRPr kumimoji="0" lang="en-US" altLang="ja-JP" sz="900" b="1" kern="1200" dirty="0">
                        <a:solidFill>
                          <a:srgbClr val="FF0000"/>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hMerge="1">
                  <a:txBody>
                    <a:bodyPr/>
                    <a:lstStyle/>
                    <a:p>
                      <a:endParaRPr kumimoji="1" lang="ja-JP" altLang="en-US"/>
                    </a:p>
                  </a:txBody>
                  <a:tcPr/>
                </a:tc>
                <a:tc hMerge="1">
                  <a:txBody>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987537692"/>
                  </a:ext>
                </a:extLst>
              </a:tr>
              <a:tr h="141709">
                <a:tc>
                  <a:txBody>
                    <a:bodyPr/>
                    <a:lstStyle/>
                    <a:p>
                      <a:endParaRPr lang="ja-JP" altLang="en-US" sz="1050" kern="1200" dirty="0">
                        <a:solidFill>
                          <a:schemeClr val="tx1"/>
                        </a:solidFill>
                        <a:latin typeface="+mn-lt"/>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271190"/>
                  </a:ext>
                </a:extLst>
              </a:tr>
            </a:tbl>
          </a:graphicData>
        </a:graphic>
      </p:graphicFrame>
      <p:pic>
        <p:nvPicPr>
          <p:cNvPr id="4" name="Picture 2" descr="Microsoft Graph、Microsoft Graph Data Connect、Copilot コネクタを使用すると、Microsoft 365 エクスペリエンスを拡張し、インテリジェント なアプリを構築できます。">
            <a:extLst>
              <a:ext uri="{FF2B5EF4-FFF2-40B4-BE49-F238E27FC236}">
                <a16:creationId xmlns:a16="http://schemas.microsoft.com/office/drawing/2014/main" id="{4A539BC9-27F8-11C1-74DD-0E247EAFAB2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25980" y="4178824"/>
            <a:ext cx="3653509" cy="1811903"/>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7" name="表 6">
            <a:extLst>
              <a:ext uri="{FF2B5EF4-FFF2-40B4-BE49-F238E27FC236}">
                <a16:creationId xmlns:a16="http://schemas.microsoft.com/office/drawing/2014/main" id="{053A7B1C-9D6B-DD7E-DEB5-B85372EBE02F}"/>
              </a:ext>
            </a:extLst>
          </p:cNvPr>
          <p:cNvGraphicFramePr>
            <a:graphicFrameLocks noGrp="1"/>
          </p:cNvGraphicFramePr>
          <p:nvPr>
            <p:extLst>
              <p:ext uri="{D42A27DB-BD31-4B8C-83A1-F6EECF244321}">
                <p14:modId xmlns:p14="http://schemas.microsoft.com/office/powerpoint/2010/main" val="1973787379"/>
              </p:ext>
            </p:extLst>
          </p:nvPr>
        </p:nvGraphicFramePr>
        <p:xfrm>
          <a:off x="2324608" y="5017588"/>
          <a:ext cx="5161281" cy="983408"/>
        </p:xfrm>
        <a:graphic>
          <a:graphicData uri="http://schemas.openxmlformats.org/drawingml/2006/table">
            <a:tbl>
              <a:tblPr firstRow="1">
                <a:tableStyleId>{35758FB7-9AC5-4552-8A53-C91805E547FA}</a:tableStyleId>
              </a:tblPr>
              <a:tblGrid>
                <a:gridCol w="652467">
                  <a:extLst>
                    <a:ext uri="{9D8B030D-6E8A-4147-A177-3AD203B41FA5}">
                      <a16:colId xmlns:a16="http://schemas.microsoft.com/office/drawing/2014/main" val="2071358957"/>
                    </a:ext>
                  </a:extLst>
                </a:gridCol>
                <a:gridCol w="1579901">
                  <a:extLst>
                    <a:ext uri="{9D8B030D-6E8A-4147-A177-3AD203B41FA5}">
                      <a16:colId xmlns:a16="http://schemas.microsoft.com/office/drawing/2014/main" val="3815825157"/>
                    </a:ext>
                  </a:extLst>
                </a:gridCol>
                <a:gridCol w="960059">
                  <a:extLst>
                    <a:ext uri="{9D8B030D-6E8A-4147-A177-3AD203B41FA5}">
                      <a16:colId xmlns:a16="http://schemas.microsoft.com/office/drawing/2014/main" val="3610100658"/>
                    </a:ext>
                  </a:extLst>
                </a:gridCol>
                <a:gridCol w="1968854">
                  <a:extLst>
                    <a:ext uri="{9D8B030D-6E8A-4147-A177-3AD203B41FA5}">
                      <a16:colId xmlns:a16="http://schemas.microsoft.com/office/drawing/2014/main" val="2805758698"/>
                    </a:ext>
                  </a:extLst>
                </a:gridCol>
              </a:tblGrid>
              <a:tr h="69075">
                <a:tc>
                  <a:txBody>
                    <a:bodyPr/>
                    <a:lstStyle/>
                    <a:p>
                      <a:r>
                        <a:rPr lang="ja-JP" altLang="en-US" sz="600" dirty="0"/>
                        <a:t>コネクタ名</a:t>
                      </a:r>
                    </a:p>
                  </a:txBody>
                  <a:tcPr marL="40112" marR="40112" marT="20056" marB="20056" anchor="ctr"/>
                </a:tc>
                <a:tc>
                  <a:txBody>
                    <a:bodyPr/>
                    <a:lstStyle/>
                    <a:p>
                      <a:r>
                        <a:rPr lang="ja-JP" altLang="en-US" sz="600"/>
                        <a:t>主な役割</a:t>
                      </a:r>
                    </a:p>
                  </a:txBody>
                  <a:tcPr marL="40112" marR="40112" marT="20056" marB="20056" anchor="ctr"/>
                </a:tc>
                <a:tc>
                  <a:txBody>
                    <a:bodyPr/>
                    <a:lstStyle/>
                    <a:p>
                      <a:r>
                        <a:rPr lang="ja-JP" altLang="en-US" sz="600"/>
                        <a:t>データソース</a:t>
                      </a:r>
                    </a:p>
                  </a:txBody>
                  <a:tcPr marL="40112" marR="40112" marT="20056" marB="20056" anchor="ctr"/>
                </a:tc>
                <a:tc>
                  <a:txBody>
                    <a:bodyPr/>
                    <a:lstStyle/>
                    <a:p>
                      <a:r>
                        <a:rPr lang="ja-JP" altLang="en-US" sz="600"/>
                        <a:t>関係性</a:t>
                      </a:r>
                      <a:r>
                        <a:rPr lang="en-US" altLang="ja-JP" sz="600"/>
                        <a:t>/</a:t>
                      </a:r>
                      <a:r>
                        <a:rPr lang="ja-JP" altLang="en-US" sz="600"/>
                        <a:t>共通点</a:t>
                      </a:r>
                    </a:p>
                  </a:txBody>
                  <a:tcPr marL="40112" marR="40112" marT="20056" marB="20056" anchor="ctr"/>
                </a:tc>
                <a:extLst>
                  <a:ext uri="{0D108BD9-81ED-4DB2-BD59-A6C34878D82A}">
                    <a16:rowId xmlns:a16="http://schemas.microsoft.com/office/drawing/2014/main" val="1925658862"/>
                  </a:ext>
                </a:extLst>
              </a:tr>
              <a:tr h="202054">
                <a:tc>
                  <a:txBody>
                    <a:bodyPr/>
                    <a:lstStyle/>
                    <a:p>
                      <a:r>
                        <a:rPr lang="de-DE" sz="600" b="1" dirty="0"/>
                        <a:t>Office 365 Users</a:t>
                      </a:r>
                      <a:endParaRPr lang="de-DE" sz="600" dirty="0"/>
                    </a:p>
                  </a:txBody>
                  <a:tcPr marL="40112" marR="40112" marT="20056" marB="20056" anchor="ctr"/>
                </a:tc>
                <a:tc>
                  <a:txBody>
                    <a:bodyPr/>
                    <a:lstStyle/>
                    <a:p>
                      <a:r>
                        <a:rPr lang="ja-JP" altLang="en-US" sz="600" dirty="0"/>
                        <a:t>組織内のユーザー（名前、メールアドレス、部署など）の</a:t>
                      </a:r>
                      <a:r>
                        <a:rPr lang="ja-JP" altLang="en-US" sz="600" b="1" dirty="0"/>
                        <a:t>読み取り</a:t>
                      </a:r>
                      <a:r>
                        <a:rPr lang="ja-JP" altLang="en-US" sz="600" dirty="0"/>
                        <a:t>。</a:t>
                      </a:r>
                    </a:p>
                  </a:txBody>
                  <a:tcPr marL="40112" marR="40112" marT="20056" marB="20056" anchor="ctr"/>
                </a:tc>
                <a:tc>
                  <a:txBody>
                    <a:bodyPr/>
                    <a:lstStyle/>
                    <a:p>
                      <a:r>
                        <a:rPr lang="de-DE" sz="600" dirty="0"/>
                        <a:t>Microsoft Graph (Azure AD)</a:t>
                      </a:r>
                    </a:p>
                  </a:txBody>
                  <a:tcPr marL="40112" marR="40112" marT="20056" marB="20056" anchor="ctr"/>
                </a:tc>
                <a:tc>
                  <a:txBody>
                    <a:bodyPr/>
                    <a:lstStyle/>
                    <a:p>
                      <a:r>
                        <a:rPr lang="ja-JP" altLang="en-US" sz="600"/>
                        <a:t>ユーザー情報を取得する最も基本的なコネクタ。他の多くのサービスと共通の認証基盤（</a:t>
                      </a:r>
                      <a:r>
                        <a:rPr lang="en-US" altLang="ja-JP" sz="600"/>
                        <a:t>Azure AD</a:t>
                      </a:r>
                      <a:r>
                        <a:rPr lang="ja-JP" altLang="en-US" sz="600"/>
                        <a:t>）を使用します。</a:t>
                      </a:r>
                    </a:p>
                  </a:txBody>
                  <a:tcPr marL="40112" marR="40112" marT="20056" marB="20056" anchor="ctr"/>
                </a:tc>
                <a:extLst>
                  <a:ext uri="{0D108BD9-81ED-4DB2-BD59-A6C34878D82A}">
                    <a16:rowId xmlns:a16="http://schemas.microsoft.com/office/drawing/2014/main" val="3837482820"/>
                  </a:ext>
                </a:extLst>
              </a:tr>
              <a:tr h="202054">
                <a:tc>
                  <a:txBody>
                    <a:bodyPr/>
                    <a:lstStyle/>
                    <a:p>
                      <a:r>
                        <a:rPr lang="de-DE" sz="600" b="1"/>
                        <a:t>Office 365 Outlook</a:t>
                      </a:r>
                      <a:endParaRPr lang="de-DE" sz="600"/>
                    </a:p>
                  </a:txBody>
                  <a:tcPr marL="40112" marR="40112" marT="20056" marB="20056" anchor="ctr"/>
                </a:tc>
                <a:tc>
                  <a:txBody>
                    <a:bodyPr/>
                    <a:lstStyle/>
                    <a:p>
                      <a:r>
                        <a:rPr lang="ja-JP" altLang="en-US" sz="600" dirty="0"/>
                        <a:t>ユーザーの</a:t>
                      </a:r>
                      <a:r>
                        <a:rPr lang="ja-JP" altLang="en-US" sz="600" b="1" dirty="0"/>
                        <a:t>メールボックス、カレンダー</a:t>
                      </a:r>
                      <a:r>
                        <a:rPr lang="ja-JP" altLang="en-US" sz="600" dirty="0"/>
                        <a:t>へのアクセス（メール送信、イベントの読み書き）。</a:t>
                      </a:r>
                    </a:p>
                  </a:txBody>
                  <a:tcPr marL="40112" marR="40112" marT="20056" marB="20056" anchor="ctr"/>
                </a:tc>
                <a:tc>
                  <a:txBody>
                    <a:bodyPr/>
                    <a:lstStyle/>
                    <a:p>
                      <a:r>
                        <a:rPr lang="de-DE" sz="600" dirty="0"/>
                        <a:t>Exchange Online / Microsoft Graph</a:t>
                      </a:r>
                    </a:p>
                  </a:txBody>
                  <a:tcPr marL="40112" marR="40112" marT="20056" marB="20056" anchor="ctr"/>
                </a:tc>
                <a:tc>
                  <a:txBody>
                    <a:bodyPr/>
                    <a:lstStyle/>
                    <a:p>
                      <a:r>
                        <a:rPr lang="ja-JP" altLang="en-US" sz="600" dirty="0"/>
                        <a:t>ユーザー固有のメールやカレンダー操作に特化しています。認証は </a:t>
                      </a:r>
                      <a:r>
                        <a:rPr lang="en-US" altLang="ja-JP" sz="600" dirty="0"/>
                        <a:t>Users </a:t>
                      </a:r>
                      <a:r>
                        <a:rPr lang="ja-JP" altLang="en-US" sz="600" dirty="0"/>
                        <a:t>と同じく </a:t>
                      </a:r>
                      <a:r>
                        <a:rPr lang="en-US" altLang="ja-JP" sz="600" dirty="0"/>
                        <a:t>Microsoft 365 </a:t>
                      </a:r>
                      <a:r>
                        <a:rPr lang="ja-JP" altLang="en-US" sz="600" dirty="0"/>
                        <a:t>ユーザー認証です。</a:t>
                      </a:r>
                    </a:p>
                  </a:txBody>
                  <a:tcPr marL="40112" marR="40112" marT="20056" marB="20056" anchor="ctr"/>
                </a:tc>
                <a:extLst>
                  <a:ext uri="{0D108BD9-81ED-4DB2-BD59-A6C34878D82A}">
                    <a16:rowId xmlns:a16="http://schemas.microsoft.com/office/drawing/2014/main" val="1069455160"/>
                  </a:ext>
                </a:extLst>
              </a:tr>
              <a:tr h="202054">
                <a:tc>
                  <a:txBody>
                    <a:bodyPr/>
                    <a:lstStyle/>
                    <a:p>
                      <a:r>
                        <a:rPr lang="de-DE" sz="600" b="1"/>
                        <a:t>Office 365 Groups</a:t>
                      </a:r>
                      <a:endParaRPr lang="de-DE" sz="600"/>
                    </a:p>
                  </a:txBody>
                  <a:tcPr marL="40112" marR="40112" marT="20056" marB="20056" anchor="ctr"/>
                </a:tc>
                <a:tc>
                  <a:txBody>
                    <a:bodyPr/>
                    <a:lstStyle/>
                    <a:p>
                      <a:r>
                        <a:rPr lang="ja-JP" altLang="en-US" sz="600" dirty="0"/>
                        <a:t>組織内の </a:t>
                      </a:r>
                      <a:r>
                        <a:rPr lang="en-US" altLang="ja-JP" sz="600" b="1" dirty="0"/>
                        <a:t>Microsoft 365 </a:t>
                      </a:r>
                      <a:r>
                        <a:rPr lang="ja-JP" altLang="en-US" sz="600" b="1" dirty="0"/>
                        <a:t>グループ</a:t>
                      </a:r>
                      <a:r>
                        <a:rPr lang="ja-JP" altLang="en-US" sz="600" dirty="0"/>
                        <a:t>の情報取得と管理。</a:t>
                      </a:r>
                    </a:p>
                  </a:txBody>
                  <a:tcPr marL="40112" marR="40112" marT="20056" marB="20056" anchor="ctr"/>
                </a:tc>
                <a:tc>
                  <a:txBody>
                    <a:bodyPr/>
                    <a:lstStyle/>
                    <a:p>
                      <a:r>
                        <a:rPr lang="de-DE" sz="600" dirty="0"/>
                        <a:t>Microsoft Graph</a:t>
                      </a:r>
                    </a:p>
                  </a:txBody>
                  <a:tcPr marL="40112" marR="40112" marT="20056" marB="20056" anchor="ctr"/>
                </a:tc>
                <a:tc>
                  <a:txBody>
                    <a:bodyPr/>
                    <a:lstStyle/>
                    <a:p>
                      <a:r>
                        <a:rPr lang="ja-JP" altLang="en-US" sz="600" dirty="0"/>
                        <a:t>組織構造（グループ単位）の情報にアクセスします。</a:t>
                      </a:r>
                      <a:r>
                        <a:rPr lang="en-US" altLang="ja-JP" sz="600" dirty="0"/>
                        <a:t>Users </a:t>
                      </a:r>
                      <a:r>
                        <a:rPr lang="ja-JP" altLang="en-US" sz="600" dirty="0"/>
                        <a:t>コネクタの情報を拡張したような位置付けです。</a:t>
                      </a:r>
                    </a:p>
                  </a:txBody>
                  <a:tcPr marL="40112" marR="40112" marT="20056" marB="20056" anchor="ctr"/>
                </a:tc>
                <a:extLst>
                  <a:ext uri="{0D108BD9-81ED-4DB2-BD59-A6C34878D82A}">
                    <a16:rowId xmlns:a16="http://schemas.microsoft.com/office/drawing/2014/main" val="1958721351"/>
                  </a:ext>
                </a:extLst>
              </a:tr>
            </a:tbl>
          </a:graphicData>
        </a:graphic>
      </p:graphicFrame>
      <p:pic>
        <p:nvPicPr>
          <p:cNvPr id="8" name="図 7">
            <a:extLst>
              <a:ext uri="{FF2B5EF4-FFF2-40B4-BE49-F238E27FC236}">
                <a16:creationId xmlns:a16="http://schemas.microsoft.com/office/drawing/2014/main" id="{AD73975E-A25D-320F-AE73-774135CFE90A}"/>
              </a:ext>
            </a:extLst>
          </p:cNvPr>
          <p:cNvPicPr>
            <a:picLocks noChangeAspect="1"/>
          </p:cNvPicPr>
          <p:nvPr/>
        </p:nvPicPr>
        <p:blipFill>
          <a:blip r:embed="rId6"/>
          <a:stretch>
            <a:fillRect/>
          </a:stretch>
        </p:blipFill>
        <p:spPr>
          <a:xfrm>
            <a:off x="8412805" y="1495582"/>
            <a:ext cx="3278733" cy="896697"/>
          </a:xfrm>
          <a:prstGeom prst="rect">
            <a:avLst/>
          </a:prstGeom>
        </p:spPr>
      </p:pic>
    </p:spTree>
    <p:extLst>
      <p:ext uri="{BB962C8B-B14F-4D97-AF65-F5344CB8AC3E}">
        <p14:creationId xmlns:p14="http://schemas.microsoft.com/office/powerpoint/2010/main" val="29259702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14336" y="255263"/>
            <a:ext cx="9327072" cy="683629"/>
          </a:xfrm>
        </p:spPr>
        <p:txBody>
          <a:bodyPr>
            <a:normAutofit/>
          </a:bodyPr>
          <a:lstStyle/>
          <a:p>
            <a:r>
              <a:rPr lang="ja-JP" altLang="en-US" dirty="0"/>
              <a:t>要件／ソリューション－パフォーマンス、</a:t>
            </a:r>
            <a:r>
              <a:rPr lang="en-US" altLang="ja-JP" dirty="0"/>
              <a:t>HA</a:t>
            </a:r>
            <a:r>
              <a:rPr lang="ja-JP" altLang="en-US" dirty="0"/>
              <a:t>など</a:t>
            </a:r>
            <a:endParaRPr lang="ja-JP" altLang="en-US" dirty="0">
              <a:effectLst/>
            </a:endParaRPr>
          </a:p>
        </p:txBody>
      </p:sp>
      <p:graphicFrame>
        <p:nvGraphicFramePr>
          <p:cNvPr id="3" name="表 2">
            <a:extLst>
              <a:ext uri="{FF2B5EF4-FFF2-40B4-BE49-F238E27FC236}">
                <a16:creationId xmlns:a16="http://schemas.microsoft.com/office/drawing/2014/main" id="{E7E67724-D206-B572-F611-ED6C3EACD9F5}"/>
              </a:ext>
            </a:extLst>
          </p:cNvPr>
          <p:cNvGraphicFramePr>
            <a:graphicFrameLocks noGrp="1"/>
          </p:cNvGraphicFramePr>
          <p:nvPr>
            <p:extLst>
              <p:ext uri="{D42A27DB-BD31-4B8C-83A1-F6EECF244321}">
                <p14:modId xmlns:p14="http://schemas.microsoft.com/office/powerpoint/2010/main" val="2263487765"/>
              </p:ext>
            </p:extLst>
          </p:nvPr>
        </p:nvGraphicFramePr>
        <p:xfrm>
          <a:off x="414336" y="895564"/>
          <a:ext cx="11284857" cy="5430715"/>
        </p:xfrm>
        <a:graphic>
          <a:graphicData uri="http://schemas.openxmlformats.org/drawingml/2006/table">
            <a:tbl>
              <a:tblPr firstRow="1">
                <a:tableStyleId>{2D5ABB26-0587-4C30-8999-92F81FD0307C}</a:tableStyleId>
              </a:tblPr>
              <a:tblGrid>
                <a:gridCol w="2234861">
                  <a:extLst>
                    <a:ext uri="{9D8B030D-6E8A-4147-A177-3AD203B41FA5}">
                      <a16:colId xmlns:a16="http://schemas.microsoft.com/office/drawing/2014/main" val="307087368"/>
                    </a:ext>
                  </a:extLst>
                </a:gridCol>
                <a:gridCol w="9049996">
                  <a:extLst>
                    <a:ext uri="{9D8B030D-6E8A-4147-A177-3AD203B41FA5}">
                      <a16:colId xmlns:a16="http://schemas.microsoft.com/office/drawing/2014/main" val="1007415991"/>
                    </a:ext>
                  </a:extLst>
                </a:gridCol>
              </a:tblGrid>
              <a:tr h="238685">
                <a:tc>
                  <a:txBody>
                    <a:bodyPr/>
                    <a:lstStyle/>
                    <a:p>
                      <a:r>
                        <a:rPr lang="ja-JP" altLang="en-US" sz="1200" b="1" dirty="0"/>
                        <a:t>システム要件</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b="1" dirty="0"/>
                        <a:t>ソリューション</a:t>
                      </a:r>
                      <a:endParaRPr lang="en-US" sz="1200" b="1" dirty="0"/>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607360652"/>
                  </a:ext>
                </a:extLst>
              </a:tr>
              <a:tr h="1066477">
                <a:tc>
                  <a:txBody>
                    <a:bodyPr/>
                    <a:lstStyle/>
                    <a:p>
                      <a:r>
                        <a:rPr kumimoji="0" lang="ja-JP" altLang="en-US" sz="1100" dirty="0">
                          <a:latin typeface="Arial" panose="020B0604020202020204" pitchFamily="34" charset="0"/>
                        </a:rPr>
                        <a:t>パフォーマンス</a:t>
                      </a:r>
                      <a:r>
                        <a:rPr kumimoji="0" lang="en-US" altLang="ja-JP" sz="1100" dirty="0">
                          <a:latin typeface="Arial" panose="020B0604020202020204" pitchFamily="34" charset="0"/>
                        </a:rPr>
                        <a:t>/</a:t>
                      </a:r>
                      <a:r>
                        <a:rPr kumimoji="0" lang="zh-CN" altLang="zh-CN" sz="1100" dirty="0">
                          <a:latin typeface="Arial" panose="020B0604020202020204" pitchFamily="34" charset="0"/>
                        </a:rPr>
                        <a:t>データアクセス</a:t>
                      </a:r>
                      <a:endParaRPr lang="ja-JP" altLang="en-US" sz="1100" dirty="0"/>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1000" dirty="0"/>
                        <a:t>仕様書の定型データ：</a:t>
                      </a:r>
                      <a:endParaRPr lang="en-US" altLang="ja-JP" sz="1000" dirty="0"/>
                    </a:p>
                    <a:p>
                      <a:pPr marL="171450" indent="-171450">
                        <a:buFont typeface="Arial" panose="020B0604020202020204" pitchFamily="34" charset="0"/>
                        <a:buChar char="•"/>
                      </a:pPr>
                      <a:r>
                        <a:rPr kumimoji="0" lang="zh-CN" altLang="zh-CN" sz="1000" dirty="0">
                          <a:latin typeface="Arial" panose="020B0604020202020204" pitchFamily="34" charset="0"/>
                        </a:rPr>
                        <a:t>SQL Serverのクエリ最適化（インデックス、ストアドプロシージャ使用）。</a:t>
                      </a:r>
                      <a:endParaRPr kumimoji="0" lang="en-US" altLang="zh-CN" sz="1000" dirty="0">
                        <a:latin typeface="Arial" panose="020B0604020202020204" pitchFamily="34" charset="0"/>
                      </a:endParaRPr>
                    </a:p>
                    <a:p>
                      <a:pPr marL="171450" indent="-171450">
                        <a:buFont typeface="Arial" panose="020B0604020202020204" pitchFamily="34" charset="0"/>
                        <a:buChar char="•"/>
                      </a:pPr>
                      <a:r>
                        <a:rPr kumimoji="0" lang="zh-CN" altLang="zh-CN" sz="1000" dirty="0">
                          <a:latin typeface="Arial" panose="020B0604020202020204" pitchFamily="34" charset="0"/>
                        </a:rPr>
                        <a:t>PowerAppsのDelegationを活用（Filter/Sortをサーバーサイド処理）</a:t>
                      </a:r>
                      <a:endParaRPr kumimoji="0" lang="en-US" altLang="zh-CN" sz="1000" dirty="0">
                        <a:latin typeface="Arial" panose="020B0604020202020204" pitchFamily="34" charset="0"/>
                      </a:endParaRPr>
                    </a:p>
                    <a:p>
                      <a:pPr marL="0" indent="0">
                        <a:buFont typeface="Arial" panose="020B0604020202020204" pitchFamily="34" charset="0"/>
                        <a:buNone/>
                      </a:pPr>
                      <a:r>
                        <a:rPr kumimoji="0" lang="ja-JP" altLang="en-US" sz="1000" dirty="0">
                          <a:latin typeface="Arial" panose="020B0604020202020204" pitchFamily="34" charset="0"/>
                        </a:rPr>
                        <a:t>添付ファイルの検索</a:t>
                      </a:r>
                      <a:endParaRPr kumimoji="0" lang="en-US" altLang="ja-JP" sz="1000" dirty="0">
                        <a:latin typeface="Arial" panose="020B0604020202020204" pitchFamily="34" charset="0"/>
                      </a:endParaRPr>
                    </a:p>
                    <a:p>
                      <a:pPr marL="171450" indent="-171450">
                        <a:buFont typeface="Arial" panose="020B0604020202020204" pitchFamily="34" charset="0"/>
                        <a:buChar char="•"/>
                      </a:pPr>
                      <a:r>
                        <a:rPr lang="en-US" altLang="ja-JP" sz="1000" dirty="0" err="1"/>
                        <a:t>GraphAPI</a:t>
                      </a:r>
                      <a:r>
                        <a:rPr lang="ja-JP" altLang="en-US" sz="1000" dirty="0"/>
                        <a:t>の検索パフォーマンスに依存（</a:t>
                      </a:r>
                      <a:r>
                        <a:rPr lang="en-US" altLang="ja-JP" sz="1000" dirty="0"/>
                        <a:t>SharePoint UI</a:t>
                      </a:r>
                      <a:r>
                        <a:rPr lang="ja-JP" altLang="en-US" sz="1000" dirty="0"/>
                        <a:t>にての検索と同じ程度）</a:t>
                      </a:r>
                      <a:endParaRPr lang="en-US" altLang="ja-JP" sz="1000" dirty="0"/>
                    </a:p>
                    <a:p>
                      <a:pPr marL="171450" indent="-171450">
                        <a:buFont typeface="Arial" panose="020B0604020202020204" pitchFamily="34" charset="0"/>
                        <a:buChar char="•"/>
                      </a:pPr>
                      <a:r>
                        <a:rPr lang="ja-JP" altLang="en-US" sz="1000" dirty="0"/>
                        <a:t>ページング機能を活用</a:t>
                      </a:r>
                      <a:endParaRPr lang="en-US" altLang="ja-JP" sz="1000" dirty="0"/>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453962866"/>
                  </a:ext>
                </a:extLst>
              </a:tr>
              <a:tr h="221439">
                <a:tc>
                  <a:txBody>
                    <a:bodyPr/>
                    <a:lstStyle/>
                    <a:p>
                      <a:r>
                        <a:rPr kumimoji="0" lang="ja-JP" altLang="en-US" sz="1100" dirty="0">
                          <a:latin typeface="Arial" panose="020B0604020202020204" pitchFamily="34" charset="0"/>
                        </a:rPr>
                        <a:t>パフォーマンス</a:t>
                      </a:r>
                      <a:r>
                        <a:rPr kumimoji="0" lang="en-US" altLang="ja-JP" sz="1100" dirty="0">
                          <a:latin typeface="Arial" panose="020B0604020202020204" pitchFamily="34" charset="0"/>
                        </a:rPr>
                        <a:t>/</a:t>
                      </a:r>
                      <a:r>
                        <a:rPr kumimoji="0" lang="zh-CN" altLang="zh-CN" sz="1100" dirty="0">
                          <a:latin typeface="Arial" panose="020B0604020202020204" pitchFamily="34" charset="0"/>
                        </a:rPr>
                        <a:t>ファイル扱い</a:t>
                      </a:r>
                      <a:endParaRPr lang="ja-JP" altLang="en-US" sz="1100" kern="1200" dirty="0">
                        <a:solidFill>
                          <a:schemeClr val="tx1"/>
                        </a:solidFill>
                        <a:latin typeface="+mn-lt"/>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kumimoji="0" lang="zh-CN" altLang="zh-CN" sz="1000" dirty="0">
                          <a:latin typeface="Arial" panose="020B0604020202020204" pitchFamily="34" charset="0"/>
                        </a:rPr>
                        <a:t>非同期ロード（PowerAppsのConcurrent関数）。</a:t>
                      </a:r>
                      <a:endParaRPr kumimoji="0" lang="en-US" altLang="zh-CN" sz="1000" dirty="0">
                        <a:latin typeface="Arial" panose="020B0604020202020204" pitchFamily="34" charset="0"/>
                      </a:endParaRPr>
                    </a:p>
                    <a:p>
                      <a:r>
                        <a:rPr kumimoji="0" lang="zh-CN" altLang="zh-CN" sz="1000" dirty="0">
                          <a:latin typeface="Arial" panose="020B0604020202020204" pitchFamily="34" charset="0"/>
                        </a:rPr>
                        <a:t>大容量ファイル時はストリーミング</a:t>
                      </a:r>
                      <a:r>
                        <a:rPr kumimoji="0" lang="zh-CN" altLang="zh-CN" sz="1050" dirty="0">
                          <a:latin typeface="Arial" panose="020B0604020202020204" pitchFamily="34" charset="0"/>
                        </a:rPr>
                        <a:t>。</a:t>
                      </a:r>
                      <a:endParaRPr kumimoji="0" lang="en-US" altLang="zh-CN" sz="1050" dirty="0">
                        <a:latin typeface="Arial" panose="020B0604020202020204" pitchFamily="34" charset="0"/>
                      </a:endParaRPr>
                    </a:p>
                    <a:p>
                      <a:r>
                        <a:rPr kumimoji="0" lang="en-US" altLang="ja-JP" sz="1050" kern="1200" dirty="0">
                          <a:solidFill>
                            <a:schemeClr val="tx1"/>
                          </a:solidFill>
                          <a:latin typeface="Arial" panose="020B0604020202020204" pitchFamily="34" charset="0"/>
                          <a:ea typeface="+mn-ea"/>
                          <a:cs typeface="+mn-cs"/>
                        </a:rPr>
                        <a:t>SPO</a:t>
                      </a:r>
                      <a:r>
                        <a:rPr kumimoji="0" lang="ja-JP" altLang="en-US" sz="1050" kern="1200" dirty="0">
                          <a:solidFill>
                            <a:schemeClr val="tx1"/>
                          </a:solidFill>
                          <a:latin typeface="Arial" panose="020B0604020202020204" pitchFamily="34" charset="0"/>
                          <a:ea typeface="+mn-ea"/>
                          <a:cs typeface="+mn-cs"/>
                        </a:rPr>
                        <a:t>に置く添付ファイルは多階層設計することで、フォルダ毎のサブフォルダ、ファイルの数を抑える</a:t>
                      </a:r>
                      <a:endParaRPr lang="en-US" altLang="ja-JP" sz="1000" kern="1200" dirty="0">
                        <a:solidFill>
                          <a:schemeClr val="tx1"/>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465751194"/>
                  </a:ext>
                </a:extLst>
              </a:tr>
              <a:tr h="212817">
                <a:tc>
                  <a:txBody>
                    <a:bodyPr/>
                    <a:lstStyle/>
                    <a:p>
                      <a:r>
                        <a:rPr kumimoji="0" lang="zh-CN" altLang="zh-CN" sz="1050" dirty="0">
                          <a:latin typeface="Arial" panose="020B0604020202020204" pitchFamily="34" charset="0"/>
                        </a:rPr>
                        <a:t>スケーラビリティ</a:t>
                      </a:r>
                      <a:endParaRPr lang="ja-JP" altLang="en-US" sz="1050" kern="1200" dirty="0">
                        <a:solidFill>
                          <a:schemeClr val="tx1"/>
                        </a:solidFill>
                        <a:latin typeface="+mn-lt"/>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000" kern="1200" dirty="0">
                          <a:solidFill>
                            <a:schemeClr val="tx1"/>
                          </a:solidFill>
                          <a:latin typeface="+mn-lt"/>
                          <a:ea typeface="+mn-ea"/>
                          <a:cs typeface="+mn-cs"/>
                        </a:rPr>
                        <a:t>Azure SQL</a:t>
                      </a:r>
                      <a:r>
                        <a:rPr lang="ja-JP" altLang="en-US" sz="1000" kern="1200" dirty="0">
                          <a:solidFill>
                            <a:schemeClr val="tx1"/>
                          </a:solidFill>
                          <a:latin typeface="+mn-lt"/>
                          <a:ea typeface="+mn-ea"/>
                          <a:cs typeface="+mn-cs"/>
                        </a:rPr>
                        <a:t>で動的に追加可能（</a:t>
                      </a:r>
                      <a:r>
                        <a:rPr lang="de-DE" altLang="ja-JP" sz="1000" kern="1200" dirty="0">
                          <a:solidFill>
                            <a:schemeClr val="tx1"/>
                          </a:solidFill>
                          <a:effectLst/>
                          <a:latin typeface="+mn-lt"/>
                          <a:ea typeface="+mn-ea"/>
                          <a:cs typeface="+mn-cs"/>
                        </a:rPr>
                        <a:t>PaaS</a:t>
                      </a:r>
                      <a:r>
                        <a:rPr lang="ja-JP" altLang="en-US" sz="1000" kern="1200" dirty="0">
                          <a:solidFill>
                            <a:schemeClr val="tx1"/>
                          </a:solidFill>
                          <a:latin typeface="+mn-lt"/>
                          <a:ea typeface="+mn-ea"/>
                          <a:cs typeface="+mn-cs"/>
                        </a:rPr>
                        <a:t>のため）</a:t>
                      </a:r>
                      <a:endParaRPr lang="en-US" altLang="ja-JP" sz="1000" kern="1200" dirty="0">
                        <a:solidFill>
                          <a:schemeClr val="tx1"/>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958281788"/>
                  </a:ext>
                </a:extLst>
              </a:tr>
              <a:tr h="2773799">
                <a:tc>
                  <a:txBody>
                    <a:bodyPr/>
                    <a:lstStyle/>
                    <a:p>
                      <a:r>
                        <a:rPr lang="ja-JP" altLang="en-US" sz="1050" dirty="0"/>
                        <a:t>高可用性</a:t>
                      </a:r>
                      <a:endParaRPr lang="ja-JP" altLang="en-US" sz="1050" kern="1200" dirty="0">
                        <a:solidFill>
                          <a:schemeClr val="tx1"/>
                        </a:solidFill>
                        <a:latin typeface="+mn-lt"/>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ja-JP" altLang="en-US" sz="1000" dirty="0"/>
                        <a:t>リモートストレージ高可用性モデル </a:t>
                      </a:r>
                      <a:r>
                        <a:rPr lang="en-US" altLang="ja-JP" sz="1000" dirty="0"/>
                        <a:t>(</a:t>
                      </a:r>
                      <a:r>
                        <a:rPr lang="de-DE" altLang="ja-JP" sz="1000" dirty="0"/>
                        <a:t>Remote Storage High Availability Model)</a:t>
                      </a:r>
                      <a:r>
                        <a:rPr lang="ja-JP" altLang="en-US" sz="1000" dirty="0"/>
                        <a:t>　汎用 </a:t>
                      </a:r>
                      <a:r>
                        <a:rPr lang="en-US" altLang="ja-JP" sz="1000" dirty="0"/>
                        <a:t>(</a:t>
                      </a:r>
                      <a:r>
                        <a:rPr lang="de-DE" altLang="ja-JP" sz="1000" dirty="0"/>
                        <a:t>General Purpose) </a:t>
                      </a:r>
                      <a:r>
                        <a:rPr lang="ja-JP" altLang="en-US" sz="1000" dirty="0"/>
                        <a:t>サービス階層に適用</a:t>
                      </a:r>
                      <a:endParaRPr lang="en-US" altLang="ja-JP" sz="1000" dirty="0"/>
                    </a:p>
                    <a:p>
                      <a:pPr marL="457200" marR="0" lvl="1" indent="0" algn="l" defTabSz="914400" rtl="0" eaLnBrk="1" fontAlgn="auto" latinLnBrk="0" hangingPunct="1">
                        <a:lnSpc>
                          <a:spcPct val="100000"/>
                        </a:lnSpc>
                        <a:spcBef>
                          <a:spcPts val="0"/>
                        </a:spcBef>
                        <a:spcAft>
                          <a:spcPts val="0"/>
                        </a:spcAft>
                        <a:buClrTx/>
                        <a:buSzTx/>
                        <a:buFont typeface="+mj-lt"/>
                        <a:buNone/>
                        <a:tabLst/>
                        <a:defRPr/>
                      </a:pPr>
                      <a:r>
                        <a:rPr lang="ja-JP" altLang="en-US" sz="1000" b="1" dirty="0"/>
                        <a:t>アーキテクチャの概要</a:t>
                      </a:r>
                      <a:r>
                        <a:rPr lang="en-US" altLang="ja-JP" sz="1000" b="1" dirty="0"/>
                        <a:t>:</a:t>
                      </a:r>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lang="ja-JP" altLang="en-US" sz="800" dirty="0"/>
                        <a:t>コンピューティング（</a:t>
                      </a:r>
                      <a:r>
                        <a:rPr lang="en-US" altLang="ja-JP" sz="800" dirty="0"/>
                        <a:t>SQL Server </a:t>
                      </a:r>
                      <a:r>
                        <a:rPr lang="ja-JP" altLang="en-US" sz="800" dirty="0"/>
                        <a:t>プロセス）とストレージが分離されています。</a:t>
                      </a:r>
                      <a:endParaRPr lang="en-US" altLang="ja-JP" sz="800" dirty="0"/>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lang="ja-JP" altLang="en-US" sz="800" dirty="0"/>
                        <a:t>データファイルは </a:t>
                      </a:r>
                      <a:r>
                        <a:rPr lang="en-US" altLang="ja-JP" sz="800" dirty="0"/>
                        <a:t>Azure Premium Remote Storage </a:t>
                      </a:r>
                      <a:r>
                        <a:rPr lang="ja-JP" altLang="en-US" sz="800" dirty="0"/>
                        <a:t>に格納され、このストレージ自体が高可用性を確保しています（ゾーン冗長またはローカル冗長）。</a:t>
                      </a:r>
                      <a:endParaRPr lang="en-US" altLang="ja-JP" sz="800" dirty="0"/>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lang="ja-JP" altLang="en-US" sz="800" dirty="0"/>
                        <a:t>プライマリ（主）レプリカに障害が発生した場合、新しい </a:t>
                      </a:r>
                      <a:r>
                        <a:rPr lang="en-US" altLang="ja-JP" sz="800" dirty="0"/>
                        <a:t>SQL Server </a:t>
                      </a:r>
                      <a:r>
                        <a:rPr lang="ja-JP" altLang="en-US" sz="800" dirty="0"/>
                        <a:t>プロセスが稼働し、リモートストレージに再接続してデータベースを復旧します。</a:t>
                      </a:r>
                      <a:endParaRPr lang="en-US" altLang="ja-JP" sz="900" dirty="0"/>
                    </a:p>
                    <a:p>
                      <a:pPr marL="457200" marR="0" lvl="1" indent="0" algn="l" defTabSz="914400" rtl="0" eaLnBrk="1" fontAlgn="auto" latinLnBrk="0" hangingPunct="1">
                        <a:lnSpc>
                          <a:spcPct val="100000"/>
                        </a:lnSpc>
                        <a:spcBef>
                          <a:spcPts val="0"/>
                        </a:spcBef>
                        <a:spcAft>
                          <a:spcPts val="0"/>
                        </a:spcAft>
                        <a:buClrTx/>
                        <a:buSzTx/>
                        <a:buFont typeface="+mj-lt"/>
                        <a:buNone/>
                        <a:tabLst/>
                        <a:defRPr/>
                      </a:pPr>
                      <a:r>
                        <a:rPr lang="ja-JP" altLang="en-US" sz="1000" b="1" dirty="0"/>
                        <a:t>特徴</a:t>
                      </a:r>
                      <a:r>
                        <a:rPr lang="en-US" altLang="ja-JP" sz="1000" b="1" dirty="0"/>
                        <a:t>:</a:t>
                      </a:r>
                      <a:r>
                        <a:rPr lang="en-US" altLang="ja-JP" sz="1000" dirty="0"/>
                        <a:t> </a:t>
                      </a:r>
                    </a:p>
                    <a:p>
                      <a:pPr marL="457200" marR="0" lvl="1" indent="0" algn="l" defTabSz="914400" rtl="0" eaLnBrk="1" fontAlgn="auto" latinLnBrk="0" hangingPunct="1">
                        <a:lnSpc>
                          <a:spcPct val="100000"/>
                        </a:lnSpc>
                        <a:spcBef>
                          <a:spcPts val="0"/>
                        </a:spcBef>
                        <a:spcAft>
                          <a:spcPts val="0"/>
                        </a:spcAft>
                        <a:buClrTx/>
                        <a:buSzTx/>
                        <a:buFont typeface="+mj-lt"/>
                        <a:buNone/>
                        <a:tabLst/>
                        <a:defRPr/>
                      </a:pPr>
                      <a:r>
                        <a:rPr lang="ja-JP" altLang="en-US" sz="800" dirty="0"/>
                        <a:t>データベースのコピー（レプリカ）は</a:t>
                      </a:r>
                      <a:r>
                        <a:rPr lang="en-US" altLang="ja-JP" sz="800" dirty="0"/>
                        <a:t>1</a:t>
                      </a:r>
                      <a:r>
                        <a:rPr lang="ja-JP" altLang="en-US" sz="800" dirty="0"/>
                        <a:t>つ（プライマリのみ）ですが、ストレージ側でデータの冗長性が確保されています。フェールオーバー時に新しいノードへの再接続が必要なため、トランザクションのコミット遅延が若干発生する可能性があります。</a:t>
                      </a:r>
                      <a:endParaRPr lang="de-DE" altLang="ja-JP" sz="800" dirty="0"/>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ja-JP" altLang="en-US" sz="1000" dirty="0"/>
                        <a:t>ローカルストレージ高可用性モデル </a:t>
                      </a:r>
                      <a:r>
                        <a:rPr lang="en-US" altLang="ja-JP" sz="1000" dirty="0"/>
                        <a:t>(</a:t>
                      </a:r>
                      <a:r>
                        <a:rPr lang="de-DE" altLang="ja-JP" sz="1000" dirty="0"/>
                        <a:t>Local Storage High Availability Model)- </a:t>
                      </a:r>
                      <a:r>
                        <a:rPr lang="ja-JP" altLang="en-US" sz="1000" b="1" dirty="0"/>
                        <a:t>ビジネスクリティカル </a:t>
                      </a:r>
                      <a:r>
                        <a:rPr lang="en-US" altLang="ja-JP" sz="1000" b="1" dirty="0"/>
                        <a:t>(Business Critical) </a:t>
                      </a:r>
                      <a:r>
                        <a:rPr lang="ja-JP" altLang="en-US" sz="1000" b="1" dirty="0"/>
                        <a:t>サービス階層</a:t>
                      </a:r>
                      <a:r>
                        <a:rPr lang="ja-JP" altLang="en-US" sz="1000" dirty="0"/>
                        <a:t>および </a:t>
                      </a:r>
                      <a:r>
                        <a:rPr lang="en-US" altLang="ja-JP" sz="1000" b="1" dirty="0"/>
                        <a:t>Premium </a:t>
                      </a:r>
                      <a:r>
                        <a:rPr lang="ja-JP" altLang="en-US" sz="1000" b="1" dirty="0"/>
                        <a:t>サービス階層に適用</a:t>
                      </a:r>
                      <a:endParaRPr lang="de-DE" altLang="ja-JP" sz="1000" dirty="0"/>
                    </a:p>
                    <a:p>
                      <a:pPr marL="457200" marR="0" lvl="1" indent="0" algn="l" defTabSz="914400" rtl="0" eaLnBrk="1" fontAlgn="auto" latinLnBrk="0" hangingPunct="1">
                        <a:lnSpc>
                          <a:spcPct val="100000"/>
                        </a:lnSpc>
                        <a:spcBef>
                          <a:spcPts val="0"/>
                        </a:spcBef>
                        <a:spcAft>
                          <a:spcPts val="0"/>
                        </a:spcAft>
                        <a:buClrTx/>
                        <a:buSzTx/>
                        <a:buFont typeface="+mj-lt"/>
                        <a:buNone/>
                        <a:tabLst/>
                        <a:defRPr/>
                      </a:pPr>
                      <a:r>
                        <a:rPr lang="ja-JP" altLang="en-US" sz="1000" b="1" dirty="0"/>
                        <a:t>アーキテクチャの概要</a:t>
                      </a:r>
                      <a:r>
                        <a:rPr lang="en-US" altLang="ja-JP" sz="1000" b="1" dirty="0"/>
                        <a:t>:</a:t>
                      </a:r>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altLang="ja-JP" sz="800" dirty="0"/>
                        <a:t>SQL Server </a:t>
                      </a:r>
                      <a:r>
                        <a:rPr lang="ja-JP" altLang="en-US" sz="800" dirty="0"/>
                        <a:t>の</a:t>
                      </a:r>
                      <a:r>
                        <a:rPr lang="en-US" altLang="ja-JP" sz="800" dirty="0"/>
                        <a:t>Always On </a:t>
                      </a:r>
                      <a:r>
                        <a:rPr lang="ja-JP" altLang="en-US" sz="800" dirty="0"/>
                        <a:t>可用性グループ </a:t>
                      </a:r>
                      <a:r>
                        <a:rPr lang="en-US" altLang="ja-JP" sz="800" dirty="0"/>
                        <a:t>(Always On Availability Groups) </a:t>
                      </a:r>
                      <a:r>
                        <a:rPr lang="ja-JP" altLang="en-US" sz="800" dirty="0"/>
                        <a:t>の技術に基づいています。</a:t>
                      </a:r>
                      <a:endParaRPr lang="en-US" altLang="ja-JP" sz="800" dirty="0"/>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altLang="ja-JP" sz="800" dirty="0"/>
                        <a:t>3</a:t>
                      </a:r>
                      <a:r>
                        <a:rPr lang="ja-JP" altLang="en-US" sz="800" dirty="0"/>
                        <a:t>つ以上の高可用性レプリカ（プライマリ </a:t>
                      </a:r>
                      <a:r>
                        <a:rPr lang="en-US" altLang="ja-JP" sz="800" dirty="0"/>
                        <a:t>1</a:t>
                      </a:r>
                      <a:r>
                        <a:rPr lang="ja-JP" altLang="en-US" sz="800" dirty="0"/>
                        <a:t>つ、セカンダリ </a:t>
                      </a:r>
                      <a:r>
                        <a:rPr lang="en-US" altLang="ja-JP" sz="800" dirty="0"/>
                        <a:t>2</a:t>
                      </a:r>
                      <a:r>
                        <a:rPr lang="ja-JP" altLang="en-US" sz="800" dirty="0"/>
                        <a:t>つ以上）が常に同期モードで維持され、各レプリカはローカル </a:t>
                      </a:r>
                      <a:r>
                        <a:rPr lang="en-US" altLang="ja-JP" sz="800" dirty="0"/>
                        <a:t>SSD </a:t>
                      </a:r>
                      <a:r>
                        <a:rPr lang="ja-JP" altLang="en-US" sz="800" dirty="0"/>
                        <a:t>ストレージを持っています。</a:t>
                      </a:r>
                      <a:endParaRPr lang="en-US" altLang="ja-JP" sz="800" dirty="0"/>
                    </a:p>
                    <a:p>
                      <a:pPr marL="685800" marR="0" lvl="1" indent="-228600" algn="l" defTabSz="914400" rtl="0" eaLnBrk="1" fontAlgn="auto" latinLnBrk="0" hangingPunct="1">
                        <a:lnSpc>
                          <a:spcPct val="100000"/>
                        </a:lnSpc>
                        <a:spcBef>
                          <a:spcPts val="0"/>
                        </a:spcBef>
                        <a:spcAft>
                          <a:spcPts val="0"/>
                        </a:spcAft>
                        <a:buClrTx/>
                        <a:buSzTx/>
                        <a:buFont typeface="+mj-lt"/>
                        <a:buAutoNum type="arabicPeriod"/>
                        <a:tabLst/>
                        <a:defRPr/>
                      </a:pPr>
                      <a:r>
                        <a:rPr lang="ja-JP" altLang="en-US" sz="800" dirty="0"/>
                        <a:t>データはすべてのレプリカに同時にコミットされるため、**非常に低いレイテンシー（待ち時間）**で高い可用性を実現します。</a:t>
                      </a:r>
                      <a:endParaRPr lang="en-US" altLang="ja-JP" sz="800" dirty="0"/>
                    </a:p>
                    <a:p>
                      <a:pPr marL="457200" marR="0" lvl="1" indent="0" algn="l" defTabSz="914400" rtl="0" eaLnBrk="1" fontAlgn="auto" latinLnBrk="0" hangingPunct="1">
                        <a:lnSpc>
                          <a:spcPct val="100000"/>
                        </a:lnSpc>
                        <a:spcBef>
                          <a:spcPts val="0"/>
                        </a:spcBef>
                        <a:spcAft>
                          <a:spcPts val="0"/>
                        </a:spcAft>
                        <a:buClrTx/>
                        <a:buSzTx/>
                        <a:buFont typeface="+mj-lt"/>
                        <a:buNone/>
                        <a:tabLst/>
                        <a:defRPr/>
                      </a:pPr>
                      <a:r>
                        <a:rPr lang="ja-JP" altLang="en-US" sz="1000" b="1" dirty="0"/>
                        <a:t>特徴</a:t>
                      </a:r>
                      <a:r>
                        <a:rPr lang="en-US" altLang="ja-JP" sz="1000" b="1" dirty="0"/>
                        <a:t>:</a:t>
                      </a:r>
                    </a:p>
                    <a:p>
                      <a:pPr marL="457200" marR="0" lvl="1" indent="0" algn="l" defTabSz="914400" rtl="0" eaLnBrk="1" fontAlgn="auto" latinLnBrk="0" hangingPunct="1">
                        <a:lnSpc>
                          <a:spcPct val="100000"/>
                        </a:lnSpc>
                        <a:spcBef>
                          <a:spcPts val="0"/>
                        </a:spcBef>
                        <a:spcAft>
                          <a:spcPts val="0"/>
                        </a:spcAft>
                        <a:buClrTx/>
                        <a:buSzTx/>
                        <a:buFont typeface="+mj-lt"/>
                        <a:buNone/>
                        <a:tabLst/>
                        <a:defRPr/>
                      </a:pPr>
                      <a:r>
                        <a:rPr lang="ja-JP" altLang="en-US" sz="800" dirty="0"/>
                        <a:t>プライマリに障害が発生した場合、セカンダリのいずれかが即座に新しいプライマリに昇格するため、**ダウンタイムが最小限（数秒以内）**に抑えられます。セカンダリレプリカは読み取り専用ワークロードにも利用できます。</a:t>
                      </a:r>
                      <a:endParaRPr lang="en-US" altLang="ja-JP" sz="800" dirty="0"/>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altLang="ja-JP" sz="900" b="1" dirty="0"/>
                        <a:t>※</a:t>
                      </a:r>
                      <a:r>
                        <a:rPr lang="ja-JP" altLang="en-US" sz="900" b="1" dirty="0"/>
                        <a:t>　今回のシステムは生産システムではなく、オフィス用システムなので、リモートストレージ高可用性モデル妥当だと思います。</a:t>
                      </a:r>
                      <a:endParaRPr lang="en-US" altLang="ja-JP" sz="900" b="1" dirty="0"/>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501357562"/>
                  </a:ext>
                </a:extLst>
              </a:tr>
              <a:tr h="212817">
                <a:tc>
                  <a:txBody>
                    <a:bodyPr/>
                    <a:lstStyle/>
                    <a:p>
                      <a:r>
                        <a:rPr kumimoji="0" lang="zh-CN" altLang="zh-CN" sz="1050" dirty="0">
                          <a:latin typeface="Arial" panose="020B0604020202020204" pitchFamily="34" charset="0"/>
                        </a:rPr>
                        <a:t>監視</a:t>
                      </a:r>
                      <a:endParaRPr lang="ja-JP" altLang="en-US" sz="1050" kern="1200" dirty="0">
                        <a:solidFill>
                          <a:schemeClr val="tx1"/>
                        </a:solidFill>
                        <a:latin typeface="+mn-lt"/>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zh-CN" sz="1000" dirty="0">
                          <a:latin typeface="Arial" panose="020B0604020202020204" pitchFamily="34" charset="0"/>
                        </a:rPr>
                        <a:t>Power BIでパフォーマンスレポート作成。ボトルネック検知のためのログ（Application Insights）。 </a:t>
                      </a:r>
                      <a:endParaRPr lang="ja-JP" altLang="en-US" sz="1000" kern="1200" dirty="0">
                        <a:solidFill>
                          <a:schemeClr val="tx1"/>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515025090"/>
                  </a:ext>
                </a:extLst>
              </a:tr>
              <a:tr h="212817">
                <a:tc>
                  <a:txBody>
                    <a:bodyPr/>
                    <a:lstStyle/>
                    <a:p>
                      <a:r>
                        <a:rPr lang="ja-JP" altLang="en-US" sz="1050" kern="1200" dirty="0">
                          <a:solidFill>
                            <a:schemeClr val="tx1"/>
                          </a:solidFill>
                          <a:latin typeface="+mn-lt"/>
                          <a:ea typeface="+mn-ea"/>
                          <a:cs typeface="+mn-cs"/>
                        </a:rPr>
                        <a:t>バックアップ</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000" dirty="0">
                          <a:latin typeface="Yu Gothic UI" panose="020B0500000000000000" pitchFamily="50" charset="-128"/>
                          <a:ea typeface="Yu Gothic UI" panose="020B0500000000000000" pitchFamily="50" charset="-128"/>
                        </a:rPr>
                        <a:t>PaaS</a:t>
                      </a:r>
                      <a:r>
                        <a:rPr lang="ja-JP" altLang="en-US" sz="1000" dirty="0">
                          <a:latin typeface="Yu Gothic UI" panose="020B0500000000000000" pitchFamily="50" charset="-128"/>
                          <a:ea typeface="Yu Gothic UI" panose="020B0500000000000000" pitchFamily="50" charset="-128"/>
                        </a:rPr>
                        <a:t>により対応</a:t>
                      </a:r>
                      <a:endParaRPr lang="en-US" altLang="ja-JP" sz="1000" dirty="0">
                        <a:latin typeface="Yu Gothic UI" panose="020B0500000000000000" pitchFamily="50" charset="-128"/>
                        <a:ea typeface="Yu Gothic UI" panose="020B0500000000000000" pitchFamily="50" charset="-128"/>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2894016093"/>
                  </a:ext>
                </a:extLst>
              </a:tr>
              <a:tr h="21281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050" kern="1200" dirty="0">
                          <a:solidFill>
                            <a:schemeClr val="tx1"/>
                          </a:solidFill>
                          <a:latin typeface="+mn-lt"/>
                          <a:ea typeface="+mn-ea"/>
                          <a:cs typeface="+mn-cs"/>
                        </a:rPr>
                        <a:t>負荷テスト</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zh-CN" altLang="zh-CN" sz="1000" dirty="0">
                          <a:latin typeface="Arial" panose="020B0604020202020204" pitchFamily="34" charset="0"/>
                        </a:rPr>
                        <a:t>負荷テスト（例: 同時</a:t>
                      </a:r>
                      <a:r>
                        <a:rPr kumimoji="0" lang="en-US" altLang="ja-JP" sz="1000" dirty="0">
                          <a:latin typeface="Arial" panose="020B0604020202020204" pitchFamily="34" charset="0"/>
                        </a:rPr>
                        <a:t>50</a:t>
                      </a:r>
                      <a:r>
                        <a:rPr kumimoji="0" lang="zh-CN" altLang="zh-CN" sz="1000" dirty="0">
                          <a:latin typeface="Arial" panose="020B0604020202020204" pitchFamily="34" charset="0"/>
                        </a:rPr>
                        <a:t>ユーザーアクセス</a:t>
                      </a:r>
                      <a:r>
                        <a:rPr kumimoji="0" lang="zh-CN" altLang="en-US" sz="1000" dirty="0">
                          <a:latin typeface="Arial" panose="020B0604020202020204" pitchFamily="34" charset="0"/>
                        </a:rPr>
                        <a:t>，</a:t>
                      </a:r>
                      <a:r>
                        <a:rPr kumimoji="0" lang="en-US" altLang="zh-CN" sz="1000" dirty="0">
                          <a:latin typeface="Arial" panose="020B0604020202020204" pitchFamily="34" charset="0"/>
                        </a:rPr>
                        <a:t>Max 20000 </a:t>
                      </a:r>
                      <a:r>
                        <a:rPr kumimoji="0" lang="ja-JP" altLang="en-US" sz="1000" dirty="0">
                          <a:latin typeface="Arial" panose="020B0604020202020204" pitchFamily="34" charset="0"/>
                        </a:rPr>
                        <a:t>ユーザ、</a:t>
                      </a:r>
                      <a:r>
                        <a:rPr kumimoji="0" lang="en-US" altLang="ja-JP" sz="1000" dirty="0">
                          <a:latin typeface="Arial" panose="020B0604020202020204" pitchFamily="34" charset="0"/>
                        </a:rPr>
                        <a:t>10</a:t>
                      </a:r>
                      <a:r>
                        <a:rPr kumimoji="0" lang="ja-JP" altLang="en-US" sz="1000" dirty="0">
                          <a:latin typeface="Arial" panose="020B0604020202020204" pitchFamily="34" charset="0"/>
                        </a:rPr>
                        <a:t>年データ量ベース</a:t>
                      </a:r>
                      <a:r>
                        <a:rPr kumimoji="0" lang="zh-CN" altLang="zh-CN" sz="1000" dirty="0">
                          <a:latin typeface="Arial" panose="020B0604020202020204" pitchFamily="34" charset="0"/>
                        </a:rPr>
                        <a:t>）を</a:t>
                      </a:r>
                      <a:r>
                        <a:rPr kumimoji="0" lang="ja-JP" altLang="en-US" sz="1000" dirty="0">
                          <a:latin typeface="Arial" panose="020B0604020202020204" pitchFamily="34" charset="0"/>
                        </a:rPr>
                        <a:t>事前に</a:t>
                      </a:r>
                      <a:r>
                        <a:rPr kumimoji="0" lang="en-US" altLang="ja-JP" sz="1000" dirty="0">
                          <a:latin typeface="Arial" panose="020B0604020202020204" pitchFamily="34" charset="0"/>
                        </a:rPr>
                        <a:t>Facility</a:t>
                      </a:r>
                      <a:r>
                        <a:rPr kumimoji="0" lang="ja-JP" altLang="en-US" sz="1000" dirty="0">
                          <a:latin typeface="Arial" panose="020B0604020202020204" pitchFamily="34" charset="0"/>
                        </a:rPr>
                        <a:t>を</a:t>
                      </a:r>
                      <a:r>
                        <a:rPr kumimoji="0" lang="zh-CN" altLang="zh-CN" sz="1000" dirty="0">
                          <a:latin typeface="Arial" panose="020B0604020202020204" pitchFamily="34" charset="0"/>
                        </a:rPr>
                        <a:t>実施 </a:t>
                      </a:r>
                      <a:endParaRPr lang="en-US" altLang="ja-JP" sz="1000" kern="1200" dirty="0">
                        <a:solidFill>
                          <a:schemeClr val="tx1"/>
                        </a:solidFill>
                        <a:latin typeface="+mn-lt"/>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22867419"/>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30AC2E-1FAE-312E-D110-20D395CB174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08C0104-32A6-9C45-287A-3D2D4E0C7071}"/>
              </a:ext>
            </a:extLst>
          </p:cNvPr>
          <p:cNvSpPr>
            <a:spLocks noGrp="1"/>
          </p:cNvSpPr>
          <p:nvPr>
            <p:ph type="title"/>
          </p:nvPr>
        </p:nvSpPr>
        <p:spPr>
          <a:xfrm>
            <a:off x="414336" y="255263"/>
            <a:ext cx="9327072" cy="683629"/>
          </a:xfrm>
        </p:spPr>
        <p:txBody>
          <a:bodyPr>
            <a:normAutofit/>
          </a:bodyPr>
          <a:lstStyle/>
          <a:p>
            <a:r>
              <a:rPr lang="ja-JP" altLang="en-US" dirty="0"/>
              <a:t>要件／ソリューション－権限管理</a:t>
            </a:r>
            <a:endParaRPr lang="ja-JP" altLang="en-US" dirty="0">
              <a:effectLst/>
            </a:endParaRPr>
          </a:p>
        </p:txBody>
      </p:sp>
      <p:graphicFrame>
        <p:nvGraphicFramePr>
          <p:cNvPr id="3" name="表 2">
            <a:extLst>
              <a:ext uri="{FF2B5EF4-FFF2-40B4-BE49-F238E27FC236}">
                <a16:creationId xmlns:a16="http://schemas.microsoft.com/office/drawing/2014/main" id="{47F76232-F63A-F4BC-EE19-C00ABF0AE54F}"/>
              </a:ext>
            </a:extLst>
          </p:cNvPr>
          <p:cNvGraphicFramePr>
            <a:graphicFrameLocks noGrp="1"/>
          </p:cNvGraphicFramePr>
          <p:nvPr>
            <p:extLst>
              <p:ext uri="{D42A27DB-BD31-4B8C-83A1-F6EECF244321}">
                <p14:modId xmlns:p14="http://schemas.microsoft.com/office/powerpoint/2010/main" val="2051703374"/>
              </p:ext>
            </p:extLst>
          </p:nvPr>
        </p:nvGraphicFramePr>
        <p:xfrm>
          <a:off x="453572" y="867271"/>
          <a:ext cx="11284856" cy="5507144"/>
        </p:xfrm>
        <a:graphic>
          <a:graphicData uri="http://schemas.openxmlformats.org/drawingml/2006/table">
            <a:tbl>
              <a:tblPr firstRow="1">
                <a:tableStyleId>{2D5ABB26-0587-4C30-8999-92F81FD0307C}</a:tableStyleId>
              </a:tblPr>
              <a:tblGrid>
                <a:gridCol w="2161441">
                  <a:extLst>
                    <a:ext uri="{9D8B030D-6E8A-4147-A177-3AD203B41FA5}">
                      <a16:colId xmlns:a16="http://schemas.microsoft.com/office/drawing/2014/main" val="307087368"/>
                    </a:ext>
                  </a:extLst>
                </a:gridCol>
                <a:gridCol w="2798748">
                  <a:extLst>
                    <a:ext uri="{9D8B030D-6E8A-4147-A177-3AD203B41FA5}">
                      <a16:colId xmlns:a16="http://schemas.microsoft.com/office/drawing/2014/main" val="1007415991"/>
                    </a:ext>
                  </a:extLst>
                </a:gridCol>
                <a:gridCol w="6324667">
                  <a:extLst>
                    <a:ext uri="{9D8B030D-6E8A-4147-A177-3AD203B41FA5}">
                      <a16:colId xmlns:a16="http://schemas.microsoft.com/office/drawing/2014/main" val="3160565433"/>
                    </a:ext>
                  </a:extLst>
                </a:gridCol>
              </a:tblGrid>
              <a:tr h="166953">
                <a:tc>
                  <a:txBody>
                    <a:bodyPr/>
                    <a:lstStyle/>
                    <a:p>
                      <a:r>
                        <a:rPr lang="ja-JP" altLang="en-US" sz="1200" dirty="0"/>
                        <a:t>要件</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t>機能</a:t>
                      </a:r>
                      <a:endParaRPr lang="en-US" sz="1200" dirty="0"/>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a:t>ソリューション</a:t>
                      </a:r>
                      <a:endParaRPr lang="en-US" sz="1200" dirty="0"/>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607360652"/>
                  </a:ext>
                </a:extLst>
              </a:tr>
              <a:tr h="239330">
                <a:tc>
                  <a:txBody>
                    <a:bodyPr/>
                    <a:lstStyle/>
                    <a:p>
                      <a:r>
                        <a:rPr kumimoji="0" lang="ja-JP" altLang="en-US" sz="900" kern="1200" dirty="0">
                          <a:solidFill>
                            <a:schemeClr val="tx1"/>
                          </a:solidFill>
                          <a:latin typeface="Arial" panose="020B0604020202020204" pitchFamily="34" charset="0"/>
                          <a:ea typeface="+mn-ea"/>
                          <a:cs typeface="+mn-cs"/>
                        </a:rPr>
                        <a:t>仕様書管理</a:t>
                      </a:r>
                      <a:r>
                        <a:rPr kumimoji="0" lang="en-US" altLang="ja-JP" sz="900" kern="1200" dirty="0">
                          <a:solidFill>
                            <a:schemeClr val="tx1"/>
                          </a:solidFill>
                          <a:latin typeface="Arial" panose="020B0604020202020204" pitchFamily="34" charset="0"/>
                          <a:ea typeface="+mn-ea"/>
                          <a:cs typeface="+mn-cs"/>
                        </a:rPr>
                        <a:t>PowerApps</a:t>
                      </a:r>
                      <a:r>
                        <a:rPr kumimoji="0" lang="ja-JP" altLang="en-US" sz="900" kern="1200" dirty="0">
                          <a:solidFill>
                            <a:schemeClr val="tx1"/>
                          </a:solidFill>
                          <a:latin typeface="Arial" panose="020B0604020202020204" pitchFamily="34" charset="0"/>
                          <a:ea typeface="+mn-ea"/>
                          <a:cs typeface="+mn-cs"/>
                        </a:rPr>
                        <a:t>にアクセス可否がコントロール可能</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kumimoji="0" lang="en-US" altLang="ja-JP" sz="900" kern="1200" dirty="0">
                          <a:solidFill>
                            <a:schemeClr val="tx1"/>
                          </a:solidFill>
                          <a:latin typeface="Arial" panose="020B0604020202020204" pitchFamily="34" charset="0"/>
                          <a:ea typeface="+mn-ea"/>
                          <a:cs typeface="+mn-cs"/>
                        </a:rPr>
                        <a:t>Azure AD</a:t>
                      </a:r>
                      <a:r>
                        <a:rPr kumimoji="0" lang="ja-JP" altLang="en-US" sz="900" kern="1200" dirty="0">
                          <a:solidFill>
                            <a:schemeClr val="tx1"/>
                          </a:solidFill>
                          <a:latin typeface="Arial" panose="020B0604020202020204" pitchFamily="34" charset="0"/>
                          <a:ea typeface="+mn-ea"/>
                          <a:cs typeface="+mn-cs"/>
                        </a:rPr>
                        <a:t>の</a:t>
                      </a:r>
                      <a:r>
                        <a:rPr kumimoji="0" lang="en-US" altLang="ja-JP" sz="900" kern="1200" dirty="0">
                          <a:solidFill>
                            <a:schemeClr val="tx1"/>
                          </a:solidFill>
                          <a:latin typeface="Arial" panose="020B0604020202020204" pitchFamily="34" charset="0"/>
                          <a:ea typeface="+mn-ea"/>
                          <a:cs typeface="+mn-cs"/>
                        </a:rPr>
                        <a:t>Security Group</a:t>
                      </a:r>
                      <a:r>
                        <a:rPr kumimoji="0" lang="ja-JP" altLang="en-US" sz="900" kern="1200" dirty="0">
                          <a:solidFill>
                            <a:schemeClr val="tx1"/>
                          </a:solidFill>
                          <a:latin typeface="Arial" panose="020B0604020202020204" pitchFamily="34" charset="0"/>
                          <a:ea typeface="+mn-ea"/>
                          <a:cs typeface="+mn-cs"/>
                        </a:rPr>
                        <a:t>の管理機能</a:t>
                      </a: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kumimoji="0" lang="en-US" altLang="ja-JP" sz="900" kern="1200" dirty="0">
                          <a:solidFill>
                            <a:schemeClr val="tx1"/>
                          </a:solidFill>
                          <a:latin typeface="Arial" panose="020B0604020202020204" pitchFamily="34" charset="0"/>
                          <a:ea typeface="+mn-ea"/>
                          <a:cs typeface="+mn-cs"/>
                        </a:rPr>
                        <a:t>MCC tenant</a:t>
                      </a:r>
                      <a:r>
                        <a:rPr kumimoji="0" lang="ja-JP" altLang="en-US" sz="900" kern="1200" dirty="0">
                          <a:solidFill>
                            <a:schemeClr val="tx1"/>
                          </a:solidFill>
                          <a:latin typeface="Arial" panose="020B0604020202020204" pitchFamily="34" charset="0"/>
                          <a:ea typeface="+mn-ea"/>
                          <a:cs typeface="+mn-cs"/>
                        </a:rPr>
                        <a:t>既定機能（申請すれば使える）</a:t>
                      </a: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465751194"/>
                  </a:ext>
                </a:extLst>
              </a:tr>
              <a:tr h="130764">
                <a:tc rowSpan="4">
                  <a:txBody>
                    <a:bodyPr/>
                    <a:lstStyle/>
                    <a:p>
                      <a:r>
                        <a:rPr kumimoji="0" lang="ja-JP" altLang="en-US" sz="900" kern="1200" dirty="0">
                          <a:solidFill>
                            <a:schemeClr val="tx1"/>
                          </a:solidFill>
                          <a:latin typeface="Arial" panose="020B0604020202020204" pitchFamily="34" charset="0"/>
                          <a:ea typeface="+mn-ea"/>
                          <a:cs typeface="+mn-cs"/>
                        </a:rPr>
                        <a:t>定型データの権限制限</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kumimoji="0" lang="ja-JP" altLang="en-US" sz="900" kern="1200" dirty="0">
                          <a:solidFill>
                            <a:schemeClr val="tx1"/>
                          </a:solidFill>
                          <a:latin typeface="Arial" panose="020B0604020202020204" pitchFamily="34" charset="0"/>
                          <a:ea typeface="+mn-ea"/>
                          <a:cs typeface="+mn-cs"/>
                        </a:rPr>
                        <a:t>仕様書（</a:t>
                      </a:r>
                      <a:r>
                        <a:rPr kumimoji="0" lang="en-US" altLang="ja-JP" sz="900" kern="1200" dirty="0">
                          <a:solidFill>
                            <a:schemeClr val="tx1"/>
                          </a:solidFill>
                          <a:latin typeface="Arial" panose="020B0604020202020204" pitchFamily="34" charset="0"/>
                          <a:ea typeface="+mn-ea"/>
                          <a:cs typeface="+mn-cs"/>
                        </a:rPr>
                        <a:t>Table </a:t>
                      </a:r>
                      <a:r>
                        <a:rPr kumimoji="0" lang="ja-JP" altLang="en-US" sz="900" kern="1200" dirty="0">
                          <a:solidFill>
                            <a:schemeClr val="tx1"/>
                          </a:solidFill>
                          <a:latin typeface="Arial" panose="020B0604020202020204" pitchFamily="34" charset="0"/>
                          <a:ea typeface="+mn-ea"/>
                          <a:cs typeface="+mn-cs"/>
                        </a:rPr>
                        <a:t>レコード）単位の権限管理</a:t>
                      </a: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rowSpan="4">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ja-JP" altLang="en-US" sz="900" kern="1200" dirty="0">
                          <a:solidFill>
                            <a:schemeClr val="tx1"/>
                          </a:solidFill>
                          <a:latin typeface="Arial" panose="020B0604020202020204" pitchFamily="34" charset="0"/>
                          <a:ea typeface="+mn-ea"/>
                          <a:cs typeface="+mn-cs"/>
                        </a:rPr>
                        <a:t>仕様書（</a:t>
                      </a:r>
                      <a:r>
                        <a:rPr kumimoji="0" lang="en-US" altLang="ja-JP" sz="900" kern="1200" dirty="0">
                          <a:solidFill>
                            <a:schemeClr val="tx1"/>
                          </a:solidFill>
                          <a:latin typeface="Arial" panose="020B0604020202020204" pitchFamily="34" charset="0"/>
                          <a:ea typeface="+mn-ea"/>
                          <a:cs typeface="+mn-cs"/>
                        </a:rPr>
                        <a:t>Table </a:t>
                      </a:r>
                      <a:r>
                        <a:rPr kumimoji="0" lang="ja-JP" altLang="en-US" sz="900" kern="1200" dirty="0">
                          <a:solidFill>
                            <a:schemeClr val="tx1"/>
                          </a:solidFill>
                          <a:latin typeface="Arial" panose="020B0604020202020204" pitchFamily="34" charset="0"/>
                          <a:ea typeface="+mn-ea"/>
                          <a:cs typeface="+mn-cs"/>
                        </a:rPr>
                        <a:t>レコード）単位に、権限アクセス</a:t>
                      </a:r>
                      <a:r>
                        <a:rPr kumimoji="0" lang="en-US" altLang="ja-JP" sz="900" kern="1200" dirty="0">
                          <a:solidFill>
                            <a:schemeClr val="tx1"/>
                          </a:solidFill>
                          <a:latin typeface="Arial" panose="020B0604020202020204" pitchFamily="34" charset="0"/>
                          <a:ea typeface="+mn-ea"/>
                          <a:cs typeface="+mn-cs"/>
                        </a:rPr>
                        <a:t>Table</a:t>
                      </a:r>
                      <a:r>
                        <a:rPr kumimoji="0" lang="ja-JP" altLang="en-US" sz="900" kern="1200" dirty="0">
                          <a:solidFill>
                            <a:schemeClr val="tx1"/>
                          </a:solidFill>
                          <a:latin typeface="Arial" panose="020B0604020202020204" pitchFamily="34" charset="0"/>
                          <a:ea typeface="+mn-ea"/>
                          <a:cs typeface="+mn-cs"/>
                        </a:rPr>
                        <a:t>を設計、仕様書（</a:t>
                      </a:r>
                      <a:r>
                        <a:rPr kumimoji="0" lang="en-US" altLang="ja-JP" sz="900" kern="1200" dirty="0">
                          <a:solidFill>
                            <a:schemeClr val="tx1"/>
                          </a:solidFill>
                          <a:latin typeface="Arial" panose="020B0604020202020204" pitchFamily="34" charset="0"/>
                          <a:ea typeface="+mn-ea"/>
                          <a:cs typeface="+mn-cs"/>
                        </a:rPr>
                        <a:t>Table </a:t>
                      </a:r>
                      <a:r>
                        <a:rPr kumimoji="0" lang="ja-JP" altLang="en-US" sz="900" kern="1200" dirty="0">
                          <a:solidFill>
                            <a:schemeClr val="tx1"/>
                          </a:solidFill>
                          <a:latin typeface="Arial" panose="020B0604020202020204" pitchFamily="34" charset="0"/>
                          <a:ea typeface="+mn-ea"/>
                          <a:cs typeface="+mn-cs"/>
                        </a:rPr>
                        <a:t>レコード）単位に、開示範囲（＝参照権限　ユーザ、グループ向け）の</a:t>
                      </a:r>
                      <a:r>
                        <a:rPr kumimoji="0" lang="en-US" altLang="ja-JP" sz="900" kern="1200" dirty="0">
                          <a:solidFill>
                            <a:schemeClr val="tx1"/>
                          </a:solidFill>
                          <a:latin typeface="Arial" panose="020B0604020202020204" pitchFamily="34" charset="0"/>
                          <a:ea typeface="+mn-ea"/>
                          <a:cs typeface="+mn-cs"/>
                        </a:rPr>
                        <a:t>CRUD</a:t>
                      </a:r>
                      <a:r>
                        <a:rPr kumimoji="0" lang="ja-JP" altLang="en-US" sz="900" kern="1200" dirty="0">
                          <a:solidFill>
                            <a:schemeClr val="tx1"/>
                          </a:solidFill>
                          <a:latin typeface="Arial" panose="020B0604020202020204" pitchFamily="34" charset="0"/>
                          <a:ea typeface="+mn-ea"/>
                          <a:cs typeface="+mn-cs"/>
                        </a:rPr>
                        <a:t>権限の定義可能の画面を提供</a:t>
                      </a:r>
                      <a:endParaRPr kumimoji="0" lang="en-US" altLang="ja-JP" sz="900" kern="1200" dirty="0">
                        <a:solidFill>
                          <a:schemeClr val="tx1"/>
                        </a:solidFill>
                        <a:latin typeface="Arial" panose="020B0604020202020204" pitchFamily="34" charset="0"/>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ja-JP" altLang="en-US" sz="900" kern="1200" dirty="0">
                          <a:solidFill>
                            <a:schemeClr val="tx1"/>
                          </a:solidFill>
                          <a:latin typeface="Arial" panose="020B0604020202020204" pitchFamily="34" charset="0"/>
                          <a:ea typeface="+mn-ea"/>
                          <a:cs typeface="+mn-cs"/>
                        </a:rPr>
                        <a:t>ユーザグループ単位で、画面の</a:t>
                      </a:r>
                      <a:r>
                        <a:rPr kumimoji="0" lang="en-US" altLang="ja-JP" sz="900" kern="1200" dirty="0">
                          <a:solidFill>
                            <a:schemeClr val="tx1"/>
                          </a:solidFill>
                          <a:latin typeface="Arial" panose="020B0604020202020204" pitchFamily="34" charset="0"/>
                          <a:ea typeface="+mn-ea"/>
                          <a:cs typeface="+mn-cs"/>
                        </a:rPr>
                        <a:t>CRUD</a:t>
                      </a:r>
                      <a:r>
                        <a:rPr kumimoji="0" lang="ja-JP" altLang="en-US" sz="900" kern="1200" dirty="0">
                          <a:solidFill>
                            <a:schemeClr val="tx1"/>
                          </a:solidFill>
                          <a:latin typeface="Arial" panose="020B0604020202020204" pitchFamily="34" charset="0"/>
                          <a:ea typeface="+mn-ea"/>
                          <a:cs typeface="+mn-cs"/>
                        </a:rPr>
                        <a:t>権限の定義可能</a:t>
                      </a:r>
                      <a:endParaRPr kumimoji="0" lang="en-US" altLang="ja-JP" sz="900" kern="1200" dirty="0">
                        <a:solidFill>
                          <a:schemeClr val="tx1"/>
                        </a:solidFill>
                        <a:latin typeface="Arial" panose="020B0604020202020204" pitchFamily="34" charset="0"/>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ja-JP" altLang="en-US" sz="900" kern="1200" dirty="0">
                          <a:solidFill>
                            <a:schemeClr val="tx1"/>
                          </a:solidFill>
                          <a:latin typeface="Arial" panose="020B0604020202020204" pitchFamily="34" charset="0"/>
                          <a:ea typeface="+mn-ea"/>
                          <a:cs typeface="+mn-cs"/>
                        </a:rPr>
                        <a:t>仕様書新規作成機能、仕様書新規作成編集機能と連携、</a:t>
                      </a:r>
                      <a:endParaRPr kumimoji="0" lang="en-US" altLang="ja-JP" sz="900" kern="1200" dirty="0">
                        <a:solidFill>
                          <a:schemeClr val="tx1"/>
                        </a:solidFill>
                        <a:latin typeface="Arial" panose="020B0604020202020204" pitchFamily="34" charset="0"/>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ja-JP" sz="900" dirty="0">
                          <a:latin typeface="Arial" panose="020B0604020202020204" pitchFamily="34" charset="0"/>
                        </a:rPr>
                        <a:t>Azure SQL Table</a:t>
                      </a:r>
                      <a:r>
                        <a:rPr kumimoji="0" lang="ja-JP" altLang="en-US" sz="900" dirty="0">
                          <a:latin typeface="Arial" panose="020B0604020202020204" pitchFamily="34" charset="0"/>
                        </a:rPr>
                        <a:t>の</a:t>
                      </a:r>
                      <a:r>
                        <a:rPr kumimoji="0" lang="en-US" altLang="ja-JP" sz="900" dirty="0">
                          <a:latin typeface="Arial" panose="020B0604020202020204" pitchFamily="34" charset="0"/>
                        </a:rPr>
                        <a:t>Where</a:t>
                      </a:r>
                      <a:r>
                        <a:rPr kumimoji="0" lang="ja-JP" altLang="en-US" sz="900" dirty="0">
                          <a:latin typeface="Arial" panose="020B0604020202020204" pitchFamily="34" charset="0"/>
                        </a:rPr>
                        <a:t>条件で</a:t>
                      </a:r>
                      <a:r>
                        <a:rPr kumimoji="0" lang="en-US" altLang="ja-JP" sz="900" dirty="0">
                          <a:latin typeface="Arial" panose="020B0604020202020204" pitchFamily="34" charset="0"/>
                        </a:rPr>
                        <a:t>Filter</a:t>
                      </a:r>
                      <a:r>
                        <a:rPr kumimoji="0" lang="ja-JP" altLang="en-US" sz="900" dirty="0">
                          <a:latin typeface="Arial" panose="020B0604020202020204" pitchFamily="34" charset="0"/>
                        </a:rPr>
                        <a:t>する</a:t>
                      </a:r>
                      <a:endParaRPr kumimoji="0" lang="en-US" altLang="ja-JP" sz="900" dirty="0">
                        <a:latin typeface="Arial" panose="020B0604020202020204" pitchFamily="34" charset="0"/>
                      </a:endParaRPr>
                    </a:p>
                    <a:p>
                      <a:pPr marL="628650" marR="0" lvl="1"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ja-JP" altLang="en-US" sz="900" dirty="0">
                          <a:latin typeface="Arial" panose="020B0604020202020204" pitchFamily="34" charset="0"/>
                        </a:rPr>
                        <a:t>一覧系（検索結果）は、</a:t>
                      </a:r>
                      <a:r>
                        <a:rPr kumimoji="0" lang="en-US" altLang="ja-JP" sz="900" dirty="0" err="1">
                          <a:latin typeface="Arial" panose="020B0604020202020204" pitchFamily="34" charset="0"/>
                        </a:rPr>
                        <a:t>Sql</a:t>
                      </a:r>
                      <a:r>
                        <a:rPr kumimoji="0" lang="ja-JP" altLang="en-US" sz="900" dirty="0">
                          <a:latin typeface="Arial" panose="020B0604020202020204" pitchFamily="34" charset="0"/>
                        </a:rPr>
                        <a:t>の</a:t>
                      </a:r>
                      <a:r>
                        <a:rPr kumimoji="0" lang="en-US" altLang="ja-JP" sz="900" dirty="0">
                          <a:latin typeface="Arial" panose="020B0604020202020204" pitchFamily="34" charset="0"/>
                        </a:rPr>
                        <a:t>Where</a:t>
                      </a:r>
                      <a:r>
                        <a:rPr kumimoji="0" lang="ja-JP" altLang="en-US" sz="900" dirty="0">
                          <a:latin typeface="Arial" panose="020B0604020202020204" pitchFamily="34" charset="0"/>
                        </a:rPr>
                        <a:t>条件でアクセス可能の文書のみで</a:t>
                      </a:r>
                      <a:r>
                        <a:rPr kumimoji="0" lang="en-US" altLang="ja-JP" sz="900" dirty="0">
                          <a:latin typeface="Arial" panose="020B0604020202020204" pitchFamily="34" charset="0"/>
                        </a:rPr>
                        <a:t>Filter</a:t>
                      </a:r>
                      <a:r>
                        <a:rPr kumimoji="0" lang="ja-JP" altLang="en-US" sz="900" dirty="0">
                          <a:latin typeface="Arial" panose="020B0604020202020204" pitchFamily="34" charset="0"/>
                        </a:rPr>
                        <a:t>する</a:t>
                      </a:r>
                      <a:endParaRPr kumimoji="0" lang="en-US" altLang="ja-JP" sz="900" dirty="0">
                        <a:latin typeface="Arial" panose="020B0604020202020204" pitchFamily="34" charset="0"/>
                      </a:endParaRPr>
                    </a:p>
                    <a:p>
                      <a:pPr marL="628650" marR="0" lvl="1"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ja-JP" altLang="en-US" sz="900" dirty="0">
                          <a:latin typeface="Arial" panose="020B0604020202020204" pitchFamily="34" charset="0"/>
                        </a:rPr>
                        <a:t>文書の詳細画面直接開く場合、カレントログインユーザのアクセス可否を再度判断する（直接</a:t>
                      </a:r>
                      <a:r>
                        <a:rPr kumimoji="0" lang="en-US" altLang="ja-JP" sz="900" dirty="0" err="1">
                          <a:latin typeface="Arial" panose="020B0604020202020204" pitchFamily="34" charset="0"/>
                        </a:rPr>
                        <a:t>Url</a:t>
                      </a:r>
                      <a:r>
                        <a:rPr kumimoji="0" lang="ja-JP" altLang="en-US" sz="900" dirty="0">
                          <a:latin typeface="Arial" panose="020B0604020202020204" pitchFamily="34" charset="0"/>
                        </a:rPr>
                        <a:t>修正で不正アクセスを避ける）</a:t>
                      </a:r>
                    </a:p>
                    <a:p>
                      <a:pPr marL="628650" marR="0" lvl="1"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ü"/>
                        <a:tabLst/>
                        <a:defRPr/>
                      </a:pPr>
                      <a:r>
                        <a:rPr kumimoji="0" lang="en-US" altLang="ja-JP" sz="900" dirty="0">
                          <a:latin typeface="Arial" panose="020B0604020202020204" pitchFamily="34" charset="0"/>
                        </a:rPr>
                        <a:t>MCC</a:t>
                      </a:r>
                      <a:r>
                        <a:rPr kumimoji="0" lang="ja-JP" altLang="en-US" sz="900" dirty="0">
                          <a:latin typeface="Arial" panose="020B0604020202020204" pitchFamily="34" charset="0"/>
                        </a:rPr>
                        <a:t>様社内の共通リスト（社員情報マスタ、組織情報マスタ）を利用し、既存資産を活用する</a:t>
                      </a:r>
                      <a:endParaRPr kumimoji="0" lang="en-US" altLang="ja-JP" sz="900" dirty="0">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altLang="ja-JP" sz="900" dirty="0">
                          <a:latin typeface="Arial" panose="020B0604020202020204" pitchFamily="34" charset="0"/>
                        </a:rPr>
                        <a:t>※</a:t>
                      </a:r>
                      <a:r>
                        <a:rPr kumimoji="0" lang="ja-JP" altLang="en-US" sz="900" dirty="0">
                          <a:latin typeface="Arial" panose="020B0604020202020204" pitchFamily="34" charset="0"/>
                        </a:rPr>
                        <a:t>　実現案の一例であり、今回案件の組織定義・権限管理粒度に合わせて設計フェーズに、詳細化する予定</a:t>
                      </a:r>
                      <a:endParaRPr kumimoji="0" lang="en-US" altLang="ja-JP" sz="900" dirty="0">
                        <a:latin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CN" sz="900" dirty="0">
                        <a:latin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CN" sz="900" dirty="0">
                        <a:latin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CN" sz="900" dirty="0">
                        <a:latin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CN" sz="900" dirty="0">
                        <a:latin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CN" sz="900" dirty="0">
                        <a:latin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CN" sz="900" dirty="0">
                        <a:latin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CN" sz="900" dirty="0">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altLang="zh-CN" sz="900" dirty="0">
                        <a:latin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CN" sz="900" dirty="0">
                        <a:latin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CN" sz="900" dirty="0">
                        <a:latin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CN" sz="900" dirty="0">
                        <a:latin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CN" sz="900" dirty="0">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altLang="zh-CN" sz="900" dirty="0">
                        <a:latin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CN" sz="900" dirty="0">
                        <a:latin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CN" sz="900" dirty="0">
                        <a:latin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CN" sz="900" dirty="0">
                        <a:latin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CN" sz="900" dirty="0">
                        <a:latin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zh-CN" sz="900" dirty="0">
                        <a:latin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zh-CN" altLang="zh-CN" sz="900" dirty="0">
                        <a:latin typeface="Arial" panose="020B0604020202020204" pitchFamily="34" charset="0"/>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958281788"/>
                  </a:ext>
                </a:extLst>
              </a:tr>
              <a:tr h="130764">
                <a:tc vMerge="1">
                  <a:txBody>
                    <a:bodyPr/>
                    <a:lstStyle/>
                    <a:p>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900" kern="1200" dirty="0">
                          <a:solidFill>
                            <a:schemeClr val="tx1"/>
                          </a:solidFill>
                          <a:latin typeface="Arial" panose="020B0604020202020204" pitchFamily="34" charset="0"/>
                          <a:ea typeface="+mn-ea"/>
                          <a:cs typeface="+mn-cs"/>
                        </a:rPr>
                        <a:t>複数ユーザ、組織へユーザグループ単位で権限管理</a:t>
                      </a: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279690395"/>
                  </a:ext>
                </a:extLst>
              </a:tr>
              <a:tr h="239330">
                <a:tc vMerge="1">
                  <a:txBody>
                    <a:bodyPr/>
                    <a:lstStyle/>
                    <a:p>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lvl="0" indent="0" eaLnBrk="0" fontAlgn="base" hangingPunct="0">
                        <a:spcBef>
                          <a:spcPct val="0"/>
                        </a:spcBef>
                        <a:spcAft>
                          <a:spcPct val="0"/>
                        </a:spcAft>
                        <a:buFont typeface="+mj-lt"/>
                        <a:buNone/>
                      </a:pPr>
                      <a:r>
                        <a:rPr kumimoji="0" lang="ja-JP" altLang="en-US" sz="900" kern="1200" dirty="0">
                          <a:solidFill>
                            <a:schemeClr val="tx1"/>
                          </a:solidFill>
                          <a:latin typeface="Arial" panose="020B0604020202020204" pitchFamily="34" charset="0"/>
                          <a:ea typeface="+mn-ea"/>
                          <a:cs typeface="+mn-cs"/>
                        </a:rPr>
                        <a:t>仕様書（</a:t>
                      </a:r>
                      <a:r>
                        <a:rPr kumimoji="0" lang="en-US" altLang="ja-JP" sz="900" kern="1200" dirty="0">
                          <a:solidFill>
                            <a:schemeClr val="tx1"/>
                          </a:solidFill>
                          <a:latin typeface="Arial" panose="020B0604020202020204" pitchFamily="34" charset="0"/>
                          <a:ea typeface="+mn-ea"/>
                          <a:cs typeface="+mn-cs"/>
                        </a:rPr>
                        <a:t>Table </a:t>
                      </a:r>
                      <a:r>
                        <a:rPr kumimoji="0" lang="ja-JP" altLang="en-US" sz="900" kern="1200" dirty="0">
                          <a:solidFill>
                            <a:schemeClr val="tx1"/>
                          </a:solidFill>
                          <a:latin typeface="Arial" panose="020B0604020202020204" pitchFamily="34" charset="0"/>
                          <a:ea typeface="+mn-ea"/>
                          <a:cs typeface="+mn-cs"/>
                        </a:rPr>
                        <a:t>レコード）単位で、開示範囲が定義可能</a:t>
                      </a: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817482234"/>
                  </a:ext>
                </a:extLst>
              </a:tr>
              <a:tr h="2669735">
                <a:tc vMerge="1">
                  <a:txBody>
                    <a:bodyPr/>
                    <a:lstStyle/>
                    <a:p>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lvl="0" indent="0" eaLnBrk="0" fontAlgn="base" hangingPunct="0">
                        <a:spcBef>
                          <a:spcPct val="0"/>
                        </a:spcBef>
                        <a:spcAft>
                          <a:spcPct val="0"/>
                        </a:spcAft>
                        <a:buFont typeface="+mj-lt"/>
                        <a:buNone/>
                      </a:pPr>
                      <a:r>
                        <a:rPr kumimoji="0" lang="ja-JP" altLang="en-US" sz="900" kern="1200" dirty="0">
                          <a:solidFill>
                            <a:schemeClr val="tx1"/>
                          </a:solidFill>
                          <a:latin typeface="Arial" panose="020B0604020202020204" pitchFamily="34" charset="0"/>
                          <a:ea typeface="+mn-ea"/>
                          <a:cs typeface="+mn-cs"/>
                        </a:rPr>
                        <a:t>検索機能に、権限の与える仕様書のみが検索結果に含まる</a:t>
                      </a: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vMerge="1">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901283258"/>
                  </a:ext>
                </a:extLst>
              </a:tr>
              <a:tr h="239330">
                <a:tc row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900" b="1" kern="1200" dirty="0">
                          <a:solidFill>
                            <a:schemeClr val="tx1"/>
                          </a:solidFill>
                          <a:latin typeface="Arial" panose="020B0604020202020204" pitchFamily="34" charset="0"/>
                          <a:ea typeface="+mn-ea"/>
                          <a:cs typeface="+mn-cs"/>
                        </a:rPr>
                        <a:t>添付ファイルの権限制限</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900" kern="1200" dirty="0">
                          <a:solidFill>
                            <a:schemeClr val="tx1"/>
                          </a:solidFill>
                          <a:latin typeface="Arial" panose="020B0604020202020204" pitchFamily="34" charset="0"/>
                          <a:ea typeface="+mn-ea"/>
                          <a:cs typeface="+mn-cs"/>
                        </a:rPr>
                        <a:t>添付ファイルのアクセス権限は紐付く仕様書と同じアクセス権限とする</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rowSpan="3">
                  <a:txBody>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ja-JP" altLang="en-US" sz="900" kern="1200" dirty="0">
                          <a:solidFill>
                            <a:schemeClr val="tx1"/>
                          </a:solidFill>
                          <a:latin typeface="Arial" panose="020B0604020202020204" pitchFamily="34" charset="0"/>
                          <a:ea typeface="+mn-ea"/>
                          <a:cs typeface="+mn-cs"/>
                        </a:rPr>
                        <a:t>仕様書（</a:t>
                      </a:r>
                      <a:r>
                        <a:rPr kumimoji="0" lang="en-US" altLang="ja-JP" sz="900" kern="1200" dirty="0">
                          <a:solidFill>
                            <a:schemeClr val="tx1"/>
                          </a:solidFill>
                          <a:latin typeface="Arial" panose="020B0604020202020204" pitchFamily="34" charset="0"/>
                          <a:ea typeface="+mn-ea"/>
                          <a:cs typeface="+mn-cs"/>
                        </a:rPr>
                        <a:t>Table </a:t>
                      </a:r>
                      <a:r>
                        <a:rPr kumimoji="0" lang="ja-JP" altLang="en-US" sz="900" kern="1200" dirty="0">
                          <a:solidFill>
                            <a:schemeClr val="tx1"/>
                          </a:solidFill>
                          <a:latin typeface="Arial" panose="020B0604020202020204" pitchFamily="34" charset="0"/>
                          <a:ea typeface="+mn-ea"/>
                          <a:cs typeface="+mn-cs"/>
                        </a:rPr>
                        <a:t>レコード）新規登録</a:t>
                      </a:r>
                      <a:r>
                        <a:rPr kumimoji="0" lang="en-US" altLang="ja-JP" sz="900" kern="1200" dirty="0">
                          <a:solidFill>
                            <a:schemeClr val="tx1"/>
                          </a:solidFill>
                          <a:latin typeface="Arial" panose="020B0604020202020204" pitchFamily="34" charset="0"/>
                          <a:ea typeface="+mn-ea"/>
                          <a:cs typeface="+mn-cs"/>
                        </a:rPr>
                        <a:t>/</a:t>
                      </a:r>
                      <a:r>
                        <a:rPr kumimoji="0" lang="ja-JP" altLang="en-US" sz="900" kern="1200" dirty="0">
                          <a:solidFill>
                            <a:schemeClr val="tx1"/>
                          </a:solidFill>
                          <a:latin typeface="Arial" panose="020B0604020202020204" pitchFamily="34" charset="0"/>
                          <a:ea typeface="+mn-ea"/>
                          <a:cs typeface="+mn-cs"/>
                        </a:rPr>
                        <a:t>編集するときに、添付ファイル</a:t>
                      </a:r>
                      <a:r>
                        <a:rPr kumimoji="0" lang="en-US" altLang="ja-JP" sz="900" kern="1200" dirty="0">
                          <a:solidFill>
                            <a:schemeClr val="tx1"/>
                          </a:solidFill>
                          <a:latin typeface="Arial" panose="020B0604020202020204" pitchFamily="34" charset="0"/>
                          <a:ea typeface="+mn-ea"/>
                          <a:cs typeface="+mn-cs"/>
                        </a:rPr>
                        <a:t>Upload</a:t>
                      </a:r>
                      <a:r>
                        <a:rPr kumimoji="0" lang="ja-JP" altLang="en-US" sz="900" kern="1200" dirty="0">
                          <a:solidFill>
                            <a:schemeClr val="tx1"/>
                          </a:solidFill>
                          <a:latin typeface="Arial" panose="020B0604020202020204" pitchFamily="34" charset="0"/>
                          <a:ea typeface="+mn-ea"/>
                          <a:cs typeface="+mn-cs"/>
                        </a:rPr>
                        <a:t>処理に、仕様書の開示権限に従い、</a:t>
                      </a:r>
                      <a:r>
                        <a:rPr kumimoji="0" lang="en-US" altLang="ja-JP" sz="900" kern="1200" dirty="0">
                          <a:solidFill>
                            <a:schemeClr val="tx1"/>
                          </a:solidFill>
                          <a:latin typeface="Arial" panose="020B0604020202020204" pitchFamily="34" charset="0"/>
                          <a:ea typeface="+mn-ea"/>
                          <a:cs typeface="+mn-cs"/>
                        </a:rPr>
                        <a:t>Upload</a:t>
                      </a:r>
                      <a:r>
                        <a:rPr kumimoji="0" lang="ja-JP" altLang="en-US" sz="900" kern="1200" dirty="0">
                          <a:solidFill>
                            <a:schemeClr val="tx1"/>
                          </a:solidFill>
                          <a:latin typeface="Arial" panose="020B0604020202020204" pitchFamily="34" charset="0"/>
                          <a:ea typeface="+mn-ea"/>
                          <a:cs typeface="+mn-cs"/>
                        </a:rPr>
                        <a:t>ファイルに該当する権限を付与する（ファイル</a:t>
                      </a:r>
                      <a:r>
                        <a:rPr kumimoji="0" lang="en-US" altLang="ja-JP" sz="900" kern="1200" dirty="0">
                          <a:solidFill>
                            <a:schemeClr val="tx1"/>
                          </a:solidFill>
                          <a:latin typeface="Arial" panose="020B0604020202020204" pitchFamily="34" charset="0"/>
                          <a:ea typeface="+mn-ea"/>
                          <a:cs typeface="+mn-cs"/>
                        </a:rPr>
                        <a:t>Owner:</a:t>
                      </a:r>
                      <a:r>
                        <a:rPr kumimoji="0" lang="ja-JP" altLang="en-US" sz="900" kern="1200" dirty="0">
                          <a:solidFill>
                            <a:schemeClr val="tx1"/>
                          </a:solidFill>
                          <a:latin typeface="Arial" panose="020B0604020202020204" pitchFamily="34" charset="0"/>
                          <a:ea typeface="+mn-ea"/>
                          <a:cs typeface="+mn-cs"/>
                        </a:rPr>
                        <a:t>専用</a:t>
                      </a:r>
                      <a:r>
                        <a:rPr kumimoji="0" lang="en-US" altLang="ja-JP" sz="900" kern="1200" dirty="0">
                          <a:solidFill>
                            <a:schemeClr val="tx1"/>
                          </a:solidFill>
                          <a:latin typeface="Arial" panose="020B0604020202020204" pitchFamily="34" charset="0"/>
                          <a:ea typeface="+mn-ea"/>
                          <a:cs typeface="+mn-cs"/>
                        </a:rPr>
                        <a:t>system User, </a:t>
                      </a:r>
                      <a:r>
                        <a:rPr kumimoji="0" lang="ja-JP" altLang="en-US" sz="900" kern="1200" dirty="0">
                          <a:solidFill>
                            <a:schemeClr val="tx1"/>
                          </a:solidFill>
                          <a:latin typeface="Arial" panose="020B0604020202020204" pitchFamily="34" charset="0"/>
                          <a:ea typeface="+mn-ea"/>
                          <a:cs typeface="+mn-cs"/>
                        </a:rPr>
                        <a:t>作成者</a:t>
                      </a:r>
                      <a:r>
                        <a:rPr kumimoji="0" lang="en-US" altLang="ja-JP" sz="900" kern="1200" dirty="0">
                          <a:solidFill>
                            <a:schemeClr val="tx1"/>
                          </a:solidFill>
                          <a:latin typeface="Arial" panose="020B0604020202020204" pitchFamily="34" charset="0"/>
                          <a:ea typeface="+mn-ea"/>
                          <a:cs typeface="+mn-cs"/>
                        </a:rPr>
                        <a:t>/Group:</a:t>
                      </a:r>
                      <a:r>
                        <a:rPr kumimoji="0" lang="ja-JP" altLang="en-US" sz="900" kern="1200" dirty="0">
                          <a:solidFill>
                            <a:schemeClr val="tx1"/>
                          </a:solidFill>
                          <a:latin typeface="Arial" panose="020B0604020202020204" pitchFamily="34" charset="0"/>
                          <a:ea typeface="+mn-ea"/>
                          <a:cs typeface="+mn-cs"/>
                        </a:rPr>
                        <a:t>編集可能</a:t>
                      </a:r>
                      <a:r>
                        <a:rPr kumimoji="0" lang="en-US" altLang="ja-JP" sz="900" kern="1200" dirty="0">
                          <a:solidFill>
                            <a:schemeClr val="tx1"/>
                          </a:solidFill>
                          <a:latin typeface="Arial" panose="020B0604020202020204" pitchFamily="34" charset="0"/>
                          <a:ea typeface="+mn-ea"/>
                          <a:cs typeface="+mn-cs"/>
                        </a:rPr>
                        <a:t>,</a:t>
                      </a:r>
                      <a:r>
                        <a:rPr kumimoji="0" lang="ja-JP" altLang="en-US" sz="900" kern="1200" dirty="0">
                          <a:solidFill>
                            <a:schemeClr val="tx1"/>
                          </a:solidFill>
                          <a:latin typeface="Arial" panose="020B0604020202020204" pitchFamily="34" charset="0"/>
                          <a:ea typeface="+mn-ea"/>
                          <a:cs typeface="+mn-cs"/>
                        </a:rPr>
                        <a:t>開示対象：閲覧</a:t>
                      </a:r>
                      <a:r>
                        <a:rPr kumimoji="0" lang="en-US" altLang="ja-JP" sz="900" kern="1200" dirty="0">
                          <a:solidFill>
                            <a:schemeClr val="tx1"/>
                          </a:solidFill>
                          <a:latin typeface="Arial" panose="020B0604020202020204" pitchFamily="34" charset="0"/>
                          <a:ea typeface="+mn-ea"/>
                          <a:cs typeface="+mn-cs"/>
                        </a:rPr>
                        <a:t>+Download</a:t>
                      </a:r>
                      <a:r>
                        <a:rPr kumimoji="0" lang="ja-JP" altLang="en-US" sz="900" kern="1200" dirty="0">
                          <a:solidFill>
                            <a:schemeClr val="tx1"/>
                          </a:solidFill>
                          <a:latin typeface="Arial" panose="020B0604020202020204" pitchFamily="34" charset="0"/>
                          <a:ea typeface="+mn-ea"/>
                          <a:cs typeface="+mn-cs"/>
                        </a:rPr>
                        <a:t>）</a:t>
                      </a:r>
                      <a:endParaRPr kumimoji="0" lang="en-US" altLang="ja-JP" sz="900" kern="1200" dirty="0">
                        <a:solidFill>
                          <a:schemeClr val="tx1"/>
                        </a:solidFill>
                        <a:latin typeface="Arial" panose="020B0604020202020204" pitchFamily="34" charset="0"/>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ja-JP" altLang="en-US" sz="900" kern="1200" dirty="0">
                          <a:solidFill>
                            <a:schemeClr val="tx1"/>
                          </a:solidFill>
                          <a:latin typeface="Arial" panose="020B0604020202020204" pitchFamily="34" charset="0"/>
                          <a:ea typeface="+mn-ea"/>
                          <a:cs typeface="+mn-cs"/>
                        </a:rPr>
                        <a:t>承認完了の場合、作成者</a:t>
                      </a:r>
                      <a:r>
                        <a:rPr kumimoji="0" lang="en-US" altLang="ja-JP" sz="900" kern="1200" dirty="0">
                          <a:solidFill>
                            <a:schemeClr val="tx1"/>
                          </a:solidFill>
                          <a:latin typeface="Arial" panose="020B0604020202020204" pitchFamily="34" charset="0"/>
                          <a:ea typeface="+mn-ea"/>
                          <a:cs typeface="+mn-cs"/>
                        </a:rPr>
                        <a:t>/Group</a:t>
                      </a:r>
                      <a:r>
                        <a:rPr kumimoji="0" lang="ja-JP" altLang="en-US" sz="900" kern="1200" dirty="0">
                          <a:solidFill>
                            <a:schemeClr val="tx1"/>
                          </a:solidFill>
                          <a:latin typeface="Arial" panose="020B0604020202020204" pitchFamily="34" charset="0"/>
                          <a:ea typeface="+mn-ea"/>
                          <a:cs typeface="+mn-cs"/>
                        </a:rPr>
                        <a:t>も閲覧</a:t>
                      </a:r>
                      <a:r>
                        <a:rPr kumimoji="0" lang="en-US" altLang="ja-JP" sz="900" kern="1200" dirty="0">
                          <a:solidFill>
                            <a:schemeClr val="tx1"/>
                          </a:solidFill>
                          <a:latin typeface="Arial" panose="020B0604020202020204" pitchFamily="34" charset="0"/>
                          <a:ea typeface="+mn-ea"/>
                          <a:cs typeface="+mn-cs"/>
                        </a:rPr>
                        <a:t>+Download</a:t>
                      </a:r>
                      <a:r>
                        <a:rPr kumimoji="0" lang="ja-JP" altLang="en-US" sz="900" kern="1200" dirty="0">
                          <a:solidFill>
                            <a:schemeClr val="tx1"/>
                          </a:solidFill>
                          <a:latin typeface="Arial" panose="020B0604020202020204" pitchFamily="34" charset="0"/>
                          <a:ea typeface="+mn-ea"/>
                          <a:cs typeface="+mn-cs"/>
                        </a:rPr>
                        <a:t>に権限変更</a:t>
                      </a:r>
                      <a:endParaRPr kumimoji="0" lang="en-US" altLang="ja-JP" sz="900" kern="1200" dirty="0">
                        <a:solidFill>
                          <a:schemeClr val="tx1"/>
                        </a:solidFill>
                        <a:latin typeface="Arial" panose="020B0604020202020204" pitchFamily="34" charset="0"/>
                        <a:ea typeface="+mn-ea"/>
                        <a:cs typeface="+mn-cs"/>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ja-JP" altLang="en-US" sz="900" kern="1200" dirty="0">
                          <a:solidFill>
                            <a:schemeClr val="tx1"/>
                          </a:solidFill>
                          <a:latin typeface="Arial" panose="020B0604020202020204" pitchFamily="34" charset="0"/>
                          <a:ea typeface="+mn-ea"/>
                          <a:cs typeface="+mn-cs"/>
                        </a:rPr>
                        <a:t>論理</a:t>
                      </a:r>
                      <a:r>
                        <a:rPr kumimoji="0" lang="en-US" altLang="ja-JP" sz="900" kern="1200" dirty="0">
                          <a:solidFill>
                            <a:schemeClr val="tx1"/>
                          </a:solidFill>
                          <a:latin typeface="Arial" panose="020B0604020202020204" pitchFamily="34" charset="0"/>
                          <a:ea typeface="+mn-ea"/>
                          <a:cs typeface="+mn-cs"/>
                        </a:rPr>
                        <a:t>Security Group(Azure AD</a:t>
                      </a:r>
                      <a:r>
                        <a:rPr kumimoji="0" lang="ja-JP" altLang="en-US" sz="900" kern="1200" dirty="0">
                          <a:solidFill>
                            <a:schemeClr val="tx1"/>
                          </a:solidFill>
                          <a:latin typeface="Arial" panose="020B0604020202020204" pitchFamily="34" charset="0"/>
                          <a:ea typeface="+mn-ea"/>
                          <a:cs typeface="+mn-cs"/>
                        </a:rPr>
                        <a:t>の</a:t>
                      </a:r>
                      <a:r>
                        <a:rPr kumimoji="0" lang="en-US" altLang="ja-JP" sz="900" kern="1200" dirty="0">
                          <a:solidFill>
                            <a:schemeClr val="tx1"/>
                          </a:solidFill>
                          <a:latin typeface="Arial" panose="020B0604020202020204" pitchFamily="34" charset="0"/>
                          <a:ea typeface="+mn-ea"/>
                          <a:cs typeface="+mn-cs"/>
                        </a:rPr>
                        <a:t>Security Group</a:t>
                      </a:r>
                      <a:r>
                        <a:rPr kumimoji="0" lang="ja-JP" altLang="en-US" sz="900" kern="1200" dirty="0">
                          <a:solidFill>
                            <a:schemeClr val="tx1"/>
                          </a:solidFill>
                          <a:latin typeface="Arial" panose="020B0604020202020204" pitchFamily="34" charset="0"/>
                          <a:ea typeface="+mn-ea"/>
                          <a:cs typeface="+mn-cs"/>
                        </a:rPr>
                        <a:t>ではなく、</a:t>
                      </a:r>
                      <a:r>
                        <a:rPr kumimoji="0" lang="en-US" altLang="ja-JP" sz="900" kern="1200" dirty="0">
                          <a:solidFill>
                            <a:schemeClr val="tx1"/>
                          </a:solidFill>
                          <a:latin typeface="Arial" panose="020B0604020202020204" pitchFamily="34" charset="0"/>
                          <a:ea typeface="+mn-ea"/>
                          <a:cs typeface="+mn-cs"/>
                        </a:rPr>
                        <a:t>DB</a:t>
                      </a:r>
                      <a:r>
                        <a:rPr kumimoji="0" lang="ja-JP" altLang="en-US" sz="900" kern="1200" dirty="0">
                          <a:solidFill>
                            <a:schemeClr val="tx1"/>
                          </a:solidFill>
                          <a:latin typeface="Arial" panose="020B0604020202020204" pitchFamily="34" charset="0"/>
                          <a:ea typeface="+mn-ea"/>
                          <a:cs typeface="+mn-cs"/>
                        </a:rPr>
                        <a:t>で管理される</a:t>
                      </a:r>
                      <a:r>
                        <a:rPr kumimoji="0" lang="en-US" altLang="ja-JP" sz="900" kern="1200" dirty="0">
                          <a:solidFill>
                            <a:schemeClr val="tx1"/>
                          </a:solidFill>
                          <a:latin typeface="Arial" panose="020B0604020202020204" pitchFamily="34" charset="0"/>
                          <a:ea typeface="+mn-ea"/>
                          <a:cs typeface="+mn-cs"/>
                        </a:rPr>
                        <a:t>Group)</a:t>
                      </a:r>
                      <a:r>
                        <a:rPr kumimoji="0" lang="ja-JP" altLang="en-US" sz="900" kern="1200" dirty="0">
                          <a:solidFill>
                            <a:schemeClr val="tx1"/>
                          </a:solidFill>
                          <a:latin typeface="Arial" panose="020B0604020202020204" pitchFamily="34" charset="0"/>
                          <a:ea typeface="+mn-ea"/>
                          <a:cs typeface="+mn-cs"/>
                        </a:rPr>
                        <a:t>が変更されるときに、すでに登録済みの関係仕様書（</a:t>
                      </a:r>
                      <a:r>
                        <a:rPr kumimoji="0" lang="en-US" altLang="ja-JP" sz="900" kern="1200" dirty="0">
                          <a:solidFill>
                            <a:schemeClr val="tx1"/>
                          </a:solidFill>
                          <a:latin typeface="Arial" panose="020B0604020202020204" pitchFamily="34" charset="0"/>
                          <a:ea typeface="+mn-ea"/>
                          <a:cs typeface="+mn-cs"/>
                        </a:rPr>
                        <a:t>Table</a:t>
                      </a:r>
                      <a:r>
                        <a:rPr kumimoji="0" lang="ja-JP" altLang="en-US" sz="900" kern="1200" dirty="0">
                          <a:solidFill>
                            <a:schemeClr val="tx1"/>
                          </a:solidFill>
                          <a:latin typeface="Arial" panose="020B0604020202020204" pitchFamily="34" charset="0"/>
                          <a:ea typeface="+mn-ea"/>
                          <a:cs typeface="+mn-cs"/>
                        </a:rPr>
                        <a:t>レコード）の添付ファイルに対して、承認フローの状態により</a:t>
                      </a:r>
                      <a:r>
                        <a:rPr kumimoji="0" lang="en-US" altLang="ja-JP" sz="900" kern="1200" dirty="0">
                          <a:solidFill>
                            <a:schemeClr val="tx1"/>
                          </a:solidFill>
                          <a:latin typeface="Arial" panose="020B0604020202020204" pitchFamily="34" charset="0"/>
                          <a:ea typeface="+mn-ea"/>
                          <a:cs typeface="+mn-cs"/>
                        </a:rPr>
                        <a:t>No.1/No.2</a:t>
                      </a:r>
                      <a:r>
                        <a:rPr kumimoji="0" lang="ja-JP" altLang="en-US" sz="900" kern="1200" dirty="0">
                          <a:solidFill>
                            <a:schemeClr val="tx1"/>
                          </a:solidFill>
                          <a:latin typeface="Arial" panose="020B0604020202020204" pitchFamily="34" charset="0"/>
                          <a:ea typeface="+mn-ea"/>
                          <a:cs typeface="+mn-cs"/>
                        </a:rPr>
                        <a:t>で再度権限を設定</a:t>
                      </a:r>
                      <a:r>
                        <a:rPr kumimoji="0" lang="ja-JP" altLang="en-US" sz="900" b="1" kern="1200" dirty="0">
                          <a:solidFill>
                            <a:srgbClr val="FF0000"/>
                          </a:solidFill>
                          <a:latin typeface="Arial" panose="020B0604020202020204" pitchFamily="34" charset="0"/>
                          <a:ea typeface="+mn-ea"/>
                          <a:cs typeface="+mn-cs"/>
                        </a:rPr>
                        <a:t>（ここは重いため、</a:t>
                      </a:r>
                      <a:r>
                        <a:rPr kumimoji="0" lang="en-US" altLang="ja-JP" sz="900" b="1" kern="1200" dirty="0">
                          <a:solidFill>
                            <a:srgbClr val="FF0000"/>
                          </a:solidFill>
                          <a:latin typeface="Arial" panose="020B0604020202020204" pitchFamily="34" charset="0"/>
                          <a:ea typeface="+mn-ea"/>
                          <a:cs typeface="+mn-cs"/>
                        </a:rPr>
                        <a:t>Batch</a:t>
                      </a:r>
                      <a:r>
                        <a:rPr kumimoji="0" lang="ja-JP" altLang="en-US" sz="900" b="1" kern="1200" dirty="0">
                          <a:solidFill>
                            <a:srgbClr val="FF0000"/>
                          </a:solidFill>
                          <a:latin typeface="Arial" panose="020B0604020202020204" pitchFamily="34" charset="0"/>
                          <a:ea typeface="+mn-ea"/>
                          <a:cs typeface="+mn-cs"/>
                        </a:rPr>
                        <a:t>あるいは非同期で動作させる）</a:t>
                      </a:r>
                      <a:endParaRPr kumimoji="0" lang="en-US" altLang="ja-JP" sz="900" b="1" kern="1200" dirty="0">
                        <a:solidFill>
                          <a:srgbClr val="FF0000"/>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15025090"/>
                  </a:ext>
                </a:extLst>
              </a:tr>
              <a:tr h="267951">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900" kern="1200" dirty="0">
                          <a:solidFill>
                            <a:schemeClr val="tx1"/>
                          </a:solidFill>
                          <a:latin typeface="Arial" panose="020B0604020202020204" pitchFamily="34" charset="0"/>
                          <a:ea typeface="+mn-ea"/>
                          <a:cs typeface="+mn-cs"/>
                        </a:rPr>
                        <a:t>アクセス権限のある仕様書（</a:t>
                      </a:r>
                      <a:r>
                        <a:rPr kumimoji="0" lang="en-US" altLang="ja-JP" sz="900" kern="1200" dirty="0">
                          <a:solidFill>
                            <a:schemeClr val="tx1"/>
                          </a:solidFill>
                          <a:latin typeface="Arial" panose="020B0604020202020204" pitchFamily="34" charset="0"/>
                          <a:ea typeface="+mn-ea"/>
                          <a:cs typeface="+mn-cs"/>
                        </a:rPr>
                        <a:t>Table record</a:t>
                      </a:r>
                      <a:r>
                        <a:rPr kumimoji="0" lang="ja-JP" altLang="en-US" sz="900" kern="1200" dirty="0">
                          <a:solidFill>
                            <a:schemeClr val="tx1"/>
                          </a:solidFill>
                          <a:latin typeface="Arial" panose="020B0604020202020204" pitchFamily="34" charset="0"/>
                          <a:ea typeface="+mn-ea"/>
                          <a:cs typeface="+mn-cs"/>
                        </a:rPr>
                        <a:t>）と添付ファイルのみは検索結果対象とする</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vMerge="1">
                  <a:txBody>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2972437489"/>
                  </a:ext>
                </a:extLst>
              </a:tr>
              <a:tr h="274875">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900" kern="1200" dirty="0">
                          <a:solidFill>
                            <a:schemeClr val="tx1"/>
                          </a:solidFill>
                          <a:latin typeface="Arial" panose="020B0604020202020204" pitchFamily="34" charset="0"/>
                          <a:ea typeface="+mn-ea"/>
                          <a:cs typeface="+mn-cs"/>
                        </a:rPr>
                        <a:t>仕様書（</a:t>
                      </a:r>
                      <a:r>
                        <a:rPr kumimoji="0" lang="en-US" altLang="ja-JP" sz="900" kern="1200" dirty="0">
                          <a:solidFill>
                            <a:schemeClr val="tx1"/>
                          </a:solidFill>
                          <a:latin typeface="Arial" panose="020B0604020202020204" pitchFamily="34" charset="0"/>
                          <a:ea typeface="+mn-ea"/>
                          <a:cs typeface="+mn-cs"/>
                        </a:rPr>
                        <a:t>Table record</a:t>
                      </a:r>
                      <a:r>
                        <a:rPr kumimoji="0" lang="ja-JP" altLang="en-US" sz="900" kern="1200" dirty="0">
                          <a:solidFill>
                            <a:schemeClr val="tx1"/>
                          </a:solidFill>
                          <a:latin typeface="Arial" panose="020B0604020202020204" pitchFamily="34" charset="0"/>
                          <a:ea typeface="+mn-ea"/>
                          <a:cs typeface="+mn-cs"/>
                        </a:rPr>
                        <a:t>）に公開権限が変更された場合、すでに</a:t>
                      </a:r>
                      <a:r>
                        <a:rPr kumimoji="0" lang="en-US" altLang="ja-JP" sz="900" kern="1200" dirty="0">
                          <a:solidFill>
                            <a:schemeClr val="tx1"/>
                          </a:solidFill>
                          <a:latin typeface="Arial" panose="020B0604020202020204" pitchFamily="34" charset="0"/>
                          <a:ea typeface="+mn-ea"/>
                          <a:cs typeface="+mn-cs"/>
                        </a:rPr>
                        <a:t>Upload</a:t>
                      </a:r>
                      <a:r>
                        <a:rPr kumimoji="0" lang="ja-JP" altLang="en-US" sz="900" kern="1200" dirty="0">
                          <a:solidFill>
                            <a:schemeClr val="tx1"/>
                          </a:solidFill>
                          <a:latin typeface="Arial" panose="020B0604020202020204" pitchFamily="34" charset="0"/>
                          <a:ea typeface="+mn-ea"/>
                          <a:cs typeface="+mn-cs"/>
                        </a:rPr>
                        <a:t>済のファイルに対して、個別権限処理</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277697783"/>
                  </a:ext>
                </a:extLst>
              </a:tr>
            </a:tbl>
          </a:graphicData>
        </a:graphic>
      </p:graphicFrame>
      <p:pic>
        <p:nvPicPr>
          <p:cNvPr id="4" name="図 3">
            <a:extLst>
              <a:ext uri="{FF2B5EF4-FFF2-40B4-BE49-F238E27FC236}">
                <a16:creationId xmlns:a16="http://schemas.microsoft.com/office/drawing/2014/main" id="{789371F3-936E-B9E1-D075-335627DB929E}"/>
              </a:ext>
            </a:extLst>
          </p:cNvPr>
          <p:cNvPicPr>
            <a:picLocks noChangeAspect="1"/>
          </p:cNvPicPr>
          <p:nvPr/>
        </p:nvPicPr>
        <p:blipFill>
          <a:blip r:embed="rId3"/>
          <a:stretch>
            <a:fillRect/>
          </a:stretch>
        </p:blipFill>
        <p:spPr>
          <a:xfrm>
            <a:off x="6163450" y="2826158"/>
            <a:ext cx="4814316" cy="2459878"/>
          </a:xfrm>
          <a:prstGeom prst="rect">
            <a:avLst/>
          </a:prstGeom>
        </p:spPr>
      </p:pic>
    </p:spTree>
    <p:extLst>
      <p:ext uri="{BB962C8B-B14F-4D97-AF65-F5344CB8AC3E}">
        <p14:creationId xmlns:p14="http://schemas.microsoft.com/office/powerpoint/2010/main" val="3815098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2FD62F-34D8-415B-C407-D0A49B9660B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620D0FE-5CDC-B67D-B8FB-1A1CC0F0F359}"/>
              </a:ext>
            </a:extLst>
          </p:cNvPr>
          <p:cNvSpPr>
            <a:spLocks noGrp="1"/>
          </p:cNvSpPr>
          <p:nvPr>
            <p:ph type="title"/>
          </p:nvPr>
        </p:nvSpPr>
        <p:spPr>
          <a:xfrm>
            <a:off x="414336" y="255263"/>
            <a:ext cx="9327072" cy="683629"/>
          </a:xfrm>
        </p:spPr>
        <p:txBody>
          <a:bodyPr>
            <a:normAutofit/>
          </a:bodyPr>
          <a:lstStyle/>
          <a:p>
            <a:r>
              <a:rPr lang="ja-JP" altLang="en-US" dirty="0"/>
              <a:t>要件／ソリューション－ユーザ別の属性管理</a:t>
            </a:r>
            <a:endParaRPr lang="ja-JP" altLang="en-US" dirty="0">
              <a:effectLst/>
            </a:endParaRPr>
          </a:p>
        </p:txBody>
      </p:sp>
      <p:graphicFrame>
        <p:nvGraphicFramePr>
          <p:cNvPr id="3" name="表 2">
            <a:extLst>
              <a:ext uri="{FF2B5EF4-FFF2-40B4-BE49-F238E27FC236}">
                <a16:creationId xmlns:a16="http://schemas.microsoft.com/office/drawing/2014/main" id="{77285F7C-5C95-615B-81FB-6D03F60BA62C}"/>
              </a:ext>
            </a:extLst>
          </p:cNvPr>
          <p:cNvGraphicFramePr>
            <a:graphicFrameLocks noGrp="1"/>
          </p:cNvGraphicFramePr>
          <p:nvPr>
            <p:extLst>
              <p:ext uri="{D42A27DB-BD31-4B8C-83A1-F6EECF244321}">
                <p14:modId xmlns:p14="http://schemas.microsoft.com/office/powerpoint/2010/main" val="3754042589"/>
              </p:ext>
            </p:extLst>
          </p:nvPr>
        </p:nvGraphicFramePr>
        <p:xfrm>
          <a:off x="324028" y="1267321"/>
          <a:ext cx="11284856" cy="5056009"/>
        </p:xfrm>
        <a:graphic>
          <a:graphicData uri="http://schemas.openxmlformats.org/drawingml/2006/table">
            <a:tbl>
              <a:tblPr firstRow="1">
                <a:tableStyleId>{2D5ABB26-0587-4C30-8999-92F81FD0307C}</a:tableStyleId>
              </a:tblPr>
              <a:tblGrid>
                <a:gridCol w="1781628">
                  <a:extLst>
                    <a:ext uri="{9D8B030D-6E8A-4147-A177-3AD203B41FA5}">
                      <a16:colId xmlns:a16="http://schemas.microsoft.com/office/drawing/2014/main" val="307087368"/>
                    </a:ext>
                  </a:extLst>
                </a:gridCol>
                <a:gridCol w="2306320">
                  <a:extLst>
                    <a:ext uri="{9D8B030D-6E8A-4147-A177-3AD203B41FA5}">
                      <a16:colId xmlns:a16="http://schemas.microsoft.com/office/drawing/2014/main" val="1007415991"/>
                    </a:ext>
                  </a:extLst>
                </a:gridCol>
                <a:gridCol w="7196908">
                  <a:extLst>
                    <a:ext uri="{9D8B030D-6E8A-4147-A177-3AD203B41FA5}">
                      <a16:colId xmlns:a16="http://schemas.microsoft.com/office/drawing/2014/main" val="3160565433"/>
                    </a:ext>
                  </a:extLst>
                </a:gridCol>
              </a:tblGrid>
              <a:tr h="292919">
                <a:tc>
                  <a:txBody>
                    <a:bodyPr/>
                    <a:lstStyle/>
                    <a:p>
                      <a:r>
                        <a:rPr lang="ja-JP" altLang="en-US" sz="1200" dirty="0"/>
                        <a:t>要件</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t>機能</a:t>
                      </a:r>
                      <a:endParaRPr lang="en-US" sz="1200" dirty="0"/>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t>ソリューション</a:t>
                      </a:r>
                      <a:endParaRPr lang="en-US" sz="1200" dirty="0"/>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607360652"/>
                  </a:ext>
                </a:extLst>
              </a:tr>
              <a:tr h="1046879">
                <a:tc rowSpan="3">
                  <a:txBody>
                    <a:bodyPr/>
                    <a:lstStyle/>
                    <a:p>
                      <a:r>
                        <a:rPr lang="en-US" altLang="ja-JP" sz="900" dirty="0"/>
                        <a:t>i13</a:t>
                      </a:r>
                      <a:r>
                        <a:rPr lang="ja-JP" altLang="en-US" sz="900" dirty="0"/>
                        <a:t>：利用者は必要な項目に応じてビューの設定ができること。</a:t>
                      </a:r>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ja-JP" sz="900" dirty="0"/>
                        <a:t>Grid</a:t>
                      </a:r>
                      <a:r>
                        <a:rPr lang="ja-JP" altLang="en-US" sz="900" dirty="0"/>
                        <a:t>形式の列の表示／非表示</a:t>
                      </a:r>
                      <a:r>
                        <a:rPr lang="zh-CN" altLang="en-US" sz="900" dirty="0"/>
                        <a:t>，</a:t>
                      </a:r>
                      <a:r>
                        <a:rPr lang="ja-JP" altLang="en-US" sz="900" dirty="0"/>
                        <a:t>表示順、幅情報が設定すること</a:t>
                      </a: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rowSpan="2">
                  <a:txBody>
                    <a:bodyPr/>
                    <a:lstStyle/>
                    <a:p>
                      <a:endParaRPr lang="en-US" altLang="ja-JP" sz="900" dirty="0"/>
                    </a:p>
                    <a:p>
                      <a:r>
                        <a:rPr lang="en-US" altLang="ja-JP" sz="900" dirty="0"/>
                        <a:t>Grid</a:t>
                      </a:r>
                      <a:r>
                        <a:rPr lang="ja-JP" altLang="en-US" sz="900" dirty="0"/>
                        <a:t>ロード時、表示順、表示要否、幅は</a:t>
                      </a:r>
                      <a:r>
                        <a:rPr lang="de-DE" altLang="ja-JP" sz="900" dirty="0"/>
                        <a:t>Tbl_UserProperityes</a:t>
                      </a:r>
                      <a:r>
                        <a:rPr lang="ja-JP" altLang="en-US" sz="900" dirty="0"/>
                        <a:t> </a:t>
                      </a:r>
                      <a:r>
                        <a:rPr lang="en-US" altLang="ja-JP" sz="900" dirty="0"/>
                        <a:t>Table</a:t>
                      </a:r>
                      <a:r>
                        <a:rPr lang="ja-JP" altLang="en-US" sz="900" dirty="0"/>
                        <a:t>から取得し、動的に設定すること</a:t>
                      </a:r>
                      <a:endParaRPr lang="en-US" altLang="ja-JP" sz="900" dirty="0"/>
                    </a:p>
                    <a:p>
                      <a:r>
                        <a:rPr kumimoji="0" lang="ja-JP" altLang="en-US" sz="900" kern="1200" dirty="0">
                          <a:solidFill>
                            <a:schemeClr val="tx1"/>
                          </a:solidFill>
                          <a:latin typeface="Arial" panose="020B0604020202020204" pitchFamily="34" charset="0"/>
                          <a:ea typeface="+mn-ea"/>
                          <a:cs typeface="+mn-cs"/>
                        </a:rPr>
                        <a:t>ユーザが独自設定（調整）されていない場合、</a:t>
                      </a:r>
                      <a:r>
                        <a:rPr kumimoji="0" lang="en-US" altLang="ja-JP" sz="900" kern="1200" dirty="0">
                          <a:solidFill>
                            <a:schemeClr val="tx1"/>
                          </a:solidFill>
                          <a:latin typeface="Arial" panose="020B0604020202020204" pitchFamily="34" charset="0"/>
                          <a:ea typeface="+mn-ea"/>
                          <a:cs typeface="+mn-cs"/>
                        </a:rPr>
                        <a:t>Grid</a:t>
                      </a:r>
                      <a:r>
                        <a:rPr kumimoji="0" lang="ja-JP" altLang="en-US" sz="900" kern="1200" dirty="0">
                          <a:solidFill>
                            <a:schemeClr val="tx1"/>
                          </a:solidFill>
                          <a:latin typeface="Arial" panose="020B0604020202020204" pitchFamily="34" charset="0"/>
                          <a:ea typeface="+mn-ea"/>
                          <a:cs typeface="+mn-cs"/>
                        </a:rPr>
                        <a:t>毎の</a:t>
                      </a:r>
                      <a:r>
                        <a:rPr kumimoji="0" lang="en-US" altLang="ja-JP" sz="900" kern="1200" dirty="0">
                          <a:solidFill>
                            <a:schemeClr val="tx1"/>
                          </a:solidFill>
                          <a:latin typeface="Arial" panose="020B0604020202020204" pitchFamily="34" charset="0"/>
                          <a:ea typeface="+mn-ea"/>
                          <a:cs typeface="+mn-cs"/>
                        </a:rPr>
                        <a:t>Default</a:t>
                      </a:r>
                      <a:r>
                        <a:rPr kumimoji="0" lang="ja-JP" altLang="en-US" sz="900" kern="1200" dirty="0">
                          <a:solidFill>
                            <a:schemeClr val="tx1"/>
                          </a:solidFill>
                          <a:latin typeface="Arial" panose="020B0604020202020204" pitchFamily="34" charset="0"/>
                          <a:ea typeface="+mn-ea"/>
                          <a:cs typeface="+mn-cs"/>
                        </a:rPr>
                        <a:t>の幅、表示可否で表現する</a:t>
                      </a:r>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465751194"/>
                  </a:ext>
                </a:extLst>
              </a:tr>
              <a:tr h="2801629">
                <a:tc vMerge="1">
                  <a:txBody>
                    <a:bodyPr/>
                    <a:lstStyle/>
                    <a:p>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lang="ja-JP" altLang="en-US" sz="900" dirty="0"/>
                        <a:t>ユーザは画面</a:t>
                      </a:r>
                      <a:r>
                        <a:rPr lang="en-US" altLang="ja-JP" sz="900" dirty="0"/>
                        <a:t>Grid</a:t>
                      </a:r>
                      <a:r>
                        <a:rPr lang="ja-JP" altLang="en-US" sz="900" dirty="0"/>
                        <a:t>毎に独自設定すること</a:t>
                      </a: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vMerge="1">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zh-CN" altLang="zh-CN" sz="900" dirty="0">
                        <a:latin typeface="Arial" panose="020B0604020202020204" pitchFamily="34" charset="0"/>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958281788"/>
                  </a:ext>
                </a:extLst>
              </a:tr>
              <a:tr h="914582">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900" kern="1200" dirty="0">
                          <a:solidFill>
                            <a:schemeClr val="tx1"/>
                          </a:solidFill>
                          <a:latin typeface="Arial" panose="020B0604020202020204" pitchFamily="34" charset="0"/>
                          <a:ea typeface="+mn-ea"/>
                          <a:cs typeface="+mn-cs"/>
                        </a:rPr>
                        <a:t>性能懸念</a:t>
                      </a: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kumimoji="0" lang="ja-JP" altLang="en-US" sz="900" kern="1200" dirty="0">
                          <a:solidFill>
                            <a:schemeClr val="tx1"/>
                          </a:solidFill>
                          <a:latin typeface="Arial" panose="020B0604020202020204" pitchFamily="34" charset="0"/>
                          <a:ea typeface="+mn-ea"/>
                          <a:cs typeface="+mn-cs"/>
                        </a:rPr>
                        <a:t>すべての利用者・グリッド単位で独自の</a:t>
                      </a:r>
                      <a:r>
                        <a:rPr lang="ja-JP" altLang="en-US" sz="900" dirty="0"/>
                        <a:t>ビューが設定された場合、</a:t>
                      </a:r>
                      <a:r>
                        <a:rPr kumimoji="1" lang="en-US" altLang="ja-JP" sz="900" b="1" dirty="0" err="1"/>
                        <a:t>Tbl_UserProperityes</a:t>
                      </a:r>
                      <a:r>
                        <a:rPr lang="ja-JP" altLang="en-US" sz="900" kern="1200" dirty="0">
                          <a:solidFill>
                            <a:schemeClr val="tx1"/>
                          </a:solidFill>
                          <a:latin typeface="+mn-lt"/>
                          <a:ea typeface="+mn-ea"/>
                          <a:cs typeface="+mn-cs"/>
                        </a:rPr>
                        <a:t>が膨大化し、永続化データの膨大化だけではなく、該当データをサクセスするによりのパフォーマンス低下恐れがある。</a:t>
                      </a:r>
                      <a:endParaRPr lang="en-US" altLang="ja-JP" sz="900" kern="1200" dirty="0">
                        <a:solidFill>
                          <a:schemeClr val="tx1"/>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ja-JP" altLang="en-US" sz="900" kern="1200" dirty="0">
                          <a:solidFill>
                            <a:schemeClr val="tx1"/>
                          </a:solidFill>
                          <a:latin typeface="+mn-lt"/>
                          <a:ea typeface="+mn-ea"/>
                          <a:cs typeface="+mn-cs"/>
                        </a:rPr>
                        <a:t>技術面で可能ですが、</a:t>
                      </a:r>
                      <a:r>
                        <a:rPr lang="en-US" altLang="ja-JP" sz="900" kern="1200" dirty="0">
                          <a:solidFill>
                            <a:schemeClr val="tx1"/>
                          </a:solidFill>
                          <a:latin typeface="+mn-lt"/>
                          <a:ea typeface="+mn-ea"/>
                          <a:cs typeface="+mn-cs"/>
                        </a:rPr>
                        <a:t>POC</a:t>
                      </a:r>
                      <a:r>
                        <a:rPr lang="ja-JP" altLang="en-US" sz="900" kern="1200" dirty="0">
                          <a:solidFill>
                            <a:schemeClr val="tx1"/>
                          </a:solidFill>
                          <a:latin typeface="+mn-lt"/>
                          <a:ea typeface="+mn-ea"/>
                          <a:cs typeface="+mn-cs"/>
                        </a:rPr>
                        <a:t>フェーズで性能を評価してから最終実施対象とする・としないことを決める</a:t>
                      </a: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72437489"/>
                  </a:ext>
                </a:extLst>
              </a:tr>
            </a:tbl>
          </a:graphicData>
        </a:graphic>
      </p:graphicFrame>
      <p:pic>
        <p:nvPicPr>
          <p:cNvPr id="7" name="図 6">
            <a:extLst>
              <a:ext uri="{FF2B5EF4-FFF2-40B4-BE49-F238E27FC236}">
                <a16:creationId xmlns:a16="http://schemas.microsoft.com/office/drawing/2014/main" id="{B8C41F2B-F63D-FA24-2F2D-CD307EB0192F}"/>
              </a:ext>
            </a:extLst>
          </p:cNvPr>
          <p:cNvPicPr>
            <a:picLocks noChangeAspect="1"/>
          </p:cNvPicPr>
          <p:nvPr/>
        </p:nvPicPr>
        <p:blipFill>
          <a:blip r:embed="rId3"/>
          <a:stretch>
            <a:fillRect/>
          </a:stretch>
        </p:blipFill>
        <p:spPr>
          <a:xfrm>
            <a:off x="4398206" y="2306320"/>
            <a:ext cx="7065400" cy="2245360"/>
          </a:xfrm>
          <a:prstGeom prst="rect">
            <a:avLst/>
          </a:prstGeom>
        </p:spPr>
      </p:pic>
      <p:sp>
        <p:nvSpPr>
          <p:cNvPr id="4" name="テキスト ボックス 3">
            <a:extLst>
              <a:ext uri="{FF2B5EF4-FFF2-40B4-BE49-F238E27FC236}">
                <a16:creationId xmlns:a16="http://schemas.microsoft.com/office/drawing/2014/main" id="{388B322A-9989-4C16-2ADC-1F2BE850EA54}"/>
              </a:ext>
            </a:extLst>
          </p:cNvPr>
          <p:cNvSpPr txBox="1"/>
          <p:nvPr/>
        </p:nvSpPr>
        <p:spPr>
          <a:xfrm>
            <a:off x="501931" y="682546"/>
            <a:ext cx="10868248" cy="584775"/>
          </a:xfrm>
          <a:prstGeom prst="rect">
            <a:avLst/>
          </a:prstGeom>
          <a:noFill/>
        </p:spPr>
        <p:txBody>
          <a:bodyPr wrap="square" rtlCol="0">
            <a:spAutoFit/>
          </a:bodyPr>
          <a:lstStyle/>
          <a:p>
            <a:r>
              <a:rPr kumimoji="1" lang="ja-JP" altLang="en-US" sz="1600" dirty="0">
                <a:solidFill>
                  <a:srgbClr val="FF0000"/>
                </a:solidFill>
              </a:rPr>
              <a:t>ユーザ別の属性管理は実現可能であり、パフォーマンス低下及び管理コスト増につながる恐れがあり、</a:t>
            </a:r>
            <a:endParaRPr kumimoji="1" lang="en-US" altLang="ja-JP" sz="1600" dirty="0">
              <a:solidFill>
                <a:srgbClr val="FF0000"/>
              </a:solidFill>
            </a:endParaRPr>
          </a:p>
          <a:p>
            <a:r>
              <a:rPr kumimoji="1" lang="ja-JP" altLang="en-US" sz="1600" dirty="0">
                <a:solidFill>
                  <a:srgbClr val="FF0000"/>
                </a:solidFill>
              </a:rPr>
              <a:t>必須でなければ、推奨しません。</a:t>
            </a:r>
          </a:p>
        </p:txBody>
      </p:sp>
    </p:spTree>
    <p:extLst>
      <p:ext uri="{BB962C8B-B14F-4D97-AF65-F5344CB8AC3E}">
        <p14:creationId xmlns:p14="http://schemas.microsoft.com/office/powerpoint/2010/main" val="10894045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1FB307-D22F-8B11-1CFA-D29F9A5C7F2D}"/>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3834ED7F-5930-BCDC-9035-4769215A66DF}"/>
              </a:ext>
            </a:extLst>
          </p:cNvPr>
          <p:cNvSpPr>
            <a:spLocks noGrp="1"/>
          </p:cNvSpPr>
          <p:nvPr>
            <p:ph type="title"/>
          </p:nvPr>
        </p:nvSpPr>
        <p:spPr>
          <a:xfrm>
            <a:off x="414336" y="255263"/>
            <a:ext cx="9327072" cy="683629"/>
          </a:xfrm>
        </p:spPr>
        <p:txBody>
          <a:bodyPr>
            <a:normAutofit/>
          </a:bodyPr>
          <a:lstStyle/>
          <a:p>
            <a:r>
              <a:rPr lang="ja-JP" altLang="en-US" dirty="0"/>
              <a:t>要件／ソリューションーデータ移行</a:t>
            </a:r>
            <a:endParaRPr lang="ja-JP" altLang="en-US" dirty="0">
              <a:effectLst/>
            </a:endParaRPr>
          </a:p>
        </p:txBody>
      </p:sp>
      <p:graphicFrame>
        <p:nvGraphicFramePr>
          <p:cNvPr id="3" name="表 2">
            <a:extLst>
              <a:ext uri="{FF2B5EF4-FFF2-40B4-BE49-F238E27FC236}">
                <a16:creationId xmlns:a16="http://schemas.microsoft.com/office/drawing/2014/main" id="{DA16FB71-9FF7-3BA5-1FD6-FEAD4D30EABB}"/>
              </a:ext>
            </a:extLst>
          </p:cNvPr>
          <p:cNvGraphicFramePr>
            <a:graphicFrameLocks noGrp="1"/>
          </p:cNvGraphicFramePr>
          <p:nvPr>
            <p:extLst>
              <p:ext uri="{D42A27DB-BD31-4B8C-83A1-F6EECF244321}">
                <p14:modId xmlns:p14="http://schemas.microsoft.com/office/powerpoint/2010/main" val="1594632960"/>
              </p:ext>
            </p:extLst>
          </p:nvPr>
        </p:nvGraphicFramePr>
        <p:xfrm>
          <a:off x="453572" y="867270"/>
          <a:ext cx="11284856" cy="5233809"/>
        </p:xfrm>
        <a:graphic>
          <a:graphicData uri="http://schemas.openxmlformats.org/drawingml/2006/table">
            <a:tbl>
              <a:tblPr firstRow="1">
                <a:tableStyleId>{2D5ABB26-0587-4C30-8999-92F81FD0307C}</a:tableStyleId>
              </a:tblPr>
              <a:tblGrid>
                <a:gridCol w="1781628">
                  <a:extLst>
                    <a:ext uri="{9D8B030D-6E8A-4147-A177-3AD203B41FA5}">
                      <a16:colId xmlns:a16="http://schemas.microsoft.com/office/drawing/2014/main" val="307087368"/>
                    </a:ext>
                  </a:extLst>
                </a:gridCol>
                <a:gridCol w="2306320">
                  <a:extLst>
                    <a:ext uri="{9D8B030D-6E8A-4147-A177-3AD203B41FA5}">
                      <a16:colId xmlns:a16="http://schemas.microsoft.com/office/drawing/2014/main" val="1007415991"/>
                    </a:ext>
                  </a:extLst>
                </a:gridCol>
                <a:gridCol w="7196908">
                  <a:extLst>
                    <a:ext uri="{9D8B030D-6E8A-4147-A177-3AD203B41FA5}">
                      <a16:colId xmlns:a16="http://schemas.microsoft.com/office/drawing/2014/main" val="3160565433"/>
                    </a:ext>
                  </a:extLst>
                </a:gridCol>
              </a:tblGrid>
              <a:tr h="280027">
                <a:tc>
                  <a:txBody>
                    <a:bodyPr/>
                    <a:lstStyle/>
                    <a:p>
                      <a:r>
                        <a:rPr lang="ja-JP" altLang="en-US" sz="1200" dirty="0"/>
                        <a:t>要件</a:t>
                      </a: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dirty="0"/>
                        <a:t>機能</a:t>
                      </a:r>
                      <a:endParaRPr lang="en-US" sz="1200" dirty="0"/>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a:t>ソリューション</a:t>
                      </a:r>
                      <a:endParaRPr lang="en-US" sz="1200" dirty="0"/>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607360652"/>
                  </a:ext>
                </a:extLst>
              </a:tr>
              <a:tr h="963929">
                <a:tc rowSpan="3">
                  <a:txBody>
                    <a:bodyPr/>
                    <a:lstStyle/>
                    <a:p>
                      <a:r>
                        <a:rPr kumimoji="0" lang="ja-JP" altLang="en-US" sz="900" kern="1200" dirty="0">
                          <a:solidFill>
                            <a:schemeClr val="tx1"/>
                          </a:solidFill>
                          <a:latin typeface="Arial" panose="020B0604020202020204" pitchFamily="34" charset="0"/>
                          <a:ea typeface="+mn-ea"/>
                          <a:cs typeface="+mn-cs"/>
                        </a:rPr>
                        <a:t>既存</a:t>
                      </a:r>
                      <a:r>
                        <a:rPr kumimoji="0" lang="en-US" altLang="ja-JP" sz="900" kern="1200" dirty="0">
                          <a:solidFill>
                            <a:schemeClr val="tx1"/>
                          </a:solidFill>
                          <a:latin typeface="Arial" panose="020B0604020202020204" pitchFamily="34" charset="0"/>
                          <a:ea typeface="+mn-ea"/>
                          <a:cs typeface="+mn-cs"/>
                        </a:rPr>
                        <a:t>Notes DB</a:t>
                      </a:r>
                      <a:r>
                        <a:rPr kumimoji="0" lang="ja-JP" altLang="en-US" sz="900" kern="1200" dirty="0">
                          <a:solidFill>
                            <a:schemeClr val="tx1"/>
                          </a:solidFill>
                          <a:latin typeface="Arial" panose="020B0604020202020204" pitchFamily="34" charset="0"/>
                          <a:ea typeface="+mn-ea"/>
                          <a:cs typeface="+mn-cs"/>
                        </a:rPr>
                        <a:t>データは新システムにてアクセスできること（添付ファイル含む）</a:t>
                      </a:r>
                      <a:endParaRPr kumimoji="0" lang="en-US" altLang="ja-JP" sz="900" kern="1200" dirty="0">
                        <a:solidFill>
                          <a:schemeClr val="tx1"/>
                        </a:solidFill>
                        <a:latin typeface="Arial" panose="020B0604020202020204" pitchFamily="34" charset="0"/>
                        <a:ea typeface="+mn-ea"/>
                        <a:cs typeface="+mn-cs"/>
                      </a:endParaRPr>
                    </a:p>
                    <a:p>
                      <a:r>
                        <a:rPr kumimoji="0" lang="ja-JP" altLang="en-US" sz="900" kern="1200" dirty="0">
                          <a:solidFill>
                            <a:schemeClr val="tx1"/>
                          </a:solidFill>
                          <a:latin typeface="Arial" panose="020B0604020202020204" pitchFamily="34" charset="0"/>
                          <a:ea typeface="+mn-ea"/>
                          <a:cs typeface="+mn-cs"/>
                        </a:rPr>
                        <a:t>⇒</a:t>
                      </a:r>
                      <a:endParaRPr kumimoji="0" lang="en-US" altLang="ja-JP" sz="900" kern="1200" dirty="0">
                        <a:solidFill>
                          <a:schemeClr val="tx1"/>
                        </a:solidFill>
                        <a:latin typeface="Arial" panose="020B0604020202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ja-JP" sz="900" kern="1200" dirty="0">
                          <a:solidFill>
                            <a:schemeClr val="tx1"/>
                          </a:solidFill>
                          <a:latin typeface="Arial" panose="020B0604020202020204" pitchFamily="34" charset="0"/>
                          <a:ea typeface="+mn-ea"/>
                          <a:cs typeface="+mn-cs"/>
                        </a:rPr>
                        <a:t>Notes</a:t>
                      </a:r>
                      <a:r>
                        <a:rPr kumimoji="0" lang="ja-JP" altLang="en-US" sz="900" kern="1200" dirty="0">
                          <a:solidFill>
                            <a:schemeClr val="tx1"/>
                          </a:solidFill>
                          <a:latin typeface="Arial" panose="020B0604020202020204" pitchFamily="34" charset="0"/>
                          <a:ea typeface="+mn-ea"/>
                          <a:cs typeface="+mn-cs"/>
                        </a:rPr>
                        <a:t>移行ツール、手順が必須</a:t>
                      </a:r>
                      <a:endParaRPr kumimoji="0" lang="en-US" altLang="ja-JP" sz="900" kern="1200" dirty="0">
                        <a:solidFill>
                          <a:schemeClr val="tx1"/>
                        </a:solidFill>
                        <a:latin typeface="Arial" panose="020B0604020202020204" pitchFamily="34" charset="0"/>
                        <a:ea typeface="+mn-ea"/>
                        <a:cs typeface="+mn-cs"/>
                      </a:endParaRPr>
                    </a:p>
                    <a:p>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ja-JP" altLang="en-US" sz="900" kern="1200" dirty="0">
                          <a:solidFill>
                            <a:schemeClr val="tx1"/>
                          </a:solidFill>
                          <a:latin typeface="Arial" panose="020B0604020202020204" pitchFamily="34" charset="0"/>
                          <a:ea typeface="+mn-ea"/>
                          <a:cs typeface="+mn-cs"/>
                        </a:rPr>
                        <a:t>（</a:t>
                      </a:r>
                      <a:r>
                        <a:rPr kumimoji="0" lang="en-US" altLang="ja-JP" sz="900" kern="1200" dirty="0">
                          <a:solidFill>
                            <a:schemeClr val="tx1"/>
                          </a:solidFill>
                          <a:latin typeface="Arial" panose="020B0604020202020204" pitchFamily="34" charset="0"/>
                          <a:ea typeface="+mn-ea"/>
                          <a:cs typeface="+mn-cs"/>
                        </a:rPr>
                        <a:t>53DB</a:t>
                      </a:r>
                      <a:r>
                        <a:rPr kumimoji="0" lang="ja-JP" altLang="en-US" sz="900" kern="1200" dirty="0">
                          <a:solidFill>
                            <a:schemeClr val="tx1"/>
                          </a:solidFill>
                          <a:latin typeface="Arial" panose="020B0604020202020204" pitchFamily="34" charset="0"/>
                          <a:ea typeface="+mn-ea"/>
                          <a:cs typeface="+mn-cs"/>
                        </a:rPr>
                        <a:t>の）既存</a:t>
                      </a:r>
                      <a:r>
                        <a:rPr kumimoji="0" lang="en-US" altLang="ja-JP" sz="900" kern="1200" dirty="0">
                          <a:solidFill>
                            <a:schemeClr val="tx1"/>
                          </a:solidFill>
                          <a:latin typeface="Arial" panose="020B0604020202020204" pitchFamily="34" charset="0"/>
                          <a:ea typeface="+mn-ea"/>
                          <a:cs typeface="+mn-cs"/>
                        </a:rPr>
                        <a:t>Notes</a:t>
                      </a:r>
                      <a:r>
                        <a:rPr kumimoji="0" lang="ja-JP" altLang="en-US" sz="900" kern="1200" dirty="0">
                          <a:solidFill>
                            <a:schemeClr val="tx1"/>
                          </a:solidFill>
                          <a:latin typeface="Arial" panose="020B0604020202020204" pitchFamily="34" charset="0"/>
                          <a:ea typeface="+mn-ea"/>
                          <a:cs typeface="+mn-cs"/>
                        </a:rPr>
                        <a:t>定型データを移行する</a:t>
                      </a: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rowSpan="3">
                  <a:txBody>
                    <a:bodyPr/>
                    <a:lstStyle/>
                    <a:p>
                      <a:endParaRPr kumimoji="0" lang="en-US" altLang="ja-JP" sz="900" b="1" kern="1200" dirty="0">
                        <a:solidFill>
                          <a:schemeClr val="tx1"/>
                        </a:solidFill>
                        <a:latin typeface="Arial" panose="020B0604020202020204" pitchFamily="34" charset="0"/>
                        <a:ea typeface="+mn-ea"/>
                        <a:cs typeface="+mn-cs"/>
                      </a:endParaRPr>
                    </a:p>
                    <a:p>
                      <a:r>
                        <a:rPr kumimoji="0" lang="ja-JP" altLang="en-US" sz="900" b="1" kern="1200" dirty="0">
                          <a:solidFill>
                            <a:schemeClr val="tx1"/>
                          </a:solidFill>
                          <a:latin typeface="Arial" panose="020B0604020202020204" pitchFamily="34" charset="0"/>
                          <a:ea typeface="+mn-ea"/>
                          <a:cs typeface="+mn-cs"/>
                        </a:rPr>
                        <a:t>移行対象</a:t>
                      </a:r>
                      <a:endParaRPr kumimoji="0" lang="en-US" altLang="ja-JP" sz="900" b="1"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r>
                        <a:rPr kumimoji="0" lang="ja-JP" altLang="en-US" sz="900" b="1" kern="1200" dirty="0">
                          <a:solidFill>
                            <a:schemeClr val="tx1"/>
                          </a:solidFill>
                          <a:latin typeface="Arial" panose="020B0604020202020204" pitchFamily="34" charset="0"/>
                          <a:ea typeface="+mn-ea"/>
                          <a:cs typeface="+mn-cs"/>
                        </a:rPr>
                        <a:t>ソリューション</a:t>
                      </a:r>
                      <a:endParaRPr kumimoji="0" lang="en-US" altLang="ja-JP" sz="900" b="1"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p>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65751194"/>
                  </a:ext>
                </a:extLst>
              </a:tr>
              <a:tr h="2579641">
                <a:tc vMerge="1">
                  <a:txBody>
                    <a:bodyPr/>
                    <a:lstStyle/>
                    <a:p>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r>
                        <a:rPr kumimoji="0" lang="ja-JP" altLang="en-US" sz="900" kern="1200" dirty="0">
                          <a:solidFill>
                            <a:schemeClr val="tx1"/>
                          </a:solidFill>
                          <a:latin typeface="Arial" panose="020B0604020202020204" pitchFamily="34" charset="0"/>
                          <a:ea typeface="+mn-ea"/>
                          <a:cs typeface="+mn-cs"/>
                        </a:rPr>
                        <a:t>（</a:t>
                      </a:r>
                      <a:r>
                        <a:rPr kumimoji="0" lang="en-US" altLang="ja-JP" sz="900" kern="1200" dirty="0">
                          <a:solidFill>
                            <a:schemeClr val="tx1"/>
                          </a:solidFill>
                          <a:latin typeface="Arial" panose="020B0604020202020204" pitchFamily="34" charset="0"/>
                          <a:ea typeface="+mn-ea"/>
                          <a:cs typeface="+mn-cs"/>
                        </a:rPr>
                        <a:t>53DB</a:t>
                      </a:r>
                      <a:r>
                        <a:rPr kumimoji="0" lang="ja-JP" altLang="en-US" sz="900" kern="1200" dirty="0">
                          <a:solidFill>
                            <a:schemeClr val="tx1"/>
                          </a:solidFill>
                          <a:latin typeface="Arial" panose="020B0604020202020204" pitchFamily="34" charset="0"/>
                          <a:ea typeface="+mn-ea"/>
                          <a:cs typeface="+mn-cs"/>
                        </a:rPr>
                        <a:t>の）既存</a:t>
                      </a:r>
                      <a:r>
                        <a:rPr kumimoji="0" lang="en-US" altLang="ja-JP" sz="900" kern="1200" dirty="0">
                          <a:solidFill>
                            <a:schemeClr val="tx1"/>
                          </a:solidFill>
                          <a:latin typeface="Arial" panose="020B0604020202020204" pitchFamily="34" charset="0"/>
                          <a:ea typeface="+mn-ea"/>
                          <a:cs typeface="+mn-cs"/>
                        </a:rPr>
                        <a:t>Notes</a:t>
                      </a:r>
                      <a:r>
                        <a:rPr kumimoji="0" lang="ja-JP" altLang="en-US" sz="900" kern="1200" dirty="0">
                          <a:solidFill>
                            <a:schemeClr val="tx1"/>
                          </a:solidFill>
                          <a:latin typeface="Arial" panose="020B0604020202020204" pitchFamily="34" charset="0"/>
                          <a:ea typeface="+mn-ea"/>
                          <a:cs typeface="+mn-cs"/>
                        </a:rPr>
                        <a:t>の添付ファイルを</a:t>
                      </a:r>
                      <a:r>
                        <a:rPr kumimoji="0" lang="en-US" altLang="ja-JP" sz="900" kern="1200" dirty="0" err="1">
                          <a:solidFill>
                            <a:schemeClr val="tx1"/>
                          </a:solidFill>
                          <a:latin typeface="Arial" panose="020B0604020202020204" pitchFamily="34" charset="0"/>
                          <a:ea typeface="+mn-ea"/>
                          <a:cs typeface="+mn-cs"/>
                        </a:rPr>
                        <a:t>SharePont</a:t>
                      </a:r>
                      <a:r>
                        <a:rPr kumimoji="0" lang="ja-JP" altLang="en-US" sz="900" kern="1200" dirty="0">
                          <a:solidFill>
                            <a:schemeClr val="tx1"/>
                          </a:solidFill>
                          <a:latin typeface="Arial" panose="020B0604020202020204" pitchFamily="34" charset="0"/>
                          <a:ea typeface="+mn-ea"/>
                          <a:cs typeface="+mn-cs"/>
                        </a:rPr>
                        <a:t>に移行する</a:t>
                      </a: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tc vMerge="1">
                  <a:txBody>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zh-CN" altLang="zh-CN" sz="900" dirty="0">
                        <a:latin typeface="Arial" panose="020B0604020202020204" pitchFamily="34" charset="0"/>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958281788"/>
                  </a:ext>
                </a:extLst>
              </a:tr>
              <a:tr h="1410212">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12700" cap="flat" cmpd="sng" algn="ctr">
                      <a:solidFill>
                        <a:schemeClr val="tx1"/>
                      </a:solidFill>
                      <a:prstDash val="solid"/>
                      <a:round/>
                      <a:headEnd type="none" w="med" len="med"/>
                      <a:tailEnd type="none" w="med" len="med"/>
                    </a:lnL>
                    <a:lnR w="3175"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tx1"/>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900" kern="1200" dirty="0">
                          <a:solidFill>
                            <a:schemeClr val="tx1"/>
                          </a:solidFill>
                          <a:latin typeface="Arial" panose="020B0604020202020204" pitchFamily="34" charset="0"/>
                          <a:ea typeface="+mn-ea"/>
                          <a:cs typeface="+mn-cs"/>
                        </a:rPr>
                        <a:t>移行前後のデータの一致性チェックを実行する</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ja-JP" altLang="en-US"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3175" cap="flat" cmpd="sng" algn="ctr">
                      <a:solidFill>
                        <a:schemeClr val="tx1"/>
                      </a:solidFill>
                      <a:prstDash val="sysDot"/>
                      <a:round/>
                      <a:headEnd type="none" w="med" len="med"/>
                      <a:tailEnd type="none" w="med" len="med"/>
                    </a:lnR>
                    <a:lnT w="3175" cap="flat" cmpd="sng" algn="ctr">
                      <a:solidFill>
                        <a:schemeClr val="tx1"/>
                      </a:solidFill>
                      <a:prstDash val="sysDot"/>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endParaRPr kumimoji="0" lang="en-US" altLang="ja-JP" sz="900" kern="1200" dirty="0">
                        <a:solidFill>
                          <a:schemeClr val="tx1"/>
                        </a:solidFill>
                        <a:latin typeface="Arial" panose="020B0604020202020204" pitchFamily="34" charset="0"/>
                        <a:ea typeface="+mn-ea"/>
                        <a:cs typeface="+mn-cs"/>
                      </a:endParaRPr>
                    </a:p>
                  </a:txBody>
                  <a:tcPr marL="28046" marR="28046" marT="14023" marB="14023" anchor="ctr">
                    <a:lnL w="3175"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3175" cap="flat" cmpd="sng" algn="ctr">
                      <a:solidFill>
                        <a:schemeClr val="tx1"/>
                      </a:solidFill>
                      <a:prstDash val="sysDot"/>
                      <a:round/>
                      <a:headEnd type="none" w="med" len="med"/>
                      <a:tailEnd type="none" w="med" len="med"/>
                    </a:lnT>
                    <a:lnB w="3175"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277697783"/>
                  </a:ext>
                </a:extLst>
              </a:tr>
            </a:tbl>
          </a:graphicData>
        </a:graphic>
      </p:graphicFrame>
      <p:graphicFrame>
        <p:nvGraphicFramePr>
          <p:cNvPr id="4" name="表 3">
            <a:extLst>
              <a:ext uri="{FF2B5EF4-FFF2-40B4-BE49-F238E27FC236}">
                <a16:creationId xmlns:a16="http://schemas.microsoft.com/office/drawing/2014/main" id="{0C47FBC2-C509-F49E-5393-8BF352E94DDB}"/>
              </a:ext>
            </a:extLst>
          </p:cNvPr>
          <p:cNvGraphicFramePr>
            <a:graphicFrameLocks noGrp="1"/>
          </p:cNvGraphicFramePr>
          <p:nvPr>
            <p:extLst>
              <p:ext uri="{D42A27DB-BD31-4B8C-83A1-F6EECF244321}">
                <p14:modId xmlns:p14="http://schemas.microsoft.com/office/powerpoint/2010/main" val="955944901"/>
              </p:ext>
            </p:extLst>
          </p:nvPr>
        </p:nvGraphicFramePr>
        <p:xfrm>
          <a:off x="4734560" y="1513800"/>
          <a:ext cx="6659880" cy="1635801"/>
        </p:xfrm>
        <a:graphic>
          <a:graphicData uri="http://schemas.openxmlformats.org/drawingml/2006/table">
            <a:tbl>
              <a:tblPr firstRow="1" bandRow="1">
                <a:tableStyleId>{7DF18680-E054-41AD-8BC1-D1AEF772440D}</a:tableStyleId>
              </a:tblPr>
              <a:tblGrid>
                <a:gridCol w="2015229">
                  <a:extLst>
                    <a:ext uri="{9D8B030D-6E8A-4147-A177-3AD203B41FA5}">
                      <a16:colId xmlns:a16="http://schemas.microsoft.com/office/drawing/2014/main" val="2649257964"/>
                    </a:ext>
                  </a:extLst>
                </a:gridCol>
                <a:gridCol w="694056">
                  <a:extLst>
                    <a:ext uri="{9D8B030D-6E8A-4147-A177-3AD203B41FA5}">
                      <a16:colId xmlns:a16="http://schemas.microsoft.com/office/drawing/2014/main" val="3843299209"/>
                    </a:ext>
                  </a:extLst>
                </a:gridCol>
                <a:gridCol w="3950595">
                  <a:extLst>
                    <a:ext uri="{9D8B030D-6E8A-4147-A177-3AD203B41FA5}">
                      <a16:colId xmlns:a16="http://schemas.microsoft.com/office/drawing/2014/main" val="3345850908"/>
                    </a:ext>
                  </a:extLst>
                </a:gridCol>
              </a:tblGrid>
              <a:tr h="251662">
                <a:tc>
                  <a:txBody>
                    <a:bodyPr/>
                    <a:lstStyle/>
                    <a:p>
                      <a:r>
                        <a:rPr kumimoji="1" lang="ja-JP" altLang="en-US" sz="1000" dirty="0"/>
                        <a:t>カテゴリ</a:t>
                      </a:r>
                    </a:p>
                  </a:txBody>
                  <a:tcPr/>
                </a:tc>
                <a:tc>
                  <a:txBody>
                    <a:bodyPr/>
                    <a:lstStyle/>
                    <a:p>
                      <a:r>
                        <a:rPr kumimoji="1" lang="en-US" altLang="ja-JP" sz="1000" dirty="0"/>
                        <a:t>DB</a:t>
                      </a:r>
                      <a:r>
                        <a:rPr kumimoji="1" lang="ja-JP" altLang="en-US" sz="1000" dirty="0"/>
                        <a:t>数</a:t>
                      </a:r>
                    </a:p>
                  </a:txBody>
                  <a:tcPr/>
                </a:tc>
                <a:tc>
                  <a:txBody>
                    <a:bodyPr/>
                    <a:lstStyle/>
                    <a:p>
                      <a:endParaRPr kumimoji="1" lang="ja-JP" altLang="en-US" sz="1000"/>
                    </a:p>
                  </a:txBody>
                  <a:tcPr/>
                </a:tc>
                <a:extLst>
                  <a:ext uri="{0D108BD9-81ED-4DB2-BD59-A6C34878D82A}">
                    <a16:rowId xmlns:a16="http://schemas.microsoft.com/office/drawing/2014/main" val="2208701059"/>
                  </a:ext>
                </a:extLst>
              </a:tr>
              <a:tr h="408950">
                <a:tc>
                  <a:txBody>
                    <a:bodyPr/>
                    <a:lstStyle/>
                    <a:p>
                      <a:r>
                        <a:rPr lang="ja-JP" altLang="en-US" sz="1000" kern="1200" dirty="0">
                          <a:solidFill>
                            <a:schemeClr val="dk1"/>
                          </a:solidFill>
                          <a:latin typeface="+mn-lt"/>
                          <a:ea typeface="+mn-ea"/>
                          <a:cs typeface="+mn-cs"/>
                        </a:rPr>
                        <a:t>製品仕様書管理（黄）</a:t>
                      </a:r>
                    </a:p>
                  </a:txBody>
                  <a:tcPr/>
                </a:tc>
                <a:tc>
                  <a:txBody>
                    <a:bodyPr/>
                    <a:lstStyle/>
                    <a:p>
                      <a:r>
                        <a:rPr lang="en-US" altLang="ja-JP" sz="1000" kern="1200" dirty="0">
                          <a:solidFill>
                            <a:schemeClr val="dk1"/>
                          </a:solidFill>
                          <a:latin typeface="+mn-lt"/>
                          <a:ea typeface="+mn-ea"/>
                          <a:cs typeface="+mn-cs"/>
                        </a:rPr>
                        <a:t>33</a:t>
                      </a:r>
                      <a:endParaRPr lang="ja-JP" altLang="en-US" sz="1000" kern="1200" dirty="0">
                        <a:solidFill>
                          <a:schemeClr val="dk1"/>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000" dirty="0"/>
                        <a:t>3DB</a:t>
                      </a:r>
                      <a:r>
                        <a:rPr lang="ja-JP" altLang="en-US" sz="1000" dirty="0"/>
                        <a:t>で</a:t>
                      </a:r>
                      <a:r>
                        <a:rPr lang="en-US" altLang="ja-JP" sz="1000" dirty="0"/>
                        <a:t>1</a:t>
                      </a:r>
                      <a:r>
                        <a:rPr lang="ja-JP" altLang="en-US" sz="1000" dirty="0"/>
                        <a:t>セットとなる構成（同一設計）</a:t>
                      </a:r>
                      <a:br>
                        <a:rPr lang="en-US" altLang="ja-JP" sz="1000" dirty="0"/>
                      </a:br>
                      <a:r>
                        <a:rPr lang="en-US" altLang="ja-JP" sz="1000" dirty="0"/>
                        <a:t>※</a:t>
                      </a:r>
                      <a:r>
                        <a:rPr kumimoji="1" lang="ja-JP" altLang="en-US" sz="1000" dirty="0"/>
                        <a:t>製品仕様書管理</a:t>
                      </a:r>
                      <a:r>
                        <a:rPr kumimoji="1" lang="en-US" altLang="ja-JP" sz="1000" dirty="0"/>
                        <a:t>DB/</a:t>
                      </a:r>
                      <a:r>
                        <a:rPr lang="ja-JP" altLang="en-US" sz="1000" dirty="0"/>
                        <a:t>関連文書</a:t>
                      </a:r>
                      <a:r>
                        <a:rPr lang="en-US" altLang="ja-JP" sz="1000" dirty="0"/>
                        <a:t>DB/</a:t>
                      </a:r>
                      <a:r>
                        <a:rPr kumimoji="1" lang="ja-JP" altLang="en-US" sz="1000" dirty="0"/>
                        <a:t>品質情報</a:t>
                      </a:r>
                      <a:r>
                        <a:rPr kumimoji="1" lang="en-US" altLang="ja-JP" sz="1000" dirty="0"/>
                        <a:t>M</a:t>
                      </a:r>
                    </a:p>
                  </a:txBody>
                  <a:tcPr/>
                </a:tc>
                <a:extLst>
                  <a:ext uri="{0D108BD9-81ED-4DB2-BD59-A6C34878D82A}">
                    <a16:rowId xmlns:a16="http://schemas.microsoft.com/office/drawing/2014/main" val="3179909173"/>
                  </a:ext>
                </a:extLst>
              </a:tr>
              <a:tr h="723527">
                <a:tc>
                  <a:txBody>
                    <a:bodyPr/>
                    <a:lstStyle/>
                    <a:p>
                      <a:r>
                        <a:rPr lang="en-US" altLang="ja-JP" sz="1000" kern="1200">
                          <a:solidFill>
                            <a:schemeClr val="dk1"/>
                          </a:solidFill>
                          <a:latin typeface="+mn-lt"/>
                          <a:ea typeface="+mn-ea"/>
                          <a:cs typeface="+mn-cs"/>
                        </a:rPr>
                        <a:t>【</a:t>
                      </a:r>
                      <a:r>
                        <a:rPr lang="ja-JP" altLang="en-US" sz="1000" kern="1200">
                          <a:solidFill>
                            <a:schemeClr val="dk1"/>
                          </a:solidFill>
                          <a:latin typeface="+mn-lt"/>
                          <a:ea typeface="+mn-ea"/>
                          <a:cs typeface="+mn-cs"/>
                        </a:rPr>
                        <a:t>納入仕様書管理（青）</a:t>
                      </a:r>
                      <a:r>
                        <a:rPr lang="en-US" altLang="ja-JP" sz="1000" kern="1200">
                          <a:solidFill>
                            <a:schemeClr val="dk1"/>
                          </a:solidFill>
                          <a:latin typeface="+mn-lt"/>
                          <a:ea typeface="+mn-ea"/>
                          <a:cs typeface="+mn-cs"/>
                        </a:rPr>
                        <a:t>】</a:t>
                      </a:r>
                      <a:endParaRPr lang="ja-JP" altLang="en-US" sz="1000" kern="1200">
                        <a:solidFill>
                          <a:schemeClr val="dk1"/>
                        </a:solidFill>
                        <a:latin typeface="+mn-lt"/>
                        <a:ea typeface="+mn-ea"/>
                        <a:cs typeface="+mn-cs"/>
                      </a:endParaRPr>
                    </a:p>
                  </a:txBody>
                  <a:tcPr/>
                </a:tc>
                <a:tc>
                  <a:txBody>
                    <a:bodyPr/>
                    <a:lstStyle/>
                    <a:p>
                      <a:r>
                        <a:rPr lang="en-US" altLang="ja-JP" sz="1000" kern="1200">
                          <a:solidFill>
                            <a:schemeClr val="dk1"/>
                          </a:solidFill>
                          <a:latin typeface="+mn-lt"/>
                          <a:ea typeface="+mn-ea"/>
                          <a:cs typeface="+mn-cs"/>
                        </a:rPr>
                        <a:t>12</a:t>
                      </a:r>
                      <a:endParaRPr lang="ja-JP" altLang="en-US" sz="1000" kern="1200">
                        <a:solidFill>
                          <a:schemeClr val="dk1"/>
                        </a:solidFill>
                        <a:latin typeface="+mn-lt"/>
                        <a:ea typeface="+mn-ea"/>
                        <a:cs typeface="+mn-cs"/>
                      </a:endParaRPr>
                    </a:p>
                  </a:txBody>
                  <a:tcPr/>
                </a:tc>
                <a:tc>
                  <a:txBody>
                    <a:bodyPr/>
                    <a:lstStyle/>
                    <a:p>
                      <a:pPr marL="171450" indent="-171450">
                        <a:buFont typeface="Arial" panose="020B0604020202020204" pitchFamily="34" charset="0"/>
                        <a:buChar char="•"/>
                      </a:pPr>
                      <a:r>
                        <a:rPr lang="ja-JP" altLang="en-US" sz="1000" dirty="0"/>
                        <a:t>納入仕様書管理</a:t>
                      </a:r>
                      <a:r>
                        <a:rPr lang="en-US" altLang="ja-JP" sz="1000" dirty="0"/>
                        <a:t>1DB</a:t>
                      </a:r>
                      <a:r>
                        <a:rPr lang="ja-JP" altLang="en-US" sz="1000" dirty="0"/>
                        <a:t>を複数の事業部で利用する構成（同一設計）</a:t>
                      </a:r>
                      <a:br>
                        <a:rPr lang="en-US" altLang="ja-JP" sz="1000" dirty="0"/>
                      </a:br>
                      <a:r>
                        <a:rPr lang="en-US" altLang="ja-JP" sz="1000" dirty="0"/>
                        <a:t>※</a:t>
                      </a:r>
                      <a:r>
                        <a:rPr lang="ja-JP" altLang="en-US" sz="1000" dirty="0"/>
                        <a:t>仕様書関連文書</a:t>
                      </a:r>
                      <a:r>
                        <a:rPr lang="en-US" altLang="ja-JP" sz="1000" dirty="0"/>
                        <a:t>DB/</a:t>
                      </a:r>
                      <a:r>
                        <a:rPr lang="ja-JP" altLang="en-US" sz="1000" dirty="0"/>
                        <a:t>品質情報マスター</a:t>
                      </a:r>
                      <a:endParaRPr lang="en-US" altLang="ja-JP" sz="1000" dirty="0"/>
                    </a:p>
                    <a:p>
                      <a:pPr marL="171450" indent="-171450">
                        <a:buFont typeface="Arial" panose="020B0604020202020204" pitchFamily="34" charset="0"/>
                        <a:buChar char="•"/>
                      </a:pPr>
                      <a:r>
                        <a:rPr lang="ja-JP" altLang="en-US" sz="1000" dirty="0"/>
                        <a:t>アーカイブ用の</a:t>
                      </a:r>
                      <a:r>
                        <a:rPr lang="en-US" altLang="ja-JP" sz="1000" dirty="0"/>
                        <a:t>DB</a:t>
                      </a:r>
                      <a:r>
                        <a:rPr lang="ja-JP" altLang="en-US" sz="1000" dirty="0"/>
                        <a:t>を持つ構成</a:t>
                      </a:r>
                      <a:endParaRPr lang="en-US" altLang="ja-JP" sz="1000" dirty="0"/>
                    </a:p>
                  </a:txBody>
                  <a:tcPr/>
                </a:tc>
                <a:extLst>
                  <a:ext uri="{0D108BD9-81ED-4DB2-BD59-A6C34878D82A}">
                    <a16:rowId xmlns:a16="http://schemas.microsoft.com/office/drawing/2014/main" val="3928298953"/>
                  </a:ext>
                </a:extLst>
              </a:tr>
              <a:tr h="251662">
                <a:tc>
                  <a:txBody>
                    <a:bodyPr/>
                    <a:lstStyle/>
                    <a:p>
                      <a:r>
                        <a:rPr lang="en-US" altLang="ja-JP" sz="1000" kern="1200">
                          <a:solidFill>
                            <a:schemeClr val="dk1"/>
                          </a:solidFill>
                          <a:latin typeface="+mn-lt"/>
                          <a:ea typeface="+mn-ea"/>
                          <a:cs typeface="+mn-cs"/>
                        </a:rPr>
                        <a:t>【</a:t>
                      </a:r>
                      <a:r>
                        <a:rPr lang="ja-JP" altLang="en-US" sz="1000" kern="1200">
                          <a:solidFill>
                            <a:schemeClr val="dk1"/>
                          </a:solidFill>
                          <a:latin typeface="+mn-lt"/>
                          <a:ea typeface="+mn-ea"/>
                          <a:cs typeface="+mn-cs"/>
                        </a:rPr>
                        <a:t>その他個別</a:t>
                      </a:r>
                      <a:r>
                        <a:rPr lang="en-US" altLang="ja-JP" sz="1000" kern="1200">
                          <a:solidFill>
                            <a:schemeClr val="dk1"/>
                          </a:solidFill>
                          <a:latin typeface="+mn-lt"/>
                          <a:ea typeface="+mn-ea"/>
                          <a:cs typeface="+mn-cs"/>
                        </a:rPr>
                        <a:t>DB】</a:t>
                      </a:r>
                      <a:endParaRPr lang="ja-JP" altLang="en-US" sz="1000" kern="1200">
                        <a:solidFill>
                          <a:schemeClr val="dk1"/>
                        </a:solidFill>
                        <a:latin typeface="+mn-lt"/>
                        <a:ea typeface="+mn-ea"/>
                        <a:cs typeface="+mn-cs"/>
                      </a:endParaRPr>
                    </a:p>
                  </a:txBody>
                  <a:tcPr/>
                </a:tc>
                <a:tc>
                  <a:txBody>
                    <a:bodyPr/>
                    <a:lstStyle/>
                    <a:p>
                      <a:r>
                        <a:rPr lang="en-US" altLang="ja-JP" sz="1000" kern="1200">
                          <a:solidFill>
                            <a:schemeClr val="dk1"/>
                          </a:solidFill>
                          <a:latin typeface="+mn-lt"/>
                          <a:ea typeface="+mn-ea"/>
                          <a:cs typeface="+mn-cs"/>
                        </a:rPr>
                        <a:t>8</a:t>
                      </a:r>
                      <a:endParaRPr lang="ja-JP" altLang="en-US" sz="1000" kern="1200">
                        <a:solidFill>
                          <a:schemeClr val="dk1"/>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000" dirty="0"/>
                        <a:t>それぞれ設計が異なり、独立した構成</a:t>
                      </a:r>
                      <a:endParaRPr lang="en-US" altLang="ja-JP" sz="1000" dirty="0"/>
                    </a:p>
                  </a:txBody>
                  <a:tcPr/>
                </a:tc>
                <a:extLst>
                  <a:ext uri="{0D108BD9-81ED-4DB2-BD59-A6C34878D82A}">
                    <a16:rowId xmlns:a16="http://schemas.microsoft.com/office/drawing/2014/main" val="1289625531"/>
                  </a:ext>
                </a:extLst>
              </a:tr>
            </a:tbl>
          </a:graphicData>
        </a:graphic>
      </p:graphicFrame>
      <p:pic>
        <p:nvPicPr>
          <p:cNvPr id="6" name="図 5">
            <a:extLst>
              <a:ext uri="{FF2B5EF4-FFF2-40B4-BE49-F238E27FC236}">
                <a16:creationId xmlns:a16="http://schemas.microsoft.com/office/drawing/2014/main" id="{FA0DC263-56D1-12D3-7947-6BAFF85D4E5D}"/>
              </a:ext>
            </a:extLst>
          </p:cNvPr>
          <p:cNvPicPr>
            <a:picLocks noChangeAspect="1"/>
          </p:cNvPicPr>
          <p:nvPr/>
        </p:nvPicPr>
        <p:blipFill>
          <a:blip r:embed="rId3"/>
          <a:stretch>
            <a:fillRect/>
          </a:stretch>
        </p:blipFill>
        <p:spPr>
          <a:xfrm>
            <a:off x="4632959" y="3543487"/>
            <a:ext cx="7309053" cy="1942913"/>
          </a:xfrm>
          <a:prstGeom prst="rect">
            <a:avLst/>
          </a:prstGeom>
        </p:spPr>
      </p:pic>
    </p:spTree>
    <p:extLst>
      <p:ext uri="{BB962C8B-B14F-4D97-AF65-F5344CB8AC3E}">
        <p14:creationId xmlns:p14="http://schemas.microsoft.com/office/powerpoint/2010/main" val="5040619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ABE479-5FC9-9CCA-D99B-70E8795F043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E0A3B2A-7E2F-F016-3731-A5F75381D9F3}"/>
              </a:ext>
            </a:extLst>
          </p:cNvPr>
          <p:cNvSpPr>
            <a:spLocks noGrp="1"/>
          </p:cNvSpPr>
          <p:nvPr>
            <p:ph type="title"/>
          </p:nvPr>
        </p:nvSpPr>
        <p:spPr>
          <a:xfrm>
            <a:off x="414336" y="255263"/>
            <a:ext cx="9327072" cy="683629"/>
          </a:xfrm>
        </p:spPr>
        <p:txBody>
          <a:bodyPr>
            <a:normAutofit/>
          </a:bodyPr>
          <a:lstStyle/>
          <a:p>
            <a:r>
              <a:rPr lang="ja-JP" altLang="en-US"/>
              <a:t>機能一覧</a:t>
            </a:r>
            <a:r>
              <a:rPr lang="en-US" altLang="ja-JP" sz="1600">
                <a:solidFill>
                  <a:srgbClr val="FF0000"/>
                </a:solidFill>
              </a:rPr>
              <a:t>※</a:t>
            </a:r>
            <a:r>
              <a:rPr lang="ja-JP" altLang="en-US" sz="1600">
                <a:solidFill>
                  <a:srgbClr val="FF0000"/>
                </a:solidFill>
              </a:rPr>
              <a:t>ご提示頂いた「</a:t>
            </a:r>
            <a:r>
              <a:rPr lang="en-US" altLang="ja-JP" sz="1600">
                <a:solidFill>
                  <a:srgbClr val="FF0000"/>
                </a:solidFill>
              </a:rPr>
              <a:t>【</a:t>
            </a:r>
            <a:r>
              <a:rPr lang="ja-JP" altLang="en-US" sz="1600">
                <a:solidFill>
                  <a:srgbClr val="FF0000"/>
                </a:solidFill>
              </a:rPr>
              <a:t>新アプリ</a:t>
            </a:r>
            <a:r>
              <a:rPr lang="en-US" altLang="ja-JP" sz="1600">
                <a:solidFill>
                  <a:srgbClr val="FF0000"/>
                </a:solidFill>
              </a:rPr>
              <a:t>】</a:t>
            </a:r>
            <a:r>
              <a:rPr lang="ja-JP" altLang="en-US" sz="1600">
                <a:solidFill>
                  <a:srgbClr val="FF0000"/>
                </a:solidFill>
              </a:rPr>
              <a:t>機能要件一覧 </a:t>
            </a:r>
            <a:r>
              <a:rPr lang="en-US" altLang="ja-JP" sz="1600">
                <a:solidFill>
                  <a:srgbClr val="FF0000"/>
                </a:solidFill>
              </a:rPr>
              <a:t>V1.1.xlsx</a:t>
            </a:r>
            <a:r>
              <a:rPr lang="ja-JP" altLang="en-US" sz="1600">
                <a:solidFill>
                  <a:srgbClr val="FF0000"/>
                </a:solidFill>
              </a:rPr>
              <a:t>」の中項目単位で抽出</a:t>
            </a:r>
            <a:endParaRPr lang="ja-JP" altLang="en-US">
              <a:effectLst/>
            </a:endParaRPr>
          </a:p>
        </p:txBody>
      </p:sp>
      <p:graphicFrame>
        <p:nvGraphicFramePr>
          <p:cNvPr id="7" name="表 6">
            <a:extLst>
              <a:ext uri="{FF2B5EF4-FFF2-40B4-BE49-F238E27FC236}">
                <a16:creationId xmlns:a16="http://schemas.microsoft.com/office/drawing/2014/main" id="{12C87BA9-C0B9-D7F8-6EC4-F7BD151BE9A3}"/>
              </a:ext>
            </a:extLst>
          </p:cNvPr>
          <p:cNvGraphicFramePr>
            <a:graphicFrameLocks noGrp="1"/>
          </p:cNvGraphicFramePr>
          <p:nvPr/>
        </p:nvGraphicFramePr>
        <p:xfrm>
          <a:off x="288130" y="779668"/>
          <a:ext cx="11615739" cy="5745816"/>
        </p:xfrm>
        <a:graphic>
          <a:graphicData uri="http://schemas.openxmlformats.org/drawingml/2006/table">
            <a:tbl>
              <a:tblPr/>
              <a:tblGrid>
                <a:gridCol w="219461">
                  <a:extLst>
                    <a:ext uri="{9D8B030D-6E8A-4147-A177-3AD203B41FA5}">
                      <a16:colId xmlns:a16="http://schemas.microsoft.com/office/drawing/2014/main" val="2820677060"/>
                    </a:ext>
                  </a:extLst>
                </a:gridCol>
                <a:gridCol w="2116227">
                  <a:extLst>
                    <a:ext uri="{9D8B030D-6E8A-4147-A177-3AD203B41FA5}">
                      <a16:colId xmlns:a16="http://schemas.microsoft.com/office/drawing/2014/main" val="799914121"/>
                    </a:ext>
                  </a:extLst>
                </a:gridCol>
                <a:gridCol w="1426495">
                  <a:extLst>
                    <a:ext uri="{9D8B030D-6E8A-4147-A177-3AD203B41FA5}">
                      <a16:colId xmlns:a16="http://schemas.microsoft.com/office/drawing/2014/main" val="2402481679"/>
                    </a:ext>
                  </a:extLst>
                </a:gridCol>
                <a:gridCol w="1222709">
                  <a:extLst>
                    <a:ext uri="{9D8B030D-6E8A-4147-A177-3AD203B41FA5}">
                      <a16:colId xmlns:a16="http://schemas.microsoft.com/office/drawing/2014/main" val="2668831253"/>
                    </a:ext>
                  </a:extLst>
                </a:gridCol>
                <a:gridCol w="5361110">
                  <a:extLst>
                    <a:ext uri="{9D8B030D-6E8A-4147-A177-3AD203B41FA5}">
                      <a16:colId xmlns:a16="http://schemas.microsoft.com/office/drawing/2014/main" val="3132363046"/>
                    </a:ext>
                  </a:extLst>
                </a:gridCol>
                <a:gridCol w="1269737">
                  <a:extLst>
                    <a:ext uri="{9D8B030D-6E8A-4147-A177-3AD203B41FA5}">
                      <a16:colId xmlns:a16="http://schemas.microsoft.com/office/drawing/2014/main" val="1933255338"/>
                    </a:ext>
                  </a:extLst>
                </a:gridCol>
              </a:tblGrid>
              <a:tr h="126384">
                <a:tc>
                  <a:txBody>
                    <a:bodyPr/>
                    <a:lstStyle/>
                    <a:p>
                      <a:pPr algn="l" fontAlgn="t">
                        <a:buNone/>
                      </a:pPr>
                      <a:r>
                        <a:rPr lang="en-US" sz="800" b="1" i="0" u="none" strike="noStrike">
                          <a:solidFill>
                            <a:srgbClr val="FFFFFF"/>
                          </a:solidFill>
                          <a:effectLst/>
                          <a:latin typeface="ＭＳ Ｐゴシック" panose="020B0600070205080204" pitchFamily="50" charset="-128"/>
                          <a:ea typeface="ＭＳ Ｐゴシック" panose="020B0600070205080204" pitchFamily="50" charset="-128"/>
                        </a:rPr>
                        <a:t>No</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大項目</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中項目</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実施者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要件概要</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機能分類</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extLst>
                  <a:ext uri="{0D108BD9-81ED-4DB2-BD59-A6C34878D82A}">
                    <a16:rowId xmlns:a16="http://schemas.microsoft.com/office/drawing/2014/main" val="2700608525"/>
                  </a:ext>
                </a:extLst>
              </a:tr>
              <a:tr h="249378">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1</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納入仕様書（依頼）起票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支店・支社（営業部門）</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納入仕様書を新規作成・改定できること。作成・改定時、納入仕様書の各項目を設定されて、システムは関連マスタから承認者情報を取得できること。それに、文書に必要な資料を添付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文書作成（新規作成</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改訂）</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2605257937"/>
                  </a:ext>
                </a:extLst>
              </a:tr>
              <a:tr h="37237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2</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確認・承認①</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事業所窓口</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事業部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が文書への回答可否に応じて、ワークフロー有無・直列並列を選択できること。文書の承認ルートを、事前に定義された承認ルートマスタから選択できること。ワークフローの各段階において、現在の担当者や承認者を他の利用者に変更できること。承認プロセス中の文書を、定義されたワークフローの次工程に進めることができること（申請・承認・差戻し等）。</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文書確認・承認</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867895642"/>
                  </a:ext>
                </a:extLst>
              </a:tr>
              <a:tr h="249378">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3</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確認・承認②</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事業所作成部署</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ワークフローの各承認段階（例：窓口確認、審査確認）において、担当者は承認をシステム上で実行できること。本文ファイル閲覧し、添付ファイルを直接編集・保存ができること。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文書作成（新規作成</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改訂）</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3926995604"/>
                  </a:ext>
                </a:extLst>
              </a:tr>
              <a:tr h="126384">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4</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確認・承認③</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事業所窓口</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ワークフローの各承認段階（例：窓口確認、審査確認）において、担当者は承認をシステム上で実行できること。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文書確認・承認</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3192307590"/>
                  </a:ext>
                </a:extLst>
              </a:tr>
              <a:tr h="249378">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5</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審査①</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事業所作成部署</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ワークフローの各承認段階（例：窓口確認、審査確認）において、担当者は承認をシステム上で実行できること。添付ファイルの閲覧、編集、添付、連絡事項が記入できること。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文書確認・承認</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4086136667"/>
                  </a:ext>
                </a:extLst>
              </a:tr>
              <a:tr h="126384">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6</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確認・承認④</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事業所窓口</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ワークフローの各承認段階（例：窓口確認、審査確認）において、担当者は承認をシステム上で実行できること。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文書確認・承認</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1920040131"/>
                  </a:ext>
                </a:extLst>
              </a:tr>
              <a:tr h="249378">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7</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審査②</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事業所作成部署</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ワークフローの各承認段階（例：窓口確認、審査確認）において、担当者は承認をシステム上で実行できること。添付ファイルの閲覧、編集、添付、連絡事項が記入できること。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文書確認・承認</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4197276658"/>
                  </a:ext>
                </a:extLst>
              </a:tr>
              <a:tr h="126384">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8</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確認・承認⑤</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事業所窓口</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ワークフローの各承認段階（例：窓口確認、審査確認）において、担当者は承認をシステム上で実行できること。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文書確認・承認</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3821927837"/>
                  </a:ext>
                </a:extLst>
              </a:tr>
              <a:tr h="37237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9</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確認・承認⑥</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最終承認部署</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担当者による最終確認後、利用者は文書を次工程（例：部署長確認）に進めることができること。連絡事項の入力、ファイル添付が可能な項目であること。部署長による最終確認後、利用者は文書を次工程（例：顧客提出準備）に進めることができること。システム設定に基づき、通知メールの件名等に文書の補足情報を付加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文書確認・承認</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2998445278"/>
                  </a:ext>
                </a:extLst>
              </a:tr>
              <a:tr h="37237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10</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顧客提出後処理</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支店・支社（営業部門）</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文書が顧客に提出済みであることをシステムに記録できること。文書をワークフローの次工程（例：保管責任部署作業）に進めることができること。必要に応じて上位者の確認プロセスを経ること。所定の承認プロセスが実行され、ワークフローの引継ぎ情報が設定された上で文書が保存され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文書確認・承認</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2071043778"/>
                  </a:ext>
                </a:extLst>
              </a:tr>
              <a:tr h="249378">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11</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締結完了処理</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保管責任者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契約成立日を入力できること。文書の締結処理を実行できること。改訂の場合、システムは旧版文書のステータスを「旧版」等に更新し、運用停止日等を設定すること。文書種類に応じた開示範囲を設定す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文書確認・承認</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632791042"/>
                  </a:ext>
                </a:extLst>
              </a:tr>
              <a:tr h="249378">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12</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契約不成立処理</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関係者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利用者は、文書ステータス（例：制定中・改訂中）によって、任意のタイミングで文書の契約不成立処理を実行できること。所定の承認プロセスが実行されること。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文書確認・承認</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2243961259"/>
                  </a:ext>
                </a:extLst>
              </a:tr>
              <a:tr h="249378">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13</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承認クリア</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利用者（例：特定ロール保有者）は、文書の承認状態（承認フラグ、承認者、承認日等）を全てクリアし、承認ステータスを定義された初期状態（例：「製造窓口確認中」）に戻せること。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承認クリア</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931013020"/>
                  </a:ext>
                </a:extLst>
              </a:tr>
              <a:tr h="37237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14</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差戻</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承認プロセス中の文書を、指定した差戻し理由と共に特定の工程（例：事業部・事業所確認中）へ差し戻すことができること。差戻し時には、元の文書が保存・複製（版管理され、フォーム変更・アクセス権変更を伴う）され、差戻し情報（日時、理由、種別等）が記録されること。承認ステータスが適切な状態に戻され、以降の承認情報はクリアされ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承認差戻</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1688018319"/>
                  </a:ext>
                </a:extLst>
              </a:tr>
              <a:tr h="249378">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15</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文書削除</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権限を持った利用者は、文書に削除フラグを設定し、論理削除できること。削除日も記録されること。重複する旧版文書がある場合、それらにも同様に削除フラグが設定されること。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文書削除</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2808337629"/>
                  </a:ext>
                </a:extLst>
              </a:tr>
              <a:tr h="126384">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16</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督促メール停止</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利用者は、特定の文書に対する督促通知（メール等）の送信を停止するための設定を行えること。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通知メール（停止含む）</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981517253"/>
                  </a:ext>
                </a:extLst>
              </a:tr>
              <a:tr h="126384">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17</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関連文書</a:t>
                      </a:r>
                      <a:r>
                        <a:rPr lang="en-US" altLang="zh-TW" sz="800" b="0" i="0" u="none" strike="noStrike">
                          <a:solidFill>
                            <a:srgbClr val="000000"/>
                          </a:solidFill>
                          <a:effectLst/>
                          <a:latin typeface="游ゴシック 本文"/>
                          <a:ea typeface="ＭＳ Ｐゴシック" panose="020B0600070205080204" pitchFamily="50" charset="-128"/>
                        </a:rPr>
                        <a:t>DB</a:t>
                      </a:r>
                      <a:r>
                        <a:rPr lang="zh-TW" altLang="en-US" sz="800" b="0" i="0" u="none" strike="noStrike">
                          <a:solidFill>
                            <a:srgbClr val="000000"/>
                          </a:solidFill>
                          <a:effectLst/>
                          <a:latin typeface="游ゴシック 本文"/>
                          <a:ea typeface="ＭＳ Ｐゴシック" panose="020B0600070205080204" pitchFamily="50" charset="-128"/>
                        </a:rPr>
                        <a:t>参照</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利用者は、本システムから関連文書管理システム（または機能）へアクセスし、情報を参照できること。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615731376"/>
                  </a:ext>
                </a:extLst>
              </a:tr>
              <a:tr h="126384">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18</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編集</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利用者は、現在開いている文書を編集モードに切り替えることができること。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文書編集</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2174074060"/>
                  </a:ext>
                </a:extLst>
              </a:tr>
              <a:tr h="126384">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19</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保存終了</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利用者は、編集中の文書を保存し、編集画面を閉じることができること。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文書編集</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2577745692"/>
                  </a:ext>
                </a:extLst>
              </a:tr>
              <a:tr h="126384">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20</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印刷</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利用者は、現在開いている文書を印刷プレビューし、指定プリンタから印刷できること。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外部出力</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3485050062"/>
                  </a:ext>
                </a:extLst>
              </a:tr>
              <a:tr h="249378">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21</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メール送信</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利用者は、現在開いている文書へのリンク情報を含む新規メール作成画面を、標準メーラーまたはシステム連携メーラーで表示できること。送付されたメールが受信トレイに格納されること。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通知メール（停止含む）</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3890062738"/>
                  </a:ext>
                </a:extLst>
              </a:tr>
              <a:tr h="126384">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22</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本文閲覧</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利用者は、本文ファイルに添付された</a:t>
                      </a:r>
                      <a:r>
                        <a:rPr lang="en-US" altLang="ja-JP" sz="800" b="0" i="0" u="none" strike="noStrike">
                          <a:solidFill>
                            <a:srgbClr val="000000"/>
                          </a:solidFill>
                          <a:effectLst/>
                          <a:latin typeface="游ゴシック 本文"/>
                          <a:ea typeface="ＭＳ Ｐゴシック" panose="020B0600070205080204" pitchFamily="50" charset="-128"/>
                        </a:rPr>
                        <a:t>PDF</a:t>
                      </a:r>
                      <a:r>
                        <a:rPr lang="ja-JP" altLang="en-US" sz="800" b="0" i="0" u="none" strike="noStrike">
                          <a:solidFill>
                            <a:srgbClr val="000000"/>
                          </a:solidFill>
                          <a:effectLst/>
                          <a:latin typeface="游ゴシック 本文"/>
                          <a:ea typeface="ＭＳ Ｐゴシック" panose="020B0600070205080204" pitchFamily="50" charset="-128"/>
                        </a:rPr>
                        <a:t>を閲覧できること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746865168"/>
                  </a:ext>
                </a:extLst>
              </a:tr>
              <a:tr h="230477">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23</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旧版閲覧</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利用者は、現在開いている文書（または選択した文書）に対応する旧版文書を、文書番号や版番号等をキーに検索し、表示できること。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2660506185"/>
                  </a:ext>
                </a:extLst>
              </a:tr>
              <a:tr h="126384">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24</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締結版閲覧</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利用者は、現在開いている文書（または選択した文書）に対応する締結版文書を、文書番号等をキーに検索し、表示できること。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56682223"/>
                  </a:ext>
                </a:extLst>
              </a:tr>
              <a:tr h="126384">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25</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複数納入先分作成</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利用者は、締結済みの納入仕様書を元に、複数の納入先に対応する納入仕様書を一括作成されること。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文書作成（新規作成</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改訂）</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901093505"/>
                  </a:ext>
                </a:extLst>
              </a:tr>
              <a:tr h="249378">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26</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納入仕様書作成</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あり）</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ワークフロー一括更新</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権限を持つ利用者は、ワークフロー申請先を登録したマスタデータから一括変更できること。申請先を更新した際は、実施済みの承認結果は引き継がれること</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項目一括更新</a:t>
                      </a:r>
                    </a:p>
                  </a:txBody>
                  <a:tcPr marL="2100" marR="2100" marT="210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2626578263"/>
                  </a:ext>
                </a:extLst>
              </a:tr>
            </a:tbl>
          </a:graphicData>
        </a:graphic>
      </p:graphicFrame>
    </p:spTree>
    <p:extLst>
      <p:ext uri="{BB962C8B-B14F-4D97-AF65-F5344CB8AC3E}">
        <p14:creationId xmlns:p14="http://schemas.microsoft.com/office/powerpoint/2010/main" val="16145505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B8CF94-ED59-EAD6-EE70-D0C32F0ACB4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82185BB-2E8F-0DD6-D588-AE129F70CC88}"/>
              </a:ext>
            </a:extLst>
          </p:cNvPr>
          <p:cNvSpPr>
            <a:spLocks noGrp="1"/>
          </p:cNvSpPr>
          <p:nvPr>
            <p:ph type="title"/>
          </p:nvPr>
        </p:nvSpPr>
        <p:spPr>
          <a:xfrm>
            <a:off x="414336" y="255263"/>
            <a:ext cx="9327072" cy="683629"/>
          </a:xfrm>
        </p:spPr>
        <p:txBody>
          <a:bodyPr/>
          <a:lstStyle/>
          <a:p>
            <a:r>
              <a:rPr lang="ja-JP" altLang="en-US"/>
              <a:t>機能一覧</a:t>
            </a:r>
            <a:endParaRPr lang="ja-JP" altLang="en-US">
              <a:effectLst/>
            </a:endParaRPr>
          </a:p>
        </p:txBody>
      </p:sp>
      <p:graphicFrame>
        <p:nvGraphicFramePr>
          <p:cNvPr id="5" name="表 4">
            <a:extLst>
              <a:ext uri="{FF2B5EF4-FFF2-40B4-BE49-F238E27FC236}">
                <a16:creationId xmlns:a16="http://schemas.microsoft.com/office/drawing/2014/main" id="{0972F7E1-D324-7C95-AAA8-6DD6247E2C6E}"/>
              </a:ext>
            </a:extLst>
          </p:cNvPr>
          <p:cNvGraphicFramePr>
            <a:graphicFrameLocks noGrp="1"/>
          </p:cNvGraphicFramePr>
          <p:nvPr/>
        </p:nvGraphicFramePr>
        <p:xfrm>
          <a:off x="288130" y="830468"/>
          <a:ext cx="11615739" cy="5616078"/>
        </p:xfrm>
        <a:graphic>
          <a:graphicData uri="http://schemas.openxmlformats.org/drawingml/2006/table">
            <a:tbl>
              <a:tblPr/>
              <a:tblGrid>
                <a:gridCol w="219460">
                  <a:extLst>
                    <a:ext uri="{9D8B030D-6E8A-4147-A177-3AD203B41FA5}">
                      <a16:colId xmlns:a16="http://schemas.microsoft.com/office/drawing/2014/main" val="799463105"/>
                    </a:ext>
                  </a:extLst>
                </a:gridCol>
                <a:gridCol w="2116228">
                  <a:extLst>
                    <a:ext uri="{9D8B030D-6E8A-4147-A177-3AD203B41FA5}">
                      <a16:colId xmlns:a16="http://schemas.microsoft.com/office/drawing/2014/main" val="2703095698"/>
                    </a:ext>
                  </a:extLst>
                </a:gridCol>
                <a:gridCol w="1426494">
                  <a:extLst>
                    <a:ext uri="{9D8B030D-6E8A-4147-A177-3AD203B41FA5}">
                      <a16:colId xmlns:a16="http://schemas.microsoft.com/office/drawing/2014/main" val="139665031"/>
                    </a:ext>
                  </a:extLst>
                </a:gridCol>
                <a:gridCol w="1222709">
                  <a:extLst>
                    <a:ext uri="{9D8B030D-6E8A-4147-A177-3AD203B41FA5}">
                      <a16:colId xmlns:a16="http://schemas.microsoft.com/office/drawing/2014/main" val="124102189"/>
                    </a:ext>
                  </a:extLst>
                </a:gridCol>
                <a:gridCol w="5361111">
                  <a:extLst>
                    <a:ext uri="{9D8B030D-6E8A-4147-A177-3AD203B41FA5}">
                      <a16:colId xmlns:a16="http://schemas.microsoft.com/office/drawing/2014/main" val="923264518"/>
                    </a:ext>
                  </a:extLst>
                </a:gridCol>
                <a:gridCol w="1269737">
                  <a:extLst>
                    <a:ext uri="{9D8B030D-6E8A-4147-A177-3AD203B41FA5}">
                      <a16:colId xmlns:a16="http://schemas.microsoft.com/office/drawing/2014/main" val="2764900046"/>
                    </a:ext>
                  </a:extLst>
                </a:gridCol>
              </a:tblGrid>
              <a:tr h="92013">
                <a:tc>
                  <a:txBody>
                    <a:bodyPr/>
                    <a:lstStyle/>
                    <a:p>
                      <a:pPr algn="l" fontAlgn="t">
                        <a:buNone/>
                      </a:pPr>
                      <a:r>
                        <a:rPr lang="en-US" sz="800" b="1" i="0" u="none" strike="noStrike">
                          <a:solidFill>
                            <a:srgbClr val="FFFFFF"/>
                          </a:solidFill>
                          <a:effectLst/>
                          <a:latin typeface="ＭＳ Ｐゴシック" panose="020B0600070205080204" pitchFamily="50" charset="-128"/>
                          <a:ea typeface="ＭＳ Ｐゴシック" panose="020B0600070205080204" pitchFamily="50" charset="-128"/>
                        </a:rPr>
                        <a:t>No</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大項目</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中項目</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実施者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要件概要</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機能分類</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extLst>
                  <a:ext uri="{0D108BD9-81ED-4DB2-BD59-A6C34878D82A}">
                    <a16:rowId xmlns:a16="http://schemas.microsoft.com/office/drawing/2014/main" val="1196562293"/>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27</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納入仕様書締結済</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契約不成立</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なし）</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納入仕様書（締結版）作成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登録者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利用者は、納入仕様書（締結版）を新規作成・改定できること。文書種類に応じた開示範囲を設定すること。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文書登録</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617520809"/>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28</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納入仕様書締結済</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契約不成立</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なし）</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保存終了</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利用者は、編集中の締結版文書を保存し、編集画面を閉じることができること。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文書編集</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1828896702"/>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29</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納入仕様書締結済</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契約不成立</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なし）</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印刷</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利用者は、現在開いている締結版文書を印刷プレビューし、指定プリンタから印刷できること。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外部出力</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22074668"/>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30</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納入仕様書締結済</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契約不成立</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なし）</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メール送信</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利用者は、現在開いている締結版文書へのリンク情報を含む新規メール作成画面を、標準メーラーまたはシステム連携メーラーで表示できること。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通知メール（停止含む）</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2458562480"/>
                  </a:ext>
                </a:extLst>
              </a:tr>
              <a:tr h="272851">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31</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納入仕様書締結済</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契約不成立</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なし）</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フロー版閲覧</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利用者は、締結版文書に対応する承認フロー中の文書（申請・承認過程の文書）を、文書番号等をキーに検索し、読み取り専用で表示できること。対象文書が見つからない場合は、その旨を通知すること。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346641748"/>
                  </a:ext>
                </a:extLst>
              </a:tr>
              <a:tr h="272851">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32</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納入仕様書締結済</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契約不成立</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なし）</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本文閲覧</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利用者が対象文書を開いて操作を行うと、添付ファイルを指定フォルダに</a:t>
                      </a:r>
                      <a:r>
                        <a:rPr lang="en-US" altLang="ja-JP" sz="800" b="0" i="0" u="none" strike="noStrike">
                          <a:solidFill>
                            <a:srgbClr val="000000"/>
                          </a:solidFill>
                          <a:effectLst/>
                          <a:latin typeface="游ゴシック 本文"/>
                          <a:ea typeface="ＭＳ Ｐゴシック" panose="020B0600070205080204" pitchFamily="50" charset="-128"/>
                        </a:rPr>
                        <a:t>PDF</a:t>
                      </a:r>
                      <a:r>
                        <a:rPr lang="ja-JP" altLang="en-US" sz="800" b="0" i="0" u="none" strike="noStrike">
                          <a:solidFill>
                            <a:srgbClr val="000000"/>
                          </a:solidFill>
                          <a:effectLst/>
                          <a:latin typeface="游ゴシック 本文"/>
                          <a:ea typeface="ＭＳ Ｐゴシック" panose="020B0600070205080204" pitchFamily="50" charset="-128"/>
                        </a:rPr>
                        <a:t>形式で出力し、</a:t>
                      </a:r>
                      <a:r>
                        <a:rPr lang="en-US" altLang="ja-JP" sz="800" b="0" i="0" u="none" strike="noStrike">
                          <a:solidFill>
                            <a:srgbClr val="000000"/>
                          </a:solidFill>
                          <a:effectLst/>
                          <a:latin typeface="游ゴシック 本文"/>
                          <a:ea typeface="ＭＳ Ｐゴシック" panose="020B0600070205080204" pitchFamily="50" charset="-128"/>
                        </a:rPr>
                        <a:t>PDF</a:t>
                      </a:r>
                      <a:r>
                        <a:rPr lang="ja-JP" altLang="en-US" sz="800" b="0" i="0" u="none" strike="noStrike">
                          <a:solidFill>
                            <a:srgbClr val="000000"/>
                          </a:solidFill>
                          <a:effectLst/>
                          <a:latin typeface="游ゴシック 本文"/>
                          <a:ea typeface="ＭＳ Ｐゴシック" panose="020B0600070205080204" pitchFamily="50" charset="-128"/>
                        </a:rPr>
                        <a:t>ビューアで表示すること。編集中でも保存せず処理を行い、エラー時はメッセージを表示して中断すること。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3827617507"/>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33</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納入仕様書締結済</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契約不成立</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なし）</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文書改訂</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利用者は、締結済みの納入仕様書を改訂できること。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文書作成（新規作成</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改訂）</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3259968054"/>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34</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納入仕様書締結済</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契約不成立</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なし）</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利用者が操作を実行すると、確認ダイアログを表示し、「はい」を選択した場合に対象文書のステータスを「廃版処理中」に変更できること。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1144449327"/>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35</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納入仕様書締結済</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契約不成立</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なし）</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顧客情報変更</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権限を持つ利用者（例：特定ロール保有者）は、締結版文書の顧客情報を変更できること。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顧客情報変更</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2251333054"/>
                  </a:ext>
                </a:extLst>
              </a:tr>
              <a:tr h="272851">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36</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納入仕様書締結済</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契約不成立</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なし）</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文書削除</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締結版文書に削除フラグを設定し、論理削除できること。削除日も記録されること。関連する旧版文書がある場合、それらにも同様に削除フラグが設定されること。文書ステータス（最新版）に応じて機能制限が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文書削除</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41632788"/>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37</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納入仕様書締結済</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契約不成立</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なし）</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関連文書</a:t>
                      </a:r>
                      <a:r>
                        <a:rPr lang="en-US" sz="800" b="0" i="0" u="none" strike="noStrike">
                          <a:solidFill>
                            <a:srgbClr val="000000"/>
                          </a:solidFill>
                          <a:effectLst/>
                          <a:latin typeface="游ゴシック 本文"/>
                          <a:ea typeface="ＭＳ Ｐゴシック" panose="020B0600070205080204" pitchFamily="50" charset="-128"/>
                        </a:rPr>
                        <a:t>DB</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利用者は、本システムから関連文書管理システム（または機能）へアクセスし、情報を参照できること。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594113468"/>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38</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納入仕様書締結済</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契約不成立</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なし）</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編集</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利用者は、現在開いている文書を編集モードに切り替えることができること。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文書編集</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7933110"/>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39</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納入仕様書締結済</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契約不成立</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改訂（</a:t>
                      </a:r>
                      <a:r>
                        <a:rPr lang="en-US" altLang="ja-JP" sz="800" b="0" i="0" u="none" strike="noStrike">
                          <a:solidFill>
                            <a:srgbClr val="000000"/>
                          </a:solidFill>
                          <a:effectLst/>
                          <a:latin typeface="游ゴシック 本文"/>
                          <a:ea typeface="ＭＳ Ｐゴシック" panose="020B0600070205080204" pitchFamily="50" charset="-128"/>
                        </a:rPr>
                        <a:t>WF</a:t>
                      </a:r>
                      <a:r>
                        <a:rPr lang="ja-JP" altLang="en-US" sz="800" b="0" i="0" u="none" strike="noStrike">
                          <a:solidFill>
                            <a:srgbClr val="000000"/>
                          </a:solidFill>
                          <a:effectLst/>
                          <a:latin typeface="游ゴシック 本文"/>
                          <a:ea typeface="ＭＳ Ｐゴシック" panose="020B0600070205080204" pitchFamily="50" charset="-128"/>
                        </a:rPr>
                        <a:t>なし）</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複数納入先分作成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利用者は、締結済みの納入仕様書を元に、複数の納入先に対応する納入仕様書を一括作成できること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文書作成（新規作成</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改訂）</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3639154924"/>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40</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製品規格（制定）依頼書起票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制定依頼者（事業所窓口）</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利用者は、製品規格書を新規作成・改定できること。文書種類に応じた開示範囲を設定すること。規格書のワークフローにおいて、各承認段階から次工程に進めることができること。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文書作成（新規作成</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改訂）</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1758658745"/>
                  </a:ext>
                </a:extLst>
              </a:tr>
              <a:tr h="272851">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41</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確認・承認</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事業所作成部署（作成者）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利用者が文書を編集できること。添付資料をダウンロード、アップロードできること。規格書のワークフローの各承認段階において、担当者は自身の確認行為（承認）をシステム上で実行できること。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文書作成（新規作成</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改訂）</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3703934722"/>
                  </a:ext>
                </a:extLst>
              </a:tr>
              <a:tr h="272851">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42</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審査</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事業所作成部署（承認者）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利用者が文書を編集できること。添付資料をダウンロード、アップロードできること。規格書のワークフローの各承認段階において、担当者は自身の確認行為（承認）をシステム上で実行できること。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文書作成（新規作成</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改訂）</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2775745593"/>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43</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規格登録</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制定依頼者（事業所窓口）</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利用者は、規格書の配布先を設定して登録できること。システム上で配付履歴が管理できること。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文書作成（新規作成</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改訂）</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44378386"/>
                  </a:ext>
                </a:extLst>
              </a:tr>
              <a:tr h="92013">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44</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編集</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利用者は、現在開いている規格書を編集モードに切り替えることができること。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文書編集</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3921125180"/>
                  </a:ext>
                </a:extLst>
              </a:tr>
              <a:tr h="92013">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45</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保存終了</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利用者は、編集中の規格書を保存し、編集画面を閉じることができること。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文書編集</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4056899834"/>
                  </a:ext>
                </a:extLst>
              </a:tr>
              <a:tr h="92013">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46</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印刷</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利用者は、現在開いている規格書を印刷プレビューし、指定プリンタから印刷できること。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外部出力</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3114151290"/>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47</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メール送信</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利用者は、現在開いている規格書へのリンク情報を含む新規メール作成画面を、標準メーラーまたはシステム連携メーラーで表示できること。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通知メール（停止含む）</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033010315"/>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48</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旧版閲覧</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利用者は、現在開いている規格書（または選択した規格書）に対応する旧版文書を、表示できること。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502211538"/>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49</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文書改訂</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利用者は、登録済みの規格書を改訂できること。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文書作成（新規作成</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改訂）</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243761415"/>
                  </a:ext>
                </a:extLst>
              </a:tr>
              <a:tr h="272851">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50</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廃棄承認ワークフロー実施</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システム設定に応じて利用者は、規格書の廃棄処理を開始し、承認ワークフローを実行できること。実行前にシステムは確認メッセージを表示し、利用者の意思確認を行うこと。文書を保存・更新、関連管理文書を起票し更新履歴を追記する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50091843"/>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51</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文書廃棄</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即廃棄</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システム設定に応じて利用者は、規格書を承認ワークフローを経ずに即時廃棄できること。実行前にシステムは確認メッセージを表示し、利用者の意思確認を行うこと。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3853419108"/>
                  </a:ext>
                </a:extLst>
              </a:tr>
              <a:tr h="182432">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52</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廃棄取消</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利用者は、一度「廃版処理中」となった規格書の廃棄処理を取り消すことができること。実行前にシステムは確認メッセージを表示し、利用者の意思確認を行うこと。</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2150" marR="2150" marT="21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3873223829"/>
                  </a:ext>
                </a:extLst>
              </a:tr>
            </a:tbl>
          </a:graphicData>
        </a:graphic>
      </p:graphicFrame>
    </p:spTree>
    <p:extLst>
      <p:ext uri="{BB962C8B-B14F-4D97-AF65-F5344CB8AC3E}">
        <p14:creationId xmlns:p14="http://schemas.microsoft.com/office/powerpoint/2010/main" val="12795116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CF29F4-8089-DCCE-8249-7AAD90C264A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55561E9-FB4B-FA8B-FC60-52E0F7E51BD4}"/>
              </a:ext>
            </a:extLst>
          </p:cNvPr>
          <p:cNvSpPr>
            <a:spLocks noGrp="1"/>
          </p:cNvSpPr>
          <p:nvPr>
            <p:ph type="title"/>
          </p:nvPr>
        </p:nvSpPr>
        <p:spPr>
          <a:xfrm>
            <a:off x="414336" y="255263"/>
            <a:ext cx="9327072" cy="683629"/>
          </a:xfrm>
        </p:spPr>
        <p:txBody>
          <a:bodyPr/>
          <a:lstStyle/>
          <a:p>
            <a:r>
              <a:rPr lang="ja-JP" altLang="en-US"/>
              <a:t>機能一覧</a:t>
            </a:r>
            <a:endParaRPr lang="ja-JP" altLang="en-US">
              <a:effectLst/>
            </a:endParaRPr>
          </a:p>
        </p:txBody>
      </p:sp>
      <p:graphicFrame>
        <p:nvGraphicFramePr>
          <p:cNvPr id="6" name="表 5">
            <a:extLst>
              <a:ext uri="{FF2B5EF4-FFF2-40B4-BE49-F238E27FC236}">
                <a16:creationId xmlns:a16="http://schemas.microsoft.com/office/drawing/2014/main" id="{222F90E7-C603-055B-C149-663D0397BE88}"/>
              </a:ext>
            </a:extLst>
          </p:cNvPr>
          <p:cNvGraphicFramePr>
            <a:graphicFrameLocks noGrp="1"/>
          </p:cNvGraphicFramePr>
          <p:nvPr/>
        </p:nvGraphicFramePr>
        <p:xfrm>
          <a:off x="288130" y="840628"/>
          <a:ext cx="11615740" cy="5420520"/>
        </p:xfrm>
        <a:graphic>
          <a:graphicData uri="http://schemas.openxmlformats.org/drawingml/2006/table">
            <a:tbl>
              <a:tblPr/>
              <a:tblGrid>
                <a:gridCol w="219461">
                  <a:extLst>
                    <a:ext uri="{9D8B030D-6E8A-4147-A177-3AD203B41FA5}">
                      <a16:colId xmlns:a16="http://schemas.microsoft.com/office/drawing/2014/main" val="3538993151"/>
                    </a:ext>
                  </a:extLst>
                </a:gridCol>
                <a:gridCol w="2116228">
                  <a:extLst>
                    <a:ext uri="{9D8B030D-6E8A-4147-A177-3AD203B41FA5}">
                      <a16:colId xmlns:a16="http://schemas.microsoft.com/office/drawing/2014/main" val="1286442542"/>
                    </a:ext>
                  </a:extLst>
                </a:gridCol>
                <a:gridCol w="1426494">
                  <a:extLst>
                    <a:ext uri="{9D8B030D-6E8A-4147-A177-3AD203B41FA5}">
                      <a16:colId xmlns:a16="http://schemas.microsoft.com/office/drawing/2014/main" val="974574590"/>
                    </a:ext>
                  </a:extLst>
                </a:gridCol>
                <a:gridCol w="1222710">
                  <a:extLst>
                    <a:ext uri="{9D8B030D-6E8A-4147-A177-3AD203B41FA5}">
                      <a16:colId xmlns:a16="http://schemas.microsoft.com/office/drawing/2014/main" val="2037760273"/>
                    </a:ext>
                  </a:extLst>
                </a:gridCol>
                <a:gridCol w="5361110">
                  <a:extLst>
                    <a:ext uri="{9D8B030D-6E8A-4147-A177-3AD203B41FA5}">
                      <a16:colId xmlns:a16="http://schemas.microsoft.com/office/drawing/2014/main" val="660889682"/>
                    </a:ext>
                  </a:extLst>
                </a:gridCol>
                <a:gridCol w="1269737">
                  <a:extLst>
                    <a:ext uri="{9D8B030D-6E8A-4147-A177-3AD203B41FA5}">
                      <a16:colId xmlns:a16="http://schemas.microsoft.com/office/drawing/2014/main" val="1927077323"/>
                    </a:ext>
                  </a:extLst>
                </a:gridCol>
              </a:tblGrid>
              <a:tr h="50726">
                <a:tc>
                  <a:txBody>
                    <a:bodyPr/>
                    <a:lstStyle/>
                    <a:p>
                      <a:pPr algn="l" fontAlgn="t">
                        <a:buNone/>
                      </a:pPr>
                      <a:r>
                        <a:rPr lang="en-US" sz="800" b="1" i="0" u="none" strike="noStrike">
                          <a:solidFill>
                            <a:srgbClr val="FFFFFF"/>
                          </a:solidFill>
                          <a:effectLst/>
                          <a:latin typeface="ＭＳ Ｐゴシック" panose="020B0600070205080204" pitchFamily="50" charset="-128"/>
                          <a:ea typeface="ＭＳ Ｐゴシック" panose="020B0600070205080204" pitchFamily="50" charset="-128"/>
                        </a:rPr>
                        <a:t>No</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大項目</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中項目</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実施者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要件概要</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機能分類</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extLst>
                  <a:ext uri="{0D108BD9-81ED-4DB2-BD59-A6C34878D82A}">
                    <a16:rowId xmlns:a16="http://schemas.microsoft.com/office/drawing/2014/main" val="2720975212"/>
                  </a:ext>
                </a:extLst>
              </a:tr>
              <a:tr h="100050">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53</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文書削除</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権限を持った利用者は、文書に削除フラグを設定し、論理削除できること。削除日も記録されること。関連する旧版文書がある場合、それらにも同様に削除フラグが設定されること。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文書削除</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3451579832"/>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54</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督促メール停止</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利用者は、特定の規格書に対する督促通知（メール等）の送信を停止するための設定を行えること。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通知メール（停止含む）</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2403328405"/>
                  </a:ext>
                </a:extLst>
              </a:tr>
              <a:tr h="100050">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55</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製品規格書作成</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ワークフロー一括更新</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権限を持つ利用者は、ワークフロー申請先を登録したマスタデータから一括変更できること。申請先を更新した際は、実施済みの承認結果は引き継がれること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項目一括更新</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389731418"/>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56</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文書メンテナンス</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事業所変更</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利用者は、既存の納入仕様書の事業部・事業所情報を一括で変更できること。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項目一括更新</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951453060"/>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57</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事業所窓口マスタ</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利用者は、事業所窓口マスタを作成・登録・削除できること。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マスタ作成・登録・削除</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585790864"/>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58</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事業所ルートマスタ</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利用者は、事業所ルートマスタを作成・登録・削除できること。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マスタ作成・登録・削除</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462445075"/>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59</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承認窓口マスタ</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利用者は、承認窓口マスタを作成・登録・削除できること。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マスタ作成・登録・削除</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14686675"/>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60</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en-US" sz="800" b="0" i="0" u="none" strike="noStrike">
                          <a:solidFill>
                            <a:srgbClr val="000000"/>
                          </a:solidFill>
                          <a:effectLst/>
                          <a:latin typeface="游ゴシック 本文"/>
                          <a:ea typeface="ＭＳ Ｐゴシック" panose="020B0600070205080204" pitchFamily="50" charset="-128"/>
                        </a:rPr>
                        <a:t>DB</a:t>
                      </a:r>
                      <a:r>
                        <a:rPr lang="ja-JP" altLang="en-US" sz="800" b="0" i="0" u="none" strike="noStrike">
                          <a:solidFill>
                            <a:srgbClr val="000000"/>
                          </a:solidFill>
                          <a:effectLst/>
                          <a:latin typeface="游ゴシック 本文"/>
                          <a:ea typeface="ＭＳ Ｐゴシック" panose="020B0600070205080204" pitchFamily="50" charset="-128"/>
                        </a:rPr>
                        <a:t>情報マスタ</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a:t>
                      </a:r>
                      <a:r>
                        <a:rPr lang="en-US" altLang="ja-JP" sz="800" b="0" i="0" u="none" strike="noStrike">
                          <a:solidFill>
                            <a:srgbClr val="000000"/>
                          </a:solidFill>
                          <a:effectLst/>
                          <a:latin typeface="游ゴシック 本文"/>
                          <a:ea typeface="ＭＳ Ｐゴシック" panose="020B0600070205080204" pitchFamily="50" charset="-128"/>
                        </a:rPr>
                        <a:t>DB</a:t>
                      </a:r>
                      <a:r>
                        <a:rPr lang="ja-JP" altLang="en-US" sz="800" b="0" i="0" u="none" strike="noStrike">
                          <a:solidFill>
                            <a:srgbClr val="000000"/>
                          </a:solidFill>
                          <a:effectLst/>
                          <a:latin typeface="游ゴシック 本文"/>
                          <a:ea typeface="ＭＳ Ｐゴシック" panose="020B0600070205080204" pitchFamily="50" charset="-128"/>
                        </a:rPr>
                        <a:t>情報マスタを作成・登録・削除できること。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マスタ作成・登録・削除</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4101010184"/>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61</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事業部マスタ</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利用者は、事業部マスタを作成・登録・削除できること。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マスタ作成・登録・削除</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587604045"/>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62</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環境マスタ</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利用者は、環境マスタを作成・登録・削除できること。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マスタ作成・登録・削除</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2348028435"/>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63</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文書種類マスタ</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利用者は、文書種類マスタを作成・登録・削除できること。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マスタ作成・登録・削除</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2802666314"/>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64</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システム管理者マスタ</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利用者は、システム管理者マスタを作成・登録・削除できること。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マスタ作成・登録・削除</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284470058"/>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65</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品質情報管理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製品情報作成</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利用者は、仕様書に関連する新規文書を作成できること。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文書作成（新規作成</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改訂）</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3321074504"/>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66</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品質情報管理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組管未登録会社マスタ</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組管未登録会社マスタを作成・登録・削除できること。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マスタ作成・登録</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323529580"/>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67</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品質情報管理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システム定義</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システム定義を作成・登録・削除できること。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マスタ作成・登録</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235936855"/>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68</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品質情報管理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事業部変更</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利用者は、複数の既存文書に記録されている事業部情報を一括で変更できること。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文書作成（新規作成</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改訂）</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465867099"/>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69</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関連文書管理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関連文書登録</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利用者は、仕様書に関連する新規文書を作成できること。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マスタ作成・登録</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287422044"/>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70</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関連文書管理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データメンテナンス</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利用者は、選択した複数の仕様書関連文書に対して、管理部署情報を一括で変更できること。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項目一括更新</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2084982981"/>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71</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関連文書管理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関連文書廃棄</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利用者は、仕様書関連文書を廃棄処理できること。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205006013"/>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72</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関連文書管理</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場所マスタ設定</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利用者は、場所マスタ編集（または作成）時に、事業所名・事業所コードを文書の所定フィールドに設定できること。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マスタ作成・登録</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150571891"/>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73</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アナウンス</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資料</a:t>
                      </a:r>
                      <a:r>
                        <a:rPr lang="en-US" altLang="ja-JP" sz="800" b="0" i="0" u="none" strike="noStrike">
                          <a:solidFill>
                            <a:srgbClr val="000000"/>
                          </a:solidFill>
                          <a:effectLst/>
                          <a:latin typeface="游ゴシック 本文"/>
                          <a:ea typeface="ＭＳ Ｐゴシック" panose="020B0600070205080204" pitchFamily="50" charset="-128"/>
                        </a:rPr>
                        <a:t>/</a:t>
                      </a:r>
                      <a:r>
                        <a:rPr lang="ja-JP" altLang="en-US" sz="800" b="0" i="0" u="none" strike="noStrike">
                          <a:solidFill>
                            <a:srgbClr val="000000"/>
                          </a:solidFill>
                          <a:effectLst/>
                          <a:latin typeface="游ゴシック 本文"/>
                          <a:ea typeface="ＭＳ Ｐゴシック" panose="020B0600070205080204" pitchFamily="50" charset="-128"/>
                        </a:rPr>
                        <a:t>お知らせ作成</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利用者は、システム上で共有すべき情報を新規作成・改訂できること。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文書作成（新規作成</a:t>
                      </a:r>
                      <a:r>
                        <a:rPr lang="en-US" altLang="zh-TW" sz="800" b="0" i="0" u="none" strike="noStrike">
                          <a:solidFill>
                            <a:srgbClr val="000000"/>
                          </a:solidFill>
                          <a:effectLst/>
                          <a:latin typeface="游ゴシック 本文"/>
                          <a:ea typeface="ＭＳ Ｐゴシック" panose="020B0600070205080204" pitchFamily="50" charset="-128"/>
                        </a:rPr>
                        <a:t>/</a:t>
                      </a:r>
                      <a:r>
                        <a:rPr lang="zh-TW" altLang="en-US" sz="800" b="0" i="0" u="none" strike="noStrike">
                          <a:solidFill>
                            <a:srgbClr val="000000"/>
                          </a:solidFill>
                          <a:effectLst/>
                          <a:latin typeface="游ゴシック 本文"/>
                          <a:ea typeface="ＭＳ Ｐゴシック" panose="020B0600070205080204" pitchFamily="50" charset="-128"/>
                        </a:rPr>
                        <a:t>改訂）</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461009869"/>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74</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納入仕様書閲覧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利用者が文書ステータスごとに、確認したいビューの設定ができること。ビューに表示されている本文が閲覧できること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1319843021"/>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75</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一般規格閲覧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利用者が文書ステータスごとに、確認したいビューの設定ができること。ビューに表示されている本文が閲覧できること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3987802719"/>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76</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en-US" sz="800" b="0" i="0" u="none" strike="noStrike">
                          <a:solidFill>
                            <a:srgbClr val="000000"/>
                          </a:solidFill>
                          <a:effectLst/>
                          <a:latin typeface="游ゴシック 本文"/>
                          <a:ea typeface="ＭＳ Ｐゴシック" panose="020B0600070205080204" pitchFamily="50" charset="-128"/>
                        </a:rPr>
                        <a:t>Excel</a:t>
                      </a:r>
                      <a:r>
                        <a:rPr lang="ja-JP" altLang="en-US" sz="800" b="0" i="0" u="none" strike="noStrike">
                          <a:solidFill>
                            <a:srgbClr val="000000"/>
                          </a:solidFill>
                          <a:effectLst/>
                          <a:latin typeface="游ゴシック 本文"/>
                          <a:ea typeface="ＭＳ Ｐゴシック" panose="020B0600070205080204" pitchFamily="50" charset="-128"/>
                        </a:rPr>
                        <a:t>書き出し閲覧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利用者が文書ステータスごとに、本文が閲覧できること。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3093888230"/>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77</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マスター閲覧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利用者が文書ステータスごとに、本文が閲覧できること。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25033321"/>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78</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管理者用閲覧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利用者が文書ステータスごとに、本文が閲覧できること。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3312103597"/>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79</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閲覧制御</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利用者が対象文書を開いて操作を行うと、添付ファイルを指定フォルダに</a:t>
                      </a:r>
                      <a:r>
                        <a:rPr lang="en-US" altLang="ja-JP" sz="800" b="0" i="0" u="none" strike="noStrike">
                          <a:solidFill>
                            <a:srgbClr val="000000"/>
                          </a:solidFill>
                          <a:effectLst/>
                          <a:latin typeface="游ゴシック 本文"/>
                          <a:ea typeface="ＭＳ Ｐゴシック" panose="020B0600070205080204" pitchFamily="50" charset="-128"/>
                        </a:rPr>
                        <a:t>PDF</a:t>
                      </a:r>
                      <a:r>
                        <a:rPr lang="ja-JP" altLang="en-US" sz="800" b="0" i="0" u="none" strike="noStrike">
                          <a:solidFill>
                            <a:srgbClr val="000000"/>
                          </a:solidFill>
                          <a:effectLst/>
                          <a:latin typeface="游ゴシック 本文"/>
                          <a:ea typeface="ＭＳ Ｐゴシック" panose="020B0600070205080204" pitchFamily="50" charset="-128"/>
                        </a:rPr>
                        <a:t>形式で出力し、</a:t>
                      </a:r>
                      <a:r>
                        <a:rPr lang="en-US" altLang="ja-JP" sz="800" b="0" i="0" u="none" strike="noStrike">
                          <a:solidFill>
                            <a:srgbClr val="000000"/>
                          </a:solidFill>
                          <a:effectLst/>
                          <a:latin typeface="游ゴシック 本文"/>
                          <a:ea typeface="ＭＳ Ｐゴシック" panose="020B0600070205080204" pitchFamily="50" charset="-128"/>
                        </a:rPr>
                        <a:t>PDF</a:t>
                      </a:r>
                      <a:r>
                        <a:rPr lang="ja-JP" altLang="en-US" sz="800" b="0" i="0" u="none" strike="noStrike">
                          <a:solidFill>
                            <a:srgbClr val="000000"/>
                          </a:solidFill>
                          <a:effectLst/>
                          <a:latin typeface="游ゴシック 本文"/>
                          <a:ea typeface="ＭＳ Ｐゴシック" panose="020B0600070205080204" pitchFamily="50" charset="-128"/>
                        </a:rPr>
                        <a:t>ビューアで表示すること。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031501394"/>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80</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納入仕様書（締結版）閲覧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利用者は、現在開いている文書（または選択した文書）に対応する締結版文書を、文書番号等をキーに検索し、表示できること。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179318544"/>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81</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納入仕様書（締結版）文書閲覧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利用者が対象文書を開いて操作を行うと、添付ファイルを指定フォルダに</a:t>
                      </a:r>
                      <a:r>
                        <a:rPr lang="en-US" altLang="ja-JP" sz="800" b="0" i="0" u="none" strike="noStrike">
                          <a:solidFill>
                            <a:srgbClr val="000000"/>
                          </a:solidFill>
                          <a:effectLst/>
                          <a:latin typeface="游ゴシック 本文"/>
                          <a:ea typeface="ＭＳ Ｐゴシック" panose="020B0600070205080204" pitchFamily="50" charset="-128"/>
                        </a:rPr>
                        <a:t>PDF</a:t>
                      </a:r>
                      <a:r>
                        <a:rPr lang="ja-JP" altLang="en-US" sz="800" b="0" i="0" u="none" strike="noStrike">
                          <a:solidFill>
                            <a:srgbClr val="000000"/>
                          </a:solidFill>
                          <a:effectLst/>
                          <a:latin typeface="游ゴシック 本文"/>
                          <a:ea typeface="ＭＳ Ｐゴシック" panose="020B0600070205080204" pitchFamily="50" charset="-128"/>
                        </a:rPr>
                        <a:t>形式で出力し、</a:t>
                      </a:r>
                      <a:r>
                        <a:rPr lang="en-US" altLang="ja-JP" sz="800" b="0" i="0" u="none" strike="noStrike">
                          <a:solidFill>
                            <a:srgbClr val="000000"/>
                          </a:solidFill>
                          <a:effectLst/>
                          <a:latin typeface="游ゴシック 本文"/>
                          <a:ea typeface="ＭＳ Ｐゴシック" panose="020B0600070205080204" pitchFamily="50" charset="-128"/>
                        </a:rPr>
                        <a:t>PDF</a:t>
                      </a:r>
                      <a:r>
                        <a:rPr lang="ja-JP" altLang="en-US" sz="800" b="0" i="0" u="none" strike="noStrike">
                          <a:solidFill>
                            <a:srgbClr val="000000"/>
                          </a:solidFill>
                          <a:effectLst/>
                          <a:latin typeface="游ゴシック 本文"/>
                          <a:ea typeface="ＭＳ Ｐゴシック" panose="020B0600070205080204" pitchFamily="50" charset="-128"/>
                        </a:rPr>
                        <a:t>ビューアで表示すること。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872851452"/>
                  </a:ext>
                </a:extLst>
              </a:tr>
              <a:tr h="9528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82</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納入仕様書（フロー版）閲覧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利用者は、締結版文書に対応する承認フロー中の文書（申請・承認過程の文書）を、文書番号等をキーに検索し、読み取り専用で表示できること。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946789858"/>
                  </a:ext>
                </a:extLst>
              </a:tr>
              <a:tr h="9528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83</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旧版閲覧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利用者は、現在開いている文書（または選択した文書）に対応する旧版文書を、文書番号や版番号等をキーに検索し、表示できること。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408050650"/>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84</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en-US" sz="800" b="0" i="0" u="none" strike="noStrike">
                          <a:solidFill>
                            <a:srgbClr val="000000"/>
                          </a:solidFill>
                          <a:effectLst/>
                          <a:latin typeface="游ゴシック 本文"/>
                          <a:ea typeface="ＭＳ Ｐゴシック" panose="020B0600070205080204" pitchFamily="50" charset="-128"/>
                        </a:rPr>
                        <a:t>Excel</a:t>
                      </a:r>
                      <a:r>
                        <a:rPr lang="ja-JP" altLang="en-US" sz="800" b="0" i="0" u="none" strike="noStrike">
                          <a:solidFill>
                            <a:srgbClr val="000000"/>
                          </a:solidFill>
                          <a:effectLst/>
                          <a:latin typeface="游ゴシック 本文"/>
                          <a:ea typeface="ＭＳ Ｐゴシック" panose="020B0600070205080204" pitchFamily="50" charset="-128"/>
                        </a:rPr>
                        <a:t>書き出し</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利用者は、一覧等で選択された複数の文書情報を、表計算ソフト互換ファイル形式（例：</a:t>
                      </a:r>
                      <a:r>
                        <a:rPr lang="en-US" altLang="ja-JP" sz="800" b="0" i="0" u="none" strike="noStrike">
                          <a:solidFill>
                            <a:srgbClr val="000000"/>
                          </a:solidFill>
                          <a:effectLst/>
                          <a:latin typeface="游ゴシック 本文"/>
                          <a:ea typeface="ＭＳ Ｐゴシック" panose="020B0600070205080204" pitchFamily="50" charset="-128"/>
                        </a:rPr>
                        <a:t>Excel</a:t>
                      </a:r>
                      <a:r>
                        <a:rPr lang="ja-JP" altLang="en-US" sz="800" b="0" i="0" u="none" strike="noStrike">
                          <a:solidFill>
                            <a:srgbClr val="000000"/>
                          </a:solidFill>
                          <a:effectLst/>
                          <a:latin typeface="游ゴシック 本文"/>
                          <a:ea typeface="ＭＳ Ｐゴシック" panose="020B0600070205080204" pitchFamily="50" charset="-128"/>
                        </a:rPr>
                        <a:t>、</a:t>
                      </a:r>
                      <a:r>
                        <a:rPr lang="en-US" altLang="ja-JP" sz="800" b="0" i="0" u="none" strike="noStrike">
                          <a:solidFill>
                            <a:srgbClr val="000000"/>
                          </a:solidFill>
                          <a:effectLst/>
                          <a:latin typeface="游ゴシック 本文"/>
                          <a:ea typeface="ＭＳ Ｐゴシック" panose="020B0600070205080204" pitchFamily="50" charset="-128"/>
                        </a:rPr>
                        <a:t>CSV</a:t>
                      </a:r>
                      <a:r>
                        <a:rPr lang="ja-JP" altLang="en-US" sz="800" b="0" i="0" u="none" strike="noStrike">
                          <a:solidFill>
                            <a:srgbClr val="000000"/>
                          </a:solidFill>
                          <a:effectLst/>
                          <a:latin typeface="游ゴシック 本文"/>
                          <a:ea typeface="ＭＳ Ｐゴシック" panose="020B0600070205080204" pitchFamily="50" charset="-128"/>
                        </a:rPr>
                        <a:t>）でエクスポートできること。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4017193467"/>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85</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検索</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利用者は、文書内容や添付ファイルを含めて検索し、該当する文書が表示できること。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3403533229"/>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86</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文書閲覧</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ビュー設定</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利用者は必要な項目に応じてビューの設定ができること。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マスタ作成・登録</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1739800188"/>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87</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運用中文書廃棄</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利用者が操作を実行すると、対象文書のステータスを「廃版処理中」に変更できること。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3328379167"/>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88</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納入仕様書（締結版）廃棄</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登録者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利用者は、締結版文書の廃棄処理を完了できること。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3746738144"/>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89</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製品規格廃棄開始</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利用者は、規格書を承認ワークフローを経ずに即時廃棄できること。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896536060"/>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90</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製品規格廃棄情報の登録</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利用者は、規格書の廃版情報に関連する配布先を設定して規格書の廃棄処理を完了できること。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3360105098"/>
                  </a:ext>
                </a:extLst>
              </a:tr>
              <a:tr h="50726">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91</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製品規格廃棄取り消し</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利用者は、一度「廃版処理中」となった規格書の廃棄処理を取り消すことができること。</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文書廃棄</a:t>
                      </a:r>
                    </a:p>
                  </a:txBody>
                  <a:tcPr marL="1401" marR="1401" marT="140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731510950"/>
                  </a:ext>
                </a:extLst>
              </a:tr>
            </a:tbl>
          </a:graphicData>
        </a:graphic>
      </p:graphicFrame>
    </p:spTree>
    <p:extLst>
      <p:ext uri="{BB962C8B-B14F-4D97-AF65-F5344CB8AC3E}">
        <p14:creationId xmlns:p14="http://schemas.microsoft.com/office/powerpoint/2010/main" val="9228283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8DF211-D340-F663-89DC-8951D563408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37AF1DB-F9D5-EE5F-A91D-13DB97041D9B}"/>
              </a:ext>
            </a:extLst>
          </p:cNvPr>
          <p:cNvSpPr>
            <a:spLocks noGrp="1"/>
          </p:cNvSpPr>
          <p:nvPr>
            <p:ph type="title"/>
          </p:nvPr>
        </p:nvSpPr>
        <p:spPr>
          <a:xfrm>
            <a:off x="414336" y="255263"/>
            <a:ext cx="9327072" cy="683629"/>
          </a:xfrm>
        </p:spPr>
        <p:txBody>
          <a:bodyPr/>
          <a:lstStyle/>
          <a:p>
            <a:r>
              <a:rPr lang="ja-JP" altLang="en-US"/>
              <a:t>機能一覧</a:t>
            </a:r>
            <a:endParaRPr lang="ja-JP" altLang="en-US">
              <a:effectLst/>
            </a:endParaRPr>
          </a:p>
        </p:txBody>
      </p:sp>
      <p:graphicFrame>
        <p:nvGraphicFramePr>
          <p:cNvPr id="5" name="表 4">
            <a:extLst>
              <a:ext uri="{FF2B5EF4-FFF2-40B4-BE49-F238E27FC236}">
                <a16:creationId xmlns:a16="http://schemas.microsoft.com/office/drawing/2014/main" id="{79886BEB-E96A-6CDA-3769-DFDFF7A883AA}"/>
              </a:ext>
            </a:extLst>
          </p:cNvPr>
          <p:cNvGraphicFramePr>
            <a:graphicFrameLocks noGrp="1"/>
          </p:cNvGraphicFramePr>
          <p:nvPr/>
        </p:nvGraphicFramePr>
        <p:xfrm>
          <a:off x="327974" y="896508"/>
          <a:ext cx="11615740" cy="5016611"/>
        </p:xfrm>
        <a:graphic>
          <a:graphicData uri="http://schemas.openxmlformats.org/drawingml/2006/table">
            <a:tbl>
              <a:tblPr/>
              <a:tblGrid>
                <a:gridCol w="219460">
                  <a:extLst>
                    <a:ext uri="{9D8B030D-6E8A-4147-A177-3AD203B41FA5}">
                      <a16:colId xmlns:a16="http://schemas.microsoft.com/office/drawing/2014/main" val="4085510554"/>
                    </a:ext>
                  </a:extLst>
                </a:gridCol>
                <a:gridCol w="2116228">
                  <a:extLst>
                    <a:ext uri="{9D8B030D-6E8A-4147-A177-3AD203B41FA5}">
                      <a16:colId xmlns:a16="http://schemas.microsoft.com/office/drawing/2014/main" val="463652928"/>
                    </a:ext>
                  </a:extLst>
                </a:gridCol>
                <a:gridCol w="1426495">
                  <a:extLst>
                    <a:ext uri="{9D8B030D-6E8A-4147-A177-3AD203B41FA5}">
                      <a16:colId xmlns:a16="http://schemas.microsoft.com/office/drawing/2014/main" val="946555260"/>
                    </a:ext>
                  </a:extLst>
                </a:gridCol>
                <a:gridCol w="1222710">
                  <a:extLst>
                    <a:ext uri="{9D8B030D-6E8A-4147-A177-3AD203B41FA5}">
                      <a16:colId xmlns:a16="http://schemas.microsoft.com/office/drawing/2014/main" val="690609709"/>
                    </a:ext>
                  </a:extLst>
                </a:gridCol>
                <a:gridCol w="5361110">
                  <a:extLst>
                    <a:ext uri="{9D8B030D-6E8A-4147-A177-3AD203B41FA5}">
                      <a16:colId xmlns:a16="http://schemas.microsoft.com/office/drawing/2014/main" val="2818717537"/>
                    </a:ext>
                  </a:extLst>
                </a:gridCol>
                <a:gridCol w="1269737">
                  <a:extLst>
                    <a:ext uri="{9D8B030D-6E8A-4147-A177-3AD203B41FA5}">
                      <a16:colId xmlns:a16="http://schemas.microsoft.com/office/drawing/2014/main" val="2040657454"/>
                    </a:ext>
                  </a:extLst>
                </a:gridCol>
              </a:tblGrid>
              <a:tr h="169428">
                <a:tc>
                  <a:txBody>
                    <a:bodyPr/>
                    <a:lstStyle/>
                    <a:p>
                      <a:pPr algn="l" fontAlgn="t">
                        <a:buNone/>
                      </a:pPr>
                      <a:r>
                        <a:rPr lang="en-US" sz="800" b="1" i="0" u="none" strike="noStrike">
                          <a:solidFill>
                            <a:srgbClr val="FFFFFF"/>
                          </a:solidFill>
                          <a:effectLst/>
                          <a:latin typeface="ＭＳ Ｐゴシック" panose="020B0600070205080204" pitchFamily="50" charset="-128"/>
                          <a:ea typeface="ＭＳ Ｐゴシック" panose="020B0600070205080204" pitchFamily="50" charset="-128"/>
                        </a:rPr>
                        <a:t>No</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大項目</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中項目</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実施者</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要件概要</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tc>
                  <a:txBody>
                    <a:bodyPr/>
                    <a:lstStyle/>
                    <a:p>
                      <a:pPr algn="l" fontAlgn="t">
                        <a:buNone/>
                      </a:pPr>
                      <a:r>
                        <a:rPr lang="ja-JP" altLang="en-US" sz="800" b="1" i="0" u="none" strike="noStrike">
                          <a:solidFill>
                            <a:srgbClr val="FFFFFF"/>
                          </a:solidFill>
                          <a:effectLst/>
                          <a:latin typeface="游ゴシック 本文"/>
                          <a:ea typeface="ＭＳ Ｐゴシック" panose="020B0600070205080204" pitchFamily="50" charset="-128"/>
                        </a:rPr>
                        <a:t>機能分類</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70C0"/>
                    </a:solidFill>
                  </a:tcPr>
                </a:tc>
                <a:extLst>
                  <a:ext uri="{0D108BD9-81ED-4DB2-BD59-A6C34878D82A}">
                    <a16:rowId xmlns:a16="http://schemas.microsoft.com/office/drawing/2014/main" val="3092403812"/>
                  </a:ext>
                </a:extLst>
              </a:tr>
              <a:tr h="335545">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92</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競合管理文書削除</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ー</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システムは、定期的なバッチ処理（例：日次指定時刻）により、不要となった競合管理用の一時文書等を自動的に削除できること。処理結果（例：削除件数、エラー情報）はシステム管理者に通知されること。</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1211626563"/>
                  </a:ext>
                </a:extLst>
              </a:tr>
              <a:tr h="501661">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93</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回答期限超過連絡メール送信</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ー</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システムは、定期的なバッチ処理（例：日次指定時刻）により、文書に設定された回答期限を超過した案件を検出し、関係者（例：担当者、申請者）及びシステム管理者に自動的に通知（メール等）できること。通知の要否、通知内容（件名への補足情報付加等）、対象期間はシステム設定により制御できること。</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4220742084"/>
                  </a:ext>
                </a:extLst>
              </a:tr>
              <a:tr h="501661">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94</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メール文書削除</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ー</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システムは、定期的なバッチ処理（例：月次指定時刻）により、システムが送受信したメールログ等のうち、保存期間を経過した不要なメール関連文書を自動的に削除できること。処理結果はシステム管理者に通知されること。</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2527653392"/>
                  </a:ext>
                </a:extLst>
              </a:tr>
              <a:tr h="335545">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95</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不要文書削除</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ー</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システムは、定期的なバッチ処理（例：月次指定時刻）により、完全に不要となった文書（例：削除フラグ設定後、一定期間経過した文書）を物理的に削除できること。処理結果はシステム管理者に通知されること。</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1820712109"/>
                  </a:ext>
                </a:extLst>
              </a:tr>
              <a:tr h="501661">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96</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旧版ソースファイル削除</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ー</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システムは、定期的なバッチ処理（例：月次指定時刻）により、旧版となった文書に添付されているソースファイル等のうち、保管ポリシーに基づき不要と判断されたものを自動的に削除できること。処理結果はシステム管理者に通知されること。</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3358513294"/>
                  </a:ext>
                </a:extLst>
              </a:tr>
              <a:tr h="833894">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97</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督促メール送信＊納入仕様書</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ー</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システムは、定期的なバッチ処理（例：日次指定時刻）により、納入仕様書の承認プロセスにおいて、予め設定された督促基準日及び督促日数を超過しても未処理の案件を検出し、該当の未承認者及び関係者に督促通知（メール等）を自動的に送信できること。督促機能の利用有無、通知内容、督促日数のカウント方法（例：営業日のみ）はシステム設定により制御できること。督促対象期間も設定できること。処理結果はシステム管理者に通知されること。</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2798067126"/>
                  </a:ext>
                </a:extLst>
              </a:tr>
              <a:tr h="833894">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98</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督促メール送信＊一般規格</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ー</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システムは、定期的なバッチ処理（例：日次指定時刻）により、一般規格書の承認プロセスにおいて、予め設定された督促基準日及び督促日数を超過しても未処理の案件を検出し、該当の未承認者及び関係者に督促通知（メール等）を自動的に送信できること。督促機能の利用有無、通知内容、督促日数のカウント方法（例：営業日のみ）はシステム設定により制御できること。督促対象期間も設定できること。処理結果はシステム管理者に通知されること。</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2713822153"/>
                  </a:ext>
                </a:extLst>
              </a:tr>
              <a:tr h="501661">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99</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廃版置換</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ー</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システムは、定期的なバッチ処理（例：日次指定時刻）により、廃版となった文書に対応する旧版文書を自動的に検索し、それらの旧版文書のステータスも「廃版」に更新し、文書種類に応じた開示範囲を再設定できること。処理結果はシステム管理者に通知されること。</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9E1F4"/>
                    </a:solidFill>
                  </a:tcPr>
                </a:tc>
                <a:extLst>
                  <a:ext uri="{0D108BD9-81ED-4DB2-BD59-A6C34878D82A}">
                    <a16:rowId xmlns:a16="http://schemas.microsoft.com/office/drawing/2014/main" val="3039079646"/>
                  </a:ext>
                </a:extLst>
              </a:tr>
              <a:tr h="501661">
                <a:tc>
                  <a:txBody>
                    <a:bodyPr/>
                    <a:lstStyle/>
                    <a:p>
                      <a:pPr algn="l" fontAlgn="t">
                        <a:buNone/>
                      </a:pPr>
                      <a:r>
                        <a:rPr lang="en-US" altLang="ja-JP" sz="800" b="0" i="0" u="none" strike="noStrike">
                          <a:solidFill>
                            <a:srgbClr val="000000"/>
                          </a:solidFill>
                          <a:effectLst/>
                          <a:latin typeface="游ゴシック 本文"/>
                          <a:ea typeface="ＭＳ Ｐゴシック" panose="020B0600070205080204" pitchFamily="50" charset="-128"/>
                        </a:rPr>
                        <a:t>100</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zh-TW" altLang="en-US" sz="800" b="0" i="0" u="none" strike="noStrike">
                          <a:solidFill>
                            <a:srgbClr val="000000"/>
                          </a:solidFill>
                          <a:effectLst/>
                          <a:latin typeface="游ゴシック 本文"/>
                          <a:ea typeface="ＭＳ Ｐゴシック" panose="020B0600070205080204" pitchFamily="50" charset="-128"/>
                        </a:rPr>
                        <a:t>補助項目反映</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ー</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システムは、定期的なバッチ処理（例：日次指定時刻）により、文書種類マスター等で設定変更された補助項目情報を、関連する既存の全文書に一括で反映できること。反映対象となる文書種類やタイミングはシステム設定で制御できること。処理結果はシステム管理者に通知されること。</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tc>
                  <a:txBody>
                    <a:bodyPr/>
                    <a:lstStyle/>
                    <a:p>
                      <a:pPr algn="l" fontAlgn="t">
                        <a:buNone/>
                      </a:pPr>
                      <a:r>
                        <a:rPr lang="ja-JP" altLang="en-US" sz="800" b="0" i="0" u="none" strike="noStrike">
                          <a:solidFill>
                            <a:srgbClr val="000000"/>
                          </a:solidFill>
                          <a:effectLst/>
                          <a:latin typeface="游ゴシック 本文"/>
                          <a:ea typeface="ＭＳ Ｐゴシック" panose="020B0600070205080204" pitchFamily="50" charset="-128"/>
                        </a:rPr>
                        <a:t>バッチ処理</a:t>
                      </a:r>
                    </a:p>
                  </a:txBody>
                  <a:tcPr marL="2431" marR="2431" marT="2431"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5C6EA"/>
                    </a:solidFill>
                  </a:tcPr>
                </a:tc>
                <a:extLst>
                  <a:ext uri="{0D108BD9-81ED-4DB2-BD59-A6C34878D82A}">
                    <a16:rowId xmlns:a16="http://schemas.microsoft.com/office/drawing/2014/main" val="2216497497"/>
                  </a:ext>
                </a:extLst>
              </a:tr>
            </a:tbl>
          </a:graphicData>
        </a:graphic>
      </p:graphicFrame>
    </p:spTree>
    <p:extLst>
      <p:ext uri="{BB962C8B-B14F-4D97-AF65-F5344CB8AC3E}">
        <p14:creationId xmlns:p14="http://schemas.microsoft.com/office/powerpoint/2010/main" val="12934960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14336" y="255263"/>
            <a:ext cx="9327072" cy="683629"/>
          </a:xfrm>
        </p:spPr>
        <p:txBody>
          <a:bodyPr>
            <a:normAutofit/>
          </a:bodyPr>
          <a:lstStyle/>
          <a:p>
            <a:r>
              <a:rPr lang="ja-JP" altLang="en-US" dirty="0"/>
              <a:t>プロジェクトリスク</a:t>
            </a:r>
            <a:endParaRPr lang="zh-CN" altLang="en-US" dirty="0"/>
          </a:p>
        </p:txBody>
      </p:sp>
      <p:graphicFrame>
        <p:nvGraphicFramePr>
          <p:cNvPr id="4" name="表 3">
            <a:extLst>
              <a:ext uri="{FF2B5EF4-FFF2-40B4-BE49-F238E27FC236}">
                <a16:creationId xmlns:a16="http://schemas.microsoft.com/office/drawing/2014/main" id="{9364F8F7-8993-8F9F-93B4-950689A63292}"/>
              </a:ext>
            </a:extLst>
          </p:cNvPr>
          <p:cNvGraphicFramePr>
            <a:graphicFrameLocks noGrp="1"/>
          </p:cNvGraphicFramePr>
          <p:nvPr>
            <p:extLst>
              <p:ext uri="{D42A27DB-BD31-4B8C-83A1-F6EECF244321}">
                <p14:modId xmlns:p14="http://schemas.microsoft.com/office/powerpoint/2010/main" val="1802707388"/>
              </p:ext>
            </p:extLst>
          </p:nvPr>
        </p:nvGraphicFramePr>
        <p:xfrm>
          <a:off x="532873" y="938892"/>
          <a:ext cx="11126254" cy="5172346"/>
        </p:xfrm>
        <a:graphic>
          <a:graphicData uri="http://schemas.openxmlformats.org/drawingml/2006/table">
            <a:tbl>
              <a:tblPr firstRow="1" bandRow="1">
                <a:tableStyleId>{7DF18680-E054-41AD-8BC1-D1AEF772440D}</a:tableStyleId>
              </a:tblPr>
              <a:tblGrid>
                <a:gridCol w="467456">
                  <a:extLst>
                    <a:ext uri="{9D8B030D-6E8A-4147-A177-3AD203B41FA5}">
                      <a16:colId xmlns:a16="http://schemas.microsoft.com/office/drawing/2014/main" val="2481844383"/>
                    </a:ext>
                  </a:extLst>
                </a:gridCol>
                <a:gridCol w="2340279">
                  <a:extLst>
                    <a:ext uri="{9D8B030D-6E8A-4147-A177-3AD203B41FA5}">
                      <a16:colId xmlns:a16="http://schemas.microsoft.com/office/drawing/2014/main" val="2412485662"/>
                    </a:ext>
                  </a:extLst>
                </a:gridCol>
                <a:gridCol w="1679091">
                  <a:extLst>
                    <a:ext uri="{9D8B030D-6E8A-4147-A177-3AD203B41FA5}">
                      <a16:colId xmlns:a16="http://schemas.microsoft.com/office/drawing/2014/main" val="1209637643"/>
                    </a:ext>
                  </a:extLst>
                </a:gridCol>
                <a:gridCol w="6639428">
                  <a:extLst>
                    <a:ext uri="{9D8B030D-6E8A-4147-A177-3AD203B41FA5}">
                      <a16:colId xmlns:a16="http://schemas.microsoft.com/office/drawing/2014/main" val="187323411"/>
                    </a:ext>
                  </a:extLst>
                </a:gridCol>
              </a:tblGrid>
              <a:tr h="305092">
                <a:tc>
                  <a:txBody>
                    <a:bodyPr/>
                    <a:lstStyle/>
                    <a:p>
                      <a:pPr marL="0" algn="ctr" defTabSz="914400" rtl="0" eaLnBrk="1" fontAlgn="b" latinLnBrk="0" hangingPunct="1"/>
                      <a:r>
                        <a:rPr lang="en-US" altLang="ja-JP" sz="1100" b="0" i="0" u="none" strike="noStrike" kern="1200">
                          <a:solidFill>
                            <a:schemeClr val="bg1"/>
                          </a:solidFill>
                          <a:effectLst/>
                          <a:latin typeface="Meiryo UI" panose="020B0604030504040204" pitchFamily="50" charset="-128"/>
                          <a:ea typeface="Meiryo UI" panose="020B0604030504040204" pitchFamily="50" charset="-128"/>
                          <a:cs typeface="+mn-cs"/>
                        </a:rPr>
                        <a:t>No.</a:t>
                      </a:r>
                      <a:endParaRPr lang="ja-JP" altLang="en-US" sz="1100" b="0" i="0" u="none" strike="noStrike" kern="1200">
                        <a:solidFill>
                          <a:schemeClr val="bg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ja-JP" altLang="en-US" sz="1100" b="0" u="none" strike="noStrike" kern="1200">
                          <a:solidFill>
                            <a:schemeClr val="bg1"/>
                          </a:solidFill>
                          <a:effectLst/>
                        </a:rPr>
                        <a:t>リスク内容</a:t>
                      </a:r>
                      <a:endParaRPr lang="de-DE" sz="1100" b="0" i="0" u="none" strike="noStrike" kern="1200">
                        <a:solidFill>
                          <a:schemeClr val="bg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ja-JP" altLang="en-US" sz="1100" b="0" i="0" u="none" strike="noStrike" kern="1200">
                          <a:solidFill>
                            <a:schemeClr val="bg1"/>
                          </a:solidFill>
                          <a:effectLst/>
                          <a:latin typeface="Meiryo UI" panose="020B0604030504040204" pitchFamily="50" charset="-128"/>
                          <a:ea typeface="Meiryo UI" panose="020B0604030504040204" pitchFamily="50" charset="-128"/>
                          <a:cs typeface="+mn-cs"/>
                        </a:rPr>
                        <a:t>分類</a:t>
                      </a:r>
                      <a:endParaRPr lang="de-DE" sz="1100" b="0" i="0" u="none" strike="noStrike" kern="1200">
                        <a:solidFill>
                          <a:schemeClr val="bg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ja-JP" altLang="en-US" sz="1100" b="0" u="none" strike="noStrike" kern="1200">
                          <a:solidFill>
                            <a:schemeClr val="bg1"/>
                          </a:solidFill>
                          <a:effectLst/>
                        </a:rPr>
                        <a:t>説明</a:t>
                      </a:r>
                      <a:endParaRPr lang="ja-JP" altLang="en-US" sz="1100" b="0" i="0" u="none" strike="noStrike" kern="1200">
                        <a:solidFill>
                          <a:schemeClr val="bg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3239716863"/>
                  </a:ext>
                </a:extLst>
              </a:tr>
              <a:tr h="424333">
                <a:tc>
                  <a:txBody>
                    <a:bodyPr/>
                    <a:lstStyle/>
                    <a:p>
                      <a:pPr marL="0" algn="ctr" defTabSz="914400" rtl="0" eaLnBrk="1" fontAlgn="b" latinLnBrk="0" hangingPunct="1"/>
                      <a:r>
                        <a:rPr lang="en-US" altLang="ja-JP" sz="1100" b="0" u="none" strike="noStrike" kern="1200">
                          <a:solidFill>
                            <a:schemeClr val="tx1"/>
                          </a:solidFill>
                          <a:effectLst/>
                          <a:latin typeface="+mn-lt"/>
                          <a:ea typeface="+mn-ea"/>
                          <a:cs typeface="+mn-cs"/>
                        </a:rPr>
                        <a:t>1</a:t>
                      </a:r>
                      <a:endParaRPr lang="ja-JP" altLang="en-US" sz="1100" b="0" u="none" strike="noStrike" kern="120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lang="ja-JP" altLang="en-US" sz="1100" dirty="0"/>
                        <a:t>データ移行時の整合性</a:t>
                      </a:r>
                      <a:endParaRPr lang="en-US" altLang="ja-JP" sz="1100" b="0" u="none" strike="noStrike" kern="1200" dirty="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lang="ja-JP" altLang="en-US" sz="1100" b="0" u="none" strike="noStrike" kern="1200">
                          <a:solidFill>
                            <a:schemeClr val="tx1"/>
                          </a:solidFill>
                          <a:effectLst/>
                          <a:latin typeface="+mn-lt"/>
                          <a:ea typeface="+mn-ea"/>
                          <a:cs typeface="+mn-cs"/>
                        </a:rPr>
                        <a:t>データ</a:t>
                      </a:r>
                      <a:endParaRPr lang="en-US" altLang="ja-JP" sz="1100" b="0" u="none" strike="noStrike" kern="120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会社毎の</a:t>
                      </a:r>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UAT</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を契約、実施</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1597438182"/>
                  </a:ext>
                </a:extLst>
              </a:tr>
              <a:tr h="305092">
                <a:tc>
                  <a:txBody>
                    <a:bodyPr/>
                    <a:lstStyle/>
                    <a:p>
                      <a:pPr marL="0" algn="ctr" defTabSz="914400" rtl="0" eaLnBrk="1" fontAlgn="b" latinLnBrk="0" hangingPunct="1"/>
                      <a:r>
                        <a:rPr lang="en-US" altLang="ja-JP" sz="1100" b="0" u="none" strike="noStrike" kern="1200">
                          <a:solidFill>
                            <a:schemeClr val="tx1"/>
                          </a:solidFill>
                          <a:effectLst/>
                          <a:latin typeface="+mn-lt"/>
                          <a:ea typeface="+mn-ea"/>
                          <a:cs typeface="+mn-cs"/>
                        </a:rPr>
                        <a:t>2</a:t>
                      </a:r>
                      <a:endParaRPr lang="ja-JP" altLang="en-US" sz="1100" b="0" u="none" strike="noStrike" kern="120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lang="en-US" altLang="ja-JP" sz="1100" dirty="0"/>
                        <a:t>Office</a:t>
                      </a:r>
                      <a:r>
                        <a:rPr lang="ja-JP" altLang="en-US" sz="1100" dirty="0"/>
                        <a:t>統合の互換性</a:t>
                      </a:r>
                      <a:endParaRPr lang="en-US" altLang="ja-JP" sz="1100" b="0" u="none" strike="noStrike" kern="1200" dirty="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lang="ja-JP" altLang="en-US" sz="1100" b="0" u="none" strike="noStrike" kern="1200" dirty="0">
                          <a:solidFill>
                            <a:schemeClr val="tx1"/>
                          </a:solidFill>
                          <a:effectLst/>
                          <a:latin typeface="+mn-lt"/>
                          <a:ea typeface="+mn-ea"/>
                          <a:cs typeface="+mn-cs"/>
                        </a:rPr>
                        <a:t>システム</a:t>
                      </a:r>
                      <a:endParaRPr lang="en-US" altLang="ja-JP" sz="1100" b="0" u="none" strike="noStrike" kern="1200" dirty="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lang="en-US" altLang="ja-JP" sz="1100" b="0" i="0" u="none" strike="noStrike" kern="1200">
                          <a:solidFill>
                            <a:schemeClr val="tx1"/>
                          </a:solidFill>
                          <a:effectLst/>
                          <a:latin typeface="Meiryo UI" panose="020B0604030504040204" pitchFamily="50" charset="-128"/>
                          <a:ea typeface="Meiryo UI" panose="020B0604030504040204" pitchFamily="50" charset="-128"/>
                          <a:cs typeface="+mn-cs"/>
                        </a:rPr>
                        <a:t>MCC</a:t>
                      </a:r>
                      <a:r>
                        <a:rPr lang="ja-JP" altLang="en-US" sz="1100" b="0" i="0" u="none" strike="noStrike" kern="1200">
                          <a:solidFill>
                            <a:schemeClr val="tx1"/>
                          </a:solidFill>
                          <a:effectLst/>
                          <a:latin typeface="Meiryo UI" panose="020B0604030504040204" pitchFamily="50" charset="-128"/>
                          <a:ea typeface="Meiryo UI" panose="020B0604030504040204" pitchFamily="50" charset="-128"/>
                          <a:cs typeface="+mn-cs"/>
                        </a:rPr>
                        <a:t>様標準業務用機器（予インストールオフィスバージョンに限定）</a:t>
                      </a:r>
                    </a:p>
                  </a:txBody>
                  <a:tcPr marL="0" marR="0" marT="0" marB="0" anchor="ctr"/>
                </a:tc>
                <a:extLst>
                  <a:ext uri="{0D108BD9-81ED-4DB2-BD59-A6C34878D82A}">
                    <a16:rowId xmlns:a16="http://schemas.microsoft.com/office/drawing/2014/main" val="2178132955"/>
                  </a:ext>
                </a:extLst>
              </a:tr>
              <a:tr h="1220365">
                <a:tc>
                  <a:txBody>
                    <a:bodyPr/>
                    <a:lstStyle/>
                    <a:p>
                      <a:pPr marL="0" algn="ctr" defTabSz="914400" rtl="0" eaLnBrk="1" fontAlgn="b" latinLnBrk="0" hangingPunct="1"/>
                      <a:r>
                        <a:rPr lang="en-US" altLang="ja-JP" sz="1100" b="0" i="0" u="none" strike="noStrike" kern="1200">
                          <a:solidFill>
                            <a:schemeClr val="tx1"/>
                          </a:solidFill>
                          <a:effectLst/>
                          <a:latin typeface="Meiryo UI" panose="020B0604030504040204" pitchFamily="50" charset="-128"/>
                          <a:ea typeface="Meiryo UI" panose="020B0604030504040204" pitchFamily="50" charset="-128"/>
                          <a:cs typeface="+mn-cs"/>
                        </a:rPr>
                        <a:t>3</a:t>
                      </a:r>
                      <a:endParaRPr lang="ja-JP" altLang="en-US" sz="1100" b="0" i="0" u="none" strike="noStrike" kern="120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ja-JP" altLang="en-US" sz="1100" b="0" u="none" strike="noStrike" kern="1200">
                          <a:solidFill>
                            <a:schemeClr val="tx1"/>
                          </a:solidFill>
                          <a:effectLst/>
                          <a:latin typeface="+mn-lt"/>
                          <a:ea typeface="+mn-ea"/>
                          <a:cs typeface="+mn-cs"/>
                        </a:rPr>
                        <a:t>各社の具体操作面に差異が出る</a:t>
                      </a:r>
                      <a:endParaRPr lang="en-US" altLang="ja-JP" sz="1100" b="0" u="none" strike="noStrike" kern="120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lang="ja-JP" altLang="en-US" sz="1100" b="0" u="none" strike="noStrike" kern="1200">
                          <a:solidFill>
                            <a:schemeClr val="tx1"/>
                          </a:solidFill>
                          <a:effectLst/>
                          <a:latin typeface="+mn-lt"/>
                          <a:ea typeface="+mn-ea"/>
                          <a:cs typeface="+mn-cs"/>
                        </a:rPr>
                        <a:t>具体業務</a:t>
                      </a:r>
                      <a:endParaRPr lang="en-US" altLang="ja-JP" sz="1100" b="0" u="none" strike="noStrike" kern="120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変更</a:t>
                      </a:r>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Buffer</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を事前に用意</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p>
                      <a:pPr marL="0" algn="l" defTabSz="914400" rtl="0" eaLnBrk="1" fontAlgn="b" latinLnBrk="0" hangingPunct="1"/>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３</a:t>
                      </a:r>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Round</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分けて開発計画</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p>
                      <a:pPr marL="228600" indent="-228600" algn="l" defTabSz="914400" rtl="0" eaLnBrk="1" fontAlgn="b" latinLnBrk="0" hangingPunct="1">
                        <a:buFont typeface="+mj-lt"/>
                        <a:buAutoNum type="arabicPeriod"/>
                      </a:pPr>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Round1</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には機能主体、すべてのパターンをカバー</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p>
                      <a:pPr marL="228600" indent="-228600" algn="l" defTabSz="914400" rtl="0" eaLnBrk="1" fontAlgn="b" latinLnBrk="0" hangingPunct="1">
                        <a:buFont typeface="+mj-lt"/>
                        <a:buAutoNum type="arabicPeriod"/>
                      </a:pPr>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Round2,3</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は段階的に移行を実施（</a:t>
                      </a:r>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Notes</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歴史データが閲覧可能ように）、個別要望対応、検収</a:t>
                      </a:r>
                    </a:p>
                  </a:txBody>
                  <a:tcPr marL="0" marR="0" marT="0" marB="0" anchor="ctr"/>
                </a:tc>
                <a:extLst>
                  <a:ext uri="{0D108BD9-81ED-4DB2-BD59-A6C34878D82A}">
                    <a16:rowId xmlns:a16="http://schemas.microsoft.com/office/drawing/2014/main" val="2707901240"/>
                  </a:ext>
                </a:extLst>
              </a:tr>
              <a:tr h="305092">
                <a:tc>
                  <a:txBody>
                    <a:bodyPr/>
                    <a:lstStyle/>
                    <a:p>
                      <a:pPr marL="0" algn="ctr" defTabSz="914400" rtl="0" eaLnBrk="1" fontAlgn="b" latinLnBrk="0" hangingPunct="1"/>
                      <a:r>
                        <a:rPr lang="en-US" altLang="ja-JP" sz="1100" b="0" i="0" u="none" strike="noStrike" kern="1200">
                          <a:solidFill>
                            <a:schemeClr val="tx1"/>
                          </a:solidFill>
                          <a:effectLst/>
                          <a:latin typeface="Meiryo UI" panose="020B0604030504040204" pitchFamily="50" charset="-128"/>
                          <a:ea typeface="Meiryo UI" panose="020B0604030504040204" pitchFamily="50" charset="-128"/>
                          <a:cs typeface="+mn-cs"/>
                        </a:rPr>
                        <a:t>4</a:t>
                      </a:r>
                      <a:endParaRPr lang="ja-JP" altLang="en-US" sz="1100" b="0" i="0" u="none" strike="noStrike" kern="120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en-US" altLang="ja-JP" sz="1100" b="0" u="none" strike="noStrike" kern="1200">
                          <a:solidFill>
                            <a:schemeClr val="tx1"/>
                          </a:solidFill>
                          <a:effectLst/>
                          <a:latin typeface="+mn-lt"/>
                          <a:ea typeface="+mn-ea"/>
                          <a:cs typeface="+mn-cs"/>
                        </a:rPr>
                        <a:t>Guest</a:t>
                      </a:r>
                      <a:r>
                        <a:rPr lang="ja-JP" altLang="en-US" sz="1100" b="0" u="none" strike="noStrike" kern="1200">
                          <a:solidFill>
                            <a:schemeClr val="tx1"/>
                          </a:solidFill>
                          <a:effectLst/>
                          <a:latin typeface="+mn-lt"/>
                          <a:ea typeface="+mn-ea"/>
                          <a:cs typeface="+mn-cs"/>
                        </a:rPr>
                        <a:t>ユーザの対応</a:t>
                      </a:r>
                      <a:endParaRPr lang="en-US" altLang="ja-JP" sz="1100" b="0" u="none" strike="noStrike" kern="120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lang="ja-JP" altLang="en-US" sz="1100" b="0" u="none" strike="noStrike" kern="1200" dirty="0">
                          <a:solidFill>
                            <a:schemeClr val="tx1"/>
                          </a:solidFill>
                          <a:effectLst/>
                          <a:latin typeface="+mn-lt"/>
                          <a:ea typeface="+mn-ea"/>
                          <a:cs typeface="+mn-cs"/>
                        </a:rPr>
                        <a:t>システム</a:t>
                      </a:r>
                      <a:endParaRPr lang="en-US" altLang="ja-JP" sz="1100" b="0" u="none" strike="noStrike" kern="1200" dirty="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非</a:t>
                      </a:r>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MCC</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様</a:t>
                      </a:r>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 Domain</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ユーザの利用可能性検討。必要な場合、</a:t>
                      </a:r>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POC</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検証、依存性処理</a:t>
                      </a:r>
                    </a:p>
                  </a:txBody>
                  <a:tcPr marL="0" marR="0" marT="0" marB="0" anchor="ctr"/>
                </a:tc>
                <a:extLst>
                  <a:ext uri="{0D108BD9-81ED-4DB2-BD59-A6C34878D82A}">
                    <a16:rowId xmlns:a16="http://schemas.microsoft.com/office/drawing/2014/main" val="3123786813"/>
                  </a:ext>
                </a:extLst>
              </a:tr>
              <a:tr h="1194176">
                <a:tc>
                  <a:txBody>
                    <a:bodyPr/>
                    <a:lstStyle/>
                    <a:p>
                      <a:pPr marL="0" algn="ctr" defTabSz="914400" rtl="0" eaLnBrk="1" fontAlgn="b" latinLnBrk="0" hangingPunct="1"/>
                      <a:r>
                        <a:rPr lang="en-US" altLang="ja-JP" sz="1100" b="0" i="0" u="none" strike="noStrike" kern="1200">
                          <a:solidFill>
                            <a:schemeClr val="tx1"/>
                          </a:solidFill>
                          <a:effectLst/>
                          <a:latin typeface="Meiryo UI" panose="020B0604030504040204" pitchFamily="50" charset="-128"/>
                          <a:ea typeface="Meiryo UI" panose="020B0604030504040204" pitchFamily="50" charset="-128"/>
                          <a:cs typeface="+mn-cs"/>
                        </a:rPr>
                        <a:t>5</a:t>
                      </a:r>
                      <a:endParaRPr lang="ja-JP" altLang="en-US" sz="1100" b="0" i="0" u="none" strike="noStrike" kern="120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ja-JP" altLang="en-US" sz="1100" b="0" u="none" strike="noStrike" kern="1200" dirty="0">
                          <a:solidFill>
                            <a:schemeClr val="tx1"/>
                          </a:solidFill>
                          <a:effectLst/>
                          <a:latin typeface="+mn-lt"/>
                          <a:ea typeface="+mn-ea"/>
                          <a:cs typeface="+mn-cs"/>
                        </a:rPr>
                        <a:t>添付ファイルの保存</a:t>
                      </a:r>
                      <a:endParaRPr lang="en-US" altLang="ja-JP" sz="1100" b="0" u="none" strike="noStrike" kern="1200" dirty="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システム</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SPO</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に保存する場合、</a:t>
                      </a:r>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MCC</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様全体費用でカバーされるもので、</a:t>
                      </a:r>
                      <a:r>
                        <a:rPr lang="en-US" altLang="ja-JP" sz="1100" b="0" i="0" u="none" strike="noStrike" kern="1200" dirty="0" err="1">
                          <a:solidFill>
                            <a:schemeClr val="tx1"/>
                          </a:solidFill>
                          <a:effectLst/>
                          <a:latin typeface="Meiryo UI" panose="020B0604030504040204" pitchFamily="50" charset="-128"/>
                          <a:ea typeface="Meiryo UI" panose="020B0604030504040204" pitchFamily="50" charset="-128"/>
                          <a:cs typeface="+mn-cs"/>
                        </a:rPr>
                        <a:t>GraphAPI</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で</a:t>
                      </a:r>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SPO</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内蔵の検索機能を活用すれば、運用保守へ影響がなく、開発にもリスクも限定（弊社は他社案件で</a:t>
                      </a:r>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Dotnet</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クライアントから</a:t>
                      </a:r>
                      <a:r>
                        <a:rPr lang="en-US" altLang="ja-JP" sz="1100" b="0" i="0" u="none" strike="noStrike" kern="1200" dirty="0" err="1">
                          <a:solidFill>
                            <a:schemeClr val="tx1"/>
                          </a:solidFill>
                          <a:effectLst/>
                          <a:latin typeface="Meiryo UI" panose="020B0604030504040204" pitchFamily="50" charset="-128"/>
                          <a:ea typeface="Meiryo UI" panose="020B0604030504040204" pitchFamily="50" charset="-128"/>
                          <a:cs typeface="+mn-cs"/>
                        </a:rPr>
                        <a:t>GraphAPI</a:t>
                      </a: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の利用経験があり）</a:t>
                      </a:r>
                    </a:p>
                  </a:txBody>
                  <a:tcPr marL="0" marR="0" marT="0" marB="0" anchor="ctr"/>
                </a:tc>
                <a:extLst>
                  <a:ext uri="{0D108BD9-81ED-4DB2-BD59-A6C34878D82A}">
                    <a16:rowId xmlns:a16="http://schemas.microsoft.com/office/drawing/2014/main" val="2872179259"/>
                  </a:ext>
                </a:extLst>
              </a:tr>
              <a:tr h="305092">
                <a:tc>
                  <a:txBody>
                    <a:bodyPr/>
                    <a:lstStyle/>
                    <a:p>
                      <a:pPr marL="0" algn="ctr" defTabSz="914400" rtl="0" eaLnBrk="1" fontAlgn="b" latinLnBrk="0" hangingPunct="1"/>
                      <a:r>
                        <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rPr>
                        <a:t>6</a:t>
                      </a:r>
                      <a:endPar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en-US" altLang="ja-JP" sz="1100" b="0" u="none" strike="noStrike" kern="1200" dirty="0">
                          <a:solidFill>
                            <a:schemeClr val="tx1"/>
                          </a:solidFill>
                          <a:effectLst/>
                          <a:latin typeface="+mn-lt"/>
                          <a:ea typeface="+mn-ea"/>
                          <a:cs typeface="+mn-cs"/>
                        </a:rPr>
                        <a:t>SharePoint</a:t>
                      </a:r>
                      <a:r>
                        <a:rPr lang="ja-JP" altLang="en-US" sz="1100" b="0" u="none" strike="noStrike" kern="1200" dirty="0">
                          <a:solidFill>
                            <a:schemeClr val="tx1"/>
                          </a:solidFill>
                          <a:effectLst/>
                          <a:latin typeface="+mn-lt"/>
                          <a:ea typeface="+mn-ea"/>
                          <a:cs typeface="+mn-cs"/>
                        </a:rPr>
                        <a:t>ファイルの権限</a:t>
                      </a:r>
                      <a:endParaRPr lang="en-US" altLang="ja-JP" sz="1100" b="0" u="none" strike="noStrike" kern="1200" dirty="0">
                        <a:solidFill>
                          <a:schemeClr val="tx1"/>
                        </a:solidFill>
                        <a:effectLst/>
                        <a:latin typeface="+mn-lt"/>
                        <a:ea typeface="+mn-ea"/>
                        <a:cs typeface="+mn-cs"/>
                      </a:endParaRPr>
                    </a:p>
                  </a:txBody>
                  <a:tcPr marL="0" marR="0" marT="0" marB="0" anchor="ct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権限</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rPr>
                        <a:t>実績がある下記の処理が思いため、性能観点の確認。</a:t>
                      </a:r>
                      <a:endParaRPr lang="en-US" altLang="ja-JP"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p>
                      <a:pPr marL="0" algn="l" defTabSz="914400" rtl="0" eaLnBrk="1" fontAlgn="b" latinLnBrk="0" hangingPunct="1"/>
                      <a:r>
                        <a:rPr kumimoji="0" lang="ja-JP" altLang="en-US" sz="1100" kern="1200" dirty="0">
                          <a:solidFill>
                            <a:schemeClr val="tx1"/>
                          </a:solidFill>
                          <a:latin typeface="Arial" panose="020B0604020202020204" pitchFamily="34" charset="0"/>
                          <a:ea typeface="+mn-ea"/>
                          <a:cs typeface="+mn-cs"/>
                        </a:rPr>
                        <a:t>論理</a:t>
                      </a:r>
                      <a:r>
                        <a:rPr kumimoji="0" lang="en-US" altLang="ja-JP" sz="1100" kern="1200" dirty="0">
                          <a:solidFill>
                            <a:schemeClr val="tx1"/>
                          </a:solidFill>
                          <a:latin typeface="Arial" panose="020B0604020202020204" pitchFamily="34" charset="0"/>
                          <a:ea typeface="+mn-ea"/>
                          <a:cs typeface="+mn-cs"/>
                        </a:rPr>
                        <a:t>Security Group(DB</a:t>
                      </a:r>
                      <a:r>
                        <a:rPr kumimoji="0" lang="ja-JP" altLang="en-US" sz="1100" kern="1200" dirty="0">
                          <a:solidFill>
                            <a:schemeClr val="tx1"/>
                          </a:solidFill>
                          <a:latin typeface="Arial" panose="020B0604020202020204" pitchFamily="34" charset="0"/>
                          <a:ea typeface="+mn-ea"/>
                          <a:cs typeface="+mn-cs"/>
                        </a:rPr>
                        <a:t>で管理される</a:t>
                      </a:r>
                      <a:r>
                        <a:rPr kumimoji="0" lang="en-US" altLang="ja-JP" sz="1100" kern="1200" dirty="0">
                          <a:solidFill>
                            <a:schemeClr val="tx1"/>
                          </a:solidFill>
                          <a:latin typeface="Arial" panose="020B0604020202020204" pitchFamily="34" charset="0"/>
                          <a:ea typeface="+mn-ea"/>
                          <a:cs typeface="+mn-cs"/>
                        </a:rPr>
                        <a:t>Group)</a:t>
                      </a:r>
                      <a:r>
                        <a:rPr kumimoji="0" lang="ja-JP" altLang="en-US" sz="1100" kern="1200" dirty="0">
                          <a:solidFill>
                            <a:schemeClr val="tx1"/>
                          </a:solidFill>
                          <a:latin typeface="Arial" panose="020B0604020202020204" pitchFamily="34" charset="0"/>
                          <a:ea typeface="+mn-ea"/>
                          <a:cs typeface="+mn-cs"/>
                        </a:rPr>
                        <a:t>が変更されるときに、すでに登録済みの仕様書の添付ファイルに対して、承認フローの状態に合わせて、添付ファイルの再設定</a:t>
                      </a:r>
                      <a:endPar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3362442768"/>
                  </a:ext>
                </a:extLst>
              </a:tr>
              <a:tr h="305092">
                <a:tc>
                  <a:txBody>
                    <a:bodyPr/>
                    <a:lstStyle/>
                    <a:p>
                      <a:pPr marL="0" algn="ctr" defTabSz="914400" rtl="0" eaLnBrk="1" fontAlgn="b" latinLnBrk="0" hangingPunct="1"/>
                      <a:endParaRPr lang="ja-JP" altLang="en-US" sz="1100" b="0" i="0" u="none" strike="noStrike" kern="120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endParaRPr lang="en-US" altLang="ja-JP" sz="1100" b="0" u="none" strike="noStrike" kern="1200" dirty="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endParaRPr lang="en-US" altLang="ja-JP" sz="1100" b="0" u="none" strike="noStrike" kern="1200" dirty="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endParaRPr lang="ja-JP" altLang="en-US" sz="1100" b="0" i="0" u="none" strike="noStrike" kern="120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612283848"/>
                  </a:ext>
                </a:extLst>
              </a:tr>
              <a:tr h="305092">
                <a:tc>
                  <a:txBody>
                    <a:bodyPr/>
                    <a:lstStyle/>
                    <a:p>
                      <a:pPr marL="0" algn="ctr" defTabSz="914400" rtl="0" eaLnBrk="1" fontAlgn="b" latinLnBrk="0" hangingPunct="1"/>
                      <a:endParaRPr lang="ja-JP" altLang="en-US" sz="1100" b="0" i="0" u="none" strike="noStrike" kern="120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endParaRPr lang="en-US" altLang="ja-JP" sz="1100" b="0" u="none" strike="noStrike" kern="120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endParaRPr lang="en-US" altLang="ja-JP" sz="1100" b="0" u="none" strike="noStrike" kern="120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endParaRPr lang="ja-JP" altLang="en-US" sz="1100" b="0" i="0" u="none" strike="noStrike" kern="120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3562567830"/>
                  </a:ext>
                </a:extLst>
              </a:tr>
              <a:tr h="305092">
                <a:tc>
                  <a:txBody>
                    <a:bodyPr/>
                    <a:lstStyle/>
                    <a:p>
                      <a:pPr marL="0" algn="ctr" defTabSz="914400" rtl="0" eaLnBrk="1" fontAlgn="b" latinLnBrk="0" hangingPunct="1"/>
                      <a:endParaRPr lang="ja-JP" altLang="en-US" sz="1100" b="0" i="0" u="none" strike="noStrike" kern="120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endParaRPr lang="en-US" altLang="ja-JP" sz="1100" b="0" u="none" strike="noStrike" kern="120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endParaRPr lang="en-US" altLang="ja-JP" sz="1100" b="0" u="none" strike="noStrike" kern="120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endPar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1114068265"/>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14336" y="255263"/>
            <a:ext cx="9327072" cy="683629"/>
          </a:xfrm>
        </p:spPr>
        <p:txBody>
          <a:bodyPr>
            <a:normAutofit/>
          </a:bodyPr>
          <a:lstStyle/>
          <a:p>
            <a:r>
              <a:rPr lang="ja-JP" altLang="en-US" dirty="0"/>
              <a:t>スケジュール</a:t>
            </a:r>
            <a:endParaRPr lang="zh-CN" altLang="en-US" dirty="0">
              <a:effectLst/>
            </a:endParaRPr>
          </a:p>
        </p:txBody>
      </p:sp>
      <p:sp>
        <p:nvSpPr>
          <p:cNvPr id="10" name="四角形: 角を丸くする 9">
            <a:extLst>
              <a:ext uri="{FF2B5EF4-FFF2-40B4-BE49-F238E27FC236}">
                <a16:creationId xmlns:a16="http://schemas.microsoft.com/office/drawing/2014/main" id="{E44B76A0-0272-1390-DBE5-63E5B5A913F3}"/>
              </a:ext>
            </a:extLst>
          </p:cNvPr>
          <p:cNvSpPr/>
          <p:nvPr/>
        </p:nvSpPr>
        <p:spPr bwMode="gray">
          <a:xfrm>
            <a:off x="1058675" y="1831368"/>
            <a:ext cx="10398783" cy="4012364"/>
          </a:xfrm>
          <a:prstGeom prst="roundRect">
            <a:avLst>
              <a:gd name="adj" fmla="val 3324"/>
            </a:avLst>
          </a:prstGeom>
          <a:gradFill>
            <a:gsLst>
              <a:gs pos="0">
                <a:srgbClr val="FFC000"/>
              </a:gs>
              <a:gs pos="50000">
                <a:srgbClr val="FDF0CC"/>
              </a:gs>
              <a:gs pos="100000">
                <a:schemeClr val="accent6">
                  <a:lumMod val="105000"/>
                  <a:satMod val="109000"/>
                  <a:tint val="81000"/>
                </a:schemeClr>
              </a:gs>
            </a:gsLst>
          </a:gradFill>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marL="0" marR="0" lvl="0" indent="0" algn="ctr" defTabSz="914400" rtl="0" eaLnBrk="1" fontAlgn="auto" latinLnBrk="0" hangingPunct="1">
              <a:lnSpc>
                <a:spcPct val="100000"/>
              </a:lnSpc>
              <a:spcBef>
                <a:spcPct val="0"/>
              </a:spcBef>
              <a:spcAft>
                <a:spcPct val="0"/>
              </a:spcAft>
              <a:buClrTx/>
              <a:buSzTx/>
              <a:buFontTx/>
              <a:buNone/>
              <a:tabLst/>
              <a:defRPr/>
            </a:pPr>
            <a:r>
              <a:rPr kumimoji="1" lang="ja-JP" altLang="en-US" sz="1200" b="0" i="0" u="none" strike="noStrike" kern="0" cap="none" spc="0" normalizeH="0" baseline="0" noProof="0">
                <a:ln>
                  <a:noFill/>
                </a:ln>
                <a:solidFill>
                  <a:prstClr val="black"/>
                </a:solidFill>
                <a:effectLst/>
                <a:uLnTx/>
                <a:uFillTx/>
                <a:latin typeface="Arial"/>
                <a:ea typeface="Yu Gothic UI"/>
                <a:cs typeface="Arial"/>
              </a:rPr>
              <a:t>UI見直す、DB統合再構築</a:t>
            </a:r>
          </a:p>
        </p:txBody>
      </p:sp>
      <p:sp>
        <p:nvSpPr>
          <p:cNvPr id="11" name="四角形: 角を丸くする 10">
            <a:extLst>
              <a:ext uri="{FF2B5EF4-FFF2-40B4-BE49-F238E27FC236}">
                <a16:creationId xmlns:a16="http://schemas.microsoft.com/office/drawing/2014/main" id="{6A18FCF6-A3B7-3D27-D4BA-7CA8D7ADD3BF}"/>
              </a:ext>
            </a:extLst>
          </p:cNvPr>
          <p:cNvSpPr/>
          <p:nvPr/>
        </p:nvSpPr>
        <p:spPr bwMode="gray">
          <a:xfrm>
            <a:off x="1238487" y="2012697"/>
            <a:ext cx="2754964" cy="282448"/>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en-US" altLang="ja-JP" sz="1200" b="0" i="0" u="none" strike="noStrike" kern="0" cap="none" spc="0" normalizeH="0" baseline="0" noProof="0" dirty="0">
                <a:ln>
                  <a:noFill/>
                </a:ln>
                <a:solidFill>
                  <a:schemeClr val="tx1"/>
                </a:solidFill>
                <a:effectLst/>
                <a:uLnTx/>
                <a:uFillTx/>
                <a:latin typeface="Arial"/>
                <a:ea typeface="Yu Gothic UI"/>
                <a:cs typeface="Arial" panose="020B0604020202020204" pitchFamily="34" charset="0"/>
              </a:rPr>
              <a:t>POC</a:t>
            </a:r>
            <a:endParaRPr kumimoji="0" lang="ja-JP" altLang="en-US" sz="1200" b="0" i="0" u="none" strike="noStrike" kern="0" cap="none" spc="0" normalizeH="0" baseline="0" noProof="0" dirty="0">
              <a:ln>
                <a:noFill/>
              </a:ln>
              <a:solidFill>
                <a:schemeClr val="tx1"/>
              </a:solidFill>
              <a:effectLst/>
              <a:uLnTx/>
              <a:uFillTx/>
              <a:latin typeface="Arial"/>
              <a:ea typeface="Yu Gothic UI"/>
              <a:cs typeface="Arial" panose="020B0604020202020204" pitchFamily="34" charset="0"/>
            </a:endParaRPr>
          </a:p>
        </p:txBody>
      </p:sp>
      <p:sp>
        <p:nvSpPr>
          <p:cNvPr id="12" name="四角形: 角を丸くする 11">
            <a:extLst>
              <a:ext uri="{FF2B5EF4-FFF2-40B4-BE49-F238E27FC236}">
                <a16:creationId xmlns:a16="http://schemas.microsoft.com/office/drawing/2014/main" id="{99C8C7D3-4385-E7F7-5D50-FB6089D5BD87}"/>
              </a:ext>
            </a:extLst>
          </p:cNvPr>
          <p:cNvSpPr/>
          <p:nvPr/>
        </p:nvSpPr>
        <p:spPr bwMode="gray">
          <a:xfrm>
            <a:off x="1936526" y="3453513"/>
            <a:ext cx="2056925" cy="282448"/>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ja-JP" altLang="en-US" sz="1200" b="0" i="0" u="none" strike="noStrike" kern="0" cap="none" spc="0" normalizeH="0" baseline="0" noProof="0" dirty="0">
                <a:ln>
                  <a:noFill/>
                </a:ln>
                <a:solidFill>
                  <a:srgbClr val="000000"/>
                </a:solidFill>
                <a:effectLst/>
                <a:uLnTx/>
                <a:uFillTx/>
                <a:latin typeface="Arial"/>
                <a:ea typeface="Yu Gothic UI"/>
                <a:cs typeface="Arial" panose="020B0604020202020204" pitchFamily="34" charset="0"/>
              </a:rPr>
              <a:t>詳細設計（画面）</a:t>
            </a:r>
          </a:p>
        </p:txBody>
      </p:sp>
      <p:sp>
        <p:nvSpPr>
          <p:cNvPr id="13" name="四角形: 角を丸くする 12">
            <a:extLst>
              <a:ext uri="{FF2B5EF4-FFF2-40B4-BE49-F238E27FC236}">
                <a16:creationId xmlns:a16="http://schemas.microsoft.com/office/drawing/2014/main" id="{20F437F9-F1E3-7A6E-D183-3524B7764422}"/>
              </a:ext>
            </a:extLst>
          </p:cNvPr>
          <p:cNvSpPr/>
          <p:nvPr/>
        </p:nvSpPr>
        <p:spPr bwMode="gray">
          <a:xfrm>
            <a:off x="4036547" y="3132693"/>
            <a:ext cx="3049502" cy="630763"/>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ja-JP" altLang="en-US"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開発、</a:t>
            </a:r>
            <a:r>
              <a:rPr kumimoji="0" lang="ja-JP" altLang="en-US" sz="1200" kern="0" dirty="0">
                <a:solidFill>
                  <a:prstClr val="black"/>
                </a:solidFill>
                <a:latin typeface="Arial"/>
                <a:ea typeface="Yu Gothic UI"/>
                <a:cs typeface="Arial" panose="020B0604020202020204" pitchFamily="34" charset="0"/>
              </a:rPr>
              <a:t>機能</a:t>
            </a:r>
            <a:r>
              <a:rPr kumimoji="0" lang="ja-JP" altLang="en-US"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試験</a:t>
            </a:r>
            <a:endParaRPr kumimoji="0" lang="en-US" altLang="ja-JP" sz="1200" kern="0" dirty="0">
              <a:solidFill>
                <a:prstClr val="black"/>
              </a:solidFill>
              <a:latin typeface="Arial"/>
              <a:ea typeface="Yu Gothic UI"/>
              <a:cs typeface="Arial" panose="020B0604020202020204" pitchFamily="34" charset="0"/>
            </a:endParaRPr>
          </a:p>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en-US" altLang="ja-JP"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(Round 1)</a:t>
            </a:r>
            <a:r>
              <a:rPr kumimoji="0" lang="ja-JP" altLang="en-US"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　すべてパターン</a:t>
            </a:r>
            <a:r>
              <a:rPr kumimoji="0" lang="ja-JP" altLang="en-US" sz="1200" kern="0" dirty="0">
                <a:solidFill>
                  <a:prstClr val="black"/>
                </a:solidFill>
                <a:latin typeface="Arial"/>
                <a:ea typeface="Yu Gothic UI"/>
                <a:cs typeface="Arial" panose="020B0604020202020204" pitchFamily="34" charset="0"/>
              </a:rPr>
              <a:t>をカバー</a:t>
            </a:r>
            <a:r>
              <a:rPr kumimoji="0" lang="en-US" altLang="ja-JP" sz="1200" kern="0" dirty="0">
                <a:solidFill>
                  <a:prstClr val="black"/>
                </a:solidFill>
                <a:latin typeface="Arial"/>
                <a:ea typeface="Yu Gothic UI"/>
                <a:cs typeface="Arial" panose="020B0604020202020204" pitchFamily="34" charset="0"/>
              </a:rPr>
              <a:t>(10DB</a:t>
            </a:r>
            <a:r>
              <a:rPr kumimoji="0" lang="ja-JP" altLang="en-US" sz="1200" kern="0" dirty="0">
                <a:solidFill>
                  <a:prstClr val="black"/>
                </a:solidFill>
                <a:latin typeface="Arial"/>
                <a:ea typeface="Yu Gothic UI"/>
                <a:cs typeface="Arial" panose="020B0604020202020204" pitchFamily="34" charset="0"/>
              </a:rPr>
              <a:t>程度</a:t>
            </a:r>
            <a:r>
              <a:rPr kumimoji="0" lang="en-US" altLang="ja-JP" sz="1200" kern="0" dirty="0">
                <a:solidFill>
                  <a:prstClr val="black"/>
                </a:solidFill>
                <a:latin typeface="Arial"/>
                <a:ea typeface="Yu Gothic UI"/>
                <a:cs typeface="Arial" panose="020B0604020202020204" pitchFamily="34" charset="0"/>
              </a:rPr>
              <a:t>)</a:t>
            </a:r>
            <a:endParaRPr kumimoji="0" lang="ja-JP" altLang="en-US"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endParaRPr>
          </a:p>
        </p:txBody>
      </p:sp>
      <p:sp>
        <p:nvSpPr>
          <p:cNvPr id="14" name="四角形: 角を丸くする 13">
            <a:extLst>
              <a:ext uri="{FF2B5EF4-FFF2-40B4-BE49-F238E27FC236}">
                <a16:creationId xmlns:a16="http://schemas.microsoft.com/office/drawing/2014/main" id="{42AE617F-8791-7DF1-3A74-EE8EFFB19FB9}"/>
              </a:ext>
            </a:extLst>
          </p:cNvPr>
          <p:cNvSpPr/>
          <p:nvPr/>
        </p:nvSpPr>
        <p:spPr bwMode="gray">
          <a:xfrm>
            <a:off x="4067773" y="3867352"/>
            <a:ext cx="3024776" cy="282448"/>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ja-JP" altLang="en-US"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移行ツールの計画と実装</a:t>
            </a:r>
          </a:p>
        </p:txBody>
      </p:sp>
      <p:sp>
        <p:nvSpPr>
          <p:cNvPr id="21" name="四角形: 角を丸くする 20">
            <a:extLst>
              <a:ext uri="{FF2B5EF4-FFF2-40B4-BE49-F238E27FC236}">
                <a16:creationId xmlns:a16="http://schemas.microsoft.com/office/drawing/2014/main" id="{0185A894-7F68-5B0F-70C1-8F0154D2E469}"/>
              </a:ext>
            </a:extLst>
          </p:cNvPr>
          <p:cNvSpPr/>
          <p:nvPr/>
        </p:nvSpPr>
        <p:spPr bwMode="gray">
          <a:xfrm>
            <a:off x="7131729" y="3130324"/>
            <a:ext cx="1577386" cy="624928"/>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en-US" altLang="ja-JP"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Round 1</a:t>
            </a:r>
          </a:p>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en-US" altLang="ja-JP"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MCC</a:t>
            </a:r>
            <a:r>
              <a:rPr kumimoji="0" lang="ja-JP" altLang="en-US"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様受け入れ、</a:t>
            </a:r>
            <a:r>
              <a:rPr kumimoji="0" lang="en-US" altLang="ja-JP"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UAT</a:t>
            </a:r>
            <a:endParaRPr kumimoji="0" lang="ja-JP" altLang="en-US"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endParaRPr>
          </a:p>
        </p:txBody>
      </p:sp>
      <p:sp>
        <p:nvSpPr>
          <p:cNvPr id="22" name="四角形: 角を丸くする 21">
            <a:extLst>
              <a:ext uri="{FF2B5EF4-FFF2-40B4-BE49-F238E27FC236}">
                <a16:creationId xmlns:a16="http://schemas.microsoft.com/office/drawing/2014/main" id="{EB6975E9-868C-47F9-4909-53F9D70BFA82}"/>
              </a:ext>
            </a:extLst>
          </p:cNvPr>
          <p:cNvSpPr/>
          <p:nvPr/>
        </p:nvSpPr>
        <p:spPr bwMode="gray">
          <a:xfrm>
            <a:off x="6432858" y="4199344"/>
            <a:ext cx="1120894" cy="282448"/>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ja-JP" altLang="en-US" sz="1200" b="0" i="0" u="none" strike="noStrike" kern="0" cap="none" spc="0" normalizeH="0" baseline="0" noProof="0">
                <a:ln>
                  <a:noFill/>
                </a:ln>
                <a:solidFill>
                  <a:prstClr val="black"/>
                </a:solidFill>
                <a:effectLst/>
                <a:uLnTx/>
                <a:uFillTx/>
                <a:latin typeface="Arial"/>
                <a:ea typeface="Yu Gothic UI"/>
                <a:cs typeface="Arial" panose="020B0604020202020204" pitchFamily="34" charset="0"/>
              </a:rPr>
              <a:t>マニュアル作成</a:t>
            </a:r>
          </a:p>
        </p:txBody>
      </p:sp>
      <p:cxnSp>
        <p:nvCxnSpPr>
          <p:cNvPr id="23" name="直線コネクタ 22">
            <a:extLst>
              <a:ext uri="{FF2B5EF4-FFF2-40B4-BE49-F238E27FC236}">
                <a16:creationId xmlns:a16="http://schemas.microsoft.com/office/drawing/2014/main" id="{7B2622C9-FE18-4EEA-99F0-F0B9566DBAE0}"/>
              </a:ext>
            </a:extLst>
          </p:cNvPr>
          <p:cNvCxnSpPr>
            <a:cxnSpLocks/>
          </p:cNvCxnSpPr>
          <p:nvPr/>
        </p:nvCxnSpPr>
        <p:spPr>
          <a:xfrm>
            <a:off x="966642" y="6042285"/>
            <a:ext cx="10800000" cy="0"/>
          </a:xfrm>
          <a:prstGeom prst="line">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4" name="直線コネクタ 23">
            <a:extLst>
              <a:ext uri="{FF2B5EF4-FFF2-40B4-BE49-F238E27FC236}">
                <a16:creationId xmlns:a16="http://schemas.microsoft.com/office/drawing/2014/main" id="{AE04A841-4639-C043-F74D-71AD70D00E3D}"/>
              </a:ext>
            </a:extLst>
          </p:cNvPr>
          <p:cNvCxnSpPr>
            <a:cxnSpLocks/>
          </p:cNvCxnSpPr>
          <p:nvPr/>
        </p:nvCxnSpPr>
        <p:spPr>
          <a:xfrm>
            <a:off x="1251467" y="5936340"/>
            <a:ext cx="0" cy="113773"/>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5" name="直線コネクタ 24">
            <a:extLst>
              <a:ext uri="{FF2B5EF4-FFF2-40B4-BE49-F238E27FC236}">
                <a16:creationId xmlns:a16="http://schemas.microsoft.com/office/drawing/2014/main" id="{CF32C160-0CED-0FB0-17B3-526417809500}"/>
              </a:ext>
            </a:extLst>
          </p:cNvPr>
          <p:cNvCxnSpPr>
            <a:cxnSpLocks/>
          </p:cNvCxnSpPr>
          <p:nvPr/>
        </p:nvCxnSpPr>
        <p:spPr>
          <a:xfrm>
            <a:off x="11315008" y="5936340"/>
            <a:ext cx="0" cy="113773"/>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6" name="直線コネクタ 25">
            <a:extLst>
              <a:ext uri="{FF2B5EF4-FFF2-40B4-BE49-F238E27FC236}">
                <a16:creationId xmlns:a16="http://schemas.microsoft.com/office/drawing/2014/main" id="{9A40DED7-F6C5-1274-5BF1-856D41DBE13F}"/>
              </a:ext>
            </a:extLst>
          </p:cNvPr>
          <p:cNvCxnSpPr>
            <a:cxnSpLocks/>
          </p:cNvCxnSpPr>
          <p:nvPr/>
        </p:nvCxnSpPr>
        <p:spPr>
          <a:xfrm>
            <a:off x="3981300" y="5936340"/>
            <a:ext cx="0" cy="113773"/>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27" name="直線コネクタ 26">
            <a:extLst>
              <a:ext uri="{FF2B5EF4-FFF2-40B4-BE49-F238E27FC236}">
                <a16:creationId xmlns:a16="http://schemas.microsoft.com/office/drawing/2014/main" id="{226E2F55-DA54-8165-0877-CB3D3DD429F4}"/>
              </a:ext>
            </a:extLst>
          </p:cNvPr>
          <p:cNvCxnSpPr>
            <a:cxnSpLocks/>
          </p:cNvCxnSpPr>
          <p:nvPr/>
        </p:nvCxnSpPr>
        <p:spPr>
          <a:xfrm>
            <a:off x="7132064" y="5936340"/>
            <a:ext cx="0" cy="113773"/>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30" name="直線コネクタ 29">
            <a:extLst>
              <a:ext uri="{FF2B5EF4-FFF2-40B4-BE49-F238E27FC236}">
                <a16:creationId xmlns:a16="http://schemas.microsoft.com/office/drawing/2014/main" id="{05949E1F-4FA5-F31B-BEC6-9F4AEDD59826}"/>
              </a:ext>
            </a:extLst>
          </p:cNvPr>
          <p:cNvCxnSpPr>
            <a:cxnSpLocks/>
          </p:cNvCxnSpPr>
          <p:nvPr/>
        </p:nvCxnSpPr>
        <p:spPr>
          <a:xfrm>
            <a:off x="9481288" y="5936340"/>
            <a:ext cx="0" cy="113773"/>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31" name="テキスト ボックス 30">
            <a:extLst>
              <a:ext uri="{FF2B5EF4-FFF2-40B4-BE49-F238E27FC236}">
                <a16:creationId xmlns:a16="http://schemas.microsoft.com/office/drawing/2014/main" id="{8A4E1765-5EB8-9556-412C-EE2ACFBB11FA}"/>
              </a:ext>
            </a:extLst>
          </p:cNvPr>
          <p:cNvSpPr txBox="1"/>
          <p:nvPr/>
        </p:nvSpPr>
        <p:spPr>
          <a:xfrm>
            <a:off x="1295149" y="5865763"/>
            <a:ext cx="565367" cy="113773"/>
          </a:xfrm>
          <a:prstGeom prst="rect">
            <a:avLst/>
          </a:prstGeom>
          <a:noFill/>
        </p:spPr>
        <p:txBody>
          <a:bodyPr wrap="square" lIns="0" tIns="72000" rIns="23400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a:ln>
                  <a:noFill/>
                </a:ln>
                <a:solidFill>
                  <a:srgbClr val="000000"/>
                </a:solidFill>
                <a:effectLst/>
                <a:uLnTx/>
                <a:uFillTx/>
                <a:latin typeface="Arial"/>
                <a:ea typeface="游ゴシック Medium"/>
                <a:cs typeface="+mn-cs"/>
              </a:rPr>
              <a:t>11/1</a:t>
            </a:r>
            <a:endParaRPr kumimoji="1" lang="ja-JP" altLang="en-US" sz="1000" b="0" i="0" u="none" strike="noStrike" kern="1200" cap="none" spc="0" normalizeH="0" baseline="0" noProof="0" err="1">
              <a:ln>
                <a:noFill/>
              </a:ln>
              <a:solidFill>
                <a:srgbClr val="000000"/>
              </a:solidFill>
              <a:effectLst/>
              <a:uLnTx/>
              <a:uFillTx/>
              <a:latin typeface="Arial"/>
              <a:ea typeface="游ゴシック Medium"/>
              <a:cs typeface="+mn-cs"/>
            </a:endParaRPr>
          </a:p>
        </p:txBody>
      </p:sp>
      <p:sp>
        <p:nvSpPr>
          <p:cNvPr id="32" name="テキスト ボックス 31">
            <a:extLst>
              <a:ext uri="{FF2B5EF4-FFF2-40B4-BE49-F238E27FC236}">
                <a16:creationId xmlns:a16="http://schemas.microsoft.com/office/drawing/2014/main" id="{75D896C3-1B62-79A9-025B-DA7A49AFB8AE}"/>
              </a:ext>
            </a:extLst>
          </p:cNvPr>
          <p:cNvSpPr txBox="1"/>
          <p:nvPr/>
        </p:nvSpPr>
        <p:spPr>
          <a:xfrm>
            <a:off x="4065715" y="5857519"/>
            <a:ext cx="669077" cy="130260"/>
          </a:xfrm>
          <a:prstGeom prst="rect">
            <a:avLst/>
          </a:prstGeom>
          <a:noFill/>
        </p:spPr>
        <p:txBody>
          <a:bodyPr wrap="square" lIns="0" tIns="72000" rIns="23400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rgbClr val="000000"/>
                </a:solidFill>
                <a:effectLst/>
                <a:uLnTx/>
                <a:uFillTx/>
                <a:latin typeface="Arial"/>
                <a:ea typeface="游ゴシック Medium"/>
                <a:cs typeface="+mn-cs"/>
              </a:rPr>
              <a:t>1/6</a:t>
            </a:r>
            <a:endParaRPr kumimoji="1" lang="ja-JP" altLang="en-US" sz="1000" b="0" i="0" u="none" strike="noStrike" kern="1200" cap="none" spc="0" normalizeH="0" baseline="0" noProof="0" dirty="0">
              <a:ln>
                <a:noFill/>
              </a:ln>
              <a:solidFill>
                <a:srgbClr val="000000"/>
              </a:solidFill>
              <a:effectLst/>
              <a:uLnTx/>
              <a:uFillTx/>
              <a:latin typeface="Arial"/>
              <a:ea typeface="游ゴシック Medium"/>
              <a:cs typeface="+mn-cs"/>
            </a:endParaRPr>
          </a:p>
        </p:txBody>
      </p:sp>
      <p:sp>
        <p:nvSpPr>
          <p:cNvPr id="33" name="テキスト ボックス 32">
            <a:extLst>
              <a:ext uri="{FF2B5EF4-FFF2-40B4-BE49-F238E27FC236}">
                <a16:creationId xmlns:a16="http://schemas.microsoft.com/office/drawing/2014/main" id="{FDFB3CBF-574A-7598-3BE2-A3A922FB82C2}"/>
              </a:ext>
            </a:extLst>
          </p:cNvPr>
          <p:cNvSpPr txBox="1"/>
          <p:nvPr/>
        </p:nvSpPr>
        <p:spPr>
          <a:xfrm>
            <a:off x="8818224" y="5850414"/>
            <a:ext cx="458043" cy="144470"/>
          </a:xfrm>
          <a:prstGeom prst="rect">
            <a:avLst/>
          </a:prstGeom>
          <a:noFill/>
        </p:spPr>
        <p:txBody>
          <a:bodyPr wrap="square" lIns="0" tIns="72000" rIns="23400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rgbClr val="000000"/>
                </a:solidFill>
                <a:effectLst/>
                <a:uLnTx/>
                <a:uFillTx/>
                <a:latin typeface="Arial"/>
                <a:ea typeface="游ゴシック Medium"/>
                <a:cs typeface="+mn-cs"/>
              </a:rPr>
              <a:t>8/1</a:t>
            </a:r>
            <a:endParaRPr kumimoji="1" lang="ja-JP" altLang="en-US" sz="1000" b="0" i="0" u="none" strike="noStrike" kern="1200" cap="none" spc="0" normalizeH="0" baseline="0" noProof="0" dirty="0">
              <a:ln>
                <a:noFill/>
              </a:ln>
              <a:solidFill>
                <a:srgbClr val="000000"/>
              </a:solidFill>
              <a:effectLst/>
              <a:uLnTx/>
              <a:uFillTx/>
              <a:latin typeface="Arial"/>
              <a:ea typeface="游ゴシック Medium"/>
              <a:cs typeface="+mn-cs"/>
            </a:endParaRPr>
          </a:p>
        </p:txBody>
      </p:sp>
      <p:sp>
        <p:nvSpPr>
          <p:cNvPr id="34" name="テキスト ボックス 33">
            <a:extLst>
              <a:ext uri="{FF2B5EF4-FFF2-40B4-BE49-F238E27FC236}">
                <a16:creationId xmlns:a16="http://schemas.microsoft.com/office/drawing/2014/main" id="{ADC1CB54-7557-F51B-A295-A98362CFC3C2}"/>
              </a:ext>
            </a:extLst>
          </p:cNvPr>
          <p:cNvSpPr txBox="1"/>
          <p:nvPr/>
        </p:nvSpPr>
        <p:spPr>
          <a:xfrm>
            <a:off x="7174125" y="5843732"/>
            <a:ext cx="584302" cy="157834"/>
          </a:xfrm>
          <a:prstGeom prst="rect">
            <a:avLst/>
          </a:prstGeom>
          <a:noFill/>
        </p:spPr>
        <p:txBody>
          <a:bodyPr wrap="square" lIns="0" tIns="72000" rIns="23400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a:ln>
                  <a:noFill/>
                </a:ln>
                <a:solidFill>
                  <a:srgbClr val="000000"/>
                </a:solidFill>
                <a:effectLst/>
                <a:uLnTx/>
                <a:uFillTx/>
                <a:latin typeface="Arial"/>
                <a:ea typeface="游ゴシック Medium"/>
                <a:cs typeface="+mn-cs"/>
              </a:rPr>
              <a:t>6/1</a:t>
            </a:r>
            <a:endParaRPr kumimoji="1" lang="ja-JP" altLang="en-US" sz="1000" b="0" i="0" u="none" strike="noStrike" kern="1200" cap="none" spc="0" normalizeH="0" baseline="0" noProof="0">
              <a:ln>
                <a:noFill/>
              </a:ln>
              <a:solidFill>
                <a:srgbClr val="000000"/>
              </a:solidFill>
              <a:effectLst/>
              <a:uLnTx/>
              <a:uFillTx/>
              <a:latin typeface="Arial"/>
              <a:ea typeface="游ゴシック Medium"/>
              <a:cs typeface="+mn-cs"/>
            </a:endParaRPr>
          </a:p>
        </p:txBody>
      </p:sp>
      <p:sp>
        <p:nvSpPr>
          <p:cNvPr id="36" name="テキスト ボックス 35">
            <a:extLst>
              <a:ext uri="{FF2B5EF4-FFF2-40B4-BE49-F238E27FC236}">
                <a16:creationId xmlns:a16="http://schemas.microsoft.com/office/drawing/2014/main" id="{DF6ADFB0-EEC2-C0DF-C02A-46809441BAEA}"/>
              </a:ext>
            </a:extLst>
          </p:cNvPr>
          <p:cNvSpPr txBox="1"/>
          <p:nvPr/>
        </p:nvSpPr>
        <p:spPr>
          <a:xfrm>
            <a:off x="9549114" y="5850414"/>
            <a:ext cx="584301" cy="125274"/>
          </a:xfrm>
          <a:prstGeom prst="rect">
            <a:avLst/>
          </a:prstGeom>
          <a:noFill/>
        </p:spPr>
        <p:txBody>
          <a:bodyPr wrap="square" lIns="0" tIns="72000" rIns="23400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rgbClr val="000000"/>
                </a:solidFill>
                <a:effectLst/>
                <a:uLnTx/>
                <a:uFillTx/>
                <a:latin typeface="Arial"/>
                <a:ea typeface="游ゴシック Medium"/>
                <a:cs typeface="+mn-cs"/>
              </a:rPr>
              <a:t>10/1</a:t>
            </a:r>
            <a:endParaRPr kumimoji="1" lang="ja-JP" altLang="en-US" sz="1000" b="0" i="0" u="none" strike="noStrike" kern="1200" cap="none" spc="0" normalizeH="0" baseline="0" noProof="0" dirty="0">
              <a:ln>
                <a:noFill/>
              </a:ln>
              <a:solidFill>
                <a:srgbClr val="000000"/>
              </a:solidFill>
              <a:effectLst/>
              <a:uLnTx/>
              <a:uFillTx/>
              <a:latin typeface="Arial"/>
              <a:ea typeface="游ゴシック Medium"/>
              <a:cs typeface="+mn-cs"/>
            </a:endParaRPr>
          </a:p>
        </p:txBody>
      </p:sp>
      <p:sp>
        <p:nvSpPr>
          <p:cNvPr id="37" name="テキスト ボックス 36">
            <a:extLst>
              <a:ext uri="{FF2B5EF4-FFF2-40B4-BE49-F238E27FC236}">
                <a16:creationId xmlns:a16="http://schemas.microsoft.com/office/drawing/2014/main" id="{4AABB290-6FE3-0414-F530-6FBE6D132164}"/>
              </a:ext>
            </a:extLst>
          </p:cNvPr>
          <p:cNvSpPr txBox="1"/>
          <p:nvPr/>
        </p:nvSpPr>
        <p:spPr>
          <a:xfrm>
            <a:off x="11396013" y="5850414"/>
            <a:ext cx="584302" cy="144470"/>
          </a:xfrm>
          <a:prstGeom prst="rect">
            <a:avLst/>
          </a:prstGeom>
          <a:noFill/>
        </p:spPr>
        <p:txBody>
          <a:bodyPr wrap="square" lIns="0" tIns="72000" rIns="23400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dirty="0">
                <a:ln>
                  <a:noFill/>
                </a:ln>
                <a:solidFill>
                  <a:srgbClr val="000000"/>
                </a:solidFill>
                <a:effectLst/>
                <a:uLnTx/>
                <a:uFillTx/>
                <a:latin typeface="Arial"/>
                <a:ea typeface="游ゴシック Medium"/>
                <a:cs typeface="+mn-cs"/>
              </a:rPr>
              <a:t>12/1</a:t>
            </a:r>
            <a:endParaRPr kumimoji="1" lang="ja-JP" altLang="en-US" sz="1000" b="0" i="0" u="none" strike="noStrike" kern="1200" cap="none" spc="0" normalizeH="0" baseline="0" noProof="0" dirty="0">
              <a:ln>
                <a:noFill/>
              </a:ln>
              <a:solidFill>
                <a:srgbClr val="000000"/>
              </a:solidFill>
              <a:effectLst/>
              <a:uLnTx/>
              <a:uFillTx/>
              <a:latin typeface="Arial"/>
              <a:ea typeface="游ゴシック Medium"/>
              <a:cs typeface="+mn-cs"/>
            </a:endParaRPr>
          </a:p>
        </p:txBody>
      </p:sp>
      <p:sp>
        <p:nvSpPr>
          <p:cNvPr id="38" name="四角形: 角を丸くする 37">
            <a:extLst>
              <a:ext uri="{FF2B5EF4-FFF2-40B4-BE49-F238E27FC236}">
                <a16:creationId xmlns:a16="http://schemas.microsoft.com/office/drawing/2014/main" id="{174E74FD-E3FA-1108-BF7D-52EF7B2666C1}"/>
              </a:ext>
            </a:extLst>
          </p:cNvPr>
          <p:cNvSpPr/>
          <p:nvPr/>
        </p:nvSpPr>
        <p:spPr bwMode="gray">
          <a:xfrm>
            <a:off x="1933003" y="3128393"/>
            <a:ext cx="2060448" cy="282449"/>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en-US" altLang="ja-JP" sz="1200" b="0" i="0" u="none" strike="noStrike" kern="0" cap="none" spc="0" normalizeH="0" baseline="0" noProof="0" dirty="0">
                <a:ln>
                  <a:noFill/>
                </a:ln>
                <a:solidFill>
                  <a:srgbClr val="000000"/>
                </a:solidFill>
                <a:effectLst/>
                <a:uLnTx/>
                <a:uFillTx/>
                <a:latin typeface="Arial"/>
                <a:ea typeface="Yu Gothic UI"/>
                <a:cs typeface="Arial" panose="020B0604020202020204" pitchFamily="34" charset="0"/>
              </a:rPr>
              <a:t>DB</a:t>
            </a:r>
            <a:r>
              <a:rPr kumimoji="0" lang="ja-JP" altLang="en-US" sz="1200" b="0" i="0" u="none" strike="noStrike" kern="0" cap="none" spc="0" normalizeH="0" baseline="0" noProof="0" dirty="0">
                <a:ln>
                  <a:noFill/>
                </a:ln>
                <a:solidFill>
                  <a:srgbClr val="000000"/>
                </a:solidFill>
                <a:effectLst/>
                <a:uLnTx/>
                <a:uFillTx/>
                <a:latin typeface="Arial"/>
                <a:ea typeface="Yu Gothic UI"/>
                <a:cs typeface="Arial" panose="020B0604020202020204" pitchFamily="34" charset="0"/>
              </a:rPr>
              <a:t>設計</a:t>
            </a:r>
          </a:p>
        </p:txBody>
      </p:sp>
      <p:sp>
        <p:nvSpPr>
          <p:cNvPr id="43" name="四角形: 角を丸くする 42">
            <a:extLst>
              <a:ext uri="{FF2B5EF4-FFF2-40B4-BE49-F238E27FC236}">
                <a16:creationId xmlns:a16="http://schemas.microsoft.com/office/drawing/2014/main" id="{D521F013-820D-C57C-BFB9-27E05AD16713}"/>
              </a:ext>
            </a:extLst>
          </p:cNvPr>
          <p:cNvSpPr/>
          <p:nvPr/>
        </p:nvSpPr>
        <p:spPr bwMode="gray">
          <a:xfrm>
            <a:off x="1236849" y="2392863"/>
            <a:ext cx="1523191" cy="282448"/>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ja-JP" altLang="en-US" sz="1200" b="0" i="0" u="none" strike="noStrike" kern="0" cap="none" spc="0" normalizeH="0" baseline="0" noProof="0" dirty="0">
                <a:ln>
                  <a:noFill/>
                </a:ln>
                <a:solidFill>
                  <a:srgbClr val="000000"/>
                </a:solidFill>
                <a:effectLst/>
                <a:uLnTx/>
                <a:uFillTx/>
                <a:latin typeface="Arial"/>
                <a:ea typeface="Yu Gothic UI"/>
                <a:cs typeface="Arial" panose="020B0604020202020204" pitchFamily="34" charset="0"/>
              </a:rPr>
              <a:t>構造設計</a:t>
            </a:r>
          </a:p>
        </p:txBody>
      </p:sp>
      <p:cxnSp>
        <p:nvCxnSpPr>
          <p:cNvPr id="44" name="直線コネクタ 43">
            <a:extLst>
              <a:ext uri="{FF2B5EF4-FFF2-40B4-BE49-F238E27FC236}">
                <a16:creationId xmlns:a16="http://schemas.microsoft.com/office/drawing/2014/main" id="{30EFDE1D-07E8-C61E-BC3B-5714710E8F7A}"/>
              </a:ext>
            </a:extLst>
          </p:cNvPr>
          <p:cNvCxnSpPr>
            <a:cxnSpLocks/>
          </p:cNvCxnSpPr>
          <p:nvPr/>
        </p:nvCxnSpPr>
        <p:spPr>
          <a:xfrm>
            <a:off x="2028729" y="1623226"/>
            <a:ext cx="0" cy="422280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45" name="正方形/長方形 44">
            <a:extLst>
              <a:ext uri="{FF2B5EF4-FFF2-40B4-BE49-F238E27FC236}">
                <a16:creationId xmlns:a16="http://schemas.microsoft.com/office/drawing/2014/main" id="{B44AFE27-A04B-B1FC-53B4-85B5D558C077}"/>
              </a:ext>
            </a:extLst>
          </p:cNvPr>
          <p:cNvSpPr/>
          <p:nvPr/>
        </p:nvSpPr>
        <p:spPr bwMode="gray">
          <a:xfrm>
            <a:off x="367031" y="1167637"/>
            <a:ext cx="2391122" cy="478800"/>
          </a:xfrm>
          <a:prstGeom prst="rect">
            <a:avLst/>
          </a:prstGeom>
          <a:solidFill>
            <a:sysClr val="window" lastClr="FFFFFF"/>
          </a:solidFill>
          <a:ln w="12700" algn="ctr">
            <a:solidFill>
              <a:sysClr val="window" lastClr="FFFFFF">
                <a:lumMod val="50000"/>
              </a:sysClr>
            </a:solidFill>
            <a:miter lim="800000"/>
            <a:headEnd/>
            <a:tailEnd/>
          </a:ln>
        </p:spPr>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lang="ja-JP" altLang="en-US" sz="1200" b="1" kern="0" dirty="0">
                <a:latin typeface="Arial"/>
                <a:ea typeface="Yu Gothic UI"/>
                <a:cs typeface="Arial" panose="020B0604020202020204" pitchFamily="34" charset="0"/>
              </a:rPr>
              <a:t>・</a:t>
            </a:r>
            <a:r>
              <a:rPr lang="en-US" altLang="ja-JP" sz="1200" b="1" kern="0" dirty="0">
                <a:latin typeface="Arial"/>
                <a:ea typeface="Yu Gothic UI"/>
                <a:cs typeface="Arial" panose="020B0604020202020204" pitchFamily="34" charset="0"/>
              </a:rPr>
              <a:t>POC</a:t>
            </a:r>
            <a:r>
              <a:rPr lang="ja-JP" altLang="en-US" sz="1200" b="1" kern="0" dirty="0">
                <a:latin typeface="Arial"/>
                <a:ea typeface="Yu Gothic UI"/>
                <a:cs typeface="Arial" panose="020B0604020202020204" pitchFamily="34" charset="0"/>
              </a:rPr>
              <a:t>、構造設計</a:t>
            </a:r>
            <a:r>
              <a:rPr kumimoji="0" lang="ja-JP" altLang="en-US" sz="1200" b="1" i="0" u="none" strike="noStrike" kern="0" cap="none" spc="0" normalizeH="0" baseline="0" noProof="0" dirty="0">
                <a:ln>
                  <a:noFill/>
                </a:ln>
                <a:effectLst/>
                <a:uLnTx/>
                <a:uFillTx/>
                <a:latin typeface="Arial"/>
                <a:ea typeface="Yu Gothic UI"/>
                <a:cs typeface="Arial" panose="020B0604020202020204" pitchFamily="34" charset="0"/>
              </a:rPr>
              <a:t>・製造工程の概算見積</a:t>
            </a:r>
            <a:r>
              <a:rPr lang="ja-JP" altLang="en-US" sz="1200" b="1" kern="0" dirty="0">
                <a:latin typeface="Arial"/>
                <a:ea typeface="Yu Gothic UI"/>
                <a:cs typeface="Arial" panose="020B0604020202020204" pitchFamily="34" charset="0"/>
              </a:rPr>
              <a:t>⇒社内稟議</a:t>
            </a:r>
            <a:endParaRPr kumimoji="0" lang="en-US" altLang="ja-JP" sz="1200" b="0" i="0" u="none" strike="noStrike" kern="0" cap="none" spc="0" normalizeH="0" baseline="0" noProof="0" dirty="0">
              <a:ln>
                <a:noFill/>
              </a:ln>
              <a:effectLst/>
              <a:uLnTx/>
              <a:uFillTx/>
              <a:latin typeface="Arial"/>
              <a:ea typeface="Yu Gothic UI"/>
              <a:cs typeface="Arial" panose="020B0604020202020204" pitchFamily="34" charset="0"/>
            </a:endParaRPr>
          </a:p>
        </p:txBody>
      </p:sp>
      <p:cxnSp>
        <p:nvCxnSpPr>
          <p:cNvPr id="46" name="直線コネクタ 45">
            <a:extLst>
              <a:ext uri="{FF2B5EF4-FFF2-40B4-BE49-F238E27FC236}">
                <a16:creationId xmlns:a16="http://schemas.microsoft.com/office/drawing/2014/main" id="{B651CEE3-B5BE-6362-8B7A-A62B2B71C8D5}"/>
              </a:ext>
            </a:extLst>
          </p:cNvPr>
          <p:cNvCxnSpPr>
            <a:cxnSpLocks/>
          </p:cNvCxnSpPr>
          <p:nvPr/>
        </p:nvCxnSpPr>
        <p:spPr>
          <a:xfrm>
            <a:off x="3980498" y="1623226"/>
            <a:ext cx="0" cy="422280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47" name="正方形/長方形 46">
            <a:extLst>
              <a:ext uri="{FF2B5EF4-FFF2-40B4-BE49-F238E27FC236}">
                <a16:creationId xmlns:a16="http://schemas.microsoft.com/office/drawing/2014/main" id="{C0F98B3F-0A08-B70D-6FDD-5CFCD5782A97}"/>
              </a:ext>
            </a:extLst>
          </p:cNvPr>
          <p:cNvSpPr/>
          <p:nvPr/>
        </p:nvSpPr>
        <p:spPr bwMode="gray">
          <a:xfrm>
            <a:off x="3893224" y="1167637"/>
            <a:ext cx="1453297" cy="478800"/>
          </a:xfrm>
          <a:prstGeom prst="rect">
            <a:avLst/>
          </a:prstGeom>
          <a:solidFill>
            <a:sysClr val="window" lastClr="FFFFFF"/>
          </a:solidFill>
          <a:ln w="12700" algn="ctr">
            <a:solidFill>
              <a:sysClr val="window" lastClr="FFFFFF">
                <a:lumMod val="50000"/>
              </a:sysClr>
            </a:solidFill>
            <a:miter lim="800000"/>
            <a:headEnd/>
            <a:tailEnd/>
          </a:ln>
        </p:spPr>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ja-JP" altLang="en-US" sz="1200" b="1"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製造工程の正式見積</a:t>
            </a:r>
            <a:endParaRPr kumimoji="0" lang="en-US" altLang="ja-JP" sz="1200" b="1"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endParaRPr>
          </a:p>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lang="ja-JP" altLang="en-US" sz="1200" b="1" kern="0" dirty="0">
                <a:solidFill>
                  <a:prstClr val="black"/>
                </a:solidFill>
                <a:latin typeface="Arial"/>
                <a:ea typeface="Yu Gothic UI"/>
                <a:cs typeface="Arial" panose="020B0604020202020204" pitchFamily="34" charset="0"/>
              </a:rPr>
              <a:t>⇒ご</a:t>
            </a:r>
            <a:r>
              <a:rPr kumimoji="0" lang="ja-JP" altLang="en-US" sz="1200" b="1"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発注</a:t>
            </a:r>
            <a:endParaRPr kumimoji="0" lang="en-US" altLang="ja-JP"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endParaRPr>
          </a:p>
        </p:txBody>
      </p:sp>
      <p:cxnSp>
        <p:nvCxnSpPr>
          <p:cNvPr id="48" name="直線コネクタ 47">
            <a:extLst>
              <a:ext uri="{FF2B5EF4-FFF2-40B4-BE49-F238E27FC236}">
                <a16:creationId xmlns:a16="http://schemas.microsoft.com/office/drawing/2014/main" id="{34CDE9F9-DF4D-E328-4249-387D2BAF8AE2}"/>
              </a:ext>
            </a:extLst>
          </p:cNvPr>
          <p:cNvCxnSpPr>
            <a:cxnSpLocks/>
          </p:cNvCxnSpPr>
          <p:nvPr/>
        </p:nvCxnSpPr>
        <p:spPr>
          <a:xfrm>
            <a:off x="7086049" y="1623226"/>
            <a:ext cx="48125" cy="422280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49" name="正方形/長方形 48">
            <a:extLst>
              <a:ext uri="{FF2B5EF4-FFF2-40B4-BE49-F238E27FC236}">
                <a16:creationId xmlns:a16="http://schemas.microsoft.com/office/drawing/2014/main" id="{F13DC96F-04BE-10EA-9C42-2EB6895085A9}"/>
              </a:ext>
            </a:extLst>
          </p:cNvPr>
          <p:cNvSpPr/>
          <p:nvPr/>
        </p:nvSpPr>
        <p:spPr bwMode="gray">
          <a:xfrm>
            <a:off x="6407371" y="1167637"/>
            <a:ext cx="1496228" cy="478800"/>
          </a:xfrm>
          <a:prstGeom prst="rect">
            <a:avLst/>
          </a:prstGeom>
          <a:solidFill>
            <a:sysClr val="window" lastClr="FFFFFF"/>
          </a:solidFill>
          <a:ln w="12700" algn="ctr">
            <a:solidFill>
              <a:sysClr val="window" lastClr="FFFFFF">
                <a:lumMod val="50000"/>
              </a:sysClr>
            </a:solidFill>
            <a:miter lim="800000"/>
            <a:headEnd/>
            <a:tailEnd/>
          </a:ln>
        </p:spPr>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en-US" altLang="ja-JP" sz="1200" b="1" i="0" u="none" strike="noStrike" kern="0" cap="none" spc="0" normalizeH="0" baseline="0" noProof="0">
                <a:ln>
                  <a:noFill/>
                </a:ln>
                <a:solidFill>
                  <a:prstClr val="black"/>
                </a:solidFill>
                <a:effectLst/>
                <a:uLnTx/>
                <a:uFillTx/>
                <a:latin typeface="Arial"/>
                <a:ea typeface="Yu Gothic UI"/>
                <a:cs typeface="Arial" panose="020B0604020202020204" pitchFamily="34" charset="0"/>
              </a:rPr>
              <a:t>Round1</a:t>
            </a:r>
            <a:r>
              <a:rPr kumimoji="0" lang="ja-JP" altLang="en-US" sz="1200" b="1" i="0" u="none" strike="noStrike" kern="0" cap="none" spc="0" normalizeH="0" baseline="0" noProof="0">
                <a:ln>
                  <a:noFill/>
                </a:ln>
                <a:solidFill>
                  <a:prstClr val="black"/>
                </a:solidFill>
                <a:effectLst/>
                <a:uLnTx/>
                <a:uFillTx/>
                <a:latin typeface="Arial"/>
                <a:ea typeface="Yu Gothic UI"/>
                <a:cs typeface="Arial" panose="020B0604020202020204" pitchFamily="34" charset="0"/>
              </a:rPr>
              <a:t>検証</a:t>
            </a:r>
            <a:r>
              <a:rPr kumimoji="0" lang="en-US" altLang="ja-JP" sz="1200" b="1" i="0" u="none" strike="noStrike" kern="0" cap="none" spc="0" normalizeH="0" baseline="0" noProof="0">
                <a:ln>
                  <a:noFill/>
                </a:ln>
                <a:solidFill>
                  <a:prstClr val="black"/>
                </a:solidFill>
                <a:effectLst/>
                <a:uLnTx/>
                <a:uFillTx/>
                <a:latin typeface="Arial"/>
                <a:ea typeface="Yu Gothic UI"/>
                <a:cs typeface="Arial" panose="020B0604020202020204" pitchFamily="34" charset="0"/>
              </a:rPr>
              <a:t>UAT</a:t>
            </a:r>
            <a:endParaRPr kumimoji="0" lang="ja-JP" altLang="en-US" sz="1200" b="0" i="0" u="none" strike="noStrike" kern="0" cap="none" spc="0" normalizeH="0" baseline="0" noProof="0">
              <a:ln>
                <a:noFill/>
              </a:ln>
              <a:solidFill>
                <a:prstClr val="black"/>
              </a:solidFill>
              <a:effectLst/>
              <a:uLnTx/>
              <a:uFillTx/>
              <a:latin typeface="Arial"/>
              <a:ea typeface="Yu Gothic UI"/>
              <a:cs typeface="Arial" panose="020B0604020202020204" pitchFamily="34" charset="0"/>
            </a:endParaRPr>
          </a:p>
        </p:txBody>
      </p:sp>
      <p:cxnSp>
        <p:nvCxnSpPr>
          <p:cNvPr id="50" name="直線コネクタ 49">
            <a:extLst>
              <a:ext uri="{FF2B5EF4-FFF2-40B4-BE49-F238E27FC236}">
                <a16:creationId xmlns:a16="http://schemas.microsoft.com/office/drawing/2014/main" id="{19F59E26-489D-FE33-1E6B-FEF5FFEE7604}"/>
              </a:ext>
            </a:extLst>
          </p:cNvPr>
          <p:cNvCxnSpPr>
            <a:cxnSpLocks/>
          </p:cNvCxnSpPr>
          <p:nvPr/>
        </p:nvCxnSpPr>
        <p:spPr>
          <a:xfrm>
            <a:off x="11290006" y="1623226"/>
            <a:ext cx="26578" cy="422280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51" name="正方形/長方形 50">
            <a:extLst>
              <a:ext uri="{FF2B5EF4-FFF2-40B4-BE49-F238E27FC236}">
                <a16:creationId xmlns:a16="http://schemas.microsoft.com/office/drawing/2014/main" id="{DE56DBCE-35B5-5363-D554-A7AE280BD8BB}"/>
              </a:ext>
            </a:extLst>
          </p:cNvPr>
          <p:cNvSpPr/>
          <p:nvPr/>
        </p:nvSpPr>
        <p:spPr bwMode="gray">
          <a:xfrm>
            <a:off x="10840563" y="1167637"/>
            <a:ext cx="899247" cy="478800"/>
          </a:xfrm>
          <a:prstGeom prst="rect">
            <a:avLst/>
          </a:prstGeom>
          <a:solidFill>
            <a:sysClr val="window" lastClr="FFFFFF"/>
          </a:solidFill>
          <a:ln w="12700" algn="ctr">
            <a:solidFill>
              <a:sysClr val="window" lastClr="FFFFFF">
                <a:lumMod val="50000"/>
              </a:sysClr>
            </a:solidFill>
            <a:miter lim="800000"/>
            <a:headEnd/>
            <a:tailEnd/>
          </a:ln>
        </p:spPr>
        <p:txBody>
          <a:bodyPr vert="horz" wrap="square" lIns="36000" tIns="36000" rIns="36000" bIns="36000" rtlCol="0" anchor="t"/>
          <a:lstStyle/>
          <a:p>
            <a:pPr lvl="0" algn="ctr" fontAlgn="base">
              <a:spcBef>
                <a:spcPct val="0"/>
              </a:spcBef>
              <a:spcAft>
                <a:spcPct val="0"/>
              </a:spcAft>
              <a:defRPr/>
            </a:pPr>
            <a:r>
              <a:rPr kumimoji="0" lang="en-US" altLang="ja-JP" sz="1200" b="1" kern="0">
                <a:solidFill>
                  <a:prstClr val="black"/>
                </a:solidFill>
                <a:latin typeface="Arial"/>
                <a:ea typeface="Yu Gothic UI"/>
                <a:cs typeface="Arial" panose="020B0604020202020204" pitchFamily="34" charset="0"/>
              </a:rPr>
              <a:t>Round3</a:t>
            </a:r>
          </a:p>
          <a:p>
            <a:pPr lvl="0" algn="ctr" fontAlgn="base">
              <a:spcBef>
                <a:spcPct val="0"/>
              </a:spcBef>
              <a:spcAft>
                <a:spcPct val="0"/>
              </a:spcAft>
              <a:defRPr/>
            </a:pPr>
            <a:r>
              <a:rPr kumimoji="0" lang="ja-JP" altLang="en-US" sz="1200" b="1" kern="0">
                <a:solidFill>
                  <a:prstClr val="black"/>
                </a:solidFill>
                <a:latin typeface="Arial"/>
                <a:ea typeface="Yu Gothic UI"/>
                <a:cs typeface="Arial" panose="020B0604020202020204" pitchFamily="34" charset="0"/>
              </a:rPr>
              <a:t>全体</a:t>
            </a:r>
            <a:r>
              <a:rPr kumimoji="0" lang="en-US" altLang="ja-JP" sz="1200" b="1" kern="0">
                <a:solidFill>
                  <a:prstClr val="black"/>
                </a:solidFill>
                <a:latin typeface="Arial"/>
                <a:ea typeface="Yu Gothic UI"/>
                <a:cs typeface="Arial" panose="020B0604020202020204" pitchFamily="34" charset="0"/>
              </a:rPr>
              <a:t>GA</a:t>
            </a:r>
            <a:endParaRPr kumimoji="0" lang="ja-JP" altLang="en-US" sz="1200" kern="0">
              <a:solidFill>
                <a:prstClr val="black"/>
              </a:solidFill>
              <a:latin typeface="Arial"/>
              <a:ea typeface="Yu Gothic UI"/>
              <a:cs typeface="Arial" panose="020B0604020202020204" pitchFamily="34" charset="0"/>
            </a:endParaRPr>
          </a:p>
        </p:txBody>
      </p:sp>
      <p:sp>
        <p:nvSpPr>
          <p:cNvPr id="55" name="四角形: 角を丸くする 54">
            <a:extLst>
              <a:ext uri="{FF2B5EF4-FFF2-40B4-BE49-F238E27FC236}">
                <a16:creationId xmlns:a16="http://schemas.microsoft.com/office/drawing/2014/main" id="{4B115AEA-6E76-3FFE-8146-C00089B179C2}"/>
              </a:ext>
            </a:extLst>
          </p:cNvPr>
          <p:cNvSpPr/>
          <p:nvPr/>
        </p:nvSpPr>
        <p:spPr bwMode="gray">
          <a:xfrm>
            <a:off x="5095154" y="2792973"/>
            <a:ext cx="1985481" cy="282448"/>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ja-JP" altLang="en-US" sz="1200" b="0" i="0" u="none" strike="noStrike" kern="0" cap="none" spc="0" normalizeH="0" baseline="0" noProof="0">
                <a:ln>
                  <a:noFill/>
                </a:ln>
                <a:solidFill>
                  <a:prstClr val="black"/>
                </a:solidFill>
                <a:effectLst/>
                <a:uLnTx/>
                <a:uFillTx/>
                <a:latin typeface="Arial"/>
                <a:ea typeface="Yu Gothic UI"/>
                <a:cs typeface="Arial" panose="020B0604020202020204" pitchFamily="34" charset="0"/>
              </a:rPr>
              <a:t>性能評価と改善</a:t>
            </a:r>
          </a:p>
        </p:txBody>
      </p:sp>
      <p:sp>
        <p:nvSpPr>
          <p:cNvPr id="56" name="四角形: 角を丸くする 55">
            <a:extLst>
              <a:ext uri="{FF2B5EF4-FFF2-40B4-BE49-F238E27FC236}">
                <a16:creationId xmlns:a16="http://schemas.microsoft.com/office/drawing/2014/main" id="{0B36B7ED-11D3-ABA2-07F3-E5C3B6903DB8}"/>
              </a:ext>
            </a:extLst>
          </p:cNvPr>
          <p:cNvSpPr/>
          <p:nvPr/>
        </p:nvSpPr>
        <p:spPr bwMode="gray">
          <a:xfrm>
            <a:off x="7120916" y="2785215"/>
            <a:ext cx="1588536" cy="282448"/>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ja-JP" altLang="en-US" sz="1200" b="0" i="0" u="none" strike="noStrike" kern="0" cap="none" spc="0" normalizeH="0" baseline="0" noProof="0">
                <a:ln>
                  <a:noFill/>
                </a:ln>
                <a:solidFill>
                  <a:prstClr val="black"/>
                </a:solidFill>
                <a:effectLst/>
                <a:uLnTx/>
                <a:uFillTx/>
                <a:latin typeface="Arial"/>
                <a:ea typeface="Yu Gothic UI"/>
                <a:cs typeface="Arial" panose="020B0604020202020204" pitchFamily="34" charset="0"/>
              </a:rPr>
              <a:t>性能試験</a:t>
            </a:r>
          </a:p>
        </p:txBody>
      </p:sp>
      <p:sp>
        <p:nvSpPr>
          <p:cNvPr id="57" name="四角形: 角を丸くする 56">
            <a:extLst>
              <a:ext uri="{FF2B5EF4-FFF2-40B4-BE49-F238E27FC236}">
                <a16:creationId xmlns:a16="http://schemas.microsoft.com/office/drawing/2014/main" id="{8DBF02CA-125F-9E35-2504-DF1A68DA6B2F}"/>
              </a:ext>
            </a:extLst>
          </p:cNvPr>
          <p:cNvSpPr/>
          <p:nvPr/>
        </p:nvSpPr>
        <p:spPr bwMode="gray">
          <a:xfrm>
            <a:off x="1236849" y="2792973"/>
            <a:ext cx="2756602" cy="282448"/>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ja-JP" altLang="en-US"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性能</a:t>
            </a:r>
            <a:r>
              <a:rPr kumimoji="0" lang="en-US" altLang="ja-JP"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Facility</a:t>
            </a:r>
            <a:endParaRPr kumimoji="0" lang="ja-JP" altLang="en-US"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endParaRPr>
          </a:p>
        </p:txBody>
      </p:sp>
      <p:sp>
        <p:nvSpPr>
          <p:cNvPr id="58" name="四角形: 角を丸くする 57">
            <a:extLst>
              <a:ext uri="{FF2B5EF4-FFF2-40B4-BE49-F238E27FC236}">
                <a16:creationId xmlns:a16="http://schemas.microsoft.com/office/drawing/2014/main" id="{81417237-7BCD-B6EA-422F-3FC08177AC37}"/>
              </a:ext>
            </a:extLst>
          </p:cNvPr>
          <p:cNvSpPr/>
          <p:nvPr/>
        </p:nvSpPr>
        <p:spPr bwMode="gray">
          <a:xfrm>
            <a:off x="7157755" y="3864809"/>
            <a:ext cx="1120894" cy="277890"/>
          </a:xfrm>
          <a:prstGeom prst="roundRect">
            <a:avLst/>
          </a:prstGeom>
          <a:ln>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ctr"/>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en-US" altLang="ja-JP" sz="1200" kern="0">
                <a:solidFill>
                  <a:prstClr val="black"/>
                </a:solidFill>
                <a:latin typeface="Arial"/>
                <a:ea typeface="Yu Gothic UI"/>
                <a:cs typeface="Arial" panose="020B0604020202020204" pitchFamily="34" charset="0"/>
              </a:rPr>
              <a:t>Round1 </a:t>
            </a:r>
            <a:r>
              <a:rPr kumimoji="0" lang="ja-JP" altLang="en-US" sz="1200" kern="0">
                <a:solidFill>
                  <a:prstClr val="black"/>
                </a:solidFill>
                <a:latin typeface="Arial"/>
                <a:ea typeface="Yu Gothic UI"/>
                <a:cs typeface="Arial" panose="020B0604020202020204" pitchFamily="34" charset="0"/>
              </a:rPr>
              <a:t>データ移行</a:t>
            </a:r>
            <a:r>
              <a:rPr kumimoji="0" lang="en-US" altLang="ja-JP" sz="1200" b="0" i="0" u="none" strike="noStrike" kern="0" cap="none" spc="0" normalizeH="0" baseline="0" noProof="0">
                <a:ln>
                  <a:noFill/>
                </a:ln>
                <a:solidFill>
                  <a:prstClr val="black"/>
                </a:solidFill>
                <a:effectLst/>
                <a:uLnTx/>
                <a:uFillTx/>
                <a:latin typeface="Arial"/>
                <a:ea typeface="Yu Gothic UI"/>
                <a:cs typeface="Arial" panose="020B0604020202020204" pitchFamily="34" charset="0"/>
              </a:rPr>
              <a:t> </a:t>
            </a:r>
          </a:p>
        </p:txBody>
      </p:sp>
      <p:sp>
        <p:nvSpPr>
          <p:cNvPr id="63" name="四角形: 角を丸くする 62">
            <a:extLst>
              <a:ext uri="{FF2B5EF4-FFF2-40B4-BE49-F238E27FC236}">
                <a16:creationId xmlns:a16="http://schemas.microsoft.com/office/drawing/2014/main" id="{5AB9770A-D1EA-5FD6-9999-322CC1586E80}"/>
              </a:ext>
            </a:extLst>
          </p:cNvPr>
          <p:cNvSpPr/>
          <p:nvPr/>
        </p:nvSpPr>
        <p:spPr bwMode="gray">
          <a:xfrm>
            <a:off x="7157754" y="4540383"/>
            <a:ext cx="2275409" cy="490942"/>
          </a:xfrm>
          <a:prstGeom prst="roundRect">
            <a:avLst/>
          </a:prstGeom>
          <a:ln>
            <a:prstDash val="sysDash"/>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ctr"/>
          <a:lstStyle/>
          <a:p>
            <a:pPr lvl="0" algn="ctr" fontAlgn="base">
              <a:spcBef>
                <a:spcPct val="0"/>
              </a:spcBef>
              <a:spcAft>
                <a:spcPct val="0"/>
              </a:spcAft>
              <a:defRPr/>
            </a:pPr>
            <a:r>
              <a:rPr kumimoji="0" lang="en-US" altLang="ja-JP"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Round</a:t>
            </a:r>
            <a:r>
              <a:rPr kumimoji="0" lang="ja-JP" altLang="en-US"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２展開</a:t>
            </a:r>
          </a:p>
        </p:txBody>
      </p:sp>
      <p:sp>
        <p:nvSpPr>
          <p:cNvPr id="65" name="四角形: 角を丸くする 64">
            <a:extLst>
              <a:ext uri="{FF2B5EF4-FFF2-40B4-BE49-F238E27FC236}">
                <a16:creationId xmlns:a16="http://schemas.microsoft.com/office/drawing/2014/main" id="{4B94B9BA-AB77-F1CD-5430-C55DE238BE62}"/>
              </a:ext>
            </a:extLst>
          </p:cNvPr>
          <p:cNvSpPr/>
          <p:nvPr/>
        </p:nvSpPr>
        <p:spPr bwMode="gray">
          <a:xfrm>
            <a:off x="9511469" y="5150883"/>
            <a:ext cx="1778718" cy="490942"/>
          </a:xfrm>
          <a:prstGeom prst="roundRect">
            <a:avLst/>
          </a:prstGeom>
          <a:ln>
            <a:prstDash val="sysDash"/>
            <a:headEnd/>
            <a:tailEnd/>
          </a:ln>
        </p:spPr>
        <p:style>
          <a:lnRef idx="1">
            <a:schemeClr val="accent6"/>
          </a:lnRef>
          <a:fillRef idx="2">
            <a:schemeClr val="accent6"/>
          </a:fillRef>
          <a:effectRef idx="1">
            <a:schemeClr val="accent6"/>
          </a:effectRef>
          <a:fontRef idx="minor">
            <a:schemeClr val="dk1"/>
          </a:fontRef>
        </p:style>
        <p:txBody>
          <a:bodyPr vert="horz" wrap="square" lIns="36000" tIns="36000" rIns="36000" bIns="36000" rtlCol="0" anchor="ctr"/>
          <a:lstStyle/>
          <a:p>
            <a:pPr lvl="0" algn="ctr" fontAlgn="base">
              <a:spcBef>
                <a:spcPct val="0"/>
              </a:spcBef>
              <a:spcAft>
                <a:spcPct val="0"/>
              </a:spcAft>
              <a:defRPr/>
            </a:pPr>
            <a:r>
              <a:rPr kumimoji="0" lang="en-US" altLang="ja-JP"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Round3</a:t>
            </a:r>
            <a:r>
              <a:rPr kumimoji="0" lang="ja-JP" altLang="en-US" sz="1200" b="0" i="0" u="none" strike="noStrike" kern="0" cap="none" spc="0" normalizeH="0" baseline="0" noProof="0" dirty="0">
                <a:ln>
                  <a:noFill/>
                </a:ln>
                <a:solidFill>
                  <a:prstClr val="black"/>
                </a:solidFill>
                <a:effectLst/>
                <a:uLnTx/>
                <a:uFillTx/>
                <a:latin typeface="Arial"/>
                <a:ea typeface="Yu Gothic UI"/>
                <a:cs typeface="Arial" panose="020B0604020202020204" pitchFamily="34" charset="0"/>
              </a:rPr>
              <a:t>展開</a:t>
            </a:r>
          </a:p>
        </p:txBody>
      </p:sp>
      <p:cxnSp>
        <p:nvCxnSpPr>
          <p:cNvPr id="66" name="直線コネクタ 65">
            <a:extLst>
              <a:ext uri="{FF2B5EF4-FFF2-40B4-BE49-F238E27FC236}">
                <a16:creationId xmlns:a16="http://schemas.microsoft.com/office/drawing/2014/main" id="{2202BEC9-C5D1-C6E4-FE89-52BE677DAED8}"/>
              </a:ext>
            </a:extLst>
          </p:cNvPr>
          <p:cNvCxnSpPr>
            <a:cxnSpLocks/>
          </p:cNvCxnSpPr>
          <p:nvPr/>
        </p:nvCxnSpPr>
        <p:spPr>
          <a:xfrm>
            <a:off x="8716560" y="1623226"/>
            <a:ext cx="48125" cy="422280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67" name="正方形/長方形 66">
            <a:extLst>
              <a:ext uri="{FF2B5EF4-FFF2-40B4-BE49-F238E27FC236}">
                <a16:creationId xmlns:a16="http://schemas.microsoft.com/office/drawing/2014/main" id="{259D0577-A5C0-FE48-C7EE-6684D79BA595}"/>
              </a:ext>
            </a:extLst>
          </p:cNvPr>
          <p:cNvSpPr/>
          <p:nvPr/>
        </p:nvSpPr>
        <p:spPr bwMode="gray">
          <a:xfrm>
            <a:off x="8374332" y="1167637"/>
            <a:ext cx="691251" cy="478800"/>
          </a:xfrm>
          <a:prstGeom prst="rect">
            <a:avLst/>
          </a:prstGeom>
          <a:solidFill>
            <a:sysClr val="window" lastClr="FFFFFF"/>
          </a:solidFill>
          <a:ln w="12700" algn="ctr">
            <a:solidFill>
              <a:sysClr val="window" lastClr="FFFFFF">
                <a:lumMod val="50000"/>
              </a:sysClr>
            </a:solidFill>
            <a:miter lim="800000"/>
            <a:headEnd/>
            <a:tailEnd/>
          </a:ln>
        </p:spPr>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en-US" altLang="ja-JP" sz="1200" b="1" i="0" u="none" strike="noStrike" kern="0" cap="none" spc="0" normalizeH="0" baseline="0" noProof="0">
                <a:ln>
                  <a:noFill/>
                </a:ln>
                <a:solidFill>
                  <a:prstClr val="black"/>
                </a:solidFill>
                <a:effectLst/>
                <a:uLnTx/>
                <a:uFillTx/>
                <a:latin typeface="Arial"/>
                <a:ea typeface="Yu Gothic UI"/>
                <a:cs typeface="Arial" panose="020B0604020202020204" pitchFamily="34" charset="0"/>
              </a:rPr>
              <a:t>Round1GA</a:t>
            </a:r>
          </a:p>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endParaRPr kumimoji="0" lang="ja-JP" altLang="en-US" sz="1200" b="0" i="0" u="none" strike="noStrike" kern="0" cap="none" spc="0" normalizeH="0" baseline="0" noProof="0">
              <a:ln>
                <a:noFill/>
              </a:ln>
              <a:solidFill>
                <a:prstClr val="black"/>
              </a:solidFill>
              <a:effectLst/>
              <a:uLnTx/>
              <a:uFillTx/>
              <a:latin typeface="Arial"/>
              <a:ea typeface="Yu Gothic UI"/>
              <a:cs typeface="Arial" panose="020B0604020202020204" pitchFamily="34" charset="0"/>
            </a:endParaRPr>
          </a:p>
        </p:txBody>
      </p:sp>
      <p:cxnSp>
        <p:nvCxnSpPr>
          <p:cNvPr id="68" name="直線コネクタ 67">
            <a:extLst>
              <a:ext uri="{FF2B5EF4-FFF2-40B4-BE49-F238E27FC236}">
                <a16:creationId xmlns:a16="http://schemas.microsoft.com/office/drawing/2014/main" id="{4BE95EF1-0B54-0794-C240-31889AF2CBAC}"/>
              </a:ext>
            </a:extLst>
          </p:cNvPr>
          <p:cNvCxnSpPr>
            <a:cxnSpLocks/>
          </p:cNvCxnSpPr>
          <p:nvPr/>
        </p:nvCxnSpPr>
        <p:spPr>
          <a:xfrm>
            <a:off x="8765290" y="5936340"/>
            <a:ext cx="0" cy="113773"/>
          </a:xfrm>
          <a:prstGeom prst="line">
            <a:avLst/>
          </a:prstGeom>
          <a:ln w="25400"/>
        </p:spPr>
        <p:style>
          <a:lnRef idx="1">
            <a:schemeClr val="accent1"/>
          </a:lnRef>
          <a:fillRef idx="0">
            <a:schemeClr val="accent1"/>
          </a:fillRef>
          <a:effectRef idx="0">
            <a:schemeClr val="accent1"/>
          </a:effectRef>
          <a:fontRef idx="minor">
            <a:schemeClr val="tx1"/>
          </a:fontRef>
        </p:style>
      </p:cxnSp>
      <p:cxnSp>
        <p:nvCxnSpPr>
          <p:cNvPr id="69" name="直線コネクタ 68">
            <a:extLst>
              <a:ext uri="{FF2B5EF4-FFF2-40B4-BE49-F238E27FC236}">
                <a16:creationId xmlns:a16="http://schemas.microsoft.com/office/drawing/2014/main" id="{034DDE8F-E097-CB07-176B-D5ED3C4A97A3}"/>
              </a:ext>
            </a:extLst>
          </p:cNvPr>
          <p:cNvCxnSpPr>
            <a:cxnSpLocks/>
          </p:cNvCxnSpPr>
          <p:nvPr/>
        </p:nvCxnSpPr>
        <p:spPr>
          <a:xfrm>
            <a:off x="9439043" y="1623226"/>
            <a:ext cx="48125" cy="422280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70" name="正方形/長方形 69">
            <a:extLst>
              <a:ext uri="{FF2B5EF4-FFF2-40B4-BE49-F238E27FC236}">
                <a16:creationId xmlns:a16="http://schemas.microsoft.com/office/drawing/2014/main" id="{445069B9-4D77-023E-84D7-7DE311C7EBEB}"/>
              </a:ext>
            </a:extLst>
          </p:cNvPr>
          <p:cNvSpPr/>
          <p:nvPr/>
        </p:nvSpPr>
        <p:spPr bwMode="gray">
          <a:xfrm>
            <a:off x="9147854" y="1167637"/>
            <a:ext cx="691251" cy="478800"/>
          </a:xfrm>
          <a:prstGeom prst="rect">
            <a:avLst/>
          </a:prstGeom>
          <a:solidFill>
            <a:sysClr val="window" lastClr="FFFFFF"/>
          </a:solidFill>
          <a:ln w="12700" algn="ctr">
            <a:solidFill>
              <a:sysClr val="window" lastClr="FFFFFF">
                <a:lumMod val="50000"/>
              </a:sysClr>
            </a:solidFill>
            <a:miter lim="800000"/>
            <a:headEnd/>
            <a:tailEnd/>
          </a:ln>
        </p:spPr>
        <p:txBody>
          <a:bodyPr vert="horz" wrap="square" lIns="36000" tIns="36000" rIns="36000" bIns="36000" rtlCol="0" anchor="t"/>
          <a:lstStyle/>
          <a:p>
            <a:pPr marL="0" marR="0" lvl="0" indent="0" algn="ctr" defTabSz="914400" rtl="0" eaLnBrk="1" fontAlgn="base" latinLnBrk="0" hangingPunct="1">
              <a:lnSpc>
                <a:spcPct val="100000"/>
              </a:lnSpc>
              <a:spcBef>
                <a:spcPct val="0"/>
              </a:spcBef>
              <a:spcAft>
                <a:spcPct val="0"/>
              </a:spcAft>
              <a:buClrTx/>
              <a:buSzTx/>
              <a:buFont typeface="Wingdings 2" pitchFamily="18" charset="2"/>
              <a:buNone/>
              <a:tabLst/>
              <a:defRPr/>
            </a:pPr>
            <a:r>
              <a:rPr kumimoji="0" lang="en-US" altLang="ja-JP" sz="1200" b="1" i="0" u="none" strike="noStrike" kern="0" cap="none" spc="0" normalizeH="0" baseline="0" noProof="0">
                <a:ln>
                  <a:noFill/>
                </a:ln>
                <a:solidFill>
                  <a:prstClr val="black"/>
                </a:solidFill>
                <a:effectLst/>
                <a:uLnTx/>
                <a:uFillTx/>
                <a:latin typeface="Arial"/>
                <a:ea typeface="Yu Gothic UI"/>
                <a:cs typeface="Arial" panose="020B0604020202020204" pitchFamily="34" charset="0"/>
              </a:rPr>
              <a:t>Round2GA</a:t>
            </a:r>
            <a:endParaRPr kumimoji="0" lang="ja-JP" altLang="en-US" sz="1200" b="0" i="0" u="none" strike="noStrike" kern="0" cap="none" spc="0" normalizeH="0" baseline="0" noProof="0">
              <a:ln>
                <a:noFill/>
              </a:ln>
              <a:solidFill>
                <a:prstClr val="black"/>
              </a:solidFill>
              <a:effectLst/>
              <a:uLnTx/>
              <a:uFillTx/>
              <a:latin typeface="Arial"/>
              <a:ea typeface="Yu Gothic UI"/>
              <a:cs typeface="Arial" panose="020B0604020202020204" pitchFamily="34" charset="0"/>
            </a:endParaRPr>
          </a:p>
        </p:txBody>
      </p:sp>
      <p:cxnSp>
        <p:nvCxnSpPr>
          <p:cNvPr id="74" name="直線コネクタ 73">
            <a:extLst>
              <a:ext uri="{FF2B5EF4-FFF2-40B4-BE49-F238E27FC236}">
                <a16:creationId xmlns:a16="http://schemas.microsoft.com/office/drawing/2014/main" id="{A82C34ED-59CD-FECD-8462-64046DF5BD91}"/>
              </a:ext>
            </a:extLst>
          </p:cNvPr>
          <p:cNvCxnSpPr>
            <a:cxnSpLocks/>
          </p:cNvCxnSpPr>
          <p:nvPr/>
        </p:nvCxnSpPr>
        <p:spPr>
          <a:xfrm>
            <a:off x="2030829" y="5936340"/>
            <a:ext cx="0" cy="113773"/>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75" name="テキスト ボックス 74">
            <a:extLst>
              <a:ext uri="{FF2B5EF4-FFF2-40B4-BE49-F238E27FC236}">
                <a16:creationId xmlns:a16="http://schemas.microsoft.com/office/drawing/2014/main" id="{0AABA1AE-3FCC-5B32-DB85-E4F452E1A67E}"/>
              </a:ext>
            </a:extLst>
          </p:cNvPr>
          <p:cNvSpPr txBox="1"/>
          <p:nvPr/>
        </p:nvSpPr>
        <p:spPr>
          <a:xfrm>
            <a:off x="2074511" y="5865763"/>
            <a:ext cx="565367" cy="113773"/>
          </a:xfrm>
          <a:prstGeom prst="rect">
            <a:avLst/>
          </a:prstGeom>
          <a:noFill/>
        </p:spPr>
        <p:txBody>
          <a:bodyPr wrap="square" lIns="0" tIns="72000" rIns="23400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a:ln>
                  <a:noFill/>
                </a:ln>
                <a:solidFill>
                  <a:srgbClr val="000000"/>
                </a:solidFill>
                <a:effectLst/>
                <a:uLnTx/>
                <a:uFillTx/>
                <a:latin typeface="Arial"/>
                <a:ea typeface="游ゴシック Medium"/>
                <a:cs typeface="+mn-cs"/>
              </a:rPr>
              <a:t>12/1</a:t>
            </a:r>
            <a:endParaRPr kumimoji="1" lang="ja-JP" altLang="en-US" sz="1000" b="0" i="0" u="none" strike="noStrike" kern="1200" cap="none" spc="0" normalizeH="0" baseline="0" noProof="0" err="1">
              <a:ln>
                <a:noFill/>
              </a:ln>
              <a:solidFill>
                <a:srgbClr val="000000"/>
              </a:solidFill>
              <a:effectLst/>
              <a:uLnTx/>
              <a:uFillTx/>
              <a:latin typeface="Arial"/>
              <a:ea typeface="游ゴシック Medium"/>
              <a:cs typeface="+mn-cs"/>
            </a:endParaRPr>
          </a:p>
        </p:txBody>
      </p:sp>
      <p:sp>
        <p:nvSpPr>
          <p:cNvPr id="3" name="四角形: 角を丸くする 2">
            <a:extLst>
              <a:ext uri="{FF2B5EF4-FFF2-40B4-BE49-F238E27FC236}">
                <a16:creationId xmlns:a16="http://schemas.microsoft.com/office/drawing/2014/main" id="{81BD2CC8-5AF4-CBDE-B7B8-3BA5DFF36E09}"/>
              </a:ext>
            </a:extLst>
          </p:cNvPr>
          <p:cNvSpPr/>
          <p:nvPr/>
        </p:nvSpPr>
        <p:spPr>
          <a:xfrm>
            <a:off x="4036547" y="2564512"/>
            <a:ext cx="4781677" cy="1938433"/>
          </a:xfrm>
          <a:prstGeom prst="roundRect">
            <a:avLst>
              <a:gd name="adj" fmla="val 5456"/>
            </a:avLst>
          </a:prstGeom>
          <a:noFill/>
          <a:ln w="12700">
            <a:solidFill>
              <a:srgbClr val="0070C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0156BDFD-E0EA-04DE-E6E8-55BA3E349755}"/>
              </a:ext>
            </a:extLst>
          </p:cNvPr>
          <p:cNvSpPr txBox="1"/>
          <p:nvPr/>
        </p:nvSpPr>
        <p:spPr>
          <a:xfrm>
            <a:off x="4033732" y="2587937"/>
            <a:ext cx="6766132" cy="276999"/>
          </a:xfrm>
          <a:prstGeom prst="rect">
            <a:avLst/>
          </a:prstGeom>
          <a:noFill/>
        </p:spPr>
        <p:txBody>
          <a:bodyPr wrap="square">
            <a:spAutoFit/>
          </a:bodyPr>
          <a:lstStyle/>
          <a:p>
            <a:r>
              <a:rPr kumimoji="0" lang="en-US" altLang="ja-JP" sz="1200" b="0" i="0" u="none" strike="noStrike" kern="0" cap="none" spc="0" normalizeH="0" baseline="0" noProof="0">
                <a:ln>
                  <a:noFill/>
                </a:ln>
                <a:solidFill>
                  <a:prstClr val="black"/>
                </a:solidFill>
                <a:effectLst/>
                <a:uLnTx/>
                <a:uFillTx/>
                <a:latin typeface="Arial"/>
                <a:ea typeface="Yu Gothic UI"/>
                <a:cs typeface="Arial" panose="020B0604020202020204" pitchFamily="34" charset="0"/>
              </a:rPr>
              <a:t>Round 1 </a:t>
            </a:r>
            <a:r>
              <a:rPr kumimoji="0" lang="ja-JP" altLang="en-US" sz="1200" b="0" i="0" u="none" strike="noStrike" kern="0" cap="none" spc="0" normalizeH="0" baseline="0" noProof="0">
                <a:ln>
                  <a:noFill/>
                </a:ln>
                <a:solidFill>
                  <a:prstClr val="black"/>
                </a:solidFill>
                <a:effectLst/>
                <a:uLnTx/>
                <a:uFillTx/>
                <a:latin typeface="Arial"/>
                <a:ea typeface="Yu Gothic UI"/>
                <a:cs typeface="Arial" panose="020B0604020202020204" pitchFamily="34" charset="0"/>
              </a:rPr>
              <a:t>全体システム構築と先行運用</a:t>
            </a:r>
            <a:endParaRPr lang="ja-JP" altLang="en-US" sz="1200"/>
          </a:p>
        </p:txBody>
      </p:sp>
      <p:graphicFrame>
        <p:nvGraphicFramePr>
          <p:cNvPr id="9" name="表 8">
            <a:extLst>
              <a:ext uri="{FF2B5EF4-FFF2-40B4-BE49-F238E27FC236}">
                <a16:creationId xmlns:a16="http://schemas.microsoft.com/office/drawing/2014/main" id="{1B049202-C3C6-E6F7-1181-53CD19D188C8}"/>
              </a:ext>
            </a:extLst>
          </p:cNvPr>
          <p:cNvGraphicFramePr>
            <a:graphicFrameLocks noGrp="1"/>
          </p:cNvGraphicFramePr>
          <p:nvPr/>
        </p:nvGraphicFramePr>
        <p:xfrm>
          <a:off x="403231" y="3864809"/>
          <a:ext cx="2873349" cy="1916430"/>
        </p:xfrm>
        <a:graphic>
          <a:graphicData uri="http://schemas.openxmlformats.org/drawingml/2006/table">
            <a:tbl>
              <a:tblPr firstRow="1" bandRow="1">
                <a:tableStyleId>{5C22544A-7EE6-4342-B048-85BDC9FD1C3A}</a:tableStyleId>
              </a:tblPr>
              <a:tblGrid>
                <a:gridCol w="148988">
                  <a:extLst>
                    <a:ext uri="{9D8B030D-6E8A-4147-A177-3AD203B41FA5}">
                      <a16:colId xmlns:a16="http://schemas.microsoft.com/office/drawing/2014/main" val="1590383083"/>
                    </a:ext>
                  </a:extLst>
                </a:gridCol>
                <a:gridCol w="1039114">
                  <a:extLst>
                    <a:ext uri="{9D8B030D-6E8A-4147-A177-3AD203B41FA5}">
                      <a16:colId xmlns:a16="http://schemas.microsoft.com/office/drawing/2014/main" val="1710678529"/>
                    </a:ext>
                  </a:extLst>
                </a:gridCol>
                <a:gridCol w="1685247">
                  <a:extLst>
                    <a:ext uri="{9D8B030D-6E8A-4147-A177-3AD203B41FA5}">
                      <a16:colId xmlns:a16="http://schemas.microsoft.com/office/drawing/2014/main" val="2280072178"/>
                    </a:ext>
                  </a:extLst>
                </a:gridCol>
              </a:tblGrid>
              <a:tr h="0">
                <a:tc>
                  <a:txBody>
                    <a:bodyPr/>
                    <a:lstStyle/>
                    <a:p>
                      <a:r>
                        <a:rPr kumimoji="1" lang="en-US" altLang="ja-JP" sz="600" dirty="0"/>
                        <a:t>#</a:t>
                      </a:r>
                      <a:endParaRPr kumimoji="1" lang="ja-JP" altLang="en-US" sz="600" dirty="0"/>
                    </a:p>
                  </a:txBody>
                  <a:tcPr marL="36000" marR="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tx1">
                        <a:lumMod val="50000"/>
                        <a:lumOff val="50000"/>
                      </a:schemeClr>
                    </a:solidFill>
                  </a:tcPr>
                </a:tc>
                <a:tc>
                  <a:txBody>
                    <a:bodyPr/>
                    <a:lstStyle/>
                    <a:p>
                      <a:r>
                        <a:rPr kumimoji="1" lang="ja-JP" altLang="en-US" sz="600" dirty="0"/>
                        <a:t>代表</a:t>
                      </a:r>
                      <a:r>
                        <a:rPr kumimoji="1" lang="en-US" altLang="ja-JP" sz="600" dirty="0"/>
                        <a:t>DB</a:t>
                      </a:r>
                      <a:r>
                        <a:rPr kumimoji="1" lang="ja-JP" altLang="en-US" sz="600" dirty="0"/>
                        <a:t>名</a:t>
                      </a:r>
                    </a:p>
                  </a:txBody>
                  <a:tcPr marL="36000" marR="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tx1">
                        <a:lumMod val="50000"/>
                        <a:lumOff val="50000"/>
                      </a:schemeClr>
                    </a:solidFill>
                  </a:tcPr>
                </a:tc>
                <a:tc>
                  <a:txBody>
                    <a:bodyPr/>
                    <a:lstStyle/>
                    <a:p>
                      <a:r>
                        <a:rPr kumimoji="1" lang="ja-JP" altLang="en-US" sz="600"/>
                        <a:t>関連</a:t>
                      </a:r>
                      <a:r>
                        <a:rPr kumimoji="1" lang="en-US" altLang="ja-JP" sz="600"/>
                        <a:t>DB</a:t>
                      </a:r>
                      <a:r>
                        <a:rPr kumimoji="1" lang="ja-JP" altLang="en-US" sz="600"/>
                        <a:t>名　　　　　</a:t>
                      </a:r>
                    </a:p>
                  </a:txBody>
                  <a:tcPr marL="36000" marR="36000">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tx1">
                        <a:lumMod val="50000"/>
                        <a:lumOff val="50000"/>
                      </a:schemeClr>
                    </a:solidFill>
                  </a:tcPr>
                </a:tc>
                <a:extLst>
                  <a:ext uri="{0D108BD9-81ED-4DB2-BD59-A6C34878D82A}">
                    <a16:rowId xmlns:a16="http://schemas.microsoft.com/office/drawing/2014/main" val="1588210174"/>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1</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rowSpan="3">
                  <a:txBody>
                    <a:bodyPr/>
                    <a:lstStyle/>
                    <a:p>
                      <a:pPr marL="0" algn="l" defTabSz="914400" rtl="0" eaLnBrk="1" fontAlgn="ctr" latinLnBrk="0" hangingPunct="1"/>
                      <a:r>
                        <a:rPr kumimoji="1" lang="en-US" altLang="ja-JP" sz="600" b="0" kern="1200" dirty="0">
                          <a:solidFill>
                            <a:schemeClr val="tx1"/>
                          </a:solidFill>
                          <a:latin typeface="+mn-lt"/>
                          <a:ea typeface="+mn-ea"/>
                          <a:cs typeface="+mn-cs"/>
                        </a:rPr>
                        <a:t>(</a:t>
                      </a:r>
                      <a:r>
                        <a:rPr kumimoji="1" lang="ja-JP" altLang="en-US" sz="600" b="0" kern="1200" dirty="0">
                          <a:solidFill>
                            <a:schemeClr val="tx1"/>
                          </a:solidFill>
                          <a:latin typeface="+mn-lt"/>
                          <a:ea typeface="+mn-ea"/>
                          <a:cs typeface="+mn-cs"/>
                        </a:rPr>
                        <a:t>イオン</a:t>
                      </a:r>
                      <a:r>
                        <a:rPr kumimoji="1" lang="en-US" altLang="ja-JP" sz="600" b="0" kern="1200" dirty="0">
                          <a:solidFill>
                            <a:schemeClr val="tx1"/>
                          </a:solidFill>
                          <a:latin typeface="+mn-lt"/>
                          <a:ea typeface="+mn-ea"/>
                          <a:cs typeface="+mn-cs"/>
                        </a:rPr>
                        <a:t>) </a:t>
                      </a:r>
                    </a:p>
                    <a:p>
                      <a:pPr marL="0" algn="l" defTabSz="914400" rtl="0" eaLnBrk="1" fontAlgn="ctr" latinLnBrk="0" hangingPunct="1"/>
                      <a:r>
                        <a:rPr kumimoji="1" lang="ja-JP" altLang="en-US" sz="600" b="0" kern="1200" dirty="0">
                          <a:solidFill>
                            <a:schemeClr val="tx1"/>
                          </a:solidFill>
                          <a:latin typeface="+mn-lt"/>
                          <a:ea typeface="+mn-ea"/>
                          <a:cs typeface="+mn-cs"/>
                        </a:rPr>
                        <a:t>製品仕様書管理</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1" lang="en-US" altLang="ja-JP" sz="600" b="0" kern="1200">
                          <a:solidFill>
                            <a:schemeClr val="tx1"/>
                          </a:solidFill>
                          <a:latin typeface="+mn-lt"/>
                          <a:ea typeface="+mn-ea"/>
                          <a:cs typeface="+mn-cs"/>
                        </a:rPr>
                        <a:t>(</a:t>
                      </a:r>
                      <a:r>
                        <a:rPr kumimoji="1" lang="ja-JP" altLang="en-US" sz="600" b="0" kern="1200">
                          <a:solidFill>
                            <a:schemeClr val="tx1"/>
                          </a:solidFill>
                          <a:latin typeface="+mn-lt"/>
                          <a:ea typeface="+mn-ea"/>
                          <a:cs typeface="+mn-cs"/>
                        </a:rPr>
                        <a:t>イオン</a:t>
                      </a:r>
                      <a:r>
                        <a:rPr kumimoji="1" lang="en-US" altLang="ja-JP" sz="600" b="0" kern="1200">
                          <a:solidFill>
                            <a:schemeClr val="tx1"/>
                          </a:solidFill>
                          <a:latin typeface="+mn-lt"/>
                          <a:ea typeface="+mn-ea"/>
                          <a:cs typeface="+mn-cs"/>
                        </a:rPr>
                        <a:t>) </a:t>
                      </a:r>
                      <a:r>
                        <a:rPr kumimoji="1" lang="ja-JP" altLang="en-US" sz="600" b="0" kern="1200">
                          <a:solidFill>
                            <a:schemeClr val="tx1"/>
                          </a:solidFill>
                          <a:latin typeface="+mn-lt"/>
                          <a:ea typeface="+mn-ea"/>
                          <a:cs typeface="+mn-cs"/>
                        </a:rPr>
                        <a:t>製品仕様書管理</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633184910"/>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2</a:t>
                      </a:r>
                      <a:endParaRPr kumimoji="1" lang="ja-JP" altLang="en-US" sz="600" b="0" kern="1200">
                        <a:solidFill>
                          <a:schemeClr val="tx1"/>
                        </a:solidFill>
                        <a:latin typeface="+mn-lt"/>
                        <a:ea typeface="+mn-ea"/>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pPr marL="0" algn="l" defTabSz="914400" rtl="0" eaLnBrk="1" fontAlgn="ctr" latinLnBrk="0" hangingPunct="1"/>
                      <a:endParaRPr kumimoji="1" lang="ja-JP" altLang="en-US" sz="1100" b="0" kern="1200">
                        <a:solidFill>
                          <a:schemeClr val="tx1"/>
                        </a:solidFill>
                        <a:latin typeface="+mn-lt"/>
                        <a:ea typeface="+mn-ea"/>
                        <a:cs typeface="+mn-cs"/>
                      </a:endParaRPr>
                    </a:p>
                  </a:txBody>
                  <a:tcPr marL="36000" marR="360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l" defTabSz="914400" rtl="0" eaLnBrk="1" fontAlgn="ctr" latinLnBrk="0" hangingPunct="1"/>
                      <a:r>
                        <a:rPr kumimoji="1" lang="en-US" altLang="ja-JP" sz="600" b="0" kern="1200" dirty="0">
                          <a:solidFill>
                            <a:schemeClr val="tx1"/>
                          </a:solidFill>
                          <a:latin typeface="+mn-lt"/>
                          <a:ea typeface="+mn-ea"/>
                          <a:cs typeface="+mn-cs"/>
                        </a:rPr>
                        <a:t>(</a:t>
                      </a:r>
                      <a:r>
                        <a:rPr kumimoji="1" lang="ja-JP" altLang="en-US" sz="600" b="0" kern="1200" dirty="0">
                          <a:solidFill>
                            <a:schemeClr val="tx1"/>
                          </a:solidFill>
                          <a:latin typeface="+mn-lt"/>
                          <a:ea typeface="+mn-ea"/>
                          <a:cs typeface="+mn-cs"/>
                        </a:rPr>
                        <a:t>イオン</a:t>
                      </a:r>
                      <a:r>
                        <a:rPr kumimoji="1" lang="en-US" altLang="ja-JP" sz="600" b="0" kern="1200" dirty="0">
                          <a:solidFill>
                            <a:schemeClr val="tx1"/>
                          </a:solidFill>
                          <a:latin typeface="+mn-lt"/>
                          <a:ea typeface="+mn-ea"/>
                          <a:cs typeface="+mn-cs"/>
                        </a:rPr>
                        <a:t>) </a:t>
                      </a:r>
                      <a:r>
                        <a:rPr kumimoji="1" lang="ja-JP" altLang="en-US" sz="600" b="0" kern="1200" dirty="0">
                          <a:solidFill>
                            <a:schemeClr val="tx1"/>
                          </a:solidFill>
                          <a:latin typeface="+mn-lt"/>
                          <a:ea typeface="+mn-ea"/>
                          <a:cs typeface="+mn-cs"/>
                        </a:rPr>
                        <a:t>関連文書</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250767317"/>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3</a:t>
                      </a:r>
                      <a:endParaRPr kumimoji="1" lang="ja-JP" altLang="en-US" sz="600" b="0" kern="1200">
                        <a:solidFill>
                          <a:schemeClr val="tx1"/>
                        </a:solidFill>
                        <a:latin typeface="+mn-lt"/>
                        <a:ea typeface="+mn-ea"/>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pPr marL="0" algn="l" defTabSz="914400" rtl="0" eaLnBrk="1" fontAlgn="ctr" latinLnBrk="0" hangingPunct="1"/>
                      <a:endParaRPr kumimoji="1" lang="ja-JP" altLang="en-US" sz="1100" b="0" kern="1200">
                        <a:solidFill>
                          <a:schemeClr val="tx1"/>
                        </a:solidFill>
                        <a:latin typeface="+mn-lt"/>
                        <a:ea typeface="+mn-ea"/>
                        <a:cs typeface="+mn-cs"/>
                      </a:endParaRPr>
                    </a:p>
                  </a:txBody>
                  <a:tcPr marL="36000" marR="360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l" defTabSz="914400" rtl="0" eaLnBrk="1" fontAlgn="ctr" latinLnBrk="0" hangingPunct="1"/>
                      <a:r>
                        <a:rPr kumimoji="1" lang="en-US" altLang="ja-JP" sz="600" b="0" kern="1200" dirty="0">
                          <a:solidFill>
                            <a:schemeClr val="tx1"/>
                          </a:solidFill>
                          <a:latin typeface="+mn-lt"/>
                          <a:ea typeface="+mn-ea"/>
                          <a:cs typeface="+mn-cs"/>
                        </a:rPr>
                        <a:t>(</a:t>
                      </a:r>
                      <a:r>
                        <a:rPr kumimoji="1" lang="ja-JP" altLang="en-US" sz="600" b="0" kern="1200" dirty="0">
                          <a:solidFill>
                            <a:schemeClr val="tx1"/>
                          </a:solidFill>
                          <a:latin typeface="+mn-lt"/>
                          <a:ea typeface="+mn-ea"/>
                          <a:cs typeface="+mn-cs"/>
                        </a:rPr>
                        <a:t>イオン</a:t>
                      </a:r>
                      <a:r>
                        <a:rPr kumimoji="1" lang="en-US" altLang="ja-JP" sz="600" b="0" kern="1200" dirty="0">
                          <a:solidFill>
                            <a:schemeClr val="tx1"/>
                          </a:solidFill>
                          <a:latin typeface="+mn-lt"/>
                          <a:ea typeface="+mn-ea"/>
                          <a:cs typeface="+mn-cs"/>
                        </a:rPr>
                        <a:t>) </a:t>
                      </a:r>
                      <a:r>
                        <a:rPr kumimoji="1" lang="ja-JP" altLang="en-US" sz="600" b="0" kern="1200" dirty="0">
                          <a:solidFill>
                            <a:schemeClr val="tx1"/>
                          </a:solidFill>
                          <a:latin typeface="+mn-lt"/>
                          <a:ea typeface="+mn-ea"/>
                          <a:cs typeface="+mn-cs"/>
                        </a:rPr>
                        <a:t>品質情報Ｍ</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622943419"/>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4</a:t>
                      </a:r>
                      <a:endParaRPr kumimoji="1" lang="ja-JP" altLang="en-US" sz="600" b="0" kern="1200">
                        <a:solidFill>
                          <a:schemeClr val="tx1"/>
                        </a:solidFill>
                        <a:latin typeface="+mn-lt"/>
                        <a:ea typeface="+mn-ea"/>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rowSpan="3">
                  <a:txBody>
                    <a:bodyPr/>
                    <a:lstStyle/>
                    <a:p>
                      <a:pPr marL="0" algn="l" defTabSz="914400" rtl="0" eaLnBrk="1" fontAlgn="ctr" latinLnBrk="0" hangingPunct="1"/>
                      <a:r>
                        <a:rPr kumimoji="1" lang="en-US" altLang="ja-JP" sz="600" b="0" kern="1200" dirty="0">
                          <a:solidFill>
                            <a:schemeClr val="tx1"/>
                          </a:solidFill>
                          <a:latin typeface="+mn-lt"/>
                          <a:ea typeface="+mn-ea"/>
                          <a:cs typeface="+mn-cs"/>
                        </a:rPr>
                        <a:t>(</a:t>
                      </a:r>
                      <a:r>
                        <a:rPr kumimoji="1" lang="ja-JP" altLang="en-US" sz="600" b="0" kern="1200" dirty="0">
                          <a:solidFill>
                            <a:schemeClr val="tx1"/>
                          </a:solidFill>
                          <a:latin typeface="+mn-lt"/>
                          <a:ea typeface="+mn-ea"/>
                          <a:cs typeface="+mn-cs"/>
                        </a:rPr>
                        <a:t>イメージング</a:t>
                      </a:r>
                      <a:r>
                        <a:rPr kumimoji="1" lang="en-US" altLang="ja-JP" sz="600" b="0" kern="1200" dirty="0">
                          <a:solidFill>
                            <a:schemeClr val="tx1"/>
                          </a:solidFill>
                          <a:latin typeface="+mn-lt"/>
                          <a:ea typeface="+mn-ea"/>
                          <a:cs typeface="+mn-cs"/>
                        </a:rPr>
                        <a:t>)</a:t>
                      </a:r>
                    </a:p>
                    <a:p>
                      <a:pPr marL="0" algn="l" defTabSz="914400" rtl="0" eaLnBrk="1" fontAlgn="ctr" latinLnBrk="0" hangingPunct="1"/>
                      <a:r>
                        <a:rPr kumimoji="1" lang="ja-JP" altLang="en-US" sz="600" b="0" kern="1200" dirty="0">
                          <a:solidFill>
                            <a:schemeClr val="tx1"/>
                          </a:solidFill>
                          <a:latin typeface="+mn-lt"/>
                          <a:ea typeface="+mn-ea"/>
                          <a:cs typeface="+mn-cs"/>
                        </a:rPr>
                        <a:t>製品仕様書管理</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1" lang="en-US" altLang="ja-JP" sz="600" b="0" kern="1200" dirty="0">
                          <a:solidFill>
                            <a:schemeClr val="tx1"/>
                          </a:solidFill>
                          <a:latin typeface="+mn-lt"/>
                          <a:ea typeface="+mn-ea"/>
                          <a:cs typeface="+mn-cs"/>
                        </a:rPr>
                        <a:t>(</a:t>
                      </a:r>
                      <a:r>
                        <a:rPr kumimoji="1" lang="ja-JP" altLang="en-US" sz="600" b="0" kern="1200" dirty="0">
                          <a:solidFill>
                            <a:schemeClr val="tx1"/>
                          </a:solidFill>
                          <a:latin typeface="+mn-lt"/>
                          <a:ea typeface="+mn-ea"/>
                          <a:cs typeface="+mn-cs"/>
                        </a:rPr>
                        <a:t>イメージング</a:t>
                      </a:r>
                      <a:r>
                        <a:rPr kumimoji="1" lang="en-US" altLang="ja-JP" sz="600" b="0" kern="1200" dirty="0">
                          <a:solidFill>
                            <a:schemeClr val="tx1"/>
                          </a:solidFill>
                          <a:latin typeface="+mn-lt"/>
                          <a:ea typeface="+mn-ea"/>
                          <a:cs typeface="+mn-cs"/>
                        </a:rPr>
                        <a:t>) </a:t>
                      </a:r>
                      <a:r>
                        <a:rPr kumimoji="1" lang="ja-JP" altLang="en-US" sz="600" b="0" kern="1200" dirty="0">
                          <a:solidFill>
                            <a:schemeClr val="tx1"/>
                          </a:solidFill>
                          <a:latin typeface="+mn-lt"/>
                          <a:ea typeface="+mn-ea"/>
                          <a:cs typeface="+mn-cs"/>
                        </a:rPr>
                        <a:t>製品仕様書 管理</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533943938"/>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5</a:t>
                      </a:r>
                      <a:endParaRPr kumimoji="1" lang="ja-JP" altLang="en-US" sz="600" b="0" kern="1200">
                        <a:solidFill>
                          <a:schemeClr val="tx1"/>
                        </a:solidFill>
                        <a:latin typeface="+mn-lt"/>
                        <a:ea typeface="+mn-ea"/>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pPr marL="0" algn="l" defTabSz="914400" rtl="0" eaLnBrk="1" fontAlgn="ctr" latinLnBrk="0" hangingPunct="1"/>
                      <a:endParaRPr kumimoji="1" lang="ja-JP" altLang="en-US" sz="1100" b="0" kern="1200">
                        <a:solidFill>
                          <a:schemeClr val="tx1"/>
                        </a:solidFill>
                        <a:latin typeface="+mn-lt"/>
                        <a:ea typeface="+mn-ea"/>
                        <a:cs typeface="+mn-cs"/>
                      </a:endParaRPr>
                    </a:p>
                  </a:txBody>
                  <a:tcPr marL="36000" marR="360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l" defTabSz="914400" rtl="0" eaLnBrk="1" fontAlgn="ctr" latinLnBrk="0" hangingPunct="1"/>
                      <a:r>
                        <a:rPr kumimoji="1" lang="en-US" altLang="ja-JP" sz="600" b="0" kern="1200" dirty="0">
                          <a:solidFill>
                            <a:schemeClr val="tx1"/>
                          </a:solidFill>
                          <a:latin typeface="+mn-lt"/>
                          <a:ea typeface="+mn-ea"/>
                          <a:cs typeface="+mn-cs"/>
                        </a:rPr>
                        <a:t>(</a:t>
                      </a:r>
                      <a:r>
                        <a:rPr kumimoji="1" lang="ja-JP" altLang="en-US" sz="600" b="0" kern="1200" dirty="0">
                          <a:solidFill>
                            <a:schemeClr val="tx1"/>
                          </a:solidFill>
                          <a:latin typeface="+mn-lt"/>
                          <a:ea typeface="+mn-ea"/>
                          <a:cs typeface="+mn-cs"/>
                        </a:rPr>
                        <a:t>イメージング</a:t>
                      </a:r>
                      <a:r>
                        <a:rPr kumimoji="1" lang="en-US" altLang="ja-JP" sz="600" b="0" kern="1200" dirty="0">
                          <a:solidFill>
                            <a:schemeClr val="tx1"/>
                          </a:solidFill>
                          <a:latin typeface="+mn-lt"/>
                          <a:ea typeface="+mn-ea"/>
                          <a:cs typeface="+mn-cs"/>
                        </a:rPr>
                        <a:t>) </a:t>
                      </a:r>
                      <a:r>
                        <a:rPr kumimoji="1" lang="ja-JP" altLang="en-US" sz="600" b="0" kern="1200" dirty="0">
                          <a:solidFill>
                            <a:schemeClr val="tx1"/>
                          </a:solidFill>
                          <a:latin typeface="+mn-lt"/>
                          <a:ea typeface="+mn-ea"/>
                          <a:cs typeface="+mn-cs"/>
                        </a:rPr>
                        <a:t>関連文書</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74890753"/>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6</a:t>
                      </a:r>
                      <a:endParaRPr kumimoji="1" lang="ja-JP" altLang="en-US" sz="600" b="0" kern="1200">
                        <a:solidFill>
                          <a:schemeClr val="tx1"/>
                        </a:solidFill>
                        <a:latin typeface="+mn-lt"/>
                        <a:ea typeface="+mn-ea"/>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pPr marL="0" algn="l" defTabSz="914400" rtl="0" eaLnBrk="1" fontAlgn="ctr" latinLnBrk="0" hangingPunct="1"/>
                      <a:endParaRPr kumimoji="1" lang="ja-JP" altLang="en-US" sz="1100" b="0" kern="1200">
                        <a:solidFill>
                          <a:schemeClr val="tx1"/>
                        </a:solidFill>
                        <a:latin typeface="+mn-lt"/>
                        <a:ea typeface="+mn-ea"/>
                        <a:cs typeface="+mn-cs"/>
                      </a:endParaRPr>
                    </a:p>
                  </a:txBody>
                  <a:tcPr marL="36000" marR="360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l" defTabSz="914400" rtl="0" eaLnBrk="1" fontAlgn="ctr" latinLnBrk="0" hangingPunct="1"/>
                      <a:r>
                        <a:rPr kumimoji="1" lang="en-US" altLang="ja-JP" sz="600" b="0" kern="1200">
                          <a:solidFill>
                            <a:schemeClr val="tx1"/>
                          </a:solidFill>
                          <a:latin typeface="+mn-lt"/>
                          <a:ea typeface="+mn-ea"/>
                          <a:cs typeface="+mn-cs"/>
                        </a:rPr>
                        <a:t>(</a:t>
                      </a:r>
                      <a:r>
                        <a:rPr kumimoji="1" lang="ja-JP" altLang="en-US" sz="600" b="0" kern="1200">
                          <a:solidFill>
                            <a:schemeClr val="tx1"/>
                          </a:solidFill>
                          <a:latin typeface="+mn-lt"/>
                          <a:ea typeface="+mn-ea"/>
                          <a:cs typeface="+mn-cs"/>
                        </a:rPr>
                        <a:t>イメージング</a:t>
                      </a:r>
                      <a:r>
                        <a:rPr kumimoji="1" lang="en-US" altLang="ja-JP" sz="600" b="0" kern="1200">
                          <a:solidFill>
                            <a:schemeClr val="tx1"/>
                          </a:solidFill>
                          <a:latin typeface="+mn-lt"/>
                          <a:ea typeface="+mn-ea"/>
                          <a:cs typeface="+mn-cs"/>
                        </a:rPr>
                        <a:t>) </a:t>
                      </a:r>
                      <a:r>
                        <a:rPr kumimoji="1" lang="ja-JP" altLang="en-US" sz="600" b="0" kern="1200">
                          <a:solidFill>
                            <a:schemeClr val="tx1"/>
                          </a:solidFill>
                          <a:latin typeface="+mn-lt"/>
                          <a:ea typeface="+mn-ea"/>
                          <a:cs typeface="+mn-cs"/>
                        </a:rPr>
                        <a:t>品質情報Ｍ</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418703620"/>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7</a:t>
                      </a:r>
                      <a:endParaRPr kumimoji="1" lang="ja-JP" altLang="en-US" sz="600" b="0" kern="1200">
                        <a:solidFill>
                          <a:schemeClr val="tx1"/>
                        </a:solidFill>
                        <a:latin typeface="+mn-lt"/>
                        <a:ea typeface="+mn-ea"/>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rowSpan="3">
                  <a:txBody>
                    <a:bodyPr/>
                    <a:lstStyle/>
                    <a:p>
                      <a:pPr marL="0" algn="l" defTabSz="914400" rtl="0" eaLnBrk="1" fontAlgn="ctr" latinLnBrk="0" hangingPunct="1"/>
                      <a:r>
                        <a:rPr kumimoji="1" lang="en-US" altLang="ja-JP" sz="600" b="0" kern="1200" dirty="0">
                          <a:solidFill>
                            <a:schemeClr val="tx1"/>
                          </a:solidFill>
                          <a:latin typeface="+mn-lt"/>
                          <a:ea typeface="+mn-ea"/>
                          <a:cs typeface="+mn-cs"/>
                        </a:rPr>
                        <a:t>(</a:t>
                      </a:r>
                      <a:r>
                        <a:rPr kumimoji="1" lang="ja-JP" altLang="en-US" sz="600" b="0" kern="1200" dirty="0">
                          <a:solidFill>
                            <a:schemeClr val="tx1"/>
                          </a:solidFill>
                          <a:latin typeface="+mn-lt"/>
                          <a:ea typeface="+mn-ea"/>
                          <a:cs typeface="+mn-cs"/>
                        </a:rPr>
                        <a:t>ガリナイ</a:t>
                      </a:r>
                      <a:r>
                        <a:rPr kumimoji="1" lang="en-US" altLang="ja-JP" sz="600" b="0" kern="1200" dirty="0">
                          <a:solidFill>
                            <a:schemeClr val="tx1"/>
                          </a:solidFill>
                          <a:latin typeface="+mn-lt"/>
                          <a:ea typeface="+mn-ea"/>
                          <a:cs typeface="+mn-cs"/>
                        </a:rPr>
                        <a:t>)</a:t>
                      </a:r>
                    </a:p>
                    <a:p>
                      <a:pPr marL="0" algn="l" defTabSz="914400" rtl="0" eaLnBrk="1" fontAlgn="ctr" latinLnBrk="0" hangingPunct="1"/>
                      <a:r>
                        <a:rPr kumimoji="1" lang="ja-JP" altLang="en-US" sz="600" b="0" kern="1200" dirty="0">
                          <a:solidFill>
                            <a:schemeClr val="tx1"/>
                          </a:solidFill>
                          <a:latin typeface="+mn-lt"/>
                          <a:ea typeface="+mn-ea"/>
                          <a:cs typeface="+mn-cs"/>
                        </a:rPr>
                        <a:t>製品仕様書管理</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1" lang="en-US" altLang="ja-JP" sz="600" b="0" kern="1200" dirty="0">
                          <a:solidFill>
                            <a:schemeClr val="tx1"/>
                          </a:solidFill>
                          <a:latin typeface="+mn-lt"/>
                          <a:ea typeface="+mn-ea"/>
                          <a:cs typeface="+mn-cs"/>
                        </a:rPr>
                        <a:t>(</a:t>
                      </a:r>
                      <a:r>
                        <a:rPr kumimoji="1" lang="ja-JP" altLang="en-US" sz="600" b="0" kern="1200" dirty="0">
                          <a:solidFill>
                            <a:schemeClr val="tx1"/>
                          </a:solidFill>
                          <a:latin typeface="+mn-lt"/>
                          <a:ea typeface="+mn-ea"/>
                          <a:cs typeface="+mn-cs"/>
                        </a:rPr>
                        <a:t>ガリナイ</a:t>
                      </a:r>
                      <a:r>
                        <a:rPr kumimoji="1" lang="en-US" altLang="ja-JP" sz="600" b="0" kern="1200" dirty="0">
                          <a:solidFill>
                            <a:schemeClr val="tx1"/>
                          </a:solidFill>
                          <a:latin typeface="+mn-lt"/>
                          <a:ea typeface="+mn-ea"/>
                          <a:cs typeface="+mn-cs"/>
                        </a:rPr>
                        <a:t>) </a:t>
                      </a:r>
                      <a:r>
                        <a:rPr kumimoji="1" lang="ja-JP" altLang="en-US" sz="600" b="0" kern="1200" dirty="0">
                          <a:solidFill>
                            <a:schemeClr val="tx1"/>
                          </a:solidFill>
                          <a:latin typeface="+mn-lt"/>
                          <a:ea typeface="+mn-ea"/>
                          <a:cs typeface="+mn-cs"/>
                        </a:rPr>
                        <a:t>製品仕様書管理</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008352444"/>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8</a:t>
                      </a:r>
                      <a:endParaRPr kumimoji="1" lang="ja-JP" altLang="en-US" sz="600" b="0" kern="1200">
                        <a:solidFill>
                          <a:schemeClr val="tx1"/>
                        </a:solidFill>
                        <a:latin typeface="+mn-lt"/>
                        <a:ea typeface="+mn-ea"/>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pPr marL="0" algn="l" defTabSz="914400" rtl="0" eaLnBrk="1" fontAlgn="ctr" latinLnBrk="0" hangingPunct="1"/>
                      <a:endParaRPr kumimoji="1" lang="ja-JP" altLang="en-US" sz="1100" b="0" kern="1200">
                        <a:solidFill>
                          <a:schemeClr val="tx1"/>
                        </a:solidFill>
                        <a:latin typeface="+mn-lt"/>
                        <a:ea typeface="+mn-ea"/>
                        <a:cs typeface="+mn-cs"/>
                      </a:endParaRPr>
                    </a:p>
                  </a:txBody>
                  <a:tcPr marL="36000" marR="360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l" defTabSz="914400" rtl="0" eaLnBrk="1" fontAlgn="ctr" latinLnBrk="0" hangingPunct="1"/>
                      <a:r>
                        <a:rPr kumimoji="1" lang="en-US" altLang="ja-JP" sz="600" b="0" kern="1200">
                          <a:solidFill>
                            <a:schemeClr val="tx1"/>
                          </a:solidFill>
                          <a:latin typeface="+mn-lt"/>
                          <a:ea typeface="+mn-ea"/>
                          <a:cs typeface="+mn-cs"/>
                        </a:rPr>
                        <a:t>(</a:t>
                      </a:r>
                      <a:r>
                        <a:rPr kumimoji="1" lang="ja-JP" altLang="en-US" sz="600" b="0" kern="1200">
                          <a:solidFill>
                            <a:schemeClr val="tx1"/>
                          </a:solidFill>
                          <a:latin typeface="+mn-lt"/>
                          <a:ea typeface="+mn-ea"/>
                          <a:cs typeface="+mn-cs"/>
                        </a:rPr>
                        <a:t>ガリナイ</a:t>
                      </a:r>
                      <a:r>
                        <a:rPr kumimoji="1" lang="en-US" altLang="ja-JP" sz="600" b="0" kern="1200">
                          <a:solidFill>
                            <a:schemeClr val="tx1"/>
                          </a:solidFill>
                          <a:latin typeface="+mn-lt"/>
                          <a:ea typeface="+mn-ea"/>
                          <a:cs typeface="+mn-cs"/>
                        </a:rPr>
                        <a:t>) </a:t>
                      </a:r>
                      <a:r>
                        <a:rPr kumimoji="1" lang="ja-JP" altLang="en-US" sz="600" b="0" kern="1200">
                          <a:solidFill>
                            <a:schemeClr val="tx1"/>
                          </a:solidFill>
                          <a:latin typeface="+mn-lt"/>
                          <a:ea typeface="+mn-ea"/>
                          <a:cs typeface="+mn-cs"/>
                        </a:rPr>
                        <a:t>関連文書</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705427576"/>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9</a:t>
                      </a:r>
                      <a:endParaRPr kumimoji="1" lang="ja-JP" altLang="en-US" sz="600" b="0" kern="1200">
                        <a:solidFill>
                          <a:schemeClr val="tx1"/>
                        </a:solidFill>
                        <a:latin typeface="+mn-lt"/>
                        <a:ea typeface="+mn-ea"/>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pPr marL="0" algn="l" defTabSz="914400" rtl="0" eaLnBrk="1" fontAlgn="ctr" latinLnBrk="0" hangingPunct="1"/>
                      <a:endParaRPr kumimoji="1" lang="ja-JP" altLang="en-US" sz="1100" b="0" kern="1200">
                        <a:solidFill>
                          <a:schemeClr val="tx1"/>
                        </a:solidFill>
                        <a:latin typeface="+mn-lt"/>
                        <a:ea typeface="+mn-ea"/>
                        <a:cs typeface="+mn-cs"/>
                      </a:endParaRPr>
                    </a:p>
                  </a:txBody>
                  <a:tcPr marL="36000" marR="360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1" lang="en-US" altLang="ja-JP" sz="600" b="0" kern="1200" dirty="0">
                          <a:solidFill>
                            <a:schemeClr val="tx1"/>
                          </a:solidFill>
                          <a:latin typeface="+mn-lt"/>
                          <a:ea typeface="+mn-ea"/>
                          <a:cs typeface="+mn-cs"/>
                        </a:rPr>
                        <a:t>(</a:t>
                      </a:r>
                      <a:r>
                        <a:rPr kumimoji="1" lang="ja-JP" altLang="en-US" sz="600" b="0" kern="1200" dirty="0">
                          <a:solidFill>
                            <a:schemeClr val="tx1"/>
                          </a:solidFill>
                          <a:latin typeface="+mn-lt"/>
                          <a:ea typeface="+mn-ea"/>
                          <a:cs typeface="+mn-cs"/>
                        </a:rPr>
                        <a:t>ガリナイ</a:t>
                      </a:r>
                      <a:r>
                        <a:rPr kumimoji="1" lang="en-US" altLang="ja-JP" sz="600" b="0" kern="1200" dirty="0">
                          <a:solidFill>
                            <a:schemeClr val="tx1"/>
                          </a:solidFill>
                          <a:latin typeface="+mn-lt"/>
                          <a:ea typeface="+mn-ea"/>
                          <a:cs typeface="+mn-cs"/>
                        </a:rPr>
                        <a:t>) </a:t>
                      </a:r>
                      <a:r>
                        <a:rPr kumimoji="1" lang="ja-JP" altLang="en-US" sz="600" b="0" kern="1200" dirty="0">
                          <a:solidFill>
                            <a:schemeClr val="tx1"/>
                          </a:solidFill>
                          <a:latin typeface="+mn-lt"/>
                          <a:ea typeface="+mn-ea"/>
                          <a:cs typeface="+mn-cs"/>
                        </a:rPr>
                        <a:t>品質情報Ｍ</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745219389"/>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10</a:t>
                      </a:r>
                      <a:endParaRPr kumimoji="1" lang="ja-JP" altLang="en-US" sz="600" b="0" kern="1200">
                        <a:solidFill>
                          <a:schemeClr val="tx1"/>
                        </a:solidFill>
                        <a:latin typeface="+mn-lt"/>
                        <a:ea typeface="+mn-ea"/>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l" defTabSz="914400" rtl="0" eaLnBrk="1" fontAlgn="ctr" latinLnBrk="0" hangingPunct="1"/>
                      <a:r>
                        <a:rPr kumimoji="1" lang="en-US" altLang="ja-JP" sz="600" b="0" kern="1200" dirty="0">
                          <a:solidFill>
                            <a:schemeClr val="tx1"/>
                          </a:solidFill>
                          <a:latin typeface="+mn-lt"/>
                          <a:ea typeface="+mn-ea"/>
                          <a:cs typeface="+mn-cs"/>
                        </a:rPr>
                        <a:t>(</a:t>
                      </a:r>
                      <a:r>
                        <a:rPr kumimoji="1" lang="ja-JP" altLang="en-US" sz="600" b="0" kern="1200" dirty="0">
                          <a:solidFill>
                            <a:schemeClr val="tx1"/>
                          </a:solidFill>
                          <a:latin typeface="+mn-lt"/>
                          <a:ea typeface="+mn-ea"/>
                          <a:cs typeface="+mn-cs"/>
                        </a:rPr>
                        <a:t>ディスプ</a:t>
                      </a:r>
                      <a:r>
                        <a:rPr kumimoji="1" lang="en-US" altLang="ja-JP" sz="600" b="0" kern="1200" dirty="0">
                          <a:solidFill>
                            <a:schemeClr val="tx1"/>
                          </a:solidFill>
                          <a:latin typeface="+mn-lt"/>
                          <a:ea typeface="+mn-ea"/>
                          <a:cs typeface="+mn-cs"/>
                        </a:rPr>
                        <a:t>) </a:t>
                      </a:r>
                    </a:p>
                    <a:p>
                      <a:pPr marL="0" algn="l" defTabSz="914400" rtl="0" eaLnBrk="1" fontAlgn="ctr" latinLnBrk="0" hangingPunct="1"/>
                      <a:r>
                        <a:rPr kumimoji="1" lang="ja-JP" altLang="en-US" sz="600" b="0" kern="1200" dirty="0">
                          <a:solidFill>
                            <a:schemeClr val="tx1"/>
                          </a:solidFill>
                          <a:latin typeface="+mn-lt"/>
                          <a:ea typeface="+mn-ea"/>
                          <a:cs typeface="+mn-cs"/>
                        </a:rPr>
                        <a:t>製品仕様書管理</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1" lang="en-US" altLang="ja-JP" sz="600" b="0" kern="1200">
                          <a:solidFill>
                            <a:schemeClr val="tx1"/>
                          </a:solidFill>
                          <a:latin typeface="+mn-lt"/>
                          <a:ea typeface="+mn-ea"/>
                          <a:cs typeface="+mn-cs"/>
                        </a:rPr>
                        <a:t>(</a:t>
                      </a:r>
                      <a:r>
                        <a:rPr kumimoji="1" lang="ja-JP" altLang="en-US" sz="600" b="0" kern="1200">
                          <a:solidFill>
                            <a:schemeClr val="tx1"/>
                          </a:solidFill>
                          <a:latin typeface="+mn-lt"/>
                          <a:ea typeface="+mn-ea"/>
                          <a:cs typeface="+mn-cs"/>
                        </a:rPr>
                        <a:t>ディスプ</a:t>
                      </a:r>
                      <a:r>
                        <a:rPr kumimoji="1" lang="en-US" altLang="ja-JP" sz="600" b="0" kern="1200">
                          <a:solidFill>
                            <a:schemeClr val="tx1"/>
                          </a:solidFill>
                          <a:latin typeface="+mn-lt"/>
                          <a:ea typeface="+mn-ea"/>
                          <a:cs typeface="+mn-cs"/>
                        </a:rPr>
                        <a:t>) </a:t>
                      </a:r>
                      <a:r>
                        <a:rPr kumimoji="1" lang="ja-JP" altLang="en-US" sz="600" b="0" kern="1200">
                          <a:solidFill>
                            <a:schemeClr val="tx1"/>
                          </a:solidFill>
                          <a:latin typeface="+mn-lt"/>
                          <a:ea typeface="+mn-ea"/>
                          <a:cs typeface="+mn-cs"/>
                        </a:rPr>
                        <a:t>製品仕様書管理</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192444399"/>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1</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rowSpan="4">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1" lang="ja-JP" altLang="en-US" sz="600" b="0" kern="1200" noProof="0" dirty="0">
                          <a:solidFill>
                            <a:schemeClr val="tx1"/>
                          </a:solidFill>
                          <a:latin typeface="+mn-lt"/>
                          <a:ea typeface="+mn-ea"/>
                          <a:cs typeface="+mn-cs"/>
                        </a:rPr>
                        <a:t>納入仕様書管理</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l" defTabSz="914400" rtl="0" eaLnBrk="1" fontAlgn="ctr" latinLnBrk="0" hangingPunct="1"/>
                      <a:r>
                        <a:rPr kumimoji="1" lang="zh-TW" altLang="en-US" sz="600" b="0" kern="1200" dirty="0">
                          <a:solidFill>
                            <a:schemeClr val="tx1"/>
                          </a:solidFill>
                          <a:latin typeface="+mn-lt"/>
                          <a:ea typeface="+mn-ea"/>
                          <a:cs typeface="+mn-cs"/>
                        </a:rPr>
                        <a:t>納入仕様書 管理</a:t>
                      </a:r>
                    </a:p>
                  </a:txBody>
                  <a:tcPr marL="46800" marR="468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77492847"/>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2</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kumimoji="1" lang="ja-JP" altLang="en-US" sz="1100" b="0" i="0" u="none" strike="noStrike" kern="1200" cap="none" spc="0" normalizeH="0" baseline="0" noProof="0">
                        <a:ln>
                          <a:noFill/>
                        </a:ln>
                        <a:solidFill>
                          <a:srgbClr val="000000"/>
                        </a:solidFill>
                        <a:effectLst/>
                        <a:uLnTx/>
                        <a:uFillTx/>
                        <a:latin typeface="Arial"/>
                        <a:ea typeface="游ゴシック Medium"/>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1" lang="en-US" altLang="ja-JP" sz="600" b="0" kern="1200">
                          <a:solidFill>
                            <a:schemeClr val="tx1"/>
                          </a:solidFill>
                          <a:latin typeface="+mn-lt"/>
                          <a:ea typeface="+mn-ea"/>
                          <a:cs typeface="+mn-cs"/>
                        </a:rPr>
                        <a:t>【</a:t>
                      </a:r>
                      <a:r>
                        <a:rPr kumimoji="1" lang="ja-JP" altLang="en-US" sz="600" b="0" kern="1200">
                          <a:solidFill>
                            <a:schemeClr val="tx1"/>
                          </a:solidFill>
                          <a:latin typeface="+mn-lt"/>
                          <a:ea typeface="+mn-ea"/>
                          <a:cs typeface="+mn-cs"/>
                        </a:rPr>
                        <a:t>アーカイブ</a:t>
                      </a:r>
                      <a:r>
                        <a:rPr kumimoji="1" lang="en-US" altLang="ja-JP" sz="600" b="0" kern="1200">
                          <a:solidFill>
                            <a:schemeClr val="tx1"/>
                          </a:solidFill>
                          <a:latin typeface="+mn-lt"/>
                          <a:ea typeface="+mn-ea"/>
                          <a:cs typeface="+mn-cs"/>
                        </a:rPr>
                        <a:t>】</a:t>
                      </a:r>
                      <a:r>
                        <a:rPr kumimoji="1" lang="ja-JP" altLang="en-US" sz="600" b="0" kern="1200">
                          <a:solidFill>
                            <a:schemeClr val="tx1"/>
                          </a:solidFill>
                          <a:latin typeface="+mn-lt"/>
                          <a:ea typeface="+mn-ea"/>
                          <a:cs typeface="+mn-cs"/>
                        </a:rPr>
                        <a:t>納入仕様書 管理</a:t>
                      </a:r>
                    </a:p>
                  </a:txBody>
                  <a:tcPr marL="46800" marR="468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206526466"/>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3</a:t>
                      </a:r>
                      <a:endParaRPr kumimoji="1" lang="ja-JP" altLang="en-US" sz="600" b="0" kern="1200">
                        <a:solidFill>
                          <a:schemeClr val="tx1"/>
                        </a:solidFill>
                        <a:latin typeface="+mn-lt"/>
                        <a:ea typeface="+mn-ea"/>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kumimoji="1" lang="ja-JP" altLang="en-US" sz="1100" b="0" i="0" u="none" strike="noStrike" kern="1200" cap="none" spc="0" normalizeH="0" baseline="0" noProof="0">
                        <a:ln>
                          <a:noFill/>
                        </a:ln>
                        <a:solidFill>
                          <a:srgbClr val="000000"/>
                        </a:solidFill>
                        <a:effectLst/>
                        <a:uLnTx/>
                        <a:uFillTx/>
                        <a:latin typeface="Arial"/>
                        <a:ea typeface="游ゴシック Medium"/>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l" defTabSz="914400" rtl="0" eaLnBrk="1" fontAlgn="ctr" latinLnBrk="0" hangingPunct="1"/>
                      <a:r>
                        <a:rPr kumimoji="1" lang="en-US" altLang="zh-TW" sz="600" b="0" kern="1200" dirty="0">
                          <a:solidFill>
                            <a:schemeClr val="tx1"/>
                          </a:solidFill>
                          <a:latin typeface="+mn-lt"/>
                          <a:ea typeface="+mn-ea"/>
                          <a:cs typeface="+mn-cs"/>
                        </a:rPr>
                        <a:t>(</a:t>
                      </a:r>
                      <a:r>
                        <a:rPr kumimoji="1" lang="zh-TW" altLang="en-US" sz="600" b="0" kern="1200" dirty="0">
                          <a:solidFill>
                            <a:schemeClr val="tx1"/>
                          </a:solidFill>
                          <a:latin typeface="+mn-lt"/>
                          <a:ea typeface="+mn-ea"/>
                          <a:cs typeface="+mn-cs"/>
                        </a:rPr>
                        <a:t>黒崎</a:t>
                      </a:r>
                      <a:r>
                        <a:rPr kumimoji="1" lang="en-US" altLang="zh-TW" sz="600" b="0" kern="1200" dirty="0">
                          <a:solidFill>
                            <a:schemeClr val="tx1"/>
                          </a:solidFill>
                          <a:latin typeface="+mn-lt"/>
                          <a:ea typeface="+mn-ea"/>
                          <a:cs typeface="+mn-cs"/>
                        </a:rPr>
                        <a:t>)</a:t>
                      </a:r>
                      <a:r>
                        <a:rPr kumimoji="1" lang="zh-TW" altLang="en-US" sz="600" b="0" kern="1200" dirty="0">
                          <a:solidFill>
                            <a:schemeClr val="tx1"/>
                          </a:solidFill>
                          <a:latin typeface="+mn-lt"/>
                          <a:ea typeface="+mn-ea"/>
                          <a:cs typeface="+mn-cs"/>
                        </a:rPr>
                        <a:t>仕様書 関連文書</a:t>
                      </a:r>
                    </a:p>
                  </a:txBody>
                  <a:tcPr marL="46800" marR="468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693798787"/>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4</a:t>
                      </a:r>
                      <a:endParaRPr kumimoji="1" lang="ja-JP" altLang="en-US" sz="600" b="0" kern="1200">
                        <a:solidFill>
                          <a:schemeClr val="tx1"/>
                        </a:solidFill>
                        <a:latin typeface="+mn-lt"/>
                        <a:ea typeface="+mn-ea"/>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vMerge="1">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endParaRPr kumimoji="1" lang="ja-JP" altLang="en-US" sz="1100" b="0" i="0" u="none" strike="noStrike" kern="1200" cap="none" spc="0" normalizeH="0" baseline="0" noProof="0">
                        <a:ln>
                          <a:noFill/>
                        </a:ln>
                        <a:solidFill>
                          <a:srgbClr val="000000"/>
                        </a:solidFill>
                        <a:effectLst/>
                        <a:uLnTx/>
                        <a:uFillTx/>
                        <a:latin typeface="Arial"/>
                        <a:ea typeface="游ゴシック Medium"/>
                        <a:cs typeface="+mn-cs"/>
                      </a:endParaRP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l" defTabSz="914400" rtl="0" eaLnBrk="1" fontAlgn="ctr" latinLnBrk="0" hangingPunct="1"/>
                      <a:r>
                        <a:rPr kumimoji="1" lang="en-US" altLang="zh-TW" sz="600" b="0" kern="1200" dirty="0">
                          <a:solidFill>
                            <a:schemeClr val="tx1"/>
                          </a:solidFill>
                          <a:latin typeface="+mn-lt"/>
                          <a:ea typeface="+mn-ea"/>
                          <a:cs typeface="+mn-cs"/>
                        </a:rPr>
                        <a:t>(</a:t>
                      </a:r>
                      <a:r>
                        <a:rPr kumimoji="1" lang="zh-TW" altLang="en-US" sz="600" b="0" kern="1200" dirty="0">
                          <a:solidFill>
                            <a:schemeClr val="tx1"/>
                          </a:solidFill>
                          <a:latin typeface="+mn-lt"/>
                          <a:ea typeface="+mn-ea"/>
                          <a:cs typeface="+mn-cs"/>
                        </a:rPr>
                        <a:t>黒崎</a:t>
                      </a:r>
                      <a:r>
                        <a:rPr kumimoji="1" lang="en-US" altLang="zh-TW" sz="600" b="0" kern="1200" dirty="0">
                          <a:solidFill>
                            <a:schemeClr val="tx1"/>
                          </a:solidFill>
                          <a:latin typeface="+mn-lt"/>
                          <a:ea typeface="+mn-ea"/>
                          <a:cs typeface="+mn-cs"/>
                        </a:rPr>
                        <a:t>)</a:t>
                      </a:r>
                      <a:r>
                        <a:rPr kumimoji="1" lang="zh-TW" altLang="en-US" sz="600" b="0" kern="1200" dirty="0">
                          <a:solidFill>
                            <a:schemeClr val="tx1"/>
                          </a:solidFill>
                          <a:latin typeface="+mn-lt"/>
                          <a:ea typeface="+mn-ea"/>
                          <a:cs typeface="+mn-cs"/>
                        </a:rPr>
                        <a:t>品質情報ﾏｽﾀ</a:t>
                      </a:r>
                      <a:r>
                        <a:rPr kumimoji="1" lang="en-US" altLang="zh-TW" sz="600" b="0" kern="1200" dirty="0">
                          <a:solidFill>
                            <a:schemeClr val="tx1"/>
                          </a:solidFill>
                          <a:latin typeface="+mn-lt"/>
                          <a:ea typeface="+mn-ea"/>
                          <a:cs typeface="+mn-cs"/>
                        </a:rPr>
                        <a:t>-</a:t>
                      </a:r>
                    </a:p>
                  </a:txBody>
                  <a:tcPr marL="46800" marR="468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702442234"/>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1</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l" defTabSz="914400" rtl="0" eaLnBrk="1" fontAlgn="ctr" latinLnBrk="0" hangingPunct="1"/>
                      <a:r>
                        <a:rPr kumimoji="1" lang="ja-JP" altLang="en-US" sz="600" b="0" kern="1200" dirty="0">
                          <a:solidFill>
                            <a:schemeClr val="tx1"/>
                          </a:solidFill>
                          <a:latin typeface="+mn-lt"/>
                          <a:ea typeface="+mn-ea"/>
                          <a:cs typeface="+mn-cs"/>
                        </a:rPr>
                        <a:t>貿易管理・納入仕様書ＤＢ</a:t>
                      </a:r>
                    </a:p>
                  </a:txBody>
                  <a:tcPr marL="9525"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endParaRPr lang="ja-JP" altLang="en-US" sz="1000" dirty="0"/>
                    </a:p>
                  </a:txBody>
                  <a:tcPr marL="46800" marR="468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144546574"/>
                  </a:ext>
                </a:extLst>
              </a:tr>
              <a:tr h="42600">
                <a:tc>
                  <a:txBody>
                    <a:bodyPr/>
                    <a:lstStyle/>
                    <a:p>
                      <a:pPr marL="0" algn="r" defTabSz="914400" rtl="0" eaLnBrk="1" latinLnBrk="0" hangingPunct="1"/>
                      <a:r>
                        <a:rPr kumimoji="1" lang="en-US" altLang="ja-JP" sz="600" b="0" kern="1200">
                          <a:solidFill>
                            <a:schemeClr val="tx1"/>
                          </a:solidFill>
                          <a:latin typeface="+mn-lt"/>
                          <a:ea typeface="+mn-ea"/>
                          <a:cs typeface="+mn-cs"/>
                        </a:rPr>
                        <a:t>2</a:t>
                      </a:r>
                    </a:p>
                  </a:txBody>
                  <a:tcPr marL="45720" marR="45720" marT="0"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pPr marL="0" algn="l" defTabSz="914400" rtl="0" eaLnBrk="1" fontAlgn="ctr" latinLnBrk="0" hangingPunct="1"/>
                      <a:r>
                        <a:rPr kumimoji="1" lang="ja-JP" altLang="en-US" sz="600" b="0" kern="1200">
                          <a:solidFill>
                            <a:schemeClr val="tx1"/>
                          </a:solidFill>
                          <a:latin typeface="+mn-lt"/>
                          <a:ea typeface="+mn-ea"/>
                          <a:cs typeface="+mn-cs"/>
                        </a:rPr>
                        <a:t>納入仕様書システム</a:t>
                      </a:r>
                    </a:p>
                  </a:txBody>
                  <a:tcPr marL="9525" marR="9525"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tc>
                  <a:txBody>
                    <a:bodyPr/>
                    <a:lstStyle/>
                    <a:p>
                      <a:endParaRPr lang="ja-JP" altLang="en-US" sz="1000" dirty="0"/>
                    </a:p>
                  </a:txBody>
                  <a:tcPr marL="46800" marR="46800" marT="9525" marB="0" anchor="ctr">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798560373"/>
                  </a:ext>
                </a:extLst>
              </a:tr>
            </a:tbl>
          </a:graphicData>
        </a:graphic>
      </p:graphicFrame>
      <p:sp>
        <p:nvSpPr>
          <p:cNvPr id="16" name="テキスト ボックス 15">
            <a:extLst>
              <a:ext uri="{FF2B5EF4-FFF2-40B4-BE49-F238E27FC236}">
                <a16:creationId xmlns:a16="http://schemas.microsoft.com/office/drawing/2014/main" id="{3B2AFFD5-2193-A6D2-7ED0-36818492A140}"/>
              </a:ext>
            </a:extLst>
          </p:cNvPr>
          <p:cNvSpPr txBox="1"/>
          <p:nvPr/>
        </p:nvSpPr>
        <p:spPr>
          <a:xfrm>
            <a:off x="311630" y="3622150"/>
            <a:ext cx="6766560" cy="215444"/>
          </a:xfrm>
          <a:prstGeom prst="rect">
            <a:avLst/>
          </a:prstGeom>
          <a:noFill/>
        </p:spPr>
        <p:txBody>
          <a:bodyPr wrap="square">
            <a:spAutoFit/>
          </a:bodyPr>
          <a:lstStyle/>
          <a:p>
            <a:r>
              <a:rPr lang="en-US" altLang="ja-JP" sz="800" b="1"/>
              <a:t>Round1</a:t>
            </a:r>
            <a:r>
              <a:rPr lang="ja-JP" altLang="en-US" sz="800" b="1"/>
              <a:t>対象機能想定</a:t>
            </a:r>
          </a:p>
        </p:txBody>
      </p:sp>
      <p:sp>
        <p:nvSpPr>
          <p:cNvPr id="4" name="四角形: 角を丸くする 3">
            <a:extLst>
              <a:ext uri="{FF2B5EF4-FFF2-40B4-BE49-F238E27FC236}">
                <a16:creationId xmlns:a16="http://schemas.microsoft.com/office/drawing/2014/main" id="{A7C6345D-3477-FB36-E6A6-58153600133E}"/>
              </a:ext>
            </a:extLst>
          </p:cNvPr>
          <p:cNvSpPr/>
          <p:nvPr/>
        </p:nvSpPr>
        <p:spPr>
          <a:xfrm>
            <a:off x="8911647" y="3194304"/>
            <a:ext cx="3249729" cy="1207726"/>
          </a:xfrm>
          <a:prstGeom prst="roundRect">
            <a:avLst>
              <a:gd name="adj" fmla="val 6115"/>
            </a:avLst>
          </a:prstGeom>
          <a:solidFill>
            <a:schemeClr val="accent6">
              <a:lumMod val="20000"/>
              <a:lumOff val="80000"/>
              <a:alpha val="50000"/>
            </a:schemeClr>
          </a:solidFill>
          <a:ln w="3175">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1000" dirty="0">
                <a:solidFill>
                  <a:srgbClr val="0070C0"/>
                </a:solidFill>
              </a:rPr>
              <a:t>Round2, Round3</a:t>
            </a:r>
            <a:r>
              <a:rPr kumimoji="1" lang="ja-JP" altLang="en-US" sz="1000" dirty="0">
                <a:solidFill>
                  <a:srgbClr val="0070C0"/>
                </a:solidFill>
              </a:rPr>
              <a:t>に関する説明：</a:t>
            </a:r>
            <a:endParaRPr kumimoji="1" lang="en-US" altLang="ja-JP" sz="1000" dirty="0">
              <a:solidFill>
                <a:srgbClr val="0070C0"/>
              </a:solidFill>
            </a:endParaRPr>
          </a:p>
          <a:p>
            <a:r>
              <a:rPr lang="ja-JP" altLang="en-US" sz="800" dirty="0">
                <a:solidFill>
                  <a:srgbClr val="0070C0"/>
                </a:solidFill>
              </a:rPr>
              <a:t>システム全体は一つ</a:t>
            </a:r>
            <a:r>
              <a:rPr lang="en-US" altLang="ja-JP" sz="800" dirty="0">
                <a:solidFill>
                  <a:srgbClr val="0070C0"/>
                </a:solidFill>
              </a:rPr>
              <a:t>App</a:t>
            </a:r>
            <a:r>
              <a:rPr lang="ja-JP" altLang="en-US" sz="800" dirty="0">
                <a:solidFill>
                  <a:srgbClr val="0070C0"/>
                </a:solidFill>
              </a:rPr>
              <a:t>になるため、</a:t>
            </a:r>
            <a:r>
              <a:rPr lang="en-US" altLang="ja-JP" sz="800" dirty="0">
                <a:solidFill>
                  <a:srgbClr val="0070C0"/>
                </a:solidFill>
              </a:rPr>
              <a:t>Round2,3</a:t>
            </a:r>
            <a:r>
              <a:rPr lang="ja-JP" altLang="en-US" sz="800" dirty="0">
                <a:solidFill>
                  <a:srgbClr val="0070C0"/>
                </a:solidFill>
              </a:rPr>
              <a:t>の主作業は移行作業</a:t>
            </a:r>
            <a:endParaRPr lang="en-US" altLang="ja-JP" sz="800" dirty="0">
              <a:solidFill>
                <a:srgbClr val="0070C0"/>
              </a:solidFill>
            </a:endParaRPr>
          </a:p>
          <a:p>
            <a:pPr marL="171450" indent="-171450">
              <a:buFont typeface="Arial" panose="020B0604020202020204" pitchFamily="34" charset="0"/>
              <a:buChar char="•"/>
            </a:pPr>
            <a:r>
              <a:rPr lang="ja-JP" altLang="en-US" sz="700" dirty="0">
                <a:solidFill>
                  <a:srgbClr val="0070C0"/>
                </a:solidFill>
              </a:rPr>
              <a:t>移行ツールの入力となる</a:t>
            </a:r>
            <a:r>
              <a:rPr lang="en-US" altLang="ja-JP" sz="700" dirty="0">
                <a:solidFill>
                  <a:srgbClr val="0070C0"/>
                </a:solidFill>
              </a:rPr>
              <a:t>DB</a:t>
            </a:r>
            <a:r>
              <a:rPr lang="ja-JP" altLang="en-US" sz="700" dirty="0">
                <a:solidFill>
                  <a:srgbClr val="0070C0"/>
                </a:solidFill>
              </a:rPr>
              <a:t>ファイルの差異の対応</a:t>
            </a:r>
            <a:endParaRPr lang="en-US" altLang="ja-JP" sz="700" dirty="0">
              <a:solidFill>
                <a:srgbClr val="0070C0"/>
              </a:solidFill>
            </a:endParaRPr>
          </a:p>
          <a:p>
            <a:pPr marL="171450" indent="-171450">
              <a:buFont typeface="Arial" panose="020B0604020202020204" pitchFamily="34" charset="0"/>
              <a:buChar char="•"/>
            </a:pPr>
            <a:r>
              <a:rPr lang="ja-JP" altLang="en-US" sz="700" dirty="0">
                <a:solidFill>
                  <a:srgbClr val="0070C0"/>
                </a:solidFill>
              </a:rPr>
              <a:t>入力データの差異によりの</a:t>
            </a:r>
            <a:r>
              <a:rPr lang="en-US" altLang="ja-JP" sz="700" dirty="0">
                <a:solidFill>
                  <a:srgbClr val="0070C0"/>
                </a:solidFill>
              </a:rPr>
              <a:t>Data mapping</a:t>
            </a:r>
            <a:r>
              <a:rPr lang="ja-JP" altLang="en-US" sz="700" dirty="0">
                <a:solidFill>
                  <a:srgbClr val="0070C0"/>
                </a:solidFill>
              </a:rPr>
              <a:t>の見直す</a:t>
            </a:r>
            <a:endParaRPr lang="en-US" altLang="ja-JP" sz="700" dirty="0">
              <a:solidFill>
                <a:srgbClr val="0070C0"/>
              </a:solidFill>
            </a:endParaRPr>
          </a:p>
          <a:p>
            <a:pPr marL="171450" indent="-171450">
              <a:buFont typeface="Arial" panose="020B0604020202020204" pitchFamily="34" charset="0"/>
              <a:buChar char="•"/>
            </a:pPr>
            <a:r>
              <a:rPr lang="ja-JP" altLang="en-US" sz="700" dirty="0">
                <a:solidFill>
                  <a:srgbClr val="0070C0"/>
                </a:solidFill>
              </a:rPr>
              <a:t>ツール実行</a:t>
            </a:r>
            <a:endParaRPr lang="en-US" altLang="ja-JP" sz="700" dirty="0">
              <a:solidFill>
                <a:srgbClr val="0070C0"/>
              </a:solidFill>
            </a:endParaRPr>
          </a:p>
          <a:p>
            <a:pPr marL="171450" indent="-171450">
              <a:buFont typeface="Arial" panose="020B0604020202020204" pitchFamily="34" charset="0"/>
              <a:buChar char="•"/>
            </a:pPr>
            <a:r>
              <a:rPr lang="ja-JP" altLang="en-US" sz="700" dirty="0">
                <a:solidFill>
                  <a:srgbClr val="0070C0"/>
                </a:solidFill>
              </a:rPr>
              <a:t>移行前後データの比較、差異分析、必要により対応、報告</a:t>
            </a:r>
            <a:endParaRPr lang="en-US" altLang="ja-JP" sz="700" dirty="0">
              <a:solidFill>
                <a:srgbClr val="0070C0"/>
              </a:solidFill>
            </a:endParaRPr>
          </a:p>
          <a:p>
            <a:endParaRPr lang="en-US" altLang="ja-JP" sz="800" dirty="0">
              <a:solidFill>
                <a:srgbClr val="0070C0"/>
              </a:solidFill>
            </a:endParaRPr>
          </a:p>
          <a:p>
            <a:r>
              <a:rPr lang="ja-JP" altLang="en-US" sz="800" dirty="0">
                <a:solidFill>
                  <a:srgbClr val="0070C0"/>
                </a:solidFill>
              </a:rPr>
              <a:t>会社・組織の業務差異</a:t>
            </a:r>
            <a:r>
              <a:rPr lang="en-US" altLang="ja-JP" sz="800" dirty="0">
                <a:solidFill>
                  <a:srgbClr val="0070C0"/>
                </a:solidFill>
              </a:rPr>
              <a:t>/</a:t>
            </a:r>
            <a:r>
              <a:rPr lang="ja-JP" altLang="en-US" sz="800" dirty="0">
                <a:solidFill>
                  <a:srgbClr val="0070C0"/>
                </a:solidFill>
              </a:rPr>
              <a:t>表現差異対応、エンハンス要件がない限り、</a:t>
            </a:r>
            <a:r>
              <a:rPr lang="en-US" altLang="ja-JP" sz="800" dirty="0">
                <a:solidFill>
                  <a:srgbClr val="0070C0"/>
                </a:solidFill>
              </a:rPr>
              <a:t>Round2, Round3</a:t>
            </a:r>
            <a:r>
              <a:rPr lang="ja-JP" altLang="en-US" sz="800" dirty="0">
                <a:solidFill>
                  <a:srgbClr val="0070C0"/>
                </a:solidFill>
              </a:rPr>
              <a:t>のリリース自体は不要</a:t>
            </a:r>
            <a:endParaRPr lang="en-US" altLang="ja-JP" sz="800" dirty="0">
              <a:solidFill>
                <a:srgbClr val="0070C0"/>
              </a:solidFill>
            </a:endParaRPr>
          </a:p>
          <a:p>
            <a:r>
              <a:rPr lang="en-US" altLang="ja-JP" sz="700" dirty="0">
                <a:solidFill>
                  <a:srgbClr val="0070C0"/>
                </a:solidFill>
              </a:rPr>
              <a:t>※ round2, Round3</a:t>
            </a:r>
            <a:r>
              <a:rPr lang="ja-JP" altLang="en-US" sz="700" dirty="0">
                <a:solidFill>
                  <a:srgbClr val="0070C0"/>
                </a:solidFill>
              </a:rPr>
              <a:t>の本質は：対象会社の履歴が利用可能時期のみ</a:t>
            </a:r>
            <a:endParaRPr lang="en-US" altLang="ja-JP" sz="700" dirty="0">
              <a:solidFill>
                <a:srgbClr val="0070C0"/>
              </a:solidFill>
            </a:endParaRPr>
          </a:p>
        </p:txBody>
      </p:sp>
      <p:sp>
        <p:nvSpPr>
          <p:cNvPr id="5" name="テキスト ボックス 4">
            <a:extLst>
              <a:ext uri="{FF2B5EF4-FFF2-40B4-BE49-F238E27FC236}">
                <a16:creationId xmlns:a16="http://schemas.microsoft.com/office/drawing/2014/main" id="{E9A32077-426D-AFF7-BFD8-ED0953D495CC}"/>
              </a:ext>
            </a:extLst>
          </p:cNvPr>
          <p:cNvSpPr txBox="1"/>
          <p:nvPr/>
        </p:nvSpPr>
        <p:spPr>
          <a:xfrm>
            <a:off x="414336" y="735600"/>
            <a:ext cx="11469807" cy="338554"/>
          </a:xfrm>
          <a:prstGeom prst="rect">
            <a:avLst/>
          </a:prstGeom>
          <a:noFill/>
        </p:spPr>
        <p:txBody>
          <a:bodyPr wrap="none" rtlCol="0">
            <a:spAutoFit/>
          </a:bodyPr>
          <a:lstStyle/>
          <a:p>
            <a:r>
              <a:rPr kumimoji="1" lang="ja-JP" altLang="en-US" sz="1600" dirty="0"/>
              <a:t>下記スケジュールは弊社の想定で、ご要望に合わせて開始時間について、調整することが可能で</a:t>
            </a:r>
            <a:r>
              <a:rPr lang="ja-JP" altLang="en-US" sz="1600" dirty="0"/>
              <a:t>、相談させてください。</a:t>
            </a:r>
            <a:endParaRPr kumimoji="1" lang="ja-JP" alt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14336" y="255263"/>
            <a:ext cx="9327072" cy="683629"/>
          </a:xfrm>
        </p:spPr>
        <p:txBody>
          <a:bodyPr/>
          <a:lstStyle/>
          <a:p>
            <a:r>
              <a:rPr lang="ja-JP" altLang="en-US"/>
              <a:t>見積もり</a:t>
            </a:r>
            <a:endParaRPr lang="ja-JP" altLang="en-US">
              <a:effectLst/>
            </a:endParaRPr>
          </a:p>
        </p:txBody>
      </p:sp>
      <p:graphicFrame>
        <p:nvGraphicFramePr>
          <p:cNvPr id="3" name="表 2">
            <a:extLst>
              <a:ext uri="{FF2B5EF4-FFF2-40B4-BE49-F238E27FC236}">
                <a16:creationId xmlns:a16="http://schemas.microsoft.com/office/drawing/2014/main" id="{ABC0272A-5628-F02B-15C0-A06177151599}"/>
              </a:ext>
            </a:extLst>
          </p:cNvPr>
          <p:cNvGraphicFramePr>
            <a:graphicFrameLocks noGrp="1"/>
          </p:cNvGraphicFramePr>
          <p:nvPr>
            <p:extLst>
              <p:ext uri="{D42A27DB-BD31-4B8C-83A1-F6EECF244321}">
                <p14:modId xmlns:p14="http://schemas.microsoft.com/office/powerpoint/2010/main" val="1203445648"/>
              </p:ext>
            </p:extLst>
          </p:nvPr>
        </p:nvGraphicFramePr>
        <p:xfrm>
          <a:off x="479552" y="836570"/>
          <a:ext cx="11121173" cy="5076547"/>
        </p:xfrm>
        <a:graphic>
          <a:graphicData uri="http://schemas.openxmlformats.org/drawingml/2006/table">
            <a:tbl>
              <a:tblPr firstRow="1" bandRow="1">
                <a:tableStyleId>{7DF18680-E054-41AD-8BC1-D1AEF772440D}</a:tableStyleId>
              </a:tblPr>
              <a:tblGrid>
                <a:gridCol w="1964235">
                  <a:extLst>
                    <a:ext uri="{9D8B030D-6E8A-4147-A177-3AD203B41FA5}">
                      <a16:colId xmlns:a16="http://schemas.microsoft.com/office/drawing/2014/main" val="1822749168"/>
                    </a:ext>
                  </a:extLst>
                </a:gridCol>
                <a:gridCol w="1053894">
                  <a:extLst>
                    <a:ext uri="{9D8B030D-6E8A-4147-A177-3AD203B41FA5}">
                      <a16:colId xmlns:a16="http://schemas.microsoft.com/office/drawing/2014/main" val="1141317570"/>
                    </a:ext>
                  </a:extLst>
                </a:gridCol>
                <a:gridCol w="8103044">
                  <a:extLst>
                    <a:ext uri="{9D8B030D-6E8A-4147-A177-3AD203B41FA5}">
                      <a16:colId xmlns:a16="http://schemas.microsoft.com/office/drawing/2014/main" val="371397195"/>
                    </a:ext>
                  </a:extLst>
                </a:gridCol>
              </a:tblGrid>
              <a:tr h="181305">
                <a:tc>
                  <a:txBody>
                    <a:bodyPr/>
                    <a:lstStyle/>
                    <a:p>
                      <a:pPr marL="0" algn="l" defTabSz="914400" rtl="0" eaLnBrk="1" fontAlgn="b" latinLnBrk="0" hangingPunct="1"/>
                      <a:r>
                        <a:rPr lang="ja-JP" altLang="en-US" sz="1100" b="0" u="none" strike="noStrike" kern="1200" dirty="0">
                          <a:solidFill>
                            <a:schemeClr val="tx1"/>
                          </a:solidFill>
                          <a:effectLst/>
                        </a:rPr>
                        <a:t>工程</a:t>
                      </a:r>
                      <a:endParaRPr lang="ja-JP" altLang="en-US" sz="11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ja-JP" altLang="en-US" sz="1100" b="0" u="none" strike="noStrike" kern="1200">
                          <a:solidFill>
                            <a:schemeClr val="tx1"/>
                          </a:solidFill>
                          <a:effectLst/>
                        </a:rPr>
                        <a:t>工数（</a:t>
                      </a:r>
                      <a:r>
                        <a:rPr lang="de-DE" sz="1100" b="0" u="none" strike="noStrike" kern="1200">
                          <a:solidFill>
                            <a:schemeClr val="tx1"/>
                          </a:solidFill>
                          <a:effectLst/>
                        </a:rPr>
                        <a:t>MM）</a:t>
                      </a:r>
                      <a:endParaRPr lang="de-DE" sz="1100" b="0" i="0" u="none" strike="noStrike" kern="120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ja-JP" altLang="en-US" sz="1100" b="0" u="none" strike="noStrike" kern="1200">
                          <a:solidFill>
                            <a:schemeClr val="tx1"/>
                          </a:solidFill>
                          <a:effectLst/>
                        </a:rPr>
                        <a:t>説明</a:t>
                      </a:r>
                      <a:endParaRPr lang="ja-JP" altLang="en-US" sz="1100" b="0" i="0" u="none" strike="noStrike" kern="120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306662851"/>
                  </a:ext>
                </a:extLst>
              </a:tr>
              <a:tr h="1038385">
                <a:tc>
                  <a:txBody>
                    <a:bodyPr/>
                    <a:lstStyle/>
                    <a:p>
                      <a:pPr marL="0" algn="l" defTabSz="914400" rtl="0" eaLnBrk="1" fontAlgn="b" latinLnBrk="0" hangingPunct="1"/>
                      <a:r>
                        <a:rPr lang="ja-JP" altLang="en-US" sz="1050" b="0" u="none" strike="noStrike" kern="1200" dirty="0">
                          <a:solidFill>
                            <a:schemeClr val="tx1"/>
                          </a:solidFill>
                          <a:effectLst/>
                        </a:rPr>
                        <a:t>要件</a:t>
                      </a:r>
                      <a:r>
                        <a:rPr lang="ja-JP" altLang="en-US" sz="1050" b="0" u="none" strike="noStrike" kern="1200" dirty="0">
                          <a:solidFill>
                            <a:schemeClr val="tx1"/>
                          </a:solidFill>
                          <a:effectLst/>
                          <a:latin typeface="+mn-lt"/>
                          <a:ea typeface="+mn-ea"/>
                          <a:cs typeface="+mn-cs"/>
                        </a:rPr>
                        <a:t>定義理解、仕様確認</a:t>
                      </a:r>
                    </a:p>
                  </a:txBody>
                  <a:tcPr marL="0" marR="0" marT="0" marB="0" anchor="ctr"/>
                </a:tc>
                <a:tc>
                  <a:txBody>
                    <a:bodyPr/>
                    <a:lstStyle/>
                    <a:p>
                      <a:pPr marL="0" algn="l" defTabSz="914400" rtl="0" eaLnBrk="1" fontAlgn="b" latinLnBrk="0" hangingPunct="1"/>
                      <a:r>
                        <a:rPr lang="en-US" altLang="ja-JP" sz="1050" b="0" u="none" strike="noStrike" kern="1200" dirty="0">
                          <a:solidFill>
                            <a:schemeClr val="tx1"/>
                          </a:solidFill>
                          <a:effectLst/>
                          <a:latin typeface="+mn-lt"/>
                          <a:ea typeface="+mn-ea"/>
                          <a:cs typeface="+mn-cs"/>
                        </a:rPr>
                        <a:t>8.00 </a:t>
                      </a:r>
                    </a:p>
                  </a:txBody>
                  <a:tcPr marL="0" marR="0" marT="0" marB="0" anchor="ctr"/>
                </a:tc>
                <a:tc>
                  <a:txBody>
                    <a:bodyPr/>
                    <a:lstStyle/>
                    <a:p>
                      <a:pPr marL="0" algn="l" defTabSz="914400" rtl="0" eaLnBrk="1" fontAlgn="b" latinLnBrk="0" hangingPunct="1"/>
                      <a:r>
                        <a:rPr lang="ja-JP" altLang="en-US" sz="1050" b="0" u="none" strike="noStrike" kern="1200" dirty="0">
                          <a:solidFill>
                            <a:schemeClr val="tx1"/>
                          </a:solidFill>
                          <a:effectLst/>
                        </a:rPr>
                        <a:t>■製品仕様書管理：</a:t>
                      </a:r>
                      <a:r>
                        <a:rPr lang="en-US" altLang="ja-JP" sz="1050" b="0" u="none" strike="noStrike" kern="1200" dirty="0">
                          <a:solidFill>
                            <a:schemeClr val="tx1"/>
                          </a:solidFill>
                          <a:effectLst/>
                        </a:rPr>
                        <a:t>4.20MM</a:t>
                      </a:r>
                      <a:br>
                        <a:rPr lang="en-US" altLang="ja-JP" sz="1050" b="0" u="none" strike="noStrike" kern="1200" dirty="0">
                          <a:solidFill>
                            <a:schemeClr val="tx1"/>
                          </a:solidFill>
                          <a:effectLst/>
                        </a:rPr>
                      </a:br>
                      <a:r>
                        <a:rPr lang="ja-JP" altLang="en-US" sz="1050" b="0" u="none" strike="noStrike" kern="1200" dirty="0">
                          <a:solidFill>
                            <a:schemeClr val="tx1"/>
                          </a:solidFill>
                          <a:effectLst/>
                        </a:rPr>
                        <a:t>　</a:t>
                      </a:r>
                      <a:r>
                        <a:rPr lang="en-US" altLang="ja-JP" sz="900" b="0" u="none" strike="noStrike" kern="1200" dirty="0">
                          <a:solidFill>
                            <a:schemeClr val="tx1"/>
                          </a:solidFill>
                          <a:effectLst/>
                        </a:rPr>
                        <a:t>1</a:t>
                      </a:r>
                      <a:r>
                        <a:rPr lang="ja-JP" altLang="en-US" sz="900" b="0" u="none" strike="noStrike" kern="1200" dirty="0">
                          <a:solidFill>
                            <a:schemeClr val="tx1"/>
                          </a:solidFill>
                          <a:effectLst/>
                        </a:rPr>
                        <a:t>社の三つ</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をメインで実施（</a:t>
                      </a:r>
                      <a:r>
                        <a:rPr lang="en-US" altLang="ja-JP" sz="900" b="0" u="none" strike="noStrike" kern="1200" dirty="0">
                          <a:solidFill>
                            <a:schemeClr val="tx1"/>
                          </a:solidFill>
                          <a:effectLst/>
                        </a:rPr>
                        <a:t>2.00MM</a:t>
                      </a:r>
                      <a:r>
                        <a:rPr lang="ja-JP" altLang="en-US" sz="900" b="0" u="none" strike="noStrike" kern="1200" dirty="0">
                          <a:solidFill>
                            <a:schemeClr val="tx1"/>
                          </a:solidFill>
                          <a:effectLst/>
                        </a:rPr>
                        <a:t>）、残り</a:t>
                      </a:r>
                      <a:r>
                        <a:rPr lang="en-US" altLang="ja-JP" sz="900" b="0" u="none" strike="noStrike" kern="1200" dirty="0">
                          <a:solidFill>
                            <a:schemeClr val="tx1"/>
                          </a:solidFill>
                          <a:effectLst/>
                        </a:rPr>
                        <a:t>11</a:t>
                      </a:r>
                      <a:r>
                        <a:rPr lang="ja-JP" altLang="en-US" sz="900" b="0" u="none" strike="noStrike" kern="1200" dirty="0">
                          <a:solidFill>
                            <a:schemeClr val="tx1"/>
                          </a:solidFill>
                          <a:effectLst/>
                        </a:rPr>
                        <a:t>社の差分解析は</a:t>
                      </a:r>
                      <a:r>
                        <a:rPr lang="en-US" altLang="ja-JP" sz="900" b="0" u="none" strike="noStrike" kern="1200" dirty="0">
                          <a:solidFill>
                            <a:schemeClr val="tx1"/>
                          </a:solidFill>
                          <a:effectLst/>
                        </a:rPr>
                        <a:t>4MD</a:t>
                      </a:r>
                      <a:r>
                        <a:rPr lang="ja-JP" altLang="en-US" sz="900" b="0" u="none" strike="noStrike" kern="1200" dirty="0">
                          <a:solidFill>
                            <a:schemeClr val="tx1"/>
                          </a:solidFill>
                          <a:effectLst/>
                        </a:rPr>
                        <a:t>／</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で</a:t>
                      </a:r>
                      <a:r>
                        <a:rPr lang="en-US" altLang="ja-JP" sz="900" b="0" u="none" strike="noStrike" kern="1200" dirty="0">
                          <a:solidFill>
                            <a:schemeClr val="tx1"/>
                          </a:solidFill>
                          <a:effectLst/>
                        </a:rPr>
                        <a:t>2.20MM</a:t>
                      </a:r>
                      <a:br>
                        <a:rPr lang="en-US" altLang="ja-JP" sz="1050" b="0" u="none" strike="noStrike" kern="1200" dirty="0">
                          <a:solidFill>
                            <a:schemeClr val="tx1"/>
                          </a:solidFill>
                          <a:effectLst/>
                        </a:rPr>
                      </a:br>
                      <a:r>
                        <a:rPr lang="en-US" altLang="ja-JP" sz="1050" b="0" u="none" strike="noStrike" kern="1200" dirty="0">
                          <a:solidFill>
                            <a:schemeClr val="tx1"/>
                          </a:solidFill>
                          <a:effectLst/>
                        </a:rPr>
                        <a:t>■</a:t>
                      </a:r>
                      <a:r>
                        <a:rPr lang="ja-JP" altLang="en-US" sz="1050" b="0" u="none" strike="noStrike" kern="1200" dirty="0">
                          <a:solidFill>
                            <a:schemeClr val="tx1"/>
                          </a:solidFill>
                          <a:effectLst/>
                        </a:rPr>
                        <a:t>納入仕様書管理：</a:t>
                      </a:r>
                      <a:r>
                        <a:rPr lang="en-US" altLang="ja-JP" sz="1050" b="0" u="none" strike="noStrike" kern="1200" dirty="0">
                          <a:solidFill>
                            <a:schemeClr val="tx1"/>
                          </a:solidFill>
                          <a:effectLst/>
                        </a:rPr>
                        <a:t>2.10MM</a:t>
                      </a:r>
                      <a:br>
                        <a:rPr lang="en-US" altLang="ja-JP" sz="1050" b="0" u="none" strike="noStrike" kern="1200" dirty="0">
                          <a:solidFill>
                            <a:schemeClr val="tx1"/>
                          </a:solidFill>
                          <a:effectLst/>
                        </a:rPr>
                      </a:br>
                      <a:r>
                        <a:rPr lang="ja-JP" altLang="en-US" sz="1050" b="0" u="none" strike="noStrike" kern="1200" dirty="0">
                          <a:solidFill>
                            <a:schemeClr val="tx1"/>
                          </a:solidFill>
                          <a:effectLst/>
                        </a:rPr>
                        <a:t>　</a:t>
                      </a:r>
                      <a:r>
                        <a:rPr lang="en-US" altLang="ja-JP" sz="900" b="0" u="none" strike="noStrike" kern="1200" dirty="0">
                          <a:solidFill>
                            <a:schemeClr val="tx1"/>
                          </a:solidFill>
                          <a:effectLst/>
                        </a:rPr>
                        <a:t>1</a:t>
                      </a:r>
                      <a:r>
                        <a:rPr lang="ja-JP" altLang="en-US" sz="900" b="0" u="none" strike="noStrike" kern="1200" dirty="0">
                          <a:solidFill>
                            <a:schemeClr val="tx1"/>
                          </a:solidFill>
                          <a:effectLst/>
                        </a:rPr>
                        <a:t>社の</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をメインで実施（</a:t>
                      </a:r>
                      <a:r>
                        <a:rPr lang="en-US" altLang="ja-JP" sz="900" b="0" u="none" strike="noStrike" kern="1200" dirty="0">
                          <a:solidFill>
                            <a:schemeClr val="tx1"/>
                          </a:solidFill>
                          <a:effectLst/>
                        </a:rPr>
                        <a:t>1.00MM</a:t>
                      </a:r>
                      <a:r>
                        <a:rPr lang="ja-JP" altLang="en-US" sz="900" b="0" u="none" strike="noStrike" kern="1200" dirty="0">
                          <a:solidFill>
                            <a:schemeClr val="tx1"/>
                          </a:solidFill>
                          <a:effectLst/>
                        </a:rPr>
                        <a:t>）、残り</a:t>
                      </a:r>
                      <a:r>
                        <a:rPr lang="en-US" altLang="ja-JP" sz="900" b="0" u="none" strike="noStrike" kern="1200" dirty="0">
                          <a:solidFill>
                            <a:schemeClr val="tx1"/>
                          </a:solidFill>
                          <a:effectLst/>
                        </a:rPr>
                        <a:t>11</a:t>
                      </a:r>
                      <a:r>
                        <a:rPr lang="ja-JP" altLang="en-US" sz="900" b="0" u="none" strike="noStrike" kern="1200" dirty="0">
                          <a:solidFill>
                            <a:schemeClr val="tx1"/>
                          </a:solidFill>
                          <a:effectLst/>
                        </a:rPr>
                        <a:t>社の差分解析は</a:t>
                      </a:r>
                      <a:r>
                        <a:rPr lang="en-US" altLang="ja-JP" sz="900" b="0" u="none" strike="noStrike" kern="1200" dirty="0">
                          <a:solidFill>
                            <a:schemeClr val="tx1"/>
                          </a:solidFill>
                          <a:effectLst/>
                        </a:rPr>
                        <a:t>2MD</a:t>
                      </a:r>
                      <a:r>
                        <a:rPr lang="ja-JP" altLang="en-US" sz="900" b="0" u="none" strike="noStrike" kern="1200" dirty="0">
                          <a:solidFill>
                            <a:schemeClr val="tx1"/>
                          </a:solidFill>
                          <a:effectLst/>
                        </a:rPr>
                        <a:t>／</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で</a:t>
                      </a:r>
                      <a:r>
                        <a:rPr lang="en-US" altLang="ja-JP" sz="900" b="0" u="none" strike="noStrike" kern="1200" dirty="0">
                          <a:solidFill>
                            <a:schemeClr val="tx1"/>
                          </a:solidFill>
                          <a:effectLst/>
                        </a:rPr>
                        <a:t>1.10MM</a:t>
                      </a:r>
                      <a:br>
                        <a:rPr lang="en-US" altLang="ja-JP" sz="900" b="0" u="none" strike="noStrike" kern="1200" dirty="0">
                          <a:solidFill>
                            <a:schemeClr val="tx1"/>
                          </a:solidFill>
                          <a:effectLst/>
                        </a:rPr>
                      </a:br>
                      <a:r>
                        <a:rPr lang="en-US" altLang="ja-JP" sz="1050" b="0" u="none" strike="noStrike" kern="1200" dirty="0">
                          <a:solidFill>
                            <a:schemeClr val="tx1"/>
                          </a:solidFill>
                          <a:effectLst/>
                        </a:rPr>
                        <a:t>■</a:t>
                      </a:r>
                      <a:r>
                        <a:rPr lang="ja-JP" altLang="en-US" sz="1050" b="0" u="none" strike="noStrike" kern="1200" dirty="0">
                          <a:solidFill>
                            <a:schemeClr val="tx1"/>
                          </a:solidFill>
                          <a:effectLst/>
                        </a:rPr>
                        <a:t>その他個別</a:t>
                      </a:r>
                      <a:r>
                        <a:rPr lang="en-US" altLang="ja-JP" sz="1050" b="0" u="none" strike="noStrike" kern="1200" dirty="0">
                          <a:solidFill>
                            <a:schemeClr val="tx1"/>
                          </a:solidFill>
                          <a:effectLst/>
                        </a:rPr>
                        <a:t>DB</a:t>
                      </a:r>
                      <a:r>
                        <a:rPr lang="ja-JP" altLang="en-US" sz="1050" b="0" u="none" strike="noStrike" kern="1200" dirty="0">
                          <a:solidFill>
                            <a:schemeClr val="tx1"/>
                          </a:solidFill>
                          <a:effectLst/>
                        </a:rPr>
                        <a:t>：</a:t>
                      </a:r>
                      <a:r>
                        <a:rPr lang="en-US" altLang="ja-JP" sz="1050" b="0" u="none" strike="noStrike" kern="1200" dirty="0">
                          <a:solidFill>
                            <a:schemeClr val="tx1"/>
                          </a:solidFill>
                          <a:effectLst/>
                        </a:rPr>
                        <a:t>1.70MM</a:t>
                      </a:r>
                      <a:br>
                        <a:rPr lang="en-US" altLang="ja-JP" sz="1050" b="0" u="none" strike="noStrike" kern="1200" dirty="0">
                          <a:solidFill>
                            <a:schemeClr val="tx1"/>
                          </a:solidFill>
                          <a:effectLst/>
                        </a:rPr>
                      </a:br>
                      <a:r>
                        <a:rPr lang="ja-JP" altLang="en-US" sz="1050" b="0" u="none" strike="noStrike" kern="1200" dirty="0">
                          <a:solidFill>
                            <a:schemeClr val="tx1"/>
                          </a:solidFill>
                          <a:effectLst/>
                        </a:rPr>
                        <a:t>　</a:t>
                      </a:r>
                      <a:r>
                        <a:rPr lang="en-US" altLang="ja-JP" sz="900" b="0" u="none" strike="noStrike" kern="1200" dirty="0">
                          <a:solidFill>
                            <a:schemeClr val="tx1"/>
                          </a:solidFill>
                          <a:effectLst/>
                        </a:rPr>
                        <a:t>1</a:t>
                      </a:r>
                      <a:r>
                        <a:rPr lang="ja-JP" altLang="en-US" sz="900" b="0" u="none" strike="noStrike" kern="1200" dirty="0">
                          <a:solidFill>
                            <a:schemeClr val="tx1"/>
                          </a:solidFill>
                          <a:effectLst/>
                        </a:rPr>
                        <a:t>社の</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をメインで実施（</a:t>
                      </a:r>
                      <a:r>
                        <a:rPr lang="en-US" altLang="ja-JP" sz="900" b="0" u="none" strike="noStrike" kern="1200" dirty="0">
                          <a:solidFill>
                            <a:schemeClr val="tx1"/>
                          </a:solidFill>
                          <a:effectLst/>
                        </a:rPr>
                        <a:t>1.00MM</a:t>
                      </a:r>
                      <a:r>
                        <a:rPr lang="ja-JP" altLang="en-US" sz="900" b="0" u="none" strike="noStrike" kern="1200" dirty="0">
                          <a:solidFill>
                            <a:schemeClr val="tx1"/>
                          </a:solidFill>
                          <a:effectLst/>
                        </a:rPr>
                        <a:t>）、残り</a:t>
                      </a:r>
                      <a:r>
                        <a:rPr lang="en-US" altLang="ja-JP" sz="900" b="0" u="none" strike="noStrike" kern="1200" dirty="0">
                          <a:solidFill>
                            <a:schemeClr val="tx1"/>
                          </a:solidFill>
                          <a:effectLst/>
                        </a:rPr>
                        <a:t>7</a:t>
                      </a:r>
                      <a:r>
                        <a:rPr lang="ja-JP" altLang="en-US" sz="900" b="0" u="none" strike="noStrike" kern="1200" dirty="0">
                          <a:solidFill>
                            <a:schemeClr val="tx1"/>
                          </a:solidFill>
                          <a:effectLst/>
                        </a:rPr>
                        <a:t>社の差分解析は</a:t>
                      </a:r>
                      <a:r>
                        <a:rPr lang="en-US" altLang="ja-JP" sz="900" b="0" u="none" strike="noStrike" kern="1200" dirty="0">
                          <a:solidFill>
                            <a:schemeClr val="tx1"/>
                          </a:solidFill>
                          <a:effectLst/>
                        </a:rPr>
                        <a:t>2MD</a:t>
                      </a:r>
                      <a:r>
                        <a:rPr lang="ja-JP" altLang="en-US" sz="900" b="0" u="none" strike="noStrike" kern="1200" dirty="0">
                          <a:solidFill>
                            <a:schemeClr val="tx1"/>
                          </a:solidFill>
                          <a:effectLst/>
                        </a:rPr>
                        <a:t>／</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で</a:t>
                      </a:r>
                      <a:r>
                        <a:rPr lang="en-US" altLang="ja-JP" sz="900" b="0" u="none" strike="noStrike" kern="1200" dirty="0">
                          <a:solidFill>
                            <a:schemeClr val="tx1"/>
                          </a:solidFill>
                          <a:effectLst/>
                        </a:rPr>
                        <a:t>0.70MM</a:t>
                      </a:r>
                      <a:endParaRPr lang="en-US" altLang="ja-JP" sz="9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1625447426"/>
                  </a:ext>
                </a:extLst>
              </a:tr>
              <a:tr h="346128">
                <a:tc>
                  <a:txBody>
                    <a:bodyPr/>
                    <a:lstStyle/>
                    <a:p>
                      <a:pPr marL="0" algn="l" defTabSz="914400" rtl="0" eaLnBrk="1" fontAlgn="b" latinLnBrk="0" hangingPunct="1"/>
                      <a:r>
                        <a:rPr lang="ja-JP" altLang="en-US" sz="1050" b="0" u="none" strike="noStrike" kern="1200" dirty="0">
                          <a:solidFill>
                            <a:schemeClr val="tx1"/>
                          </a:solidFill>
                          <a:effectLst/>
                          <a:latin typeface="+mn-lt"/>
                          <a:ea typeface="+mn-ea"/>
                          <a:cs typeface="+mn-cs"/>
                        </a:rPr>
                        <a:t>構造設計＆</a:t>
                      </a:r>
                      <a:r>
                        <a:rPr lang="en-US" altLang="ja-JP" sz="1050" b="0" u="none" strike="noStrike" kern="1200" dirty="0">
                          <a:solidFill>
                            <a:schemeClr val="tx1"/>
                          </a:solidFill>
                          <a:effectLst/>
                          <a:latin typeface="+mn-lt"/>
                          <a:ea typeface="+mn-ea"/>
                          <a:cs typeface="+mn-cs"/>
                        </a:rPr>
                        <a:t>POC</a:t>
                      </a:r>
                      <a:endParaRPr lang="ja-JP" altLang="en-US" sz="1050" b="0" u="none" strike="noStrike" kern="1200" dirty="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lang="en-US" altLang="ja-JP" sz="1050" b="0" u="none" strike="noStrike" kern="1200" dirty="0">
                          <a:solidFill>
                            <a:schemeClr val="tx1"/>
                          </a:solidFill>
                          <a:effectLst/>
                          <a:latin typeface="+mn-lt"/>
                          <a:ea typeface="+mn-ea"/>
                          <a:cs typeface="+mn-cs"/>
                        </a:rPr>
                        <a:t>8.00</a:t>
                      </a:r>
                    </a:p>
                  </a:txBody>
                  <a:tcPr marL="0" marR="0" marT="0" marB="0" anchor="ctr"/>
                </a:tc>
                <a:tc>
                  <a:txBody>
                    <a:bodyPr/>
                    <a:lstStyle/>
                    <a:p>
                      <a:pPr marL="228600" indent="-228600" algn="l" defTabSz="914400" rtl="0" eaLnBrk="1" fontAlgn="b" latinLnBrk="0" hangingPunct="1">
                        <a:buFont typeface="+mj-lt"/>
                        <a:buAutoNum type="arabicPeriod"/>
                      </a:pPr>
                      <a:r>
                        <a:rPr lang="en-US" altLang="ja-JP" sz="1050" b="0" u="none" strike="noStrike" kern="1200" dirty="0">
                          <a:solidFill>
                            <a:schemeClr val="tx1"/>
                          </a:solidFill>
                          <a:effectLst/>
                          <a:latin typeface="+mn-lt"/>
                          <a:ea typeface="+mn-ea"/>
                          <a:cs typeface="+mn-cs"/>
                        </a:rPr>
                        <a:t>Automation Flow</a:t>
                      </a:r>
                      <a:r>
                        <a:rPr lang="ja-JP" altLang="en-US" sz="1050" b="0" u="none" strike="noStrike" kern="1200" dirty="0">
                          <a:solidFill>
                            <a:schemeClr val="tx1"/>
                          </a:solidFill>
                          <a:effectLst/>
                          <a:latin typeface="+mn-lt"/>
                          <a:ea typeface="+mn-ea"/>
                          <a:cs typeface="+mn-cs"/>
                        </a:rPr>
                        <a:t>で複数ファイルまとめて</a:t>
                      </a:r>
                      <a:r>
                        <a:rPr lang="en-US" altLang="ja-JP" sz="1050" b="0" u="none" strike="noStrike" kern="1200" dirty="0">
                          <a:solidFill>
                            <a:schemeClr val="tx1"/>
                          </a:solidFill>
                          <a:effectLst/>
                          <a:latin typeface="+mn-lt"/>
                          <a:ea typeface="+mn-ea"/>
                          <a:cs typeface="+mn-cs"/>
                        </a:rPr>
                        <a:t>Download</a:t>
                      </a:r>
                      <a:r>
                        <a:rPr lang="ja-JP" altLang="en-US" sz="1050" b="0" u="none" strike="noStrike" kern="1200" dirty="0">
                          <a:solidFill>
                            <a:schemeClr val="tx1"/>
                          </a:solidFill>
                          <a:effectLst/>
                          <a:latin typeface="+mn-lt"/>
                          <a:ea typeface="+mn-ea"/>
                          <a:cs typeface="+mn-cs"/>
                        </a:rPr>
                        <a:t>とユーザにより個別ファイル</a:t>
                      </a:r>
                      <a:r>
                        <a:rPr lang="en-US" altLang="ja-JP" sz="1050" b="0" u="none" strike="noStrike" kern="1200" dirty="0">
                          <a:solidFill>
                            <a:schemeClr val="tx1"/>
                          </a:solidFill>
                          <a:effectLst/>
                          <a:latin typeface="+mn-lt"/>
                          <a:ea typeface="+mn-ea"/>
                          <a:cs typeface="+mn-cs"/>
                        </a:rPr>
                        <a:t>Upload/Download</a:t>
                      </a:r>
                      <a:r>
                        <a:rPr lang="ja-JP" altLang="en-US" sz="1050" b="0" u="none" strike="noStrike" kern="1200" dirty="0">
                          <a:solidFill>
                            <a:schemeClr val="tx1"/>
                          </a:solidFill>
                          <a:effectLst/>
                          <a:latin typeface="+mn-lt"/>
                          <a:ea typeface="+mn-ea"/>
                          <a:cs typeface="+mn-cs"/>
                        </a:rPr>
                        <a:t>のコスト差異がなし</a:t>
                      </a:r>
                      <a:endParaRPr lang="en-US" altLang="ja-JP" sz="1050" b="0" u="none" strike="noStrike" kern="1200" dirty="0">
                        <a:solidFill>
                          <a:schemeClr val="tx1"/>
                        </a:solidFill>
                        <a:effectLst/>
                        <a:latin typeface="+mn-lt"/>
                        <a:ea typeface="+mn-ea"/>
                        <a:cs typeface="+mn-cs"/>
                      </a:endParaRPr>
                    </a:p>
                    <a:p>
                      <a:pPr marL="228600" indent="-228600" algn="l" defTabSz="914400" rtl="0" eaLnBrk="1" fontAlgn="b" latinLnBrk="0" hangingPunct="1">
                        <a:buFont typeface="+mj-lt"/>
                        <a:buAutoNum type="arabicPeriod"/>
                      </a:pPr>
                      <a:r>
                        <a:rPr lang="en-US" altLang="ja-JP" sz="1050" b="0" u="none" strike="noStrike" kern="1200" dirty="0">
                          <a:solidFill>
                            <a:schemeClr val="tx1"/>
                          </a:solidFill>
                          <a:effectLst/>
                          <a:latin typeface="+mn-lt"/>
                          <a:ea typeface="+mn-ea"/>
                          <a:cs typeface="+mn-cs"/>
                        </a:rPr>
                        <a:t>5000User</a:t>
                      </a:r>
                      <a:r>
                        <a:rPr lang="ja-JP" altLang="en-US" sz="1050" b="0" u="none" strike="noStrike" kern="1200" dirty="0">
                          <a:solidFill>
                            <a:schemeClr val="tx1"/>
                          </a:solidFill>
                          <a:effectLst/>
                          <a:latin typeface="+mn-lt"/>
                          <a:ea typeface="+mn-ea"/>
                          <a:cs typeface="+mn-cs"/>
                        </a:rPr>
                        <a:t>と</a:t>
                      </a:r>
                      <a:r>
                        <a:rPr lang="en-US" altLang="ja-JP" sz="1050" b="0" u="none" strike="noStrike" kern="1200" dirty="0">
                          <a:solidFill>
                            <a:schemeClr val="tx1"/>
                          </a:solidFill>
                          <a:effectLst/>
                          <a:latin typeface="+mn-lt"/>
                          <a:ea typeface="+mn-ea"/>
                          <a:cs typeface="+mn-cs"/>
                        </a:rPr>
                        <a:t>10000User</a:t>
                      </a:r>
                      <a:r>
                        <a:rPr lang="ja-JP" altLang="en-US" sz="1050" b="0" u="none" strike="noStrike" kern="1200" dirty="0">
                          <a:solidFill>
                            <a:schemeClr val="tx1"/>
                          </a:solidFill>
                          <a:effectLst/>
                          <a:latin typeface="+mn-lt"/>
                          <a:ea typeface="+mn-ea"/>
                          <a:cs typeface="+mn-cs"/>
                        </a:rPr>
                        <a:t>の影響は誤差範囲（</a:t>
                      </a:r>
                      <a:r>
                        <a:rPr lang="en-US" altLang="ja-JP" sz="1050" b="0" u="none" strike="noStrike" kern="1200" dirty="0">
                          <a:solidFill>
                            <a:schemeClr val="tx1"/>
                          </a:solidFill>
                          <a:effectLst/>
                          <a:latin typeface="+mn-lt"/>
                          <a:ea typeface="+mn-ea"/>
                          <a:cs typeface="+mn-cs"/>
                        </a:rPr>
                        <a:t>Sizing</a:t>
                      </a:r>
                      <a:r>
                        <a:rPr lang="ja-JP" altLang="en-US" sz="1050" b="0" u="none" strike="noStrike" kern="1200" dirty="0">
                          <a:solidFill>
                            <a:schemeClr val="tx1"/>
                          </a:solidFill>
                          <a:effectLst/>
                          <a:latin typeface="+mn-lt"/>
                          <a:ea typeface="+mn-ea"/>
                          <a:cs typeface="+mn-cs"/>
                        </a:rPr>
                        <a:t>と性能試験に影響するのみ、性能測定に</a:t>
                      </a:r>
                      <a:r>
                        <a:rPr lang="en-US" altLang="ja-JP" sz="1050" b="0" u="none" strike="noStrike" kern="1200" dirty="0">
                          <a:solidFill>
                            <a:schemeClr val="tx1"/>
                          </a:solidFill>
                          <a:effectLst/>
                          <a:latin typeface="+mn-lt"/>
                          <a:ea typeface="+mn-ea"/>
                          <a:cs typeface="+mn-cs"/>
                        </a:rPr>
                        <a:t>10</a:t>
                      </a:r>
                      <a:r>
                        <a:rPr lang="ja-JP" altLang="en-US" sz="1050" b="0" u="none" strike="noStrike" kern="1200" dirty="0">
                          <a:solidFill>
                            <a:schemeClr val="tx1"/>
                          </a:solidFill>
                          <a:effectLst/>
                          <a:latin typeface="+mn-lt"/>
                          <a:ea typeface="+mn-ea"/>
                          <a:cs typeface="+mn-cs"/>
                        </a:rPr>
                        <a:t>年間データを考えると、略）</a:t>
                      </a:r>
                      <a:endParaRPr lang="en-US" altLang="ja-JP" sz="1050" b="0" u="none" strike="noStrike" kern="1200" dirty="0">
                        <a:solidFill>
                          <a:schemeClr val="tx1"/>
                        </a:solidFill>
                        <a:effectLst/>
                        <a:latin typeface="+mn-lt"/>
                        <a:ea typeface="+mn-ea"/>
                        <a:cs typeface="+mn-cs"/>
                      </a:endParaRPr>
                    </a:p>
                  </a:txBody>
                  <a:tcPr marL="0" marR="0" marT="0" marB="0" anchor="ctr"/>
                </a:tc>
                <a:extLst>
                  <a:ext uri="{0D108BD9-81ED-4DB2-BD59-A6C34878D82A}">
                    <a16:rowId xmlns:a16="http://schemas.microsoft.com/office/drawing/2014/main" val="849158256"/>
                  </a:ext>
                </a:extLst>
              </a:tr>
              <a:tr h="173064">
                <a:tc>
                  <a:txBody>
                    <a:bodyPr/>
                    <a:lstStyle/>
                    <a:p>
                      <a:pPr marL="0" algn="l" defTabSz="914400" rtl="0" eaLnBrk="1" fontAlgn="b" latinLnBrk="0" hangingPunct="1"/>
                      <a:r>
                        <a:rPr lang="ja-JP" altLang="en-US" sz="1050" b="0" u="none" strike="noStrike" kern="1200" dirty="0">
                          <a:solidFill>
                            <a:schemeClr val="tx1"/>
                          </a:solidFill>
                          <a:effectLst/>
                        </a:rPr>
                        <a:t>システム設計①</a:t>
                      </a:r>
                      <a:endPar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en-US" altLang="ja-JP" sz="1050" b="0" u="none" strike="noStrike" kern="1200" dirty="0">
                          <a:solidFill>
                            <a:schemeClr val="tx1"/>
                          </a:solidFill>
                          <a:effectLst/>
                          <a:latin typeface="+mn-lt"/>
                          <a:ea typeface="+mn-ea"/>
                          <a:cs typeface="+mn-cs"/>
                        </a:rPr>
                        <a:t>12.82 </a:t>
                      </a:r>
                    </a:p>
                  </a:txBody>
                  <a:tcPr marL="0" marR="0" marT="0" marB="0" anchor="ctr"/>
                </a:tc>
                <a:tc>
                  <a:txBody>
                    <a:bodyPr/>
                    <a:lstStyle/>
                    <a:p>
                      <a:pPr marL="0" algn="l" defTabSz="914400" rtl="0" eaLnBrk="1" fontAlgn="b" latinLnBrk="0" hangingPunct="1"/>
                      <a:r>
                        <a:rPr lang="ja-JP" altLang="en-US" sz="1050" b="0" u="none" strike="noStrike" kern="1200" dirty="0">
                          <a:solidFill>
                            <a:schemeClr val="tx1"/>
                          </a:solidFill>
                          <a:effectLst/>
                        </a:rPr>
                        <a:t>開発単体①部分の設計、工数は開発単体工数</a:t>
                      </a:r>
                      <a:r>
                        <a:rPr lang="en-US" altLang="ja-JP" sz="1050" b="0" u="none" strike="noStrike" kern="1200" dirty="0">
                          <a:solidFill>
                            <a:schemeClr val="tx1"/>
                          </a:solidFill>
                          <a:effectLst/>
                        </a:rPr>
                        <a:t>×0.3</a:t>
                      </a:r>
                      <a:r>
                        <a:rPr lang="ja-JP" altLang="en-US" sz="1050" b="0" u="none" strike="noStrike" kern="1200" dirty="0">
                          <a:solidFill>
                            <a:schemeClr val="tx1"/>
                          </a:solidFill>
                          <a:effectLst/>
                        </a:rPr>
                        <a:t>とする</a:t>
                      </a:r>
                      <a:endPar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2204961108"/>
                  </a:ext>
                </a:extLst>
              </a:tr>
              <a:tr h="173064">
                <a:tc>
                  <a:txBody>
                    <a:bodyPr/>
                    <a:lstStyle/>
                    <a:p>
                      <a:pPr marL="0" algn="l" defTabSz="914400" rtl="0" eaLnBrk="1" fontAlgn="b" latinLnBrk="0" hangingPunct="1"/>
                      <a:r>
                        <a:rPr lang="ja-JP" altLang="en-US" sz="1050" b="0" u="none" strike="noStrike" kern="1200" dirty="0">
                          <a:solidFill>
                            <a:schemeClr val="tx1"/>
                          </a:solidFill>
                          <a:effectLst/>
                        </a:rPr>
                        <a:t>システム設計②</a:t>
                      </a:r>
                      <a:endPar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en-US" altLang="ja-JP" sz="1050" b="0" u="none" strike="noStrike" kern="1200" dirty="0">
                          <a:solidFill>
                            <a:schemeClr val="tx1"/>
                          </a:solidFill>
                          <a:effectLst/>
                          <a:latin typeface="+mn-lt"/>
                          <a:ea typeface="+mn-ea"/>
                          <a:cs typeface="+mn-cs"/>
                        </a:rPr>
                        <a:t>2.00 </a:t>
                      </a:r>
                    </a:p>
                  </a:txBody>
                  <a:tcPr marL="0" marR="0" marT="0" marB="0" anchor="ctr"/>
                </a:tc>
                <a:tc>
                  <a:txBody>
                    <a:bodyPr/>
                    <a:lstStyle/>
                    <a:p>
                      <a:pPr marL="0" algn="l" defTabSz="914400" rtl="0" eaLnBrk="1" fontAlgn="b" latinLnBrk="0" hangingPunct="1"/>
                      <a:r>
                        <a:rPr lang="ja-JP" altLang="en-US" sz="1050" b="0" u="none" strike="noStrike" kern="1200" dirty="0">
                          <a:solidFill>
                            <a:schemeClr val="tx1"/>
                          </a:solidFill>
                          <a:effectLst/>
                        </a:rPr>
                        <a:t>開発単体②部分の設計、</a:t>
                      </a:r>
                      <a:r>
                        <a:rPr lang="en-US" altLang="ja-JP" sz="1050" b="0" u="none" strike="noStrike" kern="1200" dirty="0">
                          <a:solidFill>
                            <a:schemeClr val="tx1"/>
                          </a:solidFill>
                          <a:effectLst/>
                        </a:rPr>
                        <a:t>1</a:t>
                      </a:r>
                      <a:r>
                        <a:rPr lang="ja-JP" altLang="en-US" sz="1050" b="0" u="none" strike="noStrike" kern="1200" dirty="0">
                          <a:solidFill>
                            <a:schemeClr val="tx1"/>
                          </a:solidFill>
                          <a:effectLst/>
                        </a:rPr>
                        <a:t>機能１</a:t>
                      </a:r>
                      <a:r>
                        <a:rPr lang="en-US" altLang="ja-JP" sz="1050" b="0" u="none" strike="noStrike" kern="1200" dirty="0">
                          <a:solidFill>
                            <a:schemeClr val="tx1"/>
                          </a:solidFill>
                          <a:effectLst/>
                        </a:rPr>
                        <a:t>MM</a:t>
                      </a:r>
                      <a:r>
                        <a:rPr lang="ja-JP" altLang="en-US" sz="1050" b="0" u="none" strike="noStrike" kern="1200" dirty="0">
                          <a:solidFill>
                            <a:schemeClr val="tx1"/>
                          </a:solidFill>
                          <a:effectLst/>
                        </a:rPr>
                        <a:t>と概算する</a:t>
                      </a:r>
                      <a:endPar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366353059"/>
                  </a:ext>
                </a:extLst>
              </a:tr>
              <a:tr h="173064">
                <a:tc>
                  <a:txBody>
                    <a:bodyPr/>
                    <a:lstStyle/>
                    <a:p>
                      <a:pPr marL="0" algn="l" defTabSz="914400" rtl="0" eaLnBrk="1" fontAlgn="b" latinLnBrk="0" hangingPunct="1"/>
                      <a:r>
                        <a:rPr lang="ja-JP" altLang="en-US" sz="1050" b="0" u="none" strike="noStrike" kern="1200" dirty="0">
                          <a:solidFill>
                            <a:schemeClr val="tx1"/>
                          </a:solidFill>
                          <a:effectLst/>
                        </a:rPr>
                        <a:t>開発単体①</a:t>
                      </a:r>
                      <a:endPar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en-US" altLang="ja-JP" sz="1050" b="0" u="none" strike="noStrike" kern="1200" dirty="0">
                          <a:solidFill>
                            <a:schemeClr val="tx1"/>
                          </a:solidFill>
                          <a:effectLst/>
                          <a:latin typeface="+mn-lt"/>
                          <a:ea typeface="+mn-ea"/>
                          <a:cs typeface="+mn-cs"/>
                        </a:rPr>
                        <a:t>42.74 </a:t>
                      </a:r>
                    </a:p>
                  </a:txBody>
                  <a:tcPr marL="0" marR="0" marT="0" marB="0" anchor="ctr"/>
                </a:tc>
                <a:tc>
                  <a:txBody>
                    <a:bodyPr/>
                    <a:lstStyle/>
                    <a:p>
                      <a:pPr marL="0" algn="l" defTabSz="914400" rtl="0" eaLnBrk="1" fontAlgn="b" latinLnBrk="0" hangingPunct="1"/>
                      <a:r>
                        <a:rPr lang="ja-JP" altLang="en-US" sz="1050" b="0" u="none" strike="noStrike" kern="1200" dirty="0">
                          <a:solidFill>
                            <a:schemeClr val="tx1"/>
                          </a:solidFill>
                          <a:effectLst/>
                        </a:rPr>
                        <a:t>機能一覧の</a:t>
                      </a:r>
                      <a:r>
                        <a:rPr lang="en-US" altLang="ja-JP" sz="1050" b="0" u="none" strike="noStrike" kern="1200" dirty="0">
                          <a:solidFill>
                            <a:schemeClr val="tx1"/>
                          </a:solidFill>
                          <a:effectLst/>
                        </a:rPr>
                        <a:t>i12,i13</a:t>
                      </a:r>
                      <a:r>
                        <a:rPr lang="ja-JP" altLang="en-US" sz="1050" b="0" u="none" strike="noStrike" kern="1200" dirty="0">
                          <a:solidFill>
                            <a:schemeClr val="tx1"/>
                          </a:solidFill>
                          <a:effectLst/>
                        </a:rPr>
                        <a:t>以外、システム設計</a:t>
                      </a:r>
                      <a:endPar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1915517710"/>
                  </a:ext>
                </a:extLst>
              </a:tr>
              <a:tr h="173064">
                <a:tc>
                  <a:txBody>
                    <a:bodyPr/>
                    <a:lstStyle/>
                    <a:p>
                      <a:pPr marL="0" algn="l" defTabSz="914400" rtl="0" eaLnBrk="1" fontAlgn="b" latinLnBrk="0" hangingPunct="1"/>
                      <a:r>
                        <a:rPr lang="ja-JP" altLang="en-US" sz="1050" b="0" u="none" strike="noStrike" kern="1200" dirty="0">
                          <a:solidFill>
                            <a:schemeClr val="tx1"/>
                          </a:solidFill>
                          <a:effectLst/>
                        </a:rPr>
                        <a:t>開発単体②</a:t>
                      </a:r>
                      <a:endPar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en-US" altLang="ja-JP" sz="1050" b="0" u="none" strike="noStrike" kern="1200" dirty="0">
                          <a:solidFill>
                            <a:schemeClr val="tx1"/>
                          </a:solidFill>
                          <a:effectLst/>
                          <a:latin typeface="+mn-lt"/>
                          <a:ea typeface="+mn-ea"/>
                          <a:cs typeface="+mn-cs"/>
                        </a:rPr>
                        <a:t>15.00 </a:t>
                      </a:r>
                    </a:p>
                  </a:txBody>
                  <a:tcPr marL="0" marR="0" marT="0" marB="0" anchor="ctr"/>
                </a:tc>
                <a:tc>
                  <a:txBody>
                    <a:bodyPr/>
                    <a:lstStyle/>
                    <a:p>
                      <a:pPr marL="0" algn="l" defTabSz="914400" rtl="0" eaLnBrk="1" fontAlgn="b" latinLnBrk="0" hangingPunct="1"/>
                      <a:r>
                        <a:rPr lang="ja-JP" altLang="en-US" sz="1050" b="0" u="none" strike="noStrike" kern="1200" dirty="0">
                          <a:solidFill>
                            <a:schemeClr val="tx1"/>
                          </a:solidFill>
                          <a:effectLst/>
                        </a:rPr>
                        <a:t>機能一覧の</a:t>
                      </a:r>
                      <a:r>
                        <a:rPr lang="de-DE" sz="1050" b="0" u="none" strike="noStrike" kern="1200" dirty="0">
                          <a:solidFill>
                            <a:schemeClr val="tx1"/>
                          </a:solidFill>
                          <a:effectLst/>
                        </a:rPr>
                        <a:t>i12,i13</a:t>
                      </a:r>
                      <a:r>
                        <a:rPr lang="ja-JP" altLang="en-US" sz="1050" b="0" u="none" strike="noStrike" kern="1200" dirty="0">
                          <a:solidFill>
                            <a:schemeClr val="tx1"/>
                          </a:solidFill>
                          <a:effectLst/>
                        </a:rPr>
                        <a:t>分</a:t>
                      </a:r>
                      <a:endPar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1922087986"/>
                  </a:ext>
                </a:extLst>
              </a:tr>
              <a:tr h="173064">
                <a:tc>
                  <a:txBody>
                    <a:bodyPr/>
                    <a:lstStyle/>
                    <a:p>
                      <a:pPr marL="0" algn="l" defTabSz="914400" rtl="0" eaLnBrk="1" fontAlgn="b" latinLnBrk="0" hangingPunct="1"/>
                      <a:r>
                        <a:rPr lang="ja-JP" altLang="en-US" sz="1050" b="0" u="none" strike="noStrike" kern="1200" dirty="0">
                          <a:solidFill>
                            <a:schemeClr val="tx1"/>
                          </a:solidFill>
                          <a:effectLst/>
                        </a:rPr>
                        <a:t>結合テスト</a:t>
                      </a:r>
                      <a:endPar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en-US" altLang="ja-JP" sz="1050" b="0" u="none" strike="noStrike" kern="1200" dirty="0">
                          <a:solidFill>
                            <a:schemeClr val="tx1"/>
                          </a:solidFill>
                          <a:effectLst/>
                          <a:latin typeface="+mn-lt"/>
                          <a:ea typeface="+mn-ea"/>
                          <a:cs typeface="+mn-cs"/>
                        </a:rPr>
                        <a:t>8.55 </a:t>
                      </a:r>
                    </a:p>
                  </a:txBody>
                  <a:tcPr marL="0" marR="0" marT="0" marB="0" anchor="ctr"/>
                </a:tc>
                <a:tc>
                  <a:txBody>
                    <a:bodyPr/>
                    <a:lstStyle/>
                    <a:p>
                      <a:pPr marL="0" algn="l" defTabSz="914400" rtl="0" eaLnBrk="1" fontAlgn="b" latinLnBrk="0" hangingPunct="1"/>
                      <a:r>
                        <a:rPr lang="ja-JP" altLang="en-US" sz="1050" b="0" u="none" strike="noStrike" kern="1200" dirty="0">
                          <a:solidFill>
                            <a:schemeClr val="tx1"/>
                          </a:solidFill>
                          <a:effectLst/>
                        </a:rPr>
                        <a:t>開発単体①部分の結合テスト、工数は開発単体工数</a:t>
                      </a:r>
                      <a:r>
                        <a:rPr lang="en-US" altLang="ja-JP" sz="1050" b="0" u="none" strike="noStrike" kern="1200" dirty="0">
                          <a:solidFill>
                            <a:schemeClr val="tx1"/>
                          </a:solidFill>
                          <a:effectLst/>
                        </a:rPr>
                        <a:t>×0.2</a:t>
                      </a:r>
                      <a:r>
                        <a:rPr lang="ja-JP" altLang="en-US" sz="1050" b="0" u="none" strike="noStrike" kern="1200" dirty="0">
                          <a:solidFill>
                            <a:schemeClr val="tx1"/>
                          </a:solidFill>
                          <a:effectLst/>
                        </a:rPr>
                        <a:t>とする</a:t>
                      </a:r>
                      <a:endPar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1139015387"/>
                  </a:ext>
                </a:extLst>
              </a:tr>
              <a:tr h="173064">
                <a:tc>
                  <a:txBody>
                    <a:bodyPr/>
                    <a:lstStyle/>
                    <a:p>
                      <a:pPr marL="0" algn="l" defTabSz="914400" rtl="0" eaLnBrk="1" fontAlgn="b" latinLnBrk="0" hangingPunct="1"/>
                      <a:r>
                        <a:rPr lang="ja-JP" altLang="en-US" sz="1050" b="0" u="none" strike="noStrike" kern="1200" dirty="0">
                          <a:solidFill>
                            <a:schemeClr val="tx1"/>
                          </a:solidFill>
                          <a:effectLst/>
                          <a:latin typeface="+mn-lt"/>
                          <a:ea typeface="+mn-ea"/>
                          <a:cs typeface="+mn-cs"/>
                        </a:rPr>
                        <a:t>仕様などリスク</a:t>
                      </a:r>
                      <a:r>
                        <a:rPr lang="en-US" altLang="ja-JP" sz="1050" b="0" u="none" strike="noStrike" kern="1200" dirty="0">
                          <a:solidFill>
                            <a:schemeClr val="tx1"/>
                          </a:solidFill>
                          <a:effectLst/>
                          <a:latin typeface="+mn-lt"/>
                          <a:ea typeface="+mn-ea"/>
                          <a:cs typeface="+mn-cs"/>
                        </a:rPr>
                        <a:t>Buffer</a:t>
                      </a:r>
                      <a:endParaRPr lang="ja-JP" altLang="en-US" sz="1050" b="0" u="none" strike="noStrike" kern="1200" dirty="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lang="en-US" altLang="ja-JP" sz="1050" b="0" u="none" strike="noStrike" kern="1200" dirty="0">
                          <a:solidFill>
                            <a:schemeClr val="tx1"/>
                          </a:solidFill>
                          <a:effectLst/>
                          <a:latin typeface="+mn-lt"/>
                          <a:ea typeface="+mn-ea"/>
                          <a:cs typeface="+mn-cs"/>
                        </a:rPr>
                        <a:t>15</a:t>
                      </a:r>
                    </a:p>
                  </a:txBody>
                  <a:tcPr marL="0" marR="0" marT="0" marB="0" anchor="ctr"/>
                </a:tc>
                <a:tc>
                  <a:txBody>
                    <a:bodyPr/>
                    <a:lstStyle/>
                    <a:p>
                      <a:pPr marL="0" algn="l" defTabSz="914400" rtl="0" eaLnBrk="1" fontAlgn="b" latinLnBrk="0" hangingPunct="1"/>
                      <a:r>
                        <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rPr>
                        <a:t>開発工数の約</a:t>
                      </a:r>
                      <a:r>
                        <a:rPr lang="en-US" altLang="ja-JP" sz="1050" b="0" i="0" u="none" strike="noStrike" kern="1200" dirty="0">
                          <a:solidFill>
                            <a:schemeClr val="tx1"/>
                          </a:solidFill>
                          <a:effectLst/>
                          <a:latin typeface="Meiryo UI" panose="020B0604030504040204" pitchFamily="50" charset="-128"/>
                          <a:ea typeface="Meiryo UI" panose="020B0604030504040204" pitchFamily="50" charset="-128"/>
                          <a:cs typeface="+mn-cs"/>
                        </a:rPr>
                        <a:t>20%</a:t>
                      </a:r>
                      <a:r>
                        <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rPr>
                        <a:t>程度　</a:t>
                      </a:r>
                    </a:p>
                  </a:txBody>
                  <a:tcPr marL="0" marR="0" marT="0" marB="0" anchor="ctr"/>
                </a:tc>
                <a:extLst>
                  <a:ext uri="{0D108BD9-81ED-4DB2-BD59-A6C34878D82A}">
                    <a16:rowId xmlns:a16="http://schemas.microsoft.com/office/drawing/2014/main" val="1502352858"/>
                  </a:ext>
                </a:extLst>
              </a:tr>
              <a:tr h="1780089">
                <a:tc>
                  <a:txBody>
                    <a:bodyPr/>
                    <a:lstStyle/>
                    <a:p>
                      <a:pPr marL="0" algn="l" defTabSz="914400" rtl="0" eaLnBrk="1" fontAlgn="b" latinLnBrk="0" hangingPunct="1"/>
                      <a:r>
                        <a:rPr lang="ja-JP" altLang="en-US" sz="1050" b="0" u="none" strike="noStrike" kern="1200" dirty="0">
                          <a:solidFill>
                            <a:schemeClr val="tx1"/>
                          </a:solidFill>
                          <a:effectLst/>
                        </a:rPr>
                        <a:t>移行</a:t>
                      </a:r>
                      <a:endParaRPr lang="ja-JP" altLang="en-US" sz="105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en-US" altLang="ja-JP" sz="1050" b="0" u="none" strike="noStrike" kern="1200" dirty="0">
                          <a:solidFill>
                            <a:schemeClr val="tx1"/>
                          </a:solidFill>
                          <a:effectLst/>
                          <a:latin typeface="+mn-lt"/>
                          <a:ea typeface="+mn-ea"/>
                          <a:cs typeface="+mn-cs"/>
                        </a:rPr>
                        <a:t>25.95</a:t>
                      </a:r>
                    </a:p>
                  </a:txBody>
                  <a:tcPr marL="0" marR="0" marT="0" marB="0" anchor="ctr"/>
                </a:tc>
                <a:tc>
                  <a:txBody>
                    <a:bodyPr/>
                    <a:lstStyle/>
                    <a:p>
                      <a:pPr marL="0" algn="l" defTabSz="914400" rtl="0" eaLnBrk="1" fontAlgn="b" latinLnBrk="0" hangingPunct="1"/>
                      <a:r>
                        <a:rPr lang="ja-JP" altLang="en-US" sz="1050" b="0" u="none" strike="noStrike" kern="1200" dirty="0">
                          <a:solidFill>
                            <a:schemeClr val="tx1"/>
                          </a:solidFill>
                          <a:effectLst/>
                        </a:rPr>
                        <a:t>■移行開発</a:t>
                      </a:r>
                      <a:br>
                        <a:rPr lang="ja-JP" altLang="en-US" sz="1050" b="0" u="none" strike="noStrike" kern="1200" dirty="0">
                          <a:solidFill>
                            <a:schemeClr val="tx1"/>
                          </a:solidFill>
                          <a:effectLst/>
                        </a:rPr>
                      </a:br>
                      <a:r>
                        <a:rPr lang="ja-JP" altLang="en-US" sz="1050" b="0" u="none" strike="noStrike" kern="1200" dirty="0">
                          <a:solidFill>
                            <a:schemeClr val="tx1"/>
                          </a:solidFill>
                          <a:effectLst/>
                        </a:rPr>
                        <a:t>　</a:t>
                      </a:r>
                      <a:r>
                        <a:rPr lang="ja-JP" altLang="en-US" sz="900" b="0" u="none" strike="noStrike" kern="1200" dirty="0">
                          <a:solidFill>
                            <a:schemeClr val="tx1"/>
                          </a:solidFill>
                          <a:effectLst/>
                        </a:rPr>
                        <a:t>①製品仕様書管理：</a:t>
                      </a:r>
                      <a:r>
                        <a:rPr lang="en-US" altLang="ja-JP" sz="900" b="0" u="none" strike="noStrike" kern="1200" dirty="0">
                          <a:solidFill>
                            <a:schemeClr val="tx1"/>
                          </a:solidFill>
                          <a:effectLst/>
                        </a:rPr>
                        <a:t>10.50MM</a:t>
                      </a:r>
                      <a:br>
                        <a:rPr lang="en-US" altLang="ja-JP" sz="900" b="0" u="none" strike="noStrike" kern="1200" dirty="0">
                          <a:solidFill>
                            <a:schemeClr val="tx1"/>
                          </a:solidFill>
                          <a:effectLst/>
                        </a:rPr>
                      </a:br>
                      <a:r>
                        <a:rPr lang="en-US" altLang="ja-JP" sz="900" b="0" u="none" strike="noStrike" kern="1200" dirty="0">
                          <a:solidFill>
                            <a:schemeClr val="tx1"/>
                          </a:solidFill>
                          <a:effectLst/>
                        </a:rPr>
                        <a:t>  </a:t>
                      </a:r>
                      <a:r>
                        <a:rPr lang="ja-JP" altLang="en-US" sz="900" b="0" u="none" strike="noStrike" kern="1200" dirty="0">
                          <a:solidFill>
                            <a:schemeClr val="tx1"/>
                          </a:solidFill>
                          <a:effectLst/>
                        </a:rPr>
                        <a:t>　</a:t>
                      </a:r>
                      <a:r>
                        <a:rPr lang="en-US" altLang="ja-JP" sz="900" b="0" u="none" strike="noStrike" kern="1200" dirty="0">
                          <a:solidFill>
                            <a:schemeClr val="tx1"/>
                          </a:solidFill>
                          <a:effectLst/>
                        </a:rPr>
                        <a:t>1</a:t>
                      </a:r>
                      <a:r>
                        <a:rPr lang="ja-JP" altLang="en-US" sz="900" b="0" u="none" strike="noStrike" kern="1200" dirty="0">
                          <a:solidFill>
                            <a:schemeClr val="tx1"/>
                          </a:solidFill>
                          <a:effectLst/>
                          <a:latin typeface="+mn-lt"/>
                          <a:ea typeface="+mn-ea"/>
                          <a:cs typeface="+mn-cs"/>
                        </a:rPr>
                        <a:t>システム</a:t>
                      </a:r>
                      <a:r>
                        <a:rPr lang="ja-JP" altLang="en-US" sz="900" b="0" u="none" strike="noStrike" kern="1200" dirty="0">
                          <a:solidFill>
                            <a:schemeClr val="tx1"/>
                          </a:solidFill>
                          <a:effectLst/>
                        </a:rPr>
                        <a:t>の三つ</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をメインで実施（</a:t>
                      </a:r>
                      <a:r>
                        <a:rPr lang="en-US" altLang="ja-JP" sz="900" b="0" u="none" strike="noStrike" kern="1200" dirty="0">
                          <a:solidFill>
                            <a:schemeClr val="tx1"/>
                          </a:solidFill>
                          <a:effectLst/>
                        </a:rPr>
                        <a:t>5.00MM</a:t>
                      </a:r>
                      <a:r>
                        <a:rPr lang="ja-JP" altLang="en-US" sz="900" b="0" u="none" strike="noStrike" kern="1200" dirty="0">
                          <a:solidFill>
                            <a:schemeClr val="tx1"/>
                          </a:solidFill>
                          <a:effectLst/>
                        </a:rPr>
                        <a:t>）、残り</a:t>
                      </a:r>
                      <a:r>
                        <a:rPr lang="en-US" altLang="ja-JP" sz="900" b="0" u="none" strike="noStrike" kern="1200" dirty="0">
                          <a:solidFill>
                            <a:schemeClr val="tx1"/>
                          </a:solidFill>
                          <a:effectLst/>
                        </a:rPr>
                        <a:t>11</a:t>
                      </a:r>
                      <a:r>
                        <a:rPr lang="ja-JP" altLang="en-US" sz="900" b="0" u="none" strike="noStrike" kern="1200" dirty="0">
                          <a:solidFill>
                            <a:schemeClr val="tx1"/>
                          </a:solidFill>
                          <a:effectLst/>
                          <a:latin typeface="+mn-lt"/>
                          <a:ea typeface="+mn-ea"/>
                          <a:cs typeface="+mn-cs"/>
                        </a:rPr>
                        <a:t>システム</a:t>
                      </a:r>
                      <a:r>
                        <a:rPr lang="ja-JP" altLang="en-US" sz="900" b="0" u="none" strike="noStrike" kern="1200" dirty="0">
                          <a:solidFill>
                            <a:schemeClr val="tx1"/>
                          </a:solidFill>
                          <a:effectLst/>
                        </a:rPr>
                        <a:t>の差分解析は</a:t>
                      </a:r>
                      <a:r>
                        <a:rPr lang="en-US" altLang="ja-JP" sz="900" b="0" u="none" strike="noStrike" kern="1200" dirty="0">
                          <a:solidFill>
                            <a:schemeClr val="tx1"/>
                          </a:solidFill>
                          <a:effectLst/>
                        </a:rPr>
                        <a:t>10MD</a:t>
                      </a:r>
                      <a:r>
                        <a:rPr lang="ja-JP" altLang="en-US" sz="900" b="0" u="none" strike="noStrike" kern="1200" dirty="0">
                          <a:solidFill>
                            <a:schemeClr val="tx1"/>
                          </a:solidFill>
                          <a:effectLst/>
                        </a:rPr>
                        <a:t>／</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で</a:t>
                      </a:r>
                      <a:r>
                        <a:rPr lang="en-US" altLang="ja-JP" sz="900" b="0" u="none" strike="noStrike" kern="1200" dirty="0">
                          <a:solidFill>
                            <a:schemeClr val="tx1"/>
                          </a:solidFill>
                          <a:effectLst/>
                        </a:rPr>
                        <a:t>5.50MM</a:t>
                      </a:r>
                      <a:br>
                        <a:rPr lang="en-US" altLang="ja-JP" sz="900" b="0" u="none" strike="noStrike" kern="1200" dirty="0">
                          <a:solidFill>
                            <a:schemeClr val="tx1"/>
                          </a:solidFill>
                          <a:effectLst/>
                        </a:rPr>
                      </a:br>
                      <a:r>
                        <a:rPr lang="ja-JP" altLang="en-US" sz="900" b="0" u="none" strike="noStrike" kern="1200" dirty="0">
                          <a:solidFill>
                            <a:schemeClr val="tx1"/>
                          </a:solidFill>
                          <a:effectLst/>
                        </a:rPr>
                        <a:t>　②納入仕様書管理：</a:t>
                      </a:r>
                      <a:r>
                        <a:rPr lang="en-US" altLang="ja-JP" sz="900" b="0" u="none" strike="noStrike" kern="1200" dirty="0">
                          <a:solidFill>
                            <a:schemeClr val="tx1"/>
                          </a:solidFill>
                          <a:effectLst/>
                        </a:rPr>
                        <a:t>4.75MM</a:t>
                      </a:r>
                      <a:br>
                        <a:rPr lang="en-US" altLang="ja-JP" sz="900" b="0" u="none" strike="noStrike" kern="1200" dirty="0">
                          <a:solidFill>
                            <a:schemeClr val="tx1"/>
                          </a:solidFill>
                          <a:effectLst/>
                        </a:rPr>
                      </a:br>
                      <a:r>
                        <a:rPr lang="ja-JP" altLang="en-US" sz="900" b="0" u="none" strike="noStrike" kern="1200" dirty="0">
                          <a:solidFill>
                            <a:schemeClr val="tx1"/>
                          </a:solidFill>
                          <a:effectLst/>
                        </a:rPr>
                        <a:t>　　</a:t>
                      </a:r>
                      <a:r>
                        <a:rPr lang="en-US" altLang="ja-JP" sz="900" b="0" u="none" strike="noStrike" kern="1200" dirty="0">
                          <a:solidFill>
                            <a:schemeClr val="tx1"/>
                          </a:solidFill>
                          <a:effectLst/>
                        </a:rPr>
                        <a:t>1</a:t>
                      </a:r>
                      <a:r>
                        <a:rPr lang="ja-JP" altLang="en-US" sz="900" b="0" u="none" strike="noStrike" kern="1200" dirty="0">
                          <a:solidFill>
                            <a:schemeClr val="tx1"/>
                          </a:solidFill>
                          <a:effectLst/>
                          <a:latin typeface="+mn-lt"/>
                          <a:ea typeface="+mn-ea"/>
                          <a:cs typeface="+mn-cs"/>
                        </a:rPr>
                        <a:t>システム</a:t>
                      </a:r>
                      <a:r>
                        <a:rPr lang="ja-JP" altLang="en-US" sz="900" b="0" u="none" strike="noStrike" kern="1200" dirty="0">
                          <a:solidFill>
                            <a:schemeClr val="tx1"/>
                          </a:solidFill>
                          <a:effectLst/>
                        </a:rPr>
                        <a:t>の</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をメインで実施（</a:t>
                      </a:r>
                      <a:r>
                        <a:rPr lang="en-US" altLang="ja-JP" sz="900" b="0" u="none" strike="noStrike" kern="1200" dirty="0">
                          <a:solidFill>
                            <a:schemeClr val="tx1"/>
                          </a:solidFill>
                          <a:effectLst/>
                        </a:rPr>
                        <a:t>2.00MM</a:t>
                      </a:r>
                      <a:r>
                        <a:rPr lang="ja-JP" altLang="en-US" sz="900" b="0" u="none" strike="noStrike" kern="1200" dirty="0">
                          <a:solidFill>
                            <a:schemeClr val="tx1"/>
                          </a:solidFill>
                          <a:effectLst/>
                        </a:rPr>
                        <a:t>）、残り</a:t>
                      </a:r>
                      <a:r>
                        <a:rPr lang="en-US" altLang="ja-JP" sz="900" b="0" u="none" strike="noStrike" kern="1200" dirty="0">
                          <a:solidFill>
                            <a:schemeClr val="tx1"/>
                          </a:solidFill>
                          <a:effectLst/>
                        </a:rPr>
                        <a:t>11</a:t>
                      </a:r>
                      <a:r>
                        <a:rPr lang="ja-JP" altLang="en-US" sz="900" b="0" u="none" strike="noStrike" kern="1200" dirty="0">
                          <a:solidFill>
                            <a:schemeClr val="tx1"/>
                          </a:solidFill>
                          <a:effectLst/>
                          <a:latin typeface="+mn-lt"/>
                          <a:ea typeface="+mn-ea"/>
                          <a:cs typeface="+mn-cs"/>
                        </a:rPr>
                        <a:t>システム</a:t>
                      </a:r>
                      <a:r>
                        <a:rPr lang="ja-JP" altLang="en-US" sz="900" b="0" u="none" strike="noStrike" kern="1200" dirty="0">
                          <a:solidFill>
                            <a:schemeClr val="tx1"/>
                          </a:solidFill>
                          <a:effectLst/>
                        </a:rPr>
                        <a:t>の差分解析は</a:t>
                      </a:r>
                      <a:r>
                        <a:rPr lang="en-US" altLang="ja-JP" sz="900" b="0" u="none" strike="noStrike" kern="1200" dirty="0">
                          <a:solidFill>
                            <a:schemeClr val="tx1"/>
                          </a:solidFill>
                          <a:effectLst/>
                        </a:rPr>
                        <a:t>5MD</a:t>
                      </a:r>
                      <a:r>
                        <a:rPr lang="ja-JP" altLang="en-US" sz="900" b="0" u="none" strike="noStrike" kern="1200" dirty="0">
                          <a:solidFill>
                            <a:schemeClr val="tx1"/>
                          </a:solidFill>
                          <a:effectLst/>
                        </a:rPr>
                        <a:t>／</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で</a:t>
                      </a:r>
                      <a:r>
                        <a:rPr lang="en-US" altLang="ja-JP" sz="900" b="0" u="none" strike="noStrike" kern="1200" dirty="0">
                          <a:solidFill>
                            <a:schemeClr val="tx1"/>
                          </a:solidFill>
                          <a:effectLst/>
                        </a:rPr>
                        <a:t>2.75MM</a:t>
                      </a:r>
                      <a:br>
                        <a:rPr lang="en-US" altLang="ja-JP" sz="900" b="0" u="none" strike="noStrike" kern="1200" dirty="0">
                          <a:solidFill>
                            <a:schemeClr val="tx1"/>
                          </a:solidFill>
                          <a:effectLst/>
                        </a:rPr>
                      </a:br>
                      <a:r>
                        <a:rPr lang="ja-JP" altLang="en-US" sz="900" b="0" u="none" strike="noStrike" kern="1200" dirty="0">
                          <a:solidFill>
                            <a:schemeClr val="tx1"/>
                          </a:solidFill>
                          <a:effectLst/>
                        </a:rPr>
                        <a:t>　③その他個別</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a:t>
                      </a:r>
                      <a:r>
                        <a:rPr lang="en-US" altLang="ja-JP" sz="900" b="0" u="none" strike="noStrike" kern="1200" dirty="0">
                          <a:solidFill>
                            <a:schemeClr val="tx1"/>
                          </a:solidFill>
                          <a:effectLst/>
                        </a:rPr>
                        <a:t>2.35MM</a:t>
                      </a:r>
                      <a:br>
                        <a:rPr lang="en-US" altLang="ja-JP" sz="900" b="0" u="none" strike="noStrike" kern="1200" dirty="0">
                          <a:solidFill>
                            <a:schemeClr val="tx1"/>
                          </a:solidFill>
                          <a:effectLst/>
                        </a:rPr>
                      </a:br>
                      <a:r>
                        <a:rPr lang="ja-JP" altLang="en-US" sz="900" b="0" u="none" strike="noStrike" kern="1200" dirty="0">
                          <a:solidFill>
                            <a:schemeClr val="tx1"/>
                          </a:solidFill>
                          <a:effectLst/>
                        </a:rPr>
                        <a:t>　  </a:t>
                      </a:r>
                      <a:r>
                        <a:rPr lang="en-US" altLang="ja-JP" sz="900" b="0" u="none" strike="noStrike" kern="1200" dirty="0">
                          <a:solidFill>
                            <a:schemeClr val="tx1"/>
                          </a:solidFill>
                          <a:effectLst/>
                        </a:rPr>
                        <a:t>1</a:t>
                      </a:r>
                      <a:r>
                        <a:rPr lang="ja-JP" altLang="en-US" sz="900" b="0" u="none" strike="noStrike" kern="1200" dirty="0">
                          <a:solidFill>
                            <a:schemeClr val="tx1"/>
                          </a:solidFill>
                          <a:effectLst/>
                          <a:latin typeface="+mn-lt"/>
                          <a:ea typeface="+mn-ea"/>
                          <a:cs typeface="+mn-cs"/>
                        </a:rPr>
                        <a:t>システム</a:t>
                      </a:r>
                      <a:r>
                        <a:rPr lang="ja-JP" altLang="en-US" sz="900" b="0" u="none" strike="noStrike" kern="1200" dirty="0">
                          <a:solidFill>
                            <a:schemeClr val="tx1"/>
                          </a:solidFill>
                          <a:effectLst/>
                        </a:rPr>
                        <a:t>の</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をメインで実施（</a:t>
                      </a:r>
                      <a:r>
                        <a:rPr lang="en-US" altLang="ja-JP" sz="900" b="0" u="none" strike="noStrike" kern="1200" dirty="0">
                          <a:solidFill>
                            <a:schemeClr val="tx1"/>
                          </a:solidFill>
                          <a:effectLst/>
                        </a:rPr>
                        <a:t>2.0MM</a:t>
                      </a:r>
                      <a:r>
                        <a:rPr lang="ja-JP" altLang="en-US" sz="900" b="0" u="none" strike="noStrike" kern="1200" dirty="0">
                          <a:solidFill>
                            <a:schemeClr val="tx1"/>
                          </a:solidFill>
                          <a:effectLst/>
                        </a:rPr>
                        <a:t>）、残り</a:t>
                      </a:r>
                      <a:r>
                        <a:rPr lang="en-US" altLang="ja-JP" sz="900" b="0" u="none" strike="noStrike" kern="1200" dirty="0">
                          <a:solidFill>
                            <a:schemeClr val="tx1"/>
                          </a:solidFill>
                          <a:effectLst/>
                        </a:rPr>
                        <a:t>7</a:t>
                      </a:r>
                      <a:r>
                        <a:rPr lang="ja-JP" altLang="en-US" sz="900" b="0" u="none" strike="noStrike" kern="1200" dirty="0">
                          <a:solidFill>
                            <a:schemeClr val="tx1"/>
                          </a:solidFill>
                          <a:effectLst/>
                          <a:latin typeface="+mn-lt"/>
                          <a:ea typeface="+mn-ea"/>
                          <a:cs typeface="+mn-cs"/>
                        </a:rPr>
                        <a:t>システム</a:t>
                      </a:r>
                      <a:r>
                        <a:rPr lang="ja-JP" altLang="en-US" sz="900" b="0" u="none" strike="noStrike" kern="1200" dirty="0">
                          <a:solidFill>
                            <a:schemeClr val="tx1"/>
                          </a:solidFill>
                          <a:effectLst/>
                        </a:rPr>
                        <a:t>の差分解析は</a:t>
                      </a:r>
                      <a:r>
                        <a:rPr lang="en-US" altLang="ja-JP" sz="900" b="0" u="none" strike="noStrike" kern="1200" dirty="0">
                          <a:solidFill>
                            <a:schemeClr val="tx1"/>
                          </a:solidFill>
                          <a:effectLst/>
                        </a:rPr>
                        <a:t>5MD</a:t>
                      </a:r>
                      <a:r>
                        <a:rPr lang="ja-JP" altLang="en-US" sz="900" b="0" u="none" strike="noStrike" kern="1200" dirty="0">
                          <a:solidFill>
                            <a:schemeClr val="tx1"/>
                          </a:solidFill>
                          <a:effectLst/>
                        </a:rPr>
                        <a:t>／</a:t>
                      </a:r>
                      <a:r>
                        <a:rPr lang="en-US" altLang="ja-JP" sz="900" b="0" u="none" strike="noStrike" kern="1200" dirty="0">
                          <a:solidFill>
                            <a:schemeClr val="tx1"/>
                          </a:solidFill>
                          <a:effectLst/>
                        </a:rPr>
                        <a:t>DB</a:t>
                      </a:r>
                      <a:r>
                        <a:rPr lang="ja-JP" altLang="en-US" sz="900" b="0" u="none" strike="noStrike" kern="1200" dirty="0">
                          <a:solidFill>
                            <a:schemeClr val="tx1"/>
                          </a:solidFill>
                          <a:effectLst/>
                        </a:rPr>
                        <a:t>で</a:t>
                      </a:r>
                      <a:r>
                        <a:rPr lang="en-US" altLang="ja-JP" sz="900" b="0" u="none" strike="noStrike" kern="1200" dirty="0">
                          <a:solidFill>
                            <a:schemeClr val="tx1"/>
                          </a:solidFill>
                          <a:effectLst/>
                        </a:rPr>
                        <a:t>0.35MM</a:t>
                      </a:r>
                      <a:br>
                        <a:rPr lang="en-US" altLang="ja-JP" sz="1050" b="0" u="none" strike="noStrike" kern="1200" dirty="0">
                          <a:solidFill>
                            <a:schemeClr val="tx1"/>
                          </a:solidFill>
                          <a:effectLst/>
                        </a:rPr>
                      </a:br>
                      <a:r>
                        <a:rPr lang="en-US" altLang="ja-JP" sz="1050" b="0" u="none" strike="noStrike" kern="1200" dirty="0">
                          <a:solidFill>
                            <a:schemeClr val="tx1"/>
                          </a:solidFill>
                          <a:effectLst/>
                        </a:rPr>
                        <a:t>■</a:t>
                      </a:r>
                      <a:r>
                        <a:rPr lang="ja-JP" altLang="en-US" sz="1050" b="0" u="none" strike="noStrike" kern="1200" dirty="0">
                          <a:solidFill>
                            <a:schemeClr val="tx1"/>
                          </a:solidFill>
                          <a:effectLst/>
                        </a:rPr>
                        <a:t>移行手順書作成：</a:t>
                      </a:r>
                      <a:r>
                        <a:rPr lang="en-US" altLang="ja-JP" sz="1050" b="0" u="none" strike="noStrike" kern="1200" dirty="0">
                          <a:solidFill>
                            <a:schemeClr val="tx1"/>
                          </a:solidFill>
                          <a:effectLst/>
                        </a:rPr>
                        <a:t>1.00MM</a:t>
                      </a:r>
                      <a:br>
                        <a:rPr lang="en-US" altLang="ja-JP" sz="1050" b="0" u="none" strike="noStrike" kern="1200" dirty="0">
                          <a:solidFill>
                            <a:schemeClr val="tx1"/>
                          </a:solidFill>
                          <a:effectLst/>
                        </a:rPr>
                      </a:br>
                      <a:r>
                        <a:rPr lang="ja-JP" altLang="en-US" sz="1050" b="0" u="none" strike="noStrike" kern="1200" dirty="0">
                          <a:solidFill>
                            <a:schemeClr val="tx1"/>
                          </a:solidFill>
                          <a:effectLst/>
                        </a:rPr>
                        <a:t>　</a:t>
                      </a:r>
                      <a:r>
                        <a:rPr lang="en-US" altLang="ja-JP" sz="900" b="0" u="none" strike="noStrike" kern="1200" dirty="0">
                          <a:solidFill>
                            <a:schemeClr val="tx1"/>
                          </a:solidFill>
                          <a:effectLst/>
                        </a:rPr>
                        <a:t>20MD</a:t>
                      </a:r>
                      <a:r>
                        <a:rPr lang="ja-JP" altLang="en-US" sz="900" b="0" u="none" strike="noStrike" kern="1200" dirty="0">
                          <a:solidFill>
                            <a:schemeClr val="tx1"/>
                          </a:solidFill>
                          <a:effectLst/>
                        </a:rPr>
                        <a:t>の作業想定（メインはそれぞれの</a:t>
                      </a:r>
                      <a:r>
                        <a:rPr lang="en-US" altLang="ja-JP" sz="900" b="0" u="none" strike="noStrike" kern="1200" dirty="0">
                          <a:solidFill>
                            <a:schemeClr val="tx1"/>
                          </a:solidFill>
                          <a:effectLst/>
                        </a:rPr>
                        <a:t>1</a:t>
                      </a:r>
                      <a:r>
                        <a:rPr lang="ja-JP" altLang="en-US" sz="900" b="0" u="none" strike="noStrike" kern="1200" dirty="0">
                          <a:solidFill>
                            <a:schemeClr val="tx1"/>
                          </a:solidFill>
                          <a:effectLst/>
                          <a:latin typeface="+mn-lt"/>
                          <a:ea typeface="+mn-ea"/>
                          <a:cs typeface="+mn-cs"/>
                        </a:rPr>
                        <a:t>システム</a:t>
                      </a:r>
                      <a:r>
                        <a:rPr lang="ja-JP" altLang="en-US" sz="900" b="0" u="none" strike="noStrike" kern="1200" dirty="0">
                          <a:solidFill>
                            <a:schemeClr val="tx1"/>
                          </a:solidFill>
                          <a:effectLst/>
                        </a:rPr>
                        <a:t>で、残りの</a:t>
                      </a:r>
                      <a:r>
                        <a:rPr lang="ja-JP" altLang="en-US" sz="900" b="0" u="none" strike="noStrike" kern="1200" dirty="0">
                          <a:solidFill>
                            <a:schemeClr val="tx1"/>
                          </a:solidFill>
                          <a:effectLst/>
                          <a:latin typeface="+mn-lt"/>
                          <a:ea typeface="+mn-ea"/>
                          <a:cs typeface="+mn-cs"/>
                        </a:rPr>
                        <a:t>システム</a:t>
                      </a:r>
                      <a:r>
                        <a:rPr lang="ja-JP" altLang="en-US" sz="900" b="0" u="none" strike="noStrike" kern="1200" dirty="0">
                          <a:solidFill>
                            <a:schemeClr val="tx1"/>
                          </a:solidFill>
                          <a:effectLst/>
                        </a:rPr>
                        <a:t>はコピー展開）</a:t>
                      </a:r>
                      <a:br>
                        <a:rPr lang="ja-JP" altLang="en-US" sz="900" b="0" u="none" strike="noStrike" kern="1200" dirty="0">
                          <a:solidFill>
                            <a:schemeClr val="tx1"/>
                          </a:solidFill>
                          <a:effectLst/>
                        </a:rPr>
                      </a:br>
                      <a:r>
                        <a:rPr lang="ja-JP" altLang="en-US" sz="1050" b="0" u="none" strike="noStrike" kern="1200" dirty="0">
                          <a:solidFill>
                            <a:schemeClr val="tx1"/>
                          </a:solidFill>
                          <a:effectLst/>
                        </a:rPr>
                        <a:t>■移行リハーサル：</a:t>
                      </a:r>
                      <a:r>
                        <a:rPr lang="en-US" altLang="ja-JP" sz="1050" b="0" u="none" strike="noStrike" kern="1200" dirty="0">
                          <a:solidFill>
                            <a:schemeClr val="tx1"/>
                          </a:solidFill>
                          <a:effectLst/>
                        </a:rPr>
                        <a:t>7.60MM</a:t>
                      </a:r>
                      <a:br>
                        <a:rPr lang="en-US" altLang="ja-JP" sz="1050" b="0" u="none" strike="noStrike" kern="1200" dirty="0">
                          <a:solidFill>
                            <a:schemeClr val="tx1"/>
                          </a:solidFill>
                          <a:effectLst/>
                        </a:rPr>
                      </a:br>
                      <a:r>
                        <a:rPr lang="ja-JP" altLang="en-US" sz="1050" b="0" u="none" strike="noStrike" kern="1200" dirty="0">
                          <a:solidFill>
                            <a:schemeClr val="tx1"/>
                          </a:solidFill>
                          <a:effectLst/>
                        </a:rPr>
                        <a:t>　</a:t>
                      </a:r>
                      <a:r>
                        <a:rPr lang="ja-JP" altLang="en-US" sz="900" b="0" u="none" strike="noStrike" kern="1200" dirty="0">
                          <a:solidFill>
                            <a:schemeClr val="tx1"/>
                          </a:solidFill>
                          <a:effectLst/>
                        </a:rPr>
                        <a:t>マインはそれぞれの</a:t>
                      </a:r>
                      <a:r>
                        <a:rPr lang="en-US" altLang="ja-JP" sz="900" b="0" u="none" strike="noStrike" kern="1200" dirty="0">
                          <a:solidFill>
                            <a:schemeClr val="tx1"/>
                          </a:solidFill>
                          <a:effectLst/>
                        </a:rPr>
                        <a:t>1</a:t>
                      </a:r>
                      <a:r>
                        <a:rPr lang="ja-JP" altLang="en-US" sz="900" b="0" u="none" strike="noStrike" kern="1200" dirty="0">
                          <a:solidFill>
                            <a:schemeClr val="tx1"/>
                          </a:solidFill>
                          <a:effectLst/>
                          <a:latin typeface="+mn-lt"/>
                          <a:ea typeface="+mn-ea"/>
                          <a:cs typeface="+mn-cs"/>
                        </a:rPr>
                        <a:t>システム</a:t>
                      </a:r>
                      <a:r>
                        <a:rPr lang="en-US" altLang="ja-JP" sz="900" b="0" u="none" strike="noStrike" kern="1200" dirty="0">
                          <a:solidFill>
                            <a:schemeClr val="tx1"/>
                          </a:solidFill>
                          <a:effectLst/>
                          <a:latin typeface="+mn-lt"/>
                          <a:ea typeface="+mn-ea"/>
                          <a:cs typeface="+mn-cs"/>
                        </a:rPr>
                        <a:t>3</a:t>
                      </a:r>
                      <a:r>
                        <a:rPr lang="ja-JP" altLang="en-US" sz="900" b="0" u="none" strike="noStrike" kern="1200" dirty="0">
                          <a:solidFill>
                            <a:schemeClr val="tx1"/>
                          </a:solidFill>
                          <a:effectLst/>
                          <a:latin typeface="+mn-lt"/>
                          <a:ea typeface="+mn-ea"/>
                          <a:cs typeface="+mn-cs"/>
                        </a:rPr>
                        <a:t>回実施で</a:t>
                      </a:r>
                      <a:r>
                        <a:rPr lang="en-US" altLang="ja-JP" sz="900" b="0" u="none" strike="noStrike" kern="1200" dirty="0">
                          <a:solidFill>
                            <a:schemeClr val="tx1"/>
                          </a:solidFill>
                          <a:effectLst/>
                        </a:rPr>
                        <a:t>12MD/</a:t>
                      </a:r>
                      <a:r>
                        <a:rPr lang="ja-JP" altLang="en-US" sz="900" b="0" u="none" strike="noStrike" kern="1200" dirty="0">
                          <a:solidFill>
                            <a:schemeClr val="tx1"/>
                          </a:solidFill>
                          <a:effectLst/>
                        </a:rPr>
                        <a:t>システム、残り</a:t>
                      </a:r>
                      <a:r>
                        <a:rPr lang="en-US" altLang="ja-JP" sz="900" b="0" u="none" strike="noStrike" kern="1200" dirty="0">
                          <a:solidFill>
                            <a:schemeClr val="tx1"/>
                          </a:solidFill>
                          <a:effectLst/>
                        </a:rPr>
                        <a:t>29</a:t>
                      </a:r>
                      <a:r>
                        <a:rPr lang="ja-JP" altLang="en-US" sz="900" b="0" u="none" strike="noStrike" kern="1200" dirty="0">
                          <a:solidFill>
                            <a:schemeClr val="tx1"/>
                          </a:solidFill>
                          <a:effectLst/>
                          <a:latin typeface="+mn-lt"/>
                          <a:ea typeface="+mn-ea"/>
                          <a:cs typeface="+mn-cs"/>
                        </a:rPr>
                        <a:t>システムは</a:t>
                      </a:r>
                      <a:r>
                        <a:rPr lang="en-US" altLang="ja-JP" sz="900" b="0" u="none" strike="noStrike" kern="1200" dirty="0">
                          <a:solidFill>
                            <a:schemeClr val="tx1"/>
                          </a:solidFill>
                          <a:effectLst/>
                          <a:latin typeface="+mn-lt"/>
                          <a:ea typeface="+mn-ea"/>
                          <a:cs typeface="+mn-cs"/>
                        </a:rPr>
                        <a:t>2</a:t>
                      </a:r>
                      <a:r>
                        <a:rPr lang="ja-JP" altLang="en-US" sz="900" b="0" u="none" strike="noStrike" kern="1200" dirty="0">
                          <a:solidFill>
                            <a:schemeClr val="tx1"/>
                          </a:solidFill>
                          <a:effectLst/>
                          <a:latin typeface="+mn-lt"/>
                          <a:ea typeface="+mn-ea"/>
                          <a:cs typeface="+mn-cs"/>
                        </a:rPr>
                        <a:t>回実施</a:t>
                      </a:r>
                      <a:r>
                        <a:rPr lang="en-US" altLang="ja-JP" sz="900" b="0" u="none" strike="noStrike" kern="1200" dirty="0">
                          <a:solidFill>
                            <a:schemeClr val="tx1"/>
                          </a:solidFill>
                          <a:effectLst/>
                          <a:latin typeface="+mn-lt"/>
                          <a:ea typeface="+mn-ea"/>
                          <a:cs typeface="+mn-cs"/>
                        </a:rPr>
                        <a:t>4MD</a:t>
                      </a:r>
                      <a:r>
                        <a:rPr lang="en-US" altLang="ja-JP" sz="900" b="0" u="none" strike="noStrike" kern="1200" dirty="0">
                          <a:solidFill>
                            <a:schemeClr val="tx1"/>
                          </a:solidFill>
                          <a:effectLst/>
                        </a:rPr>
                        <a:t>/</a:t>
                      </a:r>
                      <a:r>
                        <a:rPr lang="ja-JP" altLang="en-US" sz="900" b="0" u="none" strike="noStrike" kern="1200" dirty="0">
                          <a:solidFill>
                            <a:schemeClr val="tx1"/>
                          </a:solidFill>
                          <a:effectLst/>
                        </a:rPr>
                        <a:t>システム</a:t>
                      </a:r>
                      <a:endParaRPr lang="ja-JP" altLang="en-US" sz="1050" b="0" i="0" u="none" strike="sngStrike" kern="1200" baseline="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1705557341"/>
                  </a:ext>
                </a:extLst>
              </a:tr>
              <a:tr h="173064">
                <a:tc>
                  <a:txBody>
                    <a:bodyPr/>
                    <a:lstStyle/>
                    <a:p>
                      <a:pPr marL="0" algn="l" defTabSz="914400" rtl="0" eaLnBrk="1" fontAlgn="b" latinLnBrk="0" hangingPunct="1"/>
                      <a:r>
                        <a:rPr lang="ja-JP" altLang="en-US" sz="1050" b="0" u="none" strike="noStrike" kern="1200" dirty="0">
                          <a:solidFill>
                            <a:schemeClr val="tx1"/>
                          </a:solidFill>
                          <a:effectLst/>
                          <a:latin typeface="+mn-lt"/>
                          <a:ea typeface="+mn-ea"/>
                          <a:cs typeface="+mn-cs"/>
                        </a:rPr>
                        <a:t>性能測定、</a:t>
                      </a:r>
                      <a:r>
                        <a:rPr lang="en-US" altLang="ja-JP" sz="1050" b="0" u="none" strike="noStrike" kern="1200" dirty="0">
                          <a:solidFill>
                            <a:schemeClr val="tx1"/>
                          </a:solidFill>
                          <a:effectLst/>
                          <a:latin typeface="+mn-lt"/>
                          <a:ea typeface="+mn-ea"/>
                          <a:cs typeface="+mn-cs"/>
                        </a:rPr>
                        <a:t>Tunning</a:t>
                      </a:r>
                      <a:endParaRPr lang="ja-JP" altLang="en-US" sz="1050" b="0" u="none" strike="noStrike" kern="1200" dirty="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lang="en-US" altLang="ja-JP" sz="1050" b="0" u="none" strike="noStrike" kern="1200" dirty="0">
                          <a:solidFill>
                            <a:schemeClr val="tx1"/>
                          </a:solidFill>
                          <a:effectLst/>
                          <a:latin typeface="+mn-lt"/>
                          <a:ea typeface="+mn-ea"/>
                          <a:cs typeface="+mn-cs"/>
                        </a:rPr>
                        <a:t>6.00</a:t>
                      </a:r>
                    </a:p>
                  </a:txBody>
                  <a:tcPr marL="0" marR="0" marT="0" marB="0" anchor="ctr"/>
                </a:tc>
                <a:tc>
                  <a:txBody>
                    <a:bodyPr/>
                    <a:lstStyle/>
                    <a:p>
                      <a:pPr marL="0" algn="l" defTabSz="914400" rtl="0" eaLnBrk="1" fontAlgn="b" latinLnBrk="0" hangingPunct="1"/>
                      <a:endParaRPr lang="ja-JP" altLang="en-US" sz="1050" b="0" u="none" strike="noStrike" kern="1200" dirty="0">
                        <a:solidFill>
                          <a:schemeClr val="tx1"/>
                        </a:solidFill>
                        <a:effectLst/>
                        <a:latin typeface="+mn-lt"/>
                        <a:ea typeface="+mn-ea"/>
                        <a:cs typeface="+mn-cs"/>
                      </a:endParaRPr>
                    </a:p>
                  </a:txBody>
                  <a:tcPr marL="0" marR="0" marT="0" marB="0" anchor="ctr"/>
                </a:tc>
                <a:extLst>
                  <a:ext uri="{0D108BD9-81ED-4DB2-BD59-A6C34878D82A}">
                    <a16:rowId xmlns:a16="http://schemas.microsoft.com/office/drawing/2014/main" val="1346797334"/>
                  </a:ext>
                </a:extLst>
              </a:tr>
              <a:tr h="173064">
                <a:tc>
                  <a:txBody>
                    <a:bodyPr/>
                    <a:lstStyle/>
                    <a:p>
                      <a:pPr marL="0" algn="l" defTabSz="914400" rtl="0" eaLnBrk="1" fontAlgn="b" latinLnBrk="0" hangingPunct="1"/>
                      <a:r>
                        <a:rPr lang="ja-JP" altLang="en-US" sz="1050" b="0" u="none" strike="noStrike" kern="1200" dirty="0">
                          <a:solidFill>
                            <a:schemeClr val="tx1"/>
                          </a:solidFill>
                          <a:effectLst/>
                          <a:latin typeface="+mn-lt"/>
                          <a:ea typeface="+mn-ea"/>
                          <a:cs typeface="+mn-cs"/>
                        </a:rPr>
                        <a:t>検収対応、</a:t>
                      </a:r>
                      <a:r>
                        <a:rPr lang="en-US" altLang="ja-JP" sz="1050" b="0" u="none" strike="noStrike" kern="1200" dirty="0">
                          <a:solidFill>
                            <a:schemeClr val="tx1"/>
                          </a:solidFill>
                          <a:effectLst/>
                          <a:latin typeface="+mn-lt"/>
                          <a:ea typeface="+mn-ea"/>
                          <a:cs typeface="+mn-cs"/>
                        </a:rPr>
                        <a:t>UAT</a:t>
                      </a:r>
                      <a:r>
                        <a:rPr lang="ja-JP" altLang="en-US" sz="1050" b="0" u="none" strike="noStrike" kern="1200" dirty="0">
                          <a:solidFill>
                            <a:schemeClr val="tx1"/>
                          </a:solidFill>
                          <a:effectLst/>
                          <a:latin typeface="+mn-lt"/>
                          <a:ea typeface="+mn-ea"/>
                          <a:cs typeface="+mn-cs"/>
                        </a:rPr>
                        <a:t>支援、リリース</a:t>
                      </a:r>
                    </a:p>
                  </a:txBody>
                  <a:tcPr marL="0" marR="0" marT="0" marB="0" anchor="ctr"/>
                </a:tc>
                <a:tc>
                  <a:txBody>
                    <a:bodyPr/>
                    <a:lstStyle/>
                    <a:p>
                      <a:pPr marL="0" algn="l" defTabSz="914400" rtl="0" eaLnBrk="1" fontAlgn="b" latinLnBrk="0" hangingPunct="1"/>
                      <a:r>
                        <a:rPr lang="en-US" altLang="ja-JP" sz="1050" b="0" u="none" strike="noStrike" kern="1200" dirty="0">
                          <a:solidFill>
                            <a:srgbClr val="C00000"/>
                          </a:solidFill>
                          <a:effectLst/>
                          <a:latin typeface="+mn-lt"/>
                          <a:ea typeface="+mn-ea"/>
                          <a:cs typeface="+mn-cs"/>
                        </a:rPr>
                        <a:t>15.5</a:t>
                      </a:r>
                    </a:p>
                  </a:txBody>
                  <a:tcPr marL="0" marR="0" marT="0" marB="0" anchor="ctr"/>
                </a:tc>
                <a:tc>
                  <a:txBody>
                    <a:bodyPr/>
                    <a:lstStyle/>
                    <a:p>
                      <a:pPr marL="0" algn="l" defTabSz="914400" rtl="0" eaLnBrk="1" fontAlgn="b" latinLnBrk="0" hangingPunct="1"/>
                      <a:r>
                        <a:rPr lang="ja-JP" altLang="en-US" sz="1050" b="0" u="none" strike="noStrike" kern="1200" dirty="0">
                          <a:solidFill>
                            <a:schemeClr val="tx1"/>
                          </a:solidFill>
                          <a:effectLst/>
                          <a:latin typeface="+mn-lt"/>
                          <a:ea typeface="+mn-ea"/>
                          <a:cs typeface="+mn-cs"/>
                        </a:rPr>
                        <a:t>最初の</a:t>
                      </a:r>
                      <a:r>
                        <a:rPr lang="en-US" altLang="ja-JP" sz="1050" b="0" u="none" strike="noStrike" kern="1200" dirty="0">
                          <a:solidFill>
                            <a:schemeClr val="tx1"/>
                          </a:solidFill>
                          <a:effectLst/>
                          <a:latin typeface="+mn-lt"/>
                          <a:ea typeface="+mn-ea"/>
                          <a:cs typeface="+mn-cs"/>
                        </a:rPr>
                        <a:t>10</a:t>
                      </a:r>
                      <a:r>
                        <a:rPr lang="ja-JP" altLang="en-US" sz="1050" b="0" u="none" strike="noStrike" kern="1200" dirty="0">
                          <a:solidFill>
                            <a:schemeClr val="tx1"/>
                          </a:solidFill>
                          <a:effectLst/>
                          <a:latin typeface="+mn-lt"/>
                          <a:ea typeface="+mn-ea"/>
                          <a:cs typeface="+mn-cs"/>
                        </a:rPr>
                        <a:t>社に平均１</a:t>
                      </a:r>
                      <a:r>
                        <a:rPr lang="en-US" altLang="ja-JP" sz="1050" b="0" u="none" strike="noStrike" kern="1200" dirty="0">
                          <a:solidFill>
                            <a:schemeClr val="tx1"/>
                          </a:solidFill>
                          <a:effectLst/>
                          <a:latin typeface="+mn-lt"/>
                          <a:ea typeface="+mn-ea"/>
                          <a:cs typeface="+mn-cs"/>
                        </a:rPr>
                        <a:t>MM/</a:t>
                      </a:r>
                      <a:r>
                        <a:rPr lang="ja-JP" altLang="en-US" sz="1050" b="0" u="none" strike="noStrike" kern="1200" dirty="0">
                          <a:solidFill>
                            <a:schemeClr val="tx1"/>
                          </a:solidFill>
                          <a:effectLst/>
                          <a:latin typeface="+mn-lt"/>
                          <a:ea typeface="+mn-ea"/>
                          <a:cs typeface="+mn-cs"/>
                        </a:rPr>
                        <a:t>会社、残り</a:t>
                      </a:r>
                      <a:r>
                        <a:rPr lang="en-US" altLang="ja-JP" sz="1050" b="0" u="none" strike="noStrike" kern="1200" dirty="0">
                          <a:solidFill>
                            <a:schemeClr val="tx1"/>
                          </a:solidFill>
                          <a:effectLst/>
                          <a:latin typeface="+mn-lt"/>
                          <a:ea typeface="+mn-ea"/>
                          <a:cs typeface="+mn-cs"/>
                        </a:rPr>
                        <a:t>22</a:t>
                      </a:r>
                      <a:r>
                        <a:rPr lang="ja-JP" altLang="en-US" sz="1050" b="0" u="none" strike="noStrike" kern="1200" dirty="0">
                          <a:solidFill>
                            <a:schemeClr val="tx1"/>
                          </a:solidFill>
                          <a:effectLst/>
                          <a:latin typeface="+mn-lt"/>
                          <a:ea typeface="+mn-ea"/>
                          <a:cs typeface="+mn-cs"/>
                        </a:rPr>
                        <a:t>社は変更調整のみで、</a:t>
                      </a:r>
                      <a:r>
                        <a:rPr lang="en-US" altLang="ja-JP" sz="1050" b="0" u="none" strike="noStrike" kern="1200" dirty="0">
                          <a:solidFill>
                            <a:schemeClr val="tx1"/>
                          </a:solidFill>
                          <a:effectLst/>
                          <a:latin typeface="+mn-lt"/>
                          <a:ea typeface="+mn-ea"/>
                          <a:cs typeface="+mn-cs"/>
                        </a:rPr>
                        <a:t>0.25MM/</a:t>
                      </a:r>
                      <a:r>
                        <a:rPr lang="ja-JP" altLang="en-US" sz="1050" b="0" u="none" strike="noStrike" kern="1200" dirty="0">
                          <a:solidFill>
                            <a:schemeClr val="tx1"/>
                          </a:solidFill>
                          <a:effectLst/>
                          <a:latin typeface="+mn-lt"/>
                          <a:ea typeface="+mn-ea"/>
                          <a:cs typeface="+mn-cs"/>
                        </a:rPr>
                        <a:t>会社で</a:t>
                      </a:r>
                    </a:p>
                  </a:txBody>
                  <a:tcPr marL="0" marR="0" marT="0" marB="0" anchor="ctr"/>
                </a:tc>
                <a:extLst>
                  <a:ext uri="{0D108BD9-81ED-4DB2-BD59-A6C34878D82A}">
                    <a16:rowId xmlns:a16="http://schemas.microsoft.com/office/drawing/2014/main" val="3197948973"/>
                  </a:ext>
                </a:extLst>
              </a:tr>
              <a:tr h="346128">
                <a:tc>
                  <a:txBody>
                    <a:bodyPr/>
                    <a:lstStyle/>
                    <a:p>
                      <a:pPr marL="0" algn="l" defTabSz="914400" rtl="0" eaLnBrk="1" fontAlgn="b" latinLnBrk="0" hangingPunct="1"/>
                      <a:r>
                        <a:rPr lang="ja-JP" altLang="en-US" sz="1050" b="0" u="none" strike="noStrike" kern="1200" dirty="0">
                          <a:solidFill>
                            <a:schemeClr val="tx1"/>
                          </a:solidFill>
                          <a:effectLst/>
                          <a:latin typeface="+mn-lt"/>
                          <a:ea typeface="+mn-ea"/>
                          <a:cs typeface="+mn-cs"/>
                        </a:rPr>
                        <a:t>初期サポート</a:t>
                      </a:r>
                    </a:p>
                  </a:txBody>
                  <a:tcPr marL="0" marR="0" marT="0" marB="0" anchor="ctr"/>
                </a:tc>
                <a:tc>
                  <a:txBody>
                    <a:bodyPr/>
                    <a:lstStyle/>
                    <a:p>
                      <a:pPr marL="0" algn="l" defTabSz="914400" rtl="0" eaLnBrk="1" fontAlgn="b" latinLnBrk="0" hangingPunct="1"/>
                      <a:r>
                        <a:rPr lang="en-US" altLang="ja-JP" sz="1050" b="0" u="none" strike="noStrike" kern="1200" dirty="0">
                          <a:solidFill>
                            <a:srgbClr val="C00000"/>
                          </a:solidFill>
                          <a:effectLst/>
                          <a:latin typeface="+mn-lt"/>
                          <a:ea typeface="+mn-ea"/>
                          <a:cs typeface="+mn-cs"/>
                        </a:rPr>
                        <a:t>15.5</a:t>
                      </a:r>
                    </a:p>
                  </a:txBody>
                  <a:tcPr marL="0" marR="0" marT="0" marB="0" anchor="ctr"/>
                </a:tc>
                <a:tc>
                  <a:txBody>
                    <a:bodyPr/>
                    <a:lstStyle/>
                    <a:p>
                      <a:pPr marL="0" algn="l" defTabSz="914400" rtl="0" eaLnBrk="1" fontAlgn="b" latinLnBrk="0" hangingPunct="1"/>
                      <a:r>
                        <a:rPr lang="ja-JP" altLang="en-US" sz="1050" b="0" u="none" strike="noStrike" kern="1200" dirty="0">
                          <a:solidFill>
                            <a:schemeClr val="tx1"/>
                          </a:solidFill>
                          <a:effectLst/>
                          <a:latin typeface="+mn-lt"/>
                          <a:ea typeface="+mn-ea"/>
                          <a:cs typeface="+mn-cs"/>
                        </a:rPr>
                        <a:t>最初の</a:t>
                      </a:r>
                      <a:r>
                        <a:rPr lang="en-US" altLang="ja-JP" sz="1050" b="0" u="none" strike="noStrike" kern="1200" dirty="0">
                          <a:solidFill>
                            <a:schemeClr val="tx1"/>
                          </a:solidFill>
                          <a:effectLst/>
                          <a:latin typeface="+mn-lt"/>
                          <a:ea typeface="+mn-ea"/>
                          <a:cs typeface="+mn-cs"/>
                        </a:rPr>
                        <a:t>10</a:t>
                      </a:r>
                      <a:r>
                        <a:rPr lang="ja-JP" altLang="en-US" sz="1050" b="0" u="none" strike="noStrike" kern="1200" dirty="0">
                          <a:solidFill>
                            <a:schemeClr val="tx1"/>
                          </a:solidFill>
                          <a:effectLst/>
                          <a:latin typeface="+mn-lt"/>
                          <a:ea typeface="+mn-ea"/>
                          <a:cs typeface="+mn-cs"/>
                        </a:rPr>
                        <a:t>社に平均１</a:t>
                      </a:r>
                      <a:r>
                        <a:rPr lang="en-US" altLang="ja-JP" sz="1050" b="0" u="none" strike="noStrike" kern="1200" dirty="0">
                          <a:solidFill>
                            <a:schemeClr val="tx1"/>
                          </a:solidFill>
                          <a:effectLst/>
                          <a:latin typeface="+mn-lt"/>
                          <a:ea typeface="+mn-ea"/>
                          <a:cs typeface="+mn-cs"/>
                        </a:rPr>
                        <a:t>MM/</a:t>
                      </a:r>
                      <a:r>
                        <a:rPr lang="ja-JP" altLang="en-US" sz="1050" b="0" u="none" strike="noStrike" kern="1200" dirty="0">
                          <a:solidFill>
                            <a:schemeClr val="tx1"/>
                          </a:solidFill>
                          <a:effectLst/>
                          <a:latin typeface="+mn-lt"/>
                          <a:ea typeface="+mn-ea"/>
                          <a:cs typeface="+mn-cs"/>
                        </a:rPr>
                        <a:t>会社、残り</a:t>
                      </a:r>
                      <a:r>
                        <a:rPr lang="en-US" altLang="ja-JP" sz="1050" b="0" u="none" strike="noStrike" kern="1200" dirty="0">
                          <a:solidFill>
                            <a:schemeClr val="tx1"/>
                          </a:solidFill>
                          <a:effectLst/>
                          <a:latin typeface="+mn-lt"/>
                          <a:ea typeface="+mn-ea"/>
                          <a:cs typeface="+mn-cs"/>
                        </a:rPr>
                        <a:t>22</a:t>
                      </a:r>
                      <a:r>
                        <a:rPr lang="ja-JP" altLang="en-US" sz="1050" b="0" u="none" strike="noStrike" kern="1200" dirty="0">
                          <a:solidFill>
                            <a:schemeClr val="tx1"/>
                          </a:solidFill>
                          <a:effectLst/>
                          <a:latin typeface="+mn-lt"/>
                          <a:ea typeface="+mn-ea"/>
                          <a:cs typeface="+mn-cs"/>
                        </a:rPr>
                        <a:t>社は変更調整のみで、（</a:t>
                      </a:r>
                      <a:r>
                        <a:rPr lang="en-US" altLang="ja-JP" sz="1050" b="0" u="none" strike="noStrike" kern="1200" dirty="0">
                          <a:solidFill>
                            <a:schemeClr val="tx1"/>
                          </a:solidFill>
                          <a:effectLst/>
                          <a:latin typeface="+mn-lt"/>
                          <a:ea typeface="+mn-ea"/>
                          <a:cs typeface="+mn-cs"/>
                        </a:rPr>
                        <a:t>2</a:t>
                      </a:r>
                      <a:r>
                        <a:rPr lang="ja-JP" altLang="en-US" sz="1050" b="0" u="none" strike="noStrike" kern="1200" dirty="0">
                          <a:solidFill>
                            <a:schemeClr val="tx1"/>
                          </a:solidFill>
                          <a:effectLst/>
                          <a:latin typeface="+mn-lt"/>
                          <a:ea typeface="+mn-ea"/>
                          <a:cs typeface="+mn-cs"/>
                        </a:rPr>
                        <a:t>－</a:t>
                      </a:r>
                      <a:r>
                        <a:rPr lang="en-US" altLang="ja-JP" sz="1050" b="0" u="none" strike="noStrike" kern="1200" dirty="0">
                          <a:solidFill>
                            <a:schemeClr val="tx1"/>
                          </a:solidFill>
                          <a:effectLst/>
                          <a:latin typeface="+mn-lt"/>
                          <a:ea typeface="+mn-ea"/>
                          <a:cs typeface="+mn-cs"/>
                        </a:rPr>
                        <a:t>4</a:t>
                      </a:r>
                      <a:r>
                        <a:rPr lang="ja-JP" altLang="en-US" sz="1050" b="0" u="none" strike="noStrike" kern="1200" dirty="0">
                          <a:solidFill>
                            <a:schemeClr val="tx1"/>
                          </a:solidFill>
                          <a:effectLst/>
                          <a:latin typeface="+mn-lt"/>
                          <a:ea typeface="+mn-ea"/>
                          <a:cs typeface="+mn-cs"/>
                        </a:rPr>
                        <a:t>週間程度の問い合わせ</a:t>
                      </a:r>
                      <a:r>
                        <a:rPr lang="en-US" altLang="ja-JP" sz="1050" b="0" u="none" strike="noStrike" kern="1200" dirty="0">
                          <a:solidFill>
                            <a:schemeClr val="tx1"/>
                          </a:solidFill>
                          <a:effectLst/>
                          <a:latin typeface="+mn-lt"/>
                          <a:ea typeface="+mn-ea"/>
                          <a:cs typeface="+mn-cs"/>
                        </a:rPr>
                        <a:t>,</a:t>
                      </a:r>
                      <a:r>
                        <a:rPr lang="ja-JP" altLang="en-US" sz="1050" b="0" u="none" strike="noStrike" kern="1200" dirty="0">
                          <a:solidFill>
                            <a:schemeClr val="tx1"/>
                          </a:solidFill>
                          <a:effectLst/>
                          <a:latin typeface="+mn-lt"/>
                          <a:ea typeface="+mn-ea"/>
                          <a:cs typeface="+mn-cs"/>
                        </a:rPr>
                        <a:t>対応）、初期稼働後の運用保守は該当見積もり範囲外（備考参照）</a:t>
                      </a:r>
                    </a:p>
                  </a:txBody>
                  <a:tcPr marL="0" marR="0" marT="0" marB="0" anchor="ctr"/>
                </a:tc>
                <a:extLst>
                  <a:ext uri="{0D108BD9-81ED-4DB2-BD59-A6C34878D82A}">
                    <a16:rowId xmlns:a16="http://schemas.microsoft.com/office/drawing/2014/main" val="83785411"/>
                  </a:ext>
                </a:extLst>
              </a:tr>
            </a:tbl>
          </a:graphicData>
        </a:graphic>
      </p:graphicFrame>
      <p:sp>
        <p:nvSpPr>
          <p:cNvPr id="4" name="テキスト ボックス 3">
            <a:extLst>
              <a:ext uri="{FF2B5EF4-FFF2-40B4-BE49-F238E27FC236}">
                <a16:creationId xmlns:a16="http://schemas.microsoft.com/office/drawing/2014/main" id="{991409EF-EEE4-E1DA-3385-64239FFC8CC8}"/>
              </a:ext>
            </a:extLst>
          </p:cNvPr>
          <p:cNvSpPr txBox="1"/>
          <p:nvPr/>
        </p:nvSpPr>
        <p:spPr>
          <a:xfrm>
            <a:off x="453136" y="6086581"/>
            <a:ext cx="8280400" cy="338554"/>
          </a:xfrm>
          <a:prstGeom prst="rect">
            <a:avLst/>
          </a:prstGeom>
          <a:noFill/>
        </p:spPr>
        <p:txBody>
          <a:bodyPr wrap="square" rtlCol="0">
            <a:spAutoFit/>
          </a:bodyPr>
          <a:lstStyle/>
          <a:p>
            <a:r>
              <a:rPr kumimoji="1" lang="ja-JP" altLang="en-US" sz="1600" dirty="0"/>
              <a:t>工数：</a:t>
            </a:r>
            <a:r>
              <a:rPr kumimoji="1" lang="en-US" altLang="ja-JP" sz="1600" dirty="0"/>
              <a:t>175.06MM</a:t>
            </a:r>
            <a:r>
              <a:rPr kumimoji="1" lang="ja-JP" altLang="en-US" sz="1600" dirty="0"/>
              <a:t>、</a:t>
            </a:r>
            <a:r>
              <a:rPr lang="ja-JP" altLang="en-US" sz="1600" dirty="0"/>
              <a:t>費用： </a:t>
            </a:r>
            <a:r>
              <a:rPr kumimoji="1" lang="en-US" altLang="ja-JP" sz="1600" dirty="0"/>
              <a:t>1.26</a:t>
            </a:r>
            <a:r>
              <a:rPr kumimoji="1" lang="ja-JP" altLang="en-US" sz="1600" dirty="0"/>
              <a:t>億</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14336" y="255263"/>
            <a:ext cx="9327072" cy="683629"/>
          </a:xfrm>
        </p:spPr>
        <p:txBody>
          <a:bodyPr/>
          <a:lstStyle/>
          <a:p>
            <a:r>
              <a:rPr lang="zh-CN" altLang="en-US"/>
              <a:t>結論</a:t>
            </a:r>
            <a:endParaRPr lang="zh-CN" altLang="en-US">
              <a:effectLst/>
            </a:endParaRPr>
          </a:p>
        </p:txBody>
      </p:sp>
      <p:sp>
        <p:nvSpPr>
          <p:cNvPr id="15" name="テキスト ボックス 14"/>
          <p:cNvSpPr txBox="1"/>
          <p:nvPr/>
        </p:nvSpPr>
        <p:spPr>
          <a:xfrm>
            <a:off x="414336" y="783771"/>
            <a:ext cx="11490793" cy="5324243"/>
          </a:xfrm>
          <a:prstGeom prst="rect">
            <a:avLst/>
          </a:prstGeom>
          <a:noFill/>
          <a:ln w="9525" cap="flat" cmpd="sng" algn="ctr">
            <a:noFill/>
            <a:prstDash val="solid"/>
            <a:round/>
            <a:headEnd type="oval" w="med" len="med"/>
            <a:tailEnd type="oval" w="med" len="med"/>
          </a:ln>
        </p:spPr>
        <p:txBody>
          <a:bodyPr wrap="square" lIns="36000" tIns="36000" rIns="36000" bIns="36000" rtlCol="0" anchor="t" anchorCtr="0">
            <a:noAutofit/>
          </a:bodyPr>
          <a:lstStyle/>
          <a:p>
            <a:pPr marL="285750" lvl="0" indent="-285750" eaLnBrk="0" fontAlgn="base" hangingPunct="0">
              <a:spcBef>
                <a:spcPct val="0"/>
              </a:spcBef>
              <a:spcAft>
                <a:spcPct val="0"/>
              </a:spcAft>
              <a:buFont typeface="Arial" panose="020B0604020202020204" pitchFamily="34" charset="0"/>
              <a:buChar char="•"/>
            </a:pPr>
            <a:r>
              <a:rPr kumimoji="0" lang="zh-CN" altLang="zh-CN" dirty="0">
                <a:latin typeface="Arial" panose="020B0604020202020204" pitchFamily="34" charset="0"/>
              </a:rPr>
              <a:t>提案のまとめ: </a:t>
            </a:r>
            <a:endParaRPr kumimoji="0" lang="en-US" altLang="zh-CN"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zh-CN" altLang="zh-CN" dirty="0">
                <a:latin typeface="Arial" panose="020B0604020202020204" pitchFamily="34" charset="0"/>
              </a:rPr>
              <a:t>本方案により、効率的でセキュアな</a:t>
            </a:r>
            <a:r>
              <a:rPr kumimoji="0" lang="ja-JP" altLang="en-US" dirty="0">
                <a:latin typeface="Arial" panose="020B0604020202020204" pitchFamily="34" charset="0"/>
              </a:rPr>
              <a:t>文書</a:t>
            </a:r>
            <a:r>
              <a:rPr kumimoji="0" lang="zh-CN" altLang="zh-CN" dirty="0">
                <a:latin typeface="Arial" panose="020B0604020202020204" pitchFamily="34" charset="0"/>
              </a:rPr>
              <a:t>管理を実現。</a:t>
            </a:r>
            <a:endParaRPr kumimoji="0" lang="en-US" altLang="zh-CN"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en-US" altLang="ja-JP" dirty="0">
                <a:latin typeface="Arial" panose="020B0604020202020204" pitchFamily="34" charset="0"/>
              </a:rPr>
              <a:t>3</a:t>
            </a:r>
            <a:r>
              <a:rPr kumimoji="0" lang="en-US" altLang="ja-JP" baseline="30000" dirty="0">
                <a:latin typeface="Arial" panose="020B0604020202020204" pitchFamily="34" charset="0"/>
              </a:rPr>
              <a:t>rd</a:t>
            </a:r>
            <a:r>
              <a:rPr kumimoji="0" lang="en-US" altLang="ja-JP" dirty="0">
                <a:latin typeface="Arial" panose="020B0604020202020204" pitchFamily="34" charset="0"/>
              </a:rPr>
              <a:t> Party</a:t>
            </a:r>
            <a:r>
              <a:rPr kumimoji="0" lang="ja-JP" altLang="en-US" dirty="0">
                <a:latin typeface="Arial" panose="020B0604020202020204" pitchFamily="34" charset="0"/>
              </a:rPr>
              <a:t>の</a:t>
            </a:r>
            <a:r>
              <a:rPr kumimoji="0" lang="en-US" altLang="ja-JP" dirty="0">
                <a:latin typeface="Arial" panose="020B0604020202020204" pitchFamily="34" charset="0"/>
              </a:rPr>
              <a:t>CMS</a:t>
            </a:r>
            <a:r>
              <a:rPr kumimoji="0" lang="ja-JP" altLang="en-US" dirty="0">
                <a:latin typeface="Arial" panose="020B0604020202020204" pitchFamily="34" charset="0"/>
              </a:rPr>
              <a:t>パッケージを導入せず、</a:t>
            </a:r>
            <a:r>
              <a:rPr kumimoji="0" lang="en-US" altLang="ja-JP" dirty="0">
                <a:latin typeface="Arial" panose="020B0604020202020204" pitchFamily="34" charset="0"/>
              </a:rPr>
              <a:t>10</a:t>
            </a:r>
            <a:r>
              <a:rPr kumimoji="0" lang="ja-JP" altLang="en-US" dirty="0">
                <a:latin typeface="Arial" panose="020B0604020202020204" pitchFamily="34" charset="0"/>
              </a:rPr>
              <a:t>年間数億のライセンス費用節約</a:t>
            </a:r>
            <a:r>
              <a:rPr kumimoji="0" lang="zh-CN" altLang="zh-CN" dirty="0">
                <a:latin typeface="Arial" panose="020B0604020202020204" pitchFamily="34" charset="0"/>
              </a:rPr>
              <a:t> </a:t>
            </a:r>
          </a:p>
          <a:p>
            <a:pPr marL="285750" lvl="0" indent="-285750" eaLnBrk="0" fontAlgn="base" hangingPunct="0">
              <a:spcBef>
                <a:spcPct val="0"/>
              </a:spcBef>
              <a:spcAft>
                <a:spcPct val="0"/>
              </a:spcAft>
              <a:buFont typeface="Arial" panose="020B0604020202020204" pitchFamily="34" charset="0"/>
              <a:buChar char="•"/>
            </a:pPr>
            <a:r>
              <a:rPr kumimoji="0" lang="zh-CN" altLang="zh-CN" dirty="0">
                <a:latin typeface="Arial" panose="020B0604020202020204" pitchFamily="34" charset="0"/>
              </a:rPr>
              <a:t>次ステップ:</a:t>
            </a:r>
            <a:endParaRPr kumimoji="0" lang="en-US" altLang="zh-CN"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en-US" altLang="ja-JP" dirty="0">
                <a:latin typeface="Arial" panose="020B0604020202020204" pitchFamily="34" charset="0"/>
              </a:rPr>
              <a:t>Q/A</a:t>
            </a:r>
            <a:r>
              <a:rPr kumimoji="0" lang="ja-JP" altLang="en-US" dirty="0">
                <a:latin typeface="Arial" panose="020B0604020202020204" pitchFamily="34" charset="0"/>
              </a:rPr>
              <a:t>ミーティングの日程調整（必要に応じてセッティング）</a:t>
            </a:r>
            <a:endParaRPr kumimoji="0" lang="en-US" altLang="ja-JP"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zh-CN" altLang="zh-CN" dirty="0">
                <a:latin typeface="Arial" panose="020B0604020202020204" pitchFamily="34" charset="0"/>
              </a:rPr>
              <a:t>本方案</a:t>
            </a:r>
            <a:r>
              <a:rPr kumimoji="0" lang="ja-JP" altLang="en-US" dirty="0">
                <a:latin typeface="Arial" panose="020B0604020202020204" pitchFamily="34" charset="0"/>
              </a:rPr>
              <a:t>に合意が取れた場合、社内稟議に必要となる期間の確認</a:t>
            </a:r>
            <a:endParaRPr kumimoji="0" lang="zh-CN" altLang="zh-CN" dirty="0">
              <a:latin typeface="Arial" panose="020B0604020202020204" pitchFamily="34" charset="0"/>
            </a:endParaRPr>
          </a:p>
          <a:p>
            <a:pPr marL="285750" lvl="0" indent="-285750" eaLnBrk="0" fontAlgn="base" hangingPunct="0">
              <a:spcBef>
                <a:spcPct val="0"/>
              </a:spcBef>
              <a:spcAft>
                <a:spcPct val="0"/>
              </a:spcAft>
              <a:buFont typeface="Arial" panose="020B0604020202020204" pitchFamily="34" charset="0"/>
              <a:buChar char="•"/>
            </a:pPr>
            <a:r>
              <a:rPr kumimoji="0" lang="zh-CN" altLang="zh-CN" dirty="0">
                <a:latin typeface="Arial" panose="020B0604020202020204" pitchFamily="34" charset="0"/>
              </a:rPr>
              <a:t>連絡先: </a:t>
            </a:r>
            <a:endParaRPr kumimoji="0" lang="en-US" altLang="zh-CN"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en-US" altLang="zh-CN" dirty="0">
                <a:latin typeface="Arial" panose="020B0604020202020204" pitchFamily="34" charset="0"/>
                <a:hlinkClick r:id="rId3"/>
              </a:rPr>
              <a:t>yli@gcsoft-jp.com</a:t>
            </a:r>
            <a:endParaRPr kumimoji="0" lang="en-US" altLang="zh-CN"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en-US" altLang="zh-CN" dirty="0">
                <a:latin typeface="Arial" panose="020B0604020202020204" pitchFamily="34" charset="0"/>
              </a:rPr>
              <a:t>zdhe@gcsoft-jp.com</a:t>
            </a:r>
            <a:endParaRPr kumimoji="0" lang="zh-CN" altLang="zh-CN"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en-US" altLang="zh-CN" dirty="0">
                <a:latin typeface="Arial" panose="020B0604020202020204" pitchFamily="34" charset="0"/>
              </a:rPr>
              <a:t>cc: admin@gcsoft-jp.com </a:t>
            </a:r>
          </a:p>
          <a:p>
            <a:pPr marL="285750" indent="-285750" eaLnBrk="0" fontAlgn="base" hangingPunct="0">
              <a:spcBef>
                <a:spcPct val="0"/>
              </a:spcBef>
              <a:spcAft>
                <a:spcPct val="0"/>
              </a:spcAft>
              <a:buFont typeface="Arial" panose="020B0604020202020204" pitchFamily="34" charset="0"/>
              <a:buChar char="•"/>
            </a:pPr>
            <a:r>
              <a:rPr kumimoji="0" lang="ja-JP" altLang="en-US" dirty="0">
                <a:latin typeface="Arial" panose="020B0604020202020204" pitchFamily="34" charset="0"/>
              </a:rPr>
              <a:t>前提条件：</a:t>
            </a:r>
            <a:endParaRPr kumimoji="0" lang="en-US" altLang="ja-JP"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ja-JP" altLang="en-US" dirty="0">
                <a:latin typeface="Arial" panose="020B0604020202020204" pitchFamily="34" charset="0"/>
              </a:rPr>
              <a:t>この見積は、</a:t>
            </a:r>
            <a:r>
              <a:rPr kumimoji="0" lang="en-US" altLang="ja-JP" dirty="0">
                <a:latin typeface="Arial" panose="020B0604020202020204" pitchFamily="34" charset="0"/>
              </a:rPr>
              <a:t>11/30</a:t>
            </a:r>
            <a:r>
              <a:rPr kumimoji="0" lang="ja-JP" altLang="en-US" dirty="0">
                <a:latin typeface="Arial" panose="020B0604020202020204" pitchFamily="34" charset="0"/>
              </a:rPr>
              <a:t>まで有効とする</a:t>
            </a:r>
            <a:endParaRPr kumimoji="0" lang="en-US" altLang="ja-JP"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endParaRPr kumimoji="0" lang="en-US" altLang="zh-CN" dirty="0">
              <a:latin typeface="Arial" panose="020B0604020202020204" pitchFamily="34"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p:cNvSpPr>
            <a:spLocks noGrp="1"/>
          </p:cNvSpPr>
          <p:nvPr>
            <p:ph type="ctrTitle"/>
          </p:nvPr>
        </p:nvSpPr>
        <p:spPr/>
        <p:txBody>
          <a:bodyPr/>
          <a:lstStyle/>
          <a:p>
            <a:r>
              <a:rPr lang="ja-JP" altLang="en-US"/>
              <a:t>備考</a:t>
            </a:r>
          </a:p>
        </p:txBody>
      </p:sp>
      <p:sp>
        <p:nvSpPr>
          <p:cNvPr id="2" name="字幕 1">
            <a:extLst>
              <a:ext uri="{FF2B5EF4-FFF2-40B4-BE49-F238E27FC236}">
                <a16:creationId xmlns:a16="http://schemas.microsoft.com/office/drawing/2014/main" id="{EDCC7EBC-091F-22E7-1716-7E345DA138F8}"/>
              </a:ext>
            </a:extLst>
          </p:cNvPr>
          <p:cNvSpPr>
            <a:spLocks noGrp="1"/>
          </p:cNvSpPr>
          <p:nvPr>
            <p:ph type="subTitle" idx="1"/>
          </p:nvPr>
        </p:nvSpPr>
        <p:spPr/>
        <p:txBody>
          <a:bodyPr/>
          <a:lstStyle/>
          <a:p>
            <a:endParaRPr lang="ja-JP"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14336" y="255263"/>
            <a:ext cx="9327072" cy="683629"/>
          </a:xfrm>
        </p:spPr>
        <p:txBody>
          <a:bodyPr>
            <a:normAutofit/>
          </a:bodyPr>
          <a:lstStyle/>
          <a:p>
            <a:r>
              <a:rPr lang="en-US" altLang="ja-JP"/>
              <a:t>POC</a:t>
            </a:r>
            <a:r>
              <a:rPr lang="ja-JP" altLang="en-US"/>
              <a:t>範囲</a:t>
            </a:r>
            <a:endParaRPr lang="ja-JP" altLang="en-US">
              <a:effectLst/>
            </a:endParaRPr>
          </a:p>
        </p:txBody>
      </p:sp>
      <p:graphicFrame>
        <p:nvGraphicFramePr>
          <p:cNvPr id="4" name="表 3">
            <a:extLst>
              <a:ext uri="{FF2B5EF4-FFF2-40B4-BE49-F238E27FC236}">
                <a16:creationId xmlns:a16="http://schemas.microsoft.com/office/drawing/2014/main" id="{7A494E27-83EC-A0A3-2082-E9A9D75C64D6}"/>
              </a:ext>
            </a:extLst>
          </p:cNvPr>
          <p:cNvGraphicFramePr>
            <a:graphicFrameLocks noGrp="1"/>
          </p:cNvGraphicFramePr>
          <p:nvPr>
            <p:extLst>
              <p:ext uri="{D42A27DB-BD31-4B8C-83A1-F6EECF244321}">
                <p14:modId xmlns:p14="http://schemas.microsoft.com/office/powerpoint/2010/main" val="834738927"/>
              </p:ext>
            </p:extLst>
          </p:nvPr>
        </p:nvGraphicFramePr>
        <p:xfrm>
          <a:off x="414336" y="809538"/>
          <a:ext cx="11363327" cy="3097441"/>
        </p:xfrm>
        <a:graphic>
          <a:graphicData uri="http://schemas.openxmlformats.org/drawingml/2006/table">
            <a:tbl>
              <a:tblPr firstRow="1" bandRow="1">
                <a:tableStyleId>{7DF18680-E054-41AD-8BC1-D1AEF772440D}</a:tableStyleId>
              </a:tblPr>
              <a:tblGrid>
                <a:gridCol w="359026">
                  <a:extLst>
                    <a:ext uri="{9D8B030D-6E8A-4147-A177-3AD203B41FA5}">
                      <a16:colId xmlns:a16="http://schemas.microsoft.com/office/drawing/2014/main" val="1822749168"/>
                    </a:ext>
                  </a:extLst>
                </a:gridCol>
                <a:gridCol w="2728600">
                  <a:extLst>
                    <a:ext uri="{9D8B030D-6E8A-4147-A177-3AD203B41FA5}">
                      <a16:colId xmlns:a16="http://schemas.microsoft.com/office/drawing/2014/main" val="1141317570"/>
                    </a:ext>
                  </a:extLst>
                </a:gridCol>
                <a:gridCol w="8275701">
                  <a:extLst>
                    <a:ext uri="{9D8B030D-6E8A-4147-A177-3AD203B41FA5}">
                      <a16:colId xmlns:a16="http://schemas.microsoft.com/office/drawing/2014/main" val="371397195"/>
                    </a:ext>
                  </a:extLst>
                </a:gridCol>
              </a:tblGrid>
              <a:tr h="309744">
                <a:tc>
                  <a:txBody>
                    <a:bodyPr/>
                    <a:lstStyle/>
                    <a:p>
                      <a:pPr marL="0" algn="l" defTabSz="914400" rtl="0" eaLnBrk="1" fontAlgn="b" latinLnBrk="0" hangingPunct="1"/>
                      <a:r>
                        <a:rPr lang="ja-JP" altLang="en-US" sz="1100" b="0" u="none" strike="noStrike" kern="1200">
                          <a:solidFill>
                            <a:schemeClr val="bg1"/>
                          </a:solidFill>
                          <a:effectLst/>
                        </a:rPr>
                        <a:t>番号</a:t>
                      </a:r>
                      <a:endParaRPr lang="ja-JP" altLang="en-US" sz="1100" b="0" i="0" u="none" strike="noStrike" kern="1200">
                        <a:solidFill>
                          <a:schemeClr val="bg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ja-JP" altLang="en-US" sz="1100" b="0" u="none" strike="noStrike" kern="1200">
                          <a:solidFill>
                            <a:schemeClr val="bg1"/>
                          </a:solidFill>
                          <a:effectLst/>
                        </a:rPr>
                        <a:t>機能</a:t>
                      </a:r>
                      <a:endParaRPr lang="de-DE" sz="1100" b="0" i="0" u="none" strike="noStrike" kern="1200">
                        <a:solidFill>
                          <a:schemeClr val="bg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ja-JP" altLang="en-US" sz="1100" b="0" u="none" strike="noStrike" kern="1200">
                          <a:solidFill>
                            <a:schemeClr val="bg1"/>
                          </a:solidFill>
                          <a:effectLst/>
                        </a:rPr>
                        <a:t>説明</a:t>
                      </a:r>
                      <a:endParaRPr lang="ja-JP" altLang="en-US" sz="1100" b="0" i="0" u="none" strike="noStrike" kern="1200">
                        <a:solidFill>
                          <a:schemeClr val="bg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306662851"/>
                  </a:ext>
                </a:extLst>
              </a:tr>
              <a:tr h="309744">
                <a:tc>
                  <a:txBody>
                    <a:bodyPr/>
                    <a:lstStyle/>
                    <a:p>
                      <a:pPr marL="0" algn="l" defTabSz="914400" rtl="0" eaLnBrk="1" fontAlgn="b" latinLnBrk="0" hangingPunct="1"/>
                      <a:r>
                        <a:rPr lang="en-US" altLang="ja-JP" sz="1100" b="0" u="none" strike="noStrike" kern="1200">
                          <a:solidFill>
                            <a:schemeClr val="tx1"/>
                          </a:solidFill>
                          <a:effectLst/>
                        </a:rPr>
                        <a:t>1</a:t>
                      </a:r>
                      <a:endParaRPr lang="ja-JP" altLang="en-US" sz="1100" b="0" u="none" strike="noStrike" kern="120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kumimoji="0" lang="en-US" altLang="ja-JP" sz="1100" dirty="0">
                          <a:latin typeface="Arial" panose="020B0604020202020204" pitchFamily="34" charset="0"/>
                        </a:rPr>
                        <a:t>File Batch</a:t>
                      </a:r>
                      <a:r>
                        <a:rPr kumimoji="0" lang="ja-JP" altLang="en-US" sz="1100" dirty="0">
                          <a:latin typeface="Arial" panose="020B0604020202020204" pitchFamily="34" charset="0"/>
                        </a:rPr>
                        <a:t> </a:t>
                      </a:r>
                      <a:r>
                        <a:rPr kumimoji="0" lang="en-US" altLang="ja-JP" sz="1100" dirty="0">
                          <a:latin typeface="Arial" panose="020B0604020202020204" pitchFamily="34" charset="0"/>
                        </a:rPr>
                        <a:t>Download</a:t>
                      </a:r>
                      <a:endParaRPr lang="en-US" altLang="ja-JP" sz="1100" b="0" u="none" strike="noStrike" kern="1200" dirty="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kumimoji="0" lang="en-US" altLang="ja-JP" sz="1000" dirty="0">
                          <a:latin typeface="Arial" panose="020B0604020202020204" pitchFamily="34" charset="0"/>
                        </a:rPr>
                        <a:t>Html Page</a:t>
                      </a:r>
                      <a:r>
                        <a:rPr kumimoji="0" lang="ja-JP" altLang="en-US" sz="1000" dirty="0">
                          <a:latin typeface="Arial" panose="020B0604020202020204" pitchFamily="34" charset="0"/>
                        </a:rPr>
                        <a:t>の</a:t>
                      </a:r>
                      <a:r>
                        <a:rPr kumimoji="0" lang="en-US" altLang="ja-JP" sz="1000" dirty="0">
                          <a:latin typeface="Arial" panose="020B0604020202020204" pitchFamily="34" charset="0"/>
                        </a:rPr>
                        <a:t>JavaScript</a:t>
                      </a:r>
                      <a:r>
                        <a:rPr kumimoji="0" lang="ja-JP" altLang="en-US" sz="1000" dirty="0">
                          <a:latin typeface="Arial" panose="020B0604020202020204" pitchFamily="34" charset="0"/>
                        </a:rPr>
                        <a:t>で複数ファイルを指定場所にそれぞれ保存</a:t>
                      </a:r>
                      <a:endParaRPr lang="en-US" altLang="ja-JP" sz="1000" b="0" i="0" u="none" strike="noStrike" kern="1200" dirty="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extLst>
                  <a:ext uri="{0D108BD9-81ED-4DB2-BD59-A6C34878D82A}">
                    <a16:rowId xmlns:a16="http://schemas.microsoft.com/office/drawing/2014/main" val="1625447426"/>
                  </a:ext>
                </a:extLst>
              </a:tr>
              <a:tr h="929233">
                <a:tc>
                  <a:txBody>
                    <a:bodyPr/>
                    <a:lstStyle/>
                    <a:p>
                      <a:pPr marL="0" algn="l" defTabSz="914400" rtl="0" eaLnBrk="1" fontAlgn="b" latinLnBrk="0" hangingPunct="1"/>
                      <a:r>
                        <a:rPr lang="en-US" altLang="ja-JP" sz="1100" b="0" u="none" strike="noStrike" kern="1200">
                          <a:solidFill>
                            <a:schemeClr val="tx1"/>
                          </a:solidFill>
                          <a:effectLst/>
                          <a:latin typeface="+mn-lt"/>
                          <a:ea typeface="+mn-ea"/>
                          <a:cs typeface="+mn-cs"/>
                        </a:rPr>
                        <a:t>2</a:t>
                      </a:r>
                      <a:endParaRPr lang="ja-JP" altLang="en-US" sz="1100" b="0" u="none" strike="noStrike" kern="120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kumimoji="0" lang="en-US" altLang="ja-JP" sz="1100" dirty="0" err="1">
                          <a:latin typeface="Arial" panose="020B0604020202020204" pitchFamily="34" charset="0"/>
                          <a:ea typeface="Yu Gothic UI" panose="020B0500000000000000" pitchFamily="50" charset="-128"/>
                        </a:rPr>
                        <a:t>GraphAPI</a:t>
                      </a:r>
                      <a:r>
                        <a:rPr kumimoji="0" lang="ja-JP" altLang="en-US" sz="1100" dirty="0">
                          <a:latin typeface="Arial" panose="020B0604020202020204" pitchFamily="34" charset="0"/>
                          <a:ea typeface="Yu Gothic UI" panose="020B0500000000000000" pitchFamily="50" charset="-128"/>
                        </a:rPr>
                        <a:t>検証</a:t>
                      </a:r>
                      <a:endParaRPr lang="en-US" altLang="ja-JP" sz="1100" b="0" u="none" strike="noStrike" kern="1200" dirty="0">
                        <a:solidFill>
                          <a:schemeClr val="tx1"/>
                        </a:solidFill>
                        <a:effectLst/>
                        <a:latin typeface="+mn-lt"/>
                        <a:ea typeface="+mn-ea"/>
                        <a:cs typeface="+mn-cs"/>
                      </a:endParaRPr>
                    </a:p>
                  </a:txBody>
                  <a:tcPr marL="0" marR="0" marT="0" marB="0" anchor="ctr"/>
                </a:tc>
                <a:tc>
                  <a:txBody>
                    <a:bodyPr/>
                    <a:lstStyle/>
                    <a:p>
                      <a:pPr marL="0" marR="0" lvl="0" indent="0" algn="l" defTabSz="914400" rtl="0" eaLnBrk="1" fontAlgn="b" latinLnBrk="0" hangingPunct="1">
                        <a:lnSpc>
                          <a:spcPct val="100000"/>
                        </a:lnSpc>
                        <a:spcBef>
                          <a:spcPts val="0"/>
                        </a:spcBef>
                        <a:spcAft>
                          <a:spcPts val="0"/>
                        </a:spcAft>
                        <a:buClrTx/>
                        <a:buSzTx/>
                        <a:buFont typeface="+mj-lt"/>
                        <a:buNone/>
                        <a:tabLst/>
                        <a:defRPr/>
                      </a:pPr>
                      <a:r>
                        <a:rPr kumimoji="0" lang="ja-JP" altLang="en-US" sz="1100" kern="1200" dirty="0">
                          <a:solidFill>
                            <a:schemeClr val="dk1"/>
                          </a:solidFill>
                          <a:latin typeface="Arial" panose="020B0604020202020204" pitchFamily="34" charset="0"/>
                          <a:ea typeface="Yu Gothic UI" panose="020B0500000000000000" pitchFamily="50" charset="-128"/>
                          <a:cs typeface="+mn-cs"/>
                        </a:rPr>
                        <a:t>添付ファイル検索の実機検証（性能、制限含む）</a:t>
                      </a:r>
                      <a:endParaRPr kumimoji="0" lang="en-US" altLang="ja-JP" sz="1100" kern="1200" dirty="0">
                        <a:solidFill>
                          <a:schemeClr val="dk1"/>
                        </a:solidFill>
                        <a:latin typeface="Arial" panose="020B0604020202020204" pitchFamily="34" charset="0"/>
                        <a:ea typeface="Yu Gothic UI" panose="020B0500000000000000" pitchFamily="50" charset="-128"/>
                        <a:cs typeface="+mn-cs"/>
                      </a:endParaRPr>
                    </a:p>
                    <a:p>
                      <a:pPr marL="0" marR="0" lvl="0" indent="0" algn="l" defTabSz="914400" rtl="0" eaLnBrk="1" fontAlgn="b" latinLnBrk="0" hangingPunct="1">
                        <a:lnSpc>
                          <a:spcPct val="100000"/>
                        </a:lnSpc>
                        <a:spcBef>
                          <a:spcPts val="0"/>
                        </a:spcBef>
                        <a:spcAft>
                          <a:spcPts val="0"/>
                        </a:spcAft>
                        <a:buClrTx/>
                        <a:buSzTx/>
                        <a:buFont typeface="+mj-lt"/>
                        <a:buNone/>
                        <a:tabLst/>
                        <a:defRPr/>
                      </a:pPr>
                      <a:r>
                        <a:rPr kumimoji="0" lang="ja-JP" altLang="en-US" sz="1100" kern="1200" dirty="0">
                          <a:solidFill>
                            <a:schemeClr val="dk1"/>
                          </a:solidFill>
                          <a:latin typeface="Arial" panose="020B0604020202020204" pitchFamily="34" charset="0"/>
                          <a:ea typeface="Yu Gothic UI" panose="020B0500000000000000" pitchFamily="50" charset="-128"/>
                          <a:cs typeface="+mn-cs"/>
                        </a:rPr>
                        <a:t>１．ファイル名検索</a:t>
                      </a:r>
                      <a:endParaRPr kumimoji="0" lang="en-US" altLang="ja-JP" sz="1100" kern="1200" dirty="0">
                        <a:solidFill>
                          <a:schemeClr val="dk1"/>
                        </a:solidFill>
                        <a:latin typeface="Arial" panose="020B0604020202020204" pitchFamily="34" charset="0"/>
                        <a:ea typeface="Yu Gothic UI" panose="020B0500000000000000" pitchFamily="50" charset="-128"/>
                        <a:cs typeface="+mn-cs"/>
                      </a:endParaRPr>
                    </a:p>
                    <a:p>
                      <a:pPr marL="0" marR="0" lvl="0" indent="0" algn="l" defTabSz="914400" rtl="0" eaLnBrk="1" fontAlgn="b" latinLnBrk="0" hangingPunct="1">
                        <a:lnSpc>
                          <a:spcPct val="100000"/>
                        </a:lnSpc>
                        <a:spcBef>
                          <a:spcPts val="0"/>
                        </a:spcBef>
                        <a:spcAft>
                          <a:spcPts val="0"/>
                        </a:spcAft>
                        <a:buClrTx/>
                        <a:buSzTx/>
                        <a:buFont typeface="+mj-lt"/>
                        <a:buNone/>
                        <a:tabLst/>
                        <a:defRPr/>
                      </a:pPr>
                      <a:r>
                        <a:rPr kumimoji="0" lang="ja-JP" altLang="en-US" sz="1100" kern="1200" dirty="0">
                          <a:solidFill>
                            <a:schemeClr val="dk1"/>
                          </a:solidFill>
                          <a:latin typeface="Arial" panose="020B0604020202020204" pitchFamily="34" charset="0"/>
                          <a:ea typeface="Yu Gothic UI" panose="020B0500000000000000" pitchFamily="50" charset="-128"/>
                          <a:cs typeface="+mn-cs"/>
                        </a:rPr>
                        <a:t>２．ファイル内容含む検索</a:t>
                      </a:r>
                      <a:endParaRPr kumimoji="0" lang="en-US" altLang="ja-JP" sz="1100" kern="1200" dirty="0">
                        <a:solidFill>
                          <a:schemeClr val="dk1"/>
                        </a:solidFill>
                        <a:latin typeface="Arial" panose="020B0604020202020204" pitchFamily="34" charset="0"/>
                        <a:ea typeface="Yu Gothic UI" panose="020B0500000000000000" pitchFamily="50" charset="-128"/>
                        <a:cs typeface="+mn-cs"/>
                      </a:endParaRPr>
                    </a:p>
                  </a:txBody>
                  <a:tcPr marL="0" marR="0" marT="0" marB="0" anchor="ctr"/>
                </a:tc>
                <a:extLst>
                  <a:ext uri="{0D108BD9-81ED-4DB2-BD59-A6C34878D82A}">
                    <a16:rowId xmlns:a16="http://schemas.microsoft.com/office/drawing/2014/main" val="849158256"/>
                  </a:ext>
                </a:extLst>
              </a:tr>
              <a:tr h="309744">
                <a:tc>
                  <a:txBody>
                    <a:bodyPr/>
                    <a:lstStyle/>
                    <a:p>
                      <a:pPr marL="0" algn="l" defTabSz="914400" rtl="0" eaLnBrk="1" fontAlgn="b" latinLnBrk="0" hangingPunct="1"/>
                      <a:r>
                        <a:rPr lang="en-US" altLang="ja-JP" sz="1100" b="0" i="0" u="none" strike="noStrike" kern="1200">
                          <a:solidFill>
                            <a:schemeClr val="tx1"/>
                          </a:solidFill>
                          <a:effectLst/>
                          <a:latin typeface="Meiryo UI" panose="020B0604030504040204" pitchFamily="50" charset="-128"/>
                          <a:ea typeface="Meiryo UI" panose="020B0604030504040204" pitchFamily="50" charset="-128"/>
                          <a:cs typeface="+mn-cs"/>
                        </a:rPr>
                        <a:t>3</a:t>
                      </a:r>
                      <a:endParaRPr lang="ja-JP" altLang="en-US" sz="1100" b="0" i="0" u="none" strike="noStrike" kern="120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kumimoji="0" lang="ja-JP" altLang="en-US" sz="1100" dirty="0">
                          <a:latin typeface="Arial" panose="020B0604020202020204" pitchFamily="34" charset="0"/>
                          <a:ea typeface="Yu Gothic UI" panose="020B0500000000000000" pitchFamily="50" charset="-128"/>
                        </a:rPr>
                        <a:t>性能</a:t>
                      </a:r>
                      <a:r>
                        <a:rPr kumimoji="0" lang="en-US" altLang="ja-JP" sz="1100" dirty="0">
                          <a:latin typeface="Arial" panose="020B0604020202020204" pitchFamily="34" charset="0"/>
                          <a:ea typeface="Yu Gothic UI" panose="020B0500000000000000" pitchFamily="50" charset="-128"/>
                        </a:rPr>
                        <a:t>Facility</a:t>
                      </a:r>
                      <a:endParaRPr lang="en-US" altLang="ja-JP" sz="1100" b="0" u="none" strike="noStrike" kern="1200" dirty="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kumimoji="0" lang="en-US" altLang="ja-JP" sz="1100" kern="1200" dirty="0">
                          <a:solidFill>
                            <a:schemeClr val="dk1"/>
                          </a:solidFill>
                          <a:latin typeface="Arial" panose="020B0604020202020204" pitchFamily="34" charset="0"/>
                          <a:ea typeface="Yu Gothic UI" panose="020B0500000000000000" pitchFamily="50" charset="-128"/>
                          <a:cs typeface="+mn-cs"/>
                        </a:rPr>
                        <a:t>Dummy</a:t>
                      </a:r>
                      <a:r>
                        <a:rPr kumimoji="0" lang="ja-JP" altLang="en-US" sz="1100" kern="1200" dirty="0">
                          <a:solidFill>
                            <a:schemeClr val="dk1"/>
                          </a:solidFill>
                          <a:latin typeface="Arial" panose="020B0604020202020204" pitchFamily="34" charset="0"/>
                          <a:ea typeface="Yu Gothic UI" panose="020B0500000000000000" pitchFamily="50" charset="-128"/>
                          <a:cs typeface="+mn-cs"/>
                        </a:rPr>
                        <a:t>データを利用した性能評価、</a:t>
                      </a:r>
                      <a:r>
                        <a:rPr kumimoji="0" lang="en-US" altLang="ja-JP" sz="1100" kern="1200" dirty="0">
                          <a:solidFill>
                            <a:schemeClr val="dk1"/>
                          </a:solidFill>
                          <a:latin typeface="Arial" panose="020B0604020202020204" pitchFamily="34" charset="0"/>
                          <a:ea typeface="Yu Gothic UI" panose="020B0500000000000000" pitchFamily="50" charset="-128"/>
                          <a:cs typeface="+mn-cs"/>
                        </a:rPr>
                        <a:t>10</a:t>
                      </a:r>
                      <a:r>
                        <a:rPr kumimoji="0" lang="ja-JP" altLang="en-US" sz="1100" kern="1200" dirty="0">
                          <a:solidFill>
                            <a:schemeClr val="dk1"/>
                          </a:solidFill>
                          <a:latin typeface="Arial" panose="020B0604020202020204" pitchFamily="34" charset="0"/>
                          <a:ea typeface="Yu Gothic UI" panose="020B0500000000000000" pitchFamily="50" charset="-128"/>
                          <a:cs typeface="+mn-cs"/>
                        </a:rPr>
                        <a:t>年間データ、</a:t>
                      </a:r>
                      <a:r>
                        <a:rPr kumimoji="0" lang="en-US" altLang="ja-JP" sz="1100" kern="1200" dirty="0">
                          <a:solidFill>
                            <a:schemeClr val="dk1"/>
                          </a:solidFill>
                          <a:latin typeface="Arial" panose="020B0604020202020204" pitchFamily="34" charset="0"/>
                          <a:ea typeface="Yu Gothic UI" panose="020B0500000000000000" pitchFamily="50" charset="-128"/>
                          <a:cs typeface="+mn-cs"/>
                        </a:rPr>
                        <a:t>20000</a:t>
                      </a:r>
                      <a:r>
                        <a:rPr kumimoji="0" lang="ja-JP" altLang="en-US" sz="1100" kern="1200" dirty="0">
                          <a:solidFill>
                            <a:schemeClr val="dk1"/>
                          </a:solidFill>
                          <a:latin typeface="Arial" panose="020B0604020202020204" pitchFamily="34" charset="0"/>
                          <a:ea typeface="Yu Gothic UI" panose="020B0500000000000000" pitchFamily="50" charset="-128"/>
                          <a:cs typeface="+mn-cs"/>
                        </a:rPr>
                        <a:t>ユーザを想定で、</a:t>
                      </a:r>
                      <a:r>
                        <a:rPr kumimoji="0" lang="en-US" altLang="ja-JP" sz="1100" kern="1200" dirty="0">
                          <a:solidFill>
                            <a:schemeClr val="dk1"/>
                          </a:solidFill>
                          <a:latin typeface="Arial" panose="020B0604020202020204" pitchFamily="34" charset="0"/>
                          <a:ea typeface="Yu Gothic UI" panose="020B0500000000000000" pitchFamily="50" charset="-128"/>
                          <a:cs typeface="+mn-cs"/>
                        </a:rPr>
                        <a:t>Sizing</a:t>
                      </a:r>
                      <a:endParaRPr kumimoji="0" lang="ja-JP" altLang="en-US" sz="1100" kern="1200" dirty="0">
                        <a:solidFill>
                          <a:schemeClr val="dk1"/>
                        </a:solidFill>
                        <a:latin typeface="Arial" panose="020B0604020202020204" pitchFamily="34" charset="0"/>
                        <a:ea typeface="Yu Gothic UI" panose="020B0500000000000000" pitchFamily="50" charset="-128"/>
                        <a:cs typeface="+mn-cs"/>
                      </a:endParaRPr>
                    </a:p>
                  </a:txBody>
                  <a:tcPr marL="0" marR="0" marT="0" marB="0" anchor="ctr"/>
                </a:tc>
                <a:extLst>
                  <a:ext uri="{0D108BD9-81ED-4DB2-BD59-A6C34878D82A}">
                    <a16:rowId xmlns:a16="http://schemas.microsoft.com/office/drawing/2014/main" val="2204961108"/>
                  </a:ext>
                </a:extLst>
              </a:tr>
              <a:tr h="309744">
                <a:tc>
                  <a:txBody>
                    <a:bodyPr/>
                    <a:lstStyle/>
                    <a:p>
                      <a:pPr marL="0" algn="l" defTabSz="914400" rtl="0" eaLnBrk="1" fontAlgn="b" latinLnBrk="0" hangingPunct="1"/>
                      <a:r>
                        <a:rPr lang="en-US" altLang="ja-JP" sz="1100" b="0" i="0" u="none" strike="noStrike" kern="1200">
                          <a:solidFill>
                            <a:schemeClr val="tx1"/>
                          </a:solidFill>
                          <a:effectLst/>
                          <a:latin typeface="Meiryo UI" panose="020B0604030504040204" pitchFamily="50" charset="-128"/>
                          <a:ea typeface="Meiryo UI" panose="020B0604030504040204" pitchFamily="50" charset="-128"/>
                          <a:cs typeface="+mn-cs"/>
                        </a:rPr>
                        <a:t>4</a:t>
                      </a:r>
                      <a:endParaRPr lang="ja-JP" altLang="en-US" sz="1100" b="0" i="0" u="none" strike="noStrike" kern="120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ja-JP" altLang="en-US" sz="1100" b="0" u="none" strike="noStrike" kern="1200" dirty="0">
                          <a:solidFill>
                            <a:schemeClr val="tx1"/>
                          </a:solidFill>
                          <a:effectLst/>
                          <a:latin typeface="+mn-lt"/>
                          <a:ea typeface="+mn-ea"/>
                          <a:cs typeface="+mn-cs"/>
                        </a:rPr>
                        <a:t>オンライン編集の検証</a:t>
                      </a:r>
                      <a:endParaRPr lang="en-US" altLang="ja-JP" sz="1100" b="0" u="none" strike="noStrike" kern="1200" dirty="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kumimoji="0" lang="ja-JP" altLang="en-US" sz="1100" kern="1200" dirty="0">
                          <a:solidFill>
                            <a:schemeClr val="dk1"/>
                          </a:solidFill>
                          <a:latin typeface="Arial" panose="020B0604020202020204" pitchFamily="34" charset="0"/>
                          <a:ea typeface="Yu Gothic UI" panose="020B0500000000000000" pitchFamily="50" charset="-128"/>
                          <a:cs typeface="+mn-cs"/>
                        </a:rPr>
                        <a:t>ユーザに安心させるためのデモ（実装技術リスクがない）</a:t>
                      </a:r>
                    </a:p>
                  </a:txBody>
                  <a:tcPr marL="0" marR="0" marT="0" marB="0" anchor="ctr"/>
                </a:tc>
                <a:extLst>
                  <a:ext uri="{0D108BD9-81ED-4DB2-BD59-A6C34878D82A}">
                    <a16:rowId xmlns:a16="http://schemas.microsoft.com/office/drawing/2014/main" val="366353059"/>
                  </a:ext>
                </a:extLst>
              </a:tr>
              <a:tr h="309744">
                <a:tc>
                  <a:txBody>
                    <a:bodyPr/>
                    <a:lstStyle/>
                    <a:p>
                      <a:pPr marL="0" algn="l" defTabSz="914400" rtl="0" eaLnBrk="1" fontAlgn="b" latinLnBrk="0" hangingPunct="1"/>
                      <a:r>
                        <a:rPr lang="en-US" altLang="ja-JP" sz="1100" b="0" i="0" u="none" strike="noStrike" kern="1200">
                          <a:solidFill>
                            <a:schemeClr val="tx1"/>
                          </a:solidFill>
                          <a:effectLst/>
                          <a:latin typeface="Meiryo UI" panose="020B0604030504040204" pitchFamily="50" charset="-128"/>
                          <a:ea typeface="Meiryo UI" panose="020B0604030504040204" pitchFamily="50" charset="-128"/>
                          <a:cs typeface="+mn-cs"/>
                        </a:rPr>
                        <a:t>5</a:t>
                      </a:r>
                      <a:endParaRPr lang="ja-JP" altLang="en-US" sz="1100" b="0" i="0" u="none" strike="noStrike" kern="120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r>
                        <a:rPr lang="ja-JP" altLang="en-US" sz="1100" dirty="0"/>
                        <a:t>利用者は必要な項目に応じてビューの設定</a:t>
                      </a:r>
                      <a:endParaRPr lang="en-US" altLang="ja-JP" sz="1100" b="0" u="none" strike="noStrike" kern="1200" dirty="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r>
                        <a:rPr kumimoji="0" lang="ja-JP" altLang="en-US" sz="1100" kern="1200" dirty="0">
                          <a:solidFill>
                            <a:schemeClr val="dk1"/>
                          </a:solidFill>
                          <a:latin typeface="Arial" panose="020B0604020202020204" pitchFamily="34" charset="0"/>
                          <a:ea typeface="Yu Gothic UI" panose="020B0500000000000000" pitchFamily="50" charset="-128"/>
                          <a:cs typeface="+mn-cs"/>
                        </a:rPr>
                        <a:t>主に性能観点の評価、性能評価次第、該当機能の本番機能対象にする・にしない（実装面の技術リスクがない）</a:t>
                      </a:r>
                    </a:p>
                  </a:txBody>
                  <a:tcPr marL="0" marR="0" marT="0" marB="0" anchor="ctr"/>
                </a:tc>
                <a:extLst>
                  <a:ext uri="{0D108BD9-81ED-4DB2-BD59-A6C34878D82A}">
                    <a16:rowId xmlns:a16="http://schemas.microsoft.com/office/drawing/2014/main" val="1462443356"/>
                  </a:ext>
                </a:extLst>
              </a:tr>
              <a:tr h="309744">
                <a:tc>
                  <a:txBody>
                    <a:bodyPr/>
                    <a:lstStyle/>
                    <a:p>
                      <a:pPr marL="0" algn="l" defTabSz="914400" rtl="0" eaLnBrk="1" fontAlgn="b" latinLnBrk="0" hangingPunct="1"/>
                      <a:endParaRPr lang="ja-JP" altLang="en-US" sz="1100" b="0" i="0" u="none" strike="noStrike" kern="120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endParaRPr lang="en-US" altLang="ja-JP" sz="1100" b="0" u="none" strike="noStrike" kern="120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endParaRPr kumimoji="0" lang="ja-JP" altLang="en-US" sz="1100" kern="1200" dirty="0">
                        <a:solidFill>
                          <a:schemeClr val="dk1"/>
                        </a:solidFill>
                        <a:latin typeface="Arial" panose="020B0604020202020204" pitchFamily="34" charset="0"/>
                        <a:ea typeface="Yu Gothic UI" panose="020B0500000000000000" pitchFamily="50" charset="-128"/>
                        <a:cs typeface="+mn-cs"/>
                      </a:endParaRPr>
                    </a:p>
                  </a:txBody>
                  <a:tcPr marL="0" marR="0" marT="0" marB="0" anchor="ctr"/>
                </a:tc>
                <a:extLst>
                  <a:ext uri="{0D108BD9-81ED-4DB2-BD59-A6C34878D82A}">
                    <a16:rowId xmlns:a16="http://schemas.microsoft.com/office/drawing/2014/main" val="2200403059"/>
                  </a:ext>
                </a:extLst>
              </a:tr>
              <a:tr h="309744">
                <a:tc>
                  <a:txBody>
                    <a:bodyPr/>
                    <a:lstStyle/>
                    <a:p>
                      <a:pPr marL="0" algn="l" defTabSz="914400" rtl="0" eaLnBrk="1" fontAlgn="b" latinLnBrk="0" hangingPunct="1"/>
                      <a:endParaRPr lang="ja-JP" altLang="en-US" sz="1050" b="0" i="0" u="none" strike="noStrike" kern="1200">
                        <a:solidFill>
                          <a:schemeClr val="tx1"/>
                        </a:solidFill>
                        <a:effectLst/>
                        <a:latin typeface="Meiryo UI" panose="020B0604030504040204" pitchFamily="50" charset="-128"/>
                        <a:ea typeface="Meiryo UI" panose="020B0604030504040204" pitchFamily="50" charset="-128"/>
                        <a:cs typeface="+mn-cs"/>
                      </a:endParaRPr>
                    </a:p>
                  </a:txBody>
                  <a:tcPr marL="0" marR="0" marT="0" marB="0" anchor="ctr"/>
                </a:tc>
                <a:tc>
                  <a:txBody>
                    <a:bodyPr/>
                    <a:lstStyle/>
                    <a:p>
                      <a:pPr marL="0" algn="l" defTabSz="914400" rtl="0" eaLnBrk="1" fontAlgn="b" latinLnBrk="0" hangingPunct="1"/>
                      <a:endParaRPr lang="en-US" altLang="ja-JP" sz="1050" b="0" u="none" strike="noStrike" kern="1200">
                        <a:solidFill>
                          <a:schemeClr val="tx1"/>
                        </a:solidFill>
                        <a:effectLst/>
                        <a:latin typeface="+mn-lt"/>
                        <a:ea typeface="+mn-ea"/>
                        <a:cs typeface="+mn-cs"/>
                      </a:endParaRPr>
                    </a:p>
                  </a:txBody>
                  <a:tcPr marL="0" marR="0" marT="0" marB="0" anchor="ctr"/>
                </a:tc>
                <a:tc>
                  <a:txBody>
                    <a:bodyPr/>
                    <a:lstStyle/>
                    <a:p>
                      <a:pPr marL="0" algn="l" defTabSz="914400" rtl="0" eaLnBrk="1" fontAlgn="b" latinLnBrk="0" hangingPunct="1"/>
                      <a:endParaRPr kumimoji="0" lang="ja-JP" altLang="en-US" sz="1100" kern="1200" dirty="0">
                        <a:solidFill>
                          <a:schemeClr val="dk1"/>
                        </a:solidFill>
                        <a:latin typeface="Arial" panose="020B0604020202020204" pitchFamily="34" charset="0"/>
                        <a:ea typeface="Yu Gothic UI" panose="020B0500000000000000" pitchFamily="50" charset="-128"/>
                        <a:cs typeface="+mn-cs"/>
                      </a:endParaRPr>
                    </a:p>
                  </a:txBody>
                  <a:tcPr marL="0" marR="0" marT="0" marB="0" anchor="ctr"/>
                </a:tc>
                <a:extLst>
                  <a:ext uri="{0D108BD9-81ED-4DB2-BD59-A6C34878D82A}">
                    <a16:rowId xmlns:a16="http://schemas.microsoft.com/office/drawing/2014/main" val="2728759274"/>
                  </a:ext>
                </a:extLst>
              </a:tr>
            </a:tbl>
          </a:graphicData>
        </a:graphic>
      </p:graphicFrame>
    </p:spTree>
    <p:extLst>
      <p:ext uri="{BB962C8B-B14F-4D97-AF65-F5344CB8AC3E}">
        <p14:creationId xmlns:p14="http://schemas.microsoft.com/office/powerpoint/2010/main" val="30847209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14336" y="255263"/>
            <a:ext cx="9327072" cy="683629"/>
          </a:xfrm>
        </p:spPr>
        <p:txBody>
          <a:bodyPr>
            <a:normAutofit/>
          </a:bodyPr>
          <a:lstStyle/>
          <a:p>
            <a:r>
              <a:rPr lang="ja-JP" altLang="en-US" dirty="0"/>
              <a:t>サポートとメンテナンス－瑕疵範囲、保守提案</a:t>
            </a:r>
            <a:endParaRPr lang="ja-JP" altLang="en-US" dirty="0">
              <a:effectLst/>
            </a:endParaRPr>
          </a:p>
        </p:txBody>
      </p:sp>
      <p:sp>
        <p:nvSpPr>
          <p:cNvPr id="15" name="テキスト ボックス 14"/>
          <p:cNvSpPr txBox="1"/>
          <p:nvPr/>
        </p:nvSpPr>
        <p:spPr>
          <a:xfrm>
            <a:off x="414336" y="833179"/>
            <a:ext cx="11490793" cy="5405533"/>
          </a:xfrm>
          <a:prstGeom prst="rect">
            <a:avLst/>
          </a:prstGeom>
          <a:noFill/>
          <a:ln w="9525" cap="flat" cmpd="sng" algn="ctr">
            <a:noFill/>
            <a:prstDash val="solid"/>
            <a:round/>
            <a:headEnd type="oval" w="med" len="med"/>
            <a:tailEnd type="oval" w="med" len="med"/>
          </a:ln>
        </p:spPr>
        <p:txBody>
          <a:bodyPr wrap="square" lIns="36000" tIns="36000" rIns="36000" bIns="36000" rtlCol="0" anchor="t" anchorCtr="0">
            <a:noAutofit/>
          </a:bodyPr>
          <a:lstStyle/>
          <a:p>
            <a:pPr marL="285750" lvl="0" indent="-285750" eaLnBrk="0" fontAlgn="base" hangingPunct="0">
              <a:spcBef>
                <a:spcPct val="0"/>
              </a:spcBef>
              <a:spcAft>
                <a:spcPct val="0"/>
              </a:spcAft>
              <a:buFont typeface="Arial" panose="020B0604020202020204" pitchFamily="34" charset="0"/>
              <a:buChar char="•"/>
            </a:pPr>
            <a:r>
              <a:rPr lang="ja-JP" altLang="en-US" dirty="0"/>
              <a:t>瑕疵範囲は半年とする（バグ対応のみが対象、本見積もりに含む）</a:t>
            </a:r>
            <a:endParaRPr lang="en-US" altLang="ja-JP" dirty="0"/>
          </a:p>
          <a:p>
            <a:pPr marL="285750" indent="-285750" eaLnBrk="0" fontAlgn="base" hangingPunct="0">
              <a:spcBef>
                <a:spcPct val="0"/>
              </a:spcBef>
              <a:spcAft>
                <a:spcPct val="0"/>
              </a:spcAft>
              <a:buFont typeface="Arial" panose="020B0604020202020204" pitchFamily="34" charset="0"/>
              <a:buChar char="•"/>
            </a:pPr>
            <a:r>
              <a:rPr kumimoji="0" lang="ja-JP" altLang="en-US" dirty="0">
                <a:latin typeface="Arial" panose="020B0604020202020204" pitchFamily="34" charset="0"/>
              </a:rPr>
              <a:t>システム</a:t>
            </a:r>
            <a:r>
              <a:rPr kumimoji="0" lang="en-US" altLang="ja-JP" dirty="0">
                <a:latin typeface="Arial" panose="020B0604020202020204" pitchFamily="34" charset="0"/>
              </a:rPr>
              <a:t>GA</a:t>
            </a:r>
            <a:r>
              <a:rPr kumimoji="0" lang="ja-JP" altLang="en-US" dirty="0">
                <a:latin typeface="Arial" panose="020B0604020202020204" pitchFamily="34" charset="0"/>
              </a:rPr>
              <a:t>の対応体制は、本見積の</a:t>
            </a:r>
            <a:r>
              <a:rPr lang="ja-JP" altLang="en-US" dirty="0"/>
              <a:t>初期サポートに含む（稼働日からの</a:t>
            </a:r>
            <a:r>
              <a:rPr lang="en-US" altLang="ja-JP" dirty="0"/>
              <a:t>1</a:t>
            </a:r>
            <a:r>
              <a:rPr lang="ja-JP" altLang="en-US" dirty="0"/>
              <a:t>か月を想定、見積もりに含む）</a:t>
            </a:r>
            <a:endParaRPr kumimoji="0" lang="en-US" altLang="ja-JP" dirty="0">
              <a:latin typeface="Arial" panose="020B0604020202020204" pitchFamily="34" charset="0"/>
            </a:endParaRPr>
          </a:p>
          <a:p>
            <a:pPr marL="285750" lvl="0" indent="-285750" eaLnBrk="0" fontAlgn="base" hangingPunct="0">
              <a:spcBef>
                <a:spcPct val="0"/>
              </a:spcBef>
              <a:spcAft>
                <a:spcPct val="0"/>
              </a:spcAft>
              <a:buFont typeface="Arial" panose="020B0604020202020204" pitchFamily="34" charset="0"/>
              <a:buChar char="•"/>
            </a:pPr>
            <a:r>
              <a:rPr kumimoji="0" lang="ja-JP" altLang="en-US" dirty="0">
                <a:latin typeface="Arial" panose="020B0604020202020204" pitchFamily="34" charset="0"/>
              </a:rPr>
              <a:t>運用保守費用は今回の見積もりに含まない（システム</a:t>
            </a:r>
            <a:r>
              <a:rPr kumimoji="0" lang="en-US" altLang="ja-JP" dirty="0">
                <a:latin typeface="Arial" panose="020B0604020202020204" pitchFamily="34" charset="0"/>
              </a:rPr>
              <a:t>GA</a:t>
            </a:r>
            <a:r>
              <a:rPr kumimoji="0" lang="ja-JP" altLang="en-US" dirty="0">
                <a:latin typeface="Arial" panose="020B0604020202020204" pitchFamily="34" charset="0"/>
              </a:rPr>
              <a:t>の第二か月～）</a:t>
            </a:r>
            <a:endParaRPr kumimoji="0" lang="en-US" altLang="ja-JP"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ja-JP" altLang="en-US" dirty="0">
                <a:latin typeface="Arial" panose="020B0604020202020204" pitchFamily="34" charset="0"/>
              </a:rPr>
              <a:t>初期半年、</a:t>
            </a:r>
            <a:r>
              <a:rPr kumimoji="0" lang="en-US" altLang="ja-JP" dirty="0">
                <a:latin typeface="Arial" panose="020B0604020202020204" pitchFamily="34" charset="0"/>
              </a:rPr>
              <a:t>8</a:t>
            </a:r>
            <a:r>
              <a:rPr kumimoji="0" lang="ja-JP" altLang="en-US" dirty="0">
                <a:latin typeface="Arial" panose="020B0604020202020204" pitchFamily="34" charset="0"/>
              </a:rPr>
              <a:t>人体制、</a:t>
            </a:r>
            <a:r>
              <a:rPr kumimoji="0" lang="en-US" altLang="ja-JP" dirty="0">
                <a:latin typeface="Arial" panose="020B0604020202020204" pitchFamily="34" charset="0"/>
              </a:rPr>
              <a:t>Onsite</a:t>
            </a:r>
            <a:r>
              <a:rPr kumimoji="0" lang="ja-JP" altLang="en-US" dirty="0">
                <a:latin typeface="Arial" panose="020B0604020202020204" pitchFamily="34" charset="0"/>
              </a:rPr>
              <a:t> </a:t>
            </a:r>
            <a:r>
              <a:rPr kumimoji="0" lang="en-US" altLang="ja-JP" dirty="0">
                <a:latin typeface="Arial" panose="020B0604020202020204" pitchFamily="34" charset="0"/>
              </a:rPr>
              <a:t>2</a:t>
            </a:r>
            <a:r>
              <a:rPr kumimoji="0" lang="ja-JP" altLang="en-US" dirty="0">
                <a:latin typeface="Arial" panose="020B0604020202020204" pitchFamily="34" charset="0"/>
              </a:rPr>
              <a:t>人、</a:t>
            </a:r>
            <a:r>
              <a:rPr kumimoji="0" lang="en-US" altLang="ja-JP" dirty="0">
                <a:latin typeface="Arial" panose="020B0604020202020204" pitchFamily="34" charset="0"/>
              </a:rPr>
              <a:t>Offsite 6</a:t>
            </a:r>
            <a:r>
              <a:rPr kumimoji="0" lang="ja-JP" altLang="en-US" dirty="0">
                <a:latin typeface="Arial" panose="020B0604020202020204" pitchFamily="34" charset="0"/>
              </a:rPr>
              <a:t>人）</a:t>
            </a:r>
            <a:r>
              <a:rPr kumimoji="0" lang="en-US" altLang="ja-JP" dirty="0">
                <a:latin typeface="Arial" panose="020B0604020202020204" pitchFamily="34" charset="0"/>
              </a:rPr>
              <a:t>&lt;=550</a:t>
            </a:r>
            <a:r>
              <a:rPr kumimoji="0" lang="ja-JP" altLang="en-US" dirty="0">
                <a:latin typeface="Arial" panose="020B0604020202020204" pitchFamily="34" charset="0"/>
              </a:rPr>
              <a:t>万</a:t>
            </a:r>
            <a:r>
              <a:rPr kumimoji="0" lang="en-US" altLang="ja-JP" dirty="0">
                <a:latin typeface="Arial" panose="020B0604020202020204" pitchFamily="34" charset="0"/>
              </a:rPr>
              <a:t>/</a:t>
            </a:r>
            <a:r>
              <a:rPr kumimoji="0" lang="ja-JP" altLang="en-US" dirty="0">
                <a:latin typeface="Arial" panose="020B0604020202020204" pitchFamily="34" charset="0"/>
              </a:rPr>
              <a:t>月程度。</a:t>
            </a:r>
            <a:endParaRPr kumimoji="0" lang="en-US" altLang="ja-JP"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ja-JP" altLang="en-US" dirty="0">
                <a:latin typeface="Arial" panose="020B0604020202020204" pitchFamily="34" charset="0"/>
              </a:rPr>
              <a:t>半年後、体制が半分に縮小すると想定</a:t>
            </a:r>
            <a:endParaRPr lang="ja-JP" altLang="en-US" dirty="0"/>
          </a:p>
          <a:p>
            <a:pPr marL="742950" lvl="1" indent="-285750" eaLnBrk="0" fontAlgn="base" hangingPunct="0">
              <a:spcBef>
                <a:spcPct val="0"/>
              </a:spcBef>
              <a:spcAft>
                <a:spcPct val="0"/>
              </a:spcAft>
              <a:buFont typeface="Arial" panose="020B0604020202020204" pitchFamily="34" charset="0"/>
              <a:buChar char="•"/>
            </a:pPr>
            <a:endParaRPr lang="ja-JP" altLang="en-US" dirty="0">
              <a:effectLst/>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8AF1CE-7E1C-B332-48A7-EF6372A525DC}"/>
            </a:ext>
          </a:extLst>
        </p:cNvPr>
        <p:cNvGrpSpPr/>
        <p:nvPr/>
      </p:nvGrpSpPr>
      <p:grpSpPr>
        <a:xfrm>
          <a:off x="0" y="0"/>
          <a:ext cx="0" cy="0"/>
          <a:chOff x="0" y="0"/>
          <a:chExt cx="0" cy="0"/>
        </a:xfrm>
      </p:grpSpPr>
      <p:sp>
        <p:nvSpPr>
          <p:cNvPr id="4" name="タイトル 3">
            <a:extLst>
              <a:ext uri="{FF2B5EF4-FFF2-40B4-BE49-F238E27FC236}">
                <a16:creationId xmlns:a16="http://schemas.microsoft.com/office/drawing/2014/main" id="{F31D521E-E4D5-EBFC-A1E0-48D47893DAB3}"/>
              </a:ext>
            </a:extLst>
          </p:cNvPr>
          <p:cNvSpPr>
            <a:spLocks noGrp="1"/>
          </p:cNvSpPr>
          <p:nvPr>
            <p:ph type="ctrTitle"/>
          </p:nvPr>
        </p:nvSpPr>
        <p:spPr/>
        <p:txBody>
          <a:bodyPr>
            <a:normAutofit/>
          </a:bodyPr>
          <a:lstStyle/>
          <a:p>
            <a:r>
              <a:rPr lang="ja-JP" altLang="en-US" dirty="0"/>
              <a:t>前回の資料</a:t>
            </a:r>
            <a:br>
              <a:rPr lang="en-US" altLang="ja-JP" dirty="0"/>
            </a:br>
            <a:r>
              <a:rPr lang="en-US" altLang="ja-JP" sz="5300" dirty="0"/>
              <a:t>(9/22</a:t>
            </a:r>
            <a:r>
              <a:rPr lang="ja-JP" altLang="en-US" sz="5300" dirty="0"/>
              <a:t> ソリューションのみ</a:t>
            </a:r>
            <a:r>
              <a:rPr lang="en-US" altLang="ja-JP" sz="5300" dirty="0"/>
              <a:t>)</a:t>
            </a:r>
            <a:endParaRPr lang="ja-JP" altLang="en-US" sz="5300" dirty="0"/>
          </a:p>
        </p:txBody>
      </p:sp>
      <p:sp>
        <p:nvSpPr>
          <p:cNvPr id="2" name="字幕 1">
            <a:extLst>
              <a:ext uri="{FF2B5EF4-FFF2-40B4-BE49-F238E27FC236}">
                <a16:creationId xmlns:a16="http://schemas.microsoft.com/office/drawing/2014/main" id="{373EDA42-0118-C5A8-4B63-E23A72BB6536}"/>
              </a:ext>
            </a:extLst>
          </p:cNvPr>
          <p:cNvSpPr>
            <a:spLocks noGrp="1"/>
          </p:cNvSpPr>
          <p:nvPr>
            <p:ph type="subTitle" idx="1"/>
          </p:nvPr>
        </p:nvSpPr>
        <p:spPr/>
        <p:txBody>
          <a:bodyPr/>
          <a:lstStyle/>
          <a:p>
            <a:endParaRPr lang="ja-JP" altLang="en-US"/>
          </a:p>
        </p:txBody>
      </p:sp>
    </p:spTree>
    <p:extLst>
      <p:ext uri="{BB962C8B-B14F-4D97-AF65-F5344CB8AC3E}">
        <p14:creationId xmlns:p14="http://schemas.microsoft.com/office/powerpoint/2010/main" val="42434739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四角形: 角を丸くする 36">
            <a:extLst>
              <a:ext uri="{FF2B5EF4-FFF2-40B4-BE49-F238E27FC236}">
                <a16:creationId xmlns:a16="http://schemas.microsoft.com/office/drawing/2014/main" id="{DA57A1BE-A81A-15A1-5623-828891414FED}"/>
              </a:ext>
            </a:extLst>
          </p:cNvPr>
          <p:cNvSpPr/>
          <p:nvPr/>
        </p:nvSpPr>
        <p:spPr>
          <a:xfrm>
            <a:off x="4636477" y="3590420"/>
            <a:ext cx="7175101" cy="1359885"/>
          </a:xfrm>
          <a:prstGeom prst="roundRect">
            <a:avLst>
              <a:gd name="adj" fmla="val 4381"/>
            </a:avLst>
          </a:prstGeom>
          <a:solidFill>
            <a:schemeClr val="accent5">
              <a:lumMod val="20000"/>
              <a:lumOff val="80000"/>
            </a:schemeClr>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p:cNvSpPr>
            <a:spLocks noGrp="1"/>
          </p:cNvSpPr>
          <p:nvPr>
            <p:ph type="title"/>
          </p:nvPr>
        </p:nvSpPr>
        <p:spPr>
          <a:xfrm>
            <a:off x="414336" y="255264"/>
            <a:ext cx="9327072" cy="765272"/>
          </a:xfrm>
        </p:spPr>
        <p:txBody>
          <a:bodyPr>
            <a:normAutofit fontScale="90000"/>
          </a:bodyPr>
          <a:lstStyle/>
          <a:p>
            <a:r>
              <a:rPr lang="ja-JP" altLang="en-US" sz="3600"/>
              <a:t>アーキテクチャ全体</a:t>
            </a:r>
            <a:br>
              <a:rPr lang="en-US" altLang="ja-JP"/>
            </a:br>
            <a:r>
              <a:rPr lang="ja-JP" altLang="en-US" sz="2200"/>
              <a:t>添付ファイルは</a:t>
            </a:r>
            <a:r>
              <a:rPr lang="en-US" altLang="ja-JP" sz="2200" err="1"/>
              <a:t>DaTAVERSE</a:t>
            </a:r>
            <a:r>
              <a:rPr lang="ja-JP" altLang="en-US" sz="2200"/>
              <a:t>保存（案</a:t>
            </a:r>
            <a:r>
              <a:rPr lang="en-US" altLang="ja-JP" sz="2200"/>
              <a:t>B</a:t>
            </a:r>
            <a:r>
              <a:rPr lang="ja-JP" altLang="en-US" sz="2200"/>
              <a:t>）</a:t>
            </a:r>
            <a:endParaRPr lang="ja-JP" altLang="en-US" sz="2200">
              <a:effectLst/>
            </a:endParaRPr>
          </a:p>
        </p:txBody>
      </p:sp>
      <p:sp>
        <p:nvSpPr>
          <p:cNvPr id="15" name="テキスト ボックス 14"/>
          <p:cNvSpPr txBox="1"/>
          <p:nvPr/>
        </p:nvSpPr>
        <p:spPr>
          <a:xfrm>
            <a:off x="414336" y="758810"/>
            <a:ext cx="11490793" cy="5633364"/>
          </a:xfrm>
          <a:prstGeom prst="rect">
            <a:avLst/>
          </a:prstGeom>
          <a:noFill/>
          <a:ln w="9525" cap="flat" cmpd="sng" algn="ctr">
            <a:noFill/>
            <a:prstDash val="solid"/>
            <a:round/>
            <a:headEnd type="oval" w="med" len="med"/>
            <a:tailEnd type="oval" w="med" len="med"/>
          </a:ln>
        </p:spPr>
        <p:txBody>
          <a:bodyPr wrap="square" lIns="36000" tIns="36000" rIns="36000" bIns="36000" rtlCol="0" anchor="t" anchorCtr="0">
            <a:noAutofit/>
          </a:bodyPr>
          <a:lstStyle/>
          <a:p>
            <a:pPr marL="285750" indent="-285750">
              <a:buFont typeface="Arial" panose="020B0604020202020204" pitchFamily="34" charset="0"/>
              <a:buChar char="•"/>
            </a:pPr>
            <a:endParaRPr lang="en-US" altLang="ja-JP" dirty="0">
              <a:latin typeface="Yu Gothic UI" panose="020B0500000000000000" pitchFamily="50" charset="-128"/>
              <a:ea typeface="Yu Gothic UI" panose="020B0500000000000000" pitchFamily="50" charset="-128"/>
            </a:endParaRPr>
          </a:p>
        </p:txBody>
      </p:sp>
      <p:pic>
        <p:nvPicPr>
          <p:cNvPr id="3" name="コンテンツ プレースホルダー 4" descr="グラフィカル ユーザー インターフェイス&#10;&#10;AI によって生成されたコンテンツは間違っている可能性があります。"/>
          <p:cNvPicPr>
            <a:picLocks noGrp="1" noChangeAspect="1"/>
          </p:cNvPicPr>
          <p:nvPr>
            <p:ph sz="quarter" idx="10"/>
          </p:nvPr>
        </p:nvPicPr>
        <p:blipFill>
          <a:blip r:embed="rId3"/>
          <a:stretch>
            <a:fillRect/>
          </a:stretch>
        </p:blipFill>
        <p:spPr>
          <a:xfrm>
            <a:off x="9797761" y="5800728"/>
            <a:ext cx="771118" cy="456744"/>
          </a:xfrm>
        </p:spPr>
      </p:pic>
      <p:pic>
        <p:nvPicPr>
          <p:cNvPr id="5" name="図 4" descr="部屋, 賭博場 が含まれている画像&#10;&#10;AI によって生成されたコンテンツは間違っている可能性があります。"/>
          <p:cNvPicPr>
            <a:picLocks noChangeAspect="1"/>
          </p:cNvPicPr>
          <p:nvPr/>
        </p:nvPicPr>
        <p:blipFill>
          <a:blip r:embed="rId4"/>
          <a:stretch>
            <a:fillRect/>
          </a:stretch>
        </p:blipFill>
        <p:spPr>
          <a:xfrm>
            <a:off x="1156896" y="1451992"/>
            <a:ext cx="1274791" cy="752400"/>
          </a:xfrm>
          <a:prstGeom prst="rect">
            <a:avLst/>
          </a:prstGeom>
        </p:spPr>
      </p:pic>
      <p:pic>
        <p:nvPicPr>
          <p:cNvPr id="7" name="図 6" descr="グラフィカル ユーザー インターフェイス, アプリケーション, テーブル, Excel"/>
          <p:cNvPicPr>
            <a:picLocks noChangeAspect="1"/>
          </p:cNvPicPr>
          <p:nvPr/>
        </p:nvPicPr>
        <p:blipFill>
          <a:blip r:embed="rId5"/>
          <a:stretch>
            <a:fillRect/>
          </a:stretch>
        </p:blipFill>
        <p:spPr>
          <a:xfrm>
            <a:off x="11189414" y="5799654"/>
            <a:ext cx="899975" cy="444385"/>
          </a:xfrm>
          <a:prstGeom prst="rect">
            <a:avLst/>
          </a:prstGeom>
        </p:spPr>
      </p:pic>
      <p:pic>
        <p:nvPicPr>
          <p:cNvPr id="9" name="コンテンツ プレースホルダー 4" descr="グラフィカル ユーザー インターフェイス&#10;&#10;AI によって生成されたコンテンツは間違っている可能性があります。"/>
          <p:cNvPicPr>
            <a:picLocks noChangeAspect="1"/>
          </p:cNvPicPr>
          <p:nvPr/>
        </p:nvPicPr>
        <p:blipFill>
          <a:blip r:embed="rId3"/>
          <a:stretch>
            <a:fillRect/>
          </a:stretch>
        </p:blipFill>
        <p:spPr>
          <a:xfrm>
            <a:off x="3313416" y="3118589"/>
            <a:ext cx="1302261" cy="748800"/>
          </a:xfrm>
          <a:prstGeom prst="rect">
            <a:avLst/>
          </a:prstGeom>
        </p:spPr>
      </p:pic>
      <p:pic>
        <p:nvPicPr>
          <p:cNvPr id="10" name="図 9" descr="アイコン&#10;&#10;AI によって生成されたコンテンツは間違っている可能性があります。"/>
          <p:cNvPicPr>
            <a:picLocks noChangeAspect="1"/>
          </p:cNvPicPr>
          <p:nvPr/>
        </p:nvPicPr>
        <p:blipFill>
          <a:blip r:embed="rId6"/>
          <a:stretch>
            <a:fillRect/>
          </a:stretch>
        </p:blipFill>
        <p:spPr>
          <a:xfrm>
            <a:off x="3532580" y="4737544"/>
            <a:ext cx="863933" cy="748800"/>
          </a:xfrm>
          <a:prstGeom prst="rect">
            <a:avLst/>
          </a:prstGeom>
        </p:spPr>
      </p:pic>
      <p:pic>
        <p:nvPicPr>
          <p:cNvPr id="11" name="図 10" descr="アイコン&#10;&#10;AI によって生成されたコンテンツは間違っている可能性があります。"/>
          <p:cNvPicPr>
            <a:picLocks noChangeAspect="1"/>
          </p:cNvPicPr>
          <p:nvPr/>
        </p:nvPicPr>
        <p:blipFill>
          <a:blip r:embed="rId7"/>
          <a:stretch>
            <a:fillRect/>
          </a:stretch>
        </p:blipFill>
        <p:spPr>
          <a:xfrm>
            <a:off x="5801680" y="3711590"/>
            <a:ext cx="780290" cy="780290"/>
          </a:xfrm>
          <a:prstGeom prst="rect">
            <a:avLst/>
          </a:prstGeom>
        </p:spPr>
      </p:pic>
      <p:sp>
        <p:nvSpPr>
          <p:cNvPr id="12" name="テキスト ボックス 11"/>
          <p:cNvSpPr txBox="1"/>
          <p:nvPr/>
        </p:nvSpPr>
        <p:spPr>
          <a:xfrm>
            <a:off x="5263925" y="4488640"/>
            <a:ext cx="1971040" cy="276999"/>
          </a:xfrm>
          <a:prstGeom prst="rect">
            <a:avLst/>
          </a:prstGeom>
          <a:noFill/>
        </p:spPr>
        <p:txBody>
          <a:bodyPr wrap="square" rtlCol="0">
            <a:spAutoFit/>
          </a:bodyPr>
          <a:lstStyle/>
          <a:p>
            <a:pPr algn="ctr"/>
            <a:r>
              <a:rPr kumimoji="1" lang="en-US" altLang="ja-JP" sz="1200"/>
              <a:t>Gateway Cloud service</a:t>
            </a:r>
            <a:endParaRPr kumimoji="1" lang="ja-JP" altLang="en-US" sz="1200"/>
          </a:p>
        </p:txBody>
      </p:sp>
      <p:pic>
        <p:nvPicPr>
          <p:cNvPr id="13" name="図 12" descr="アイコン&#10;&#10;AI によって生成されたコンテンツは間違っている可能性があります。"/>
          <p:cNvPicPr>
            <a:picLocks noChangeAspect="1"/>
          </p:cNvPicPr>
          <p:nvPr/>
        </p:nvPicPr>
        <p:blipFill>
          <a:blip r:embed="rId8"/>
          <a:stretch>
            <a:fillRect/>
          </a:stretch>
        </p:blipFill>
        <p:spPr>
          <a:xfrm>
            <a:off x="7509284" y="3711590"/>
            <a:ext cx="780290" cy="780290"/>
          </a:xfrm>
          <a:prstGeom prst="rect">
            <a:avLst/>
          </a:prstGeom>
        </p:spPr>
      </p:pic>
      <p:sp>
        <p:nvSpPr>
          <p:cNvPr id="14" name="テキスト ボックス 13"/>
          <p:cNvSpPr txBox="1"/>
          <p:nvPr/>
        </p:nvSpPr>
        <p:spPr>
          <a:xfrm>
            <a:off x="7229839" y="4488640"/>
            <a:ext cx="1339180" cy="276999"/>
          </a:xfrm>
          <a:prstGeom prst="rect">
            <a:avLst/>
          </a:prstGeom>
          <a:noFill/>
        </p:spPr>
        <p:txBody>
          <a:bodyPr wrap="square" rtlCol="0">
            <a:spAutoFit/>
          </a:bodyPr>
          <a:lstStyle/>
          <a:p>
            <a:pPr algn="ctr"/>
            <a:r>
              <a:rPr kumimoji="1" lang="en-US" altLang="ja-JP" sz="1200"/>
              <a:t>Azure Relay</a:t>
            </a:r>
            <a:endParaRPr kumimoji="1" lang="ja-JP" altLang="en-US" sz="1200"/>
          </a:p>
        </p:txBody>
      </p:sp>
      <p:pic>
        <p:nvPicPr>
          <p:cNvPr id="16" name="図 15"/>
          <p:cNvPicPr>
            <a:picLocks noChangeAspect="1"/>
          </p:cNvPicPr>
          <p:nvPr/>
        </p:nvPicPr>
        <p:blipFill>
          <a:blip r:embed="rId9"/>
          <a:stretch>
            <a:fillRect/>
          </a:stretch>
        </p:blipFill>
        <p:spPr>
          <a:xfrm>
            <a:off x="9200819" y="3731914"/>
            <a:ext cx="736235" cy="739643"/>
          </a:xfrm>
          <a:prstGeom prst="rect">
            <a:avLst/>
          </a:prstGeom>
        </p:spPr>
      </p:pic>
      <p:pic>
        <p:nvPicPr>
          <p:cNvPr id="17" name="図 16" descr="テーブル, カップ が含まれている画像&#10;&#10;AI によって生成されたコンテンツは間違っている可能性があります。"/>
          <p:cNvPicPr>
            <a:picLocks noChangeAspect="1"/>
          </p:cNvPicPr>
          <p:nvPr/>
        </p:nvPicPr>
        <p:blipFill>
          <a:blip r:embed="rId10"/>
          <a:stretch>
            <a:fillRect/>
          </a:stretch>
        </p:blipFill>
        <p:spPr>
          <a:xfrm>
            <a:off x="10694240" y="3711590"/>
            <a:ext cx="967810" cy="780290"/>
          </a:xfrm>
          <a:prstGeom prst="rect">
            <a:avLst/>
          </a:prstGeom>
        </p:spPr>
      </p:pic>
      <p:sp>
        <p:nvSpPr>
          <p:cNvPr id="18" name="テキスト ボックス 17"/>
          <p:cNvSpPr txBox="1"/>
          <p:nvPr/>
        </p:nvSpPr>
        <p:spPr>
          <a:xfrm>
            <a:off x="8628917" y="4488640"/>
            <a:ext cx="1971040" cy="461665"/>
          </a:xfrm>
          <a:prstGeom prst="rect">
            <a:avLst/>
          </a:prstGeom>
          <a:noFill/>
        </p:spPr>
        <p:txBody>
          <a:bodyPr wrap="square" rtlCol="0">
            <a:spAutoFit/>
          </a:bodyPr>
          <a:lstStyle/>
          <a:p>
            <a:pPr algn="ctr"/>
            <a:r>
              <a:rPr kumimoji="1" lang="en-US" altLang="ja-JP" sz="1200"/>
              <a:t>On-premises</a:t>
            </a:r>
          </a:p>
          <a:p>
            <a:pPr algn="ctr"/>
            <a:r>
              <a:rPr kumimoji="1" lang="en-US" altLang="ja-JP" sz="1200"/>
              <a:t>Data Gateway</a:t>
            </a:r>
            <a:endParaRPr kumimoji="1" lang="ja-JP" altLang="en-US" sz="1200"/>
          </a:p>
        </p:txBody>
      </p:sp>
      <p:cxnSp>
        <p:nvCxnSpPr>
          <p:cNvPr id="19" name="直線矢印コネクタ 18"/>
          <p:cNvCxnSpPr>
            <a:stCxn id="11" idx="3"/>
            <a:endCxn id="13" idx="1"/>
          </p:cNvCxnSpPr>
          <p:nvPr/>
        </p:nvCxnSpPr>
        <p:spPr>
          <a:xfrm>
            <a:off x="6581970" y="4101735"/>
            <a:ext cx="927314" cy="0"/>
          </a:xfrm>
          <a:prstGeom prst="straightConnector1">
            <a:avLst/>
          </a:prstGeom>
          <a:ln w="25400">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0" name="直線矢印コネクタ 19"/>
          <p:cNvCxnSpPr>
            <a:stCxn id="16" idx="3"/>
          </p:cNvCxnSpPr>
          <p:nvPr/>
        </p:nvCxnSpPr>
        <p:spPr>
          <a:xfrm flipV="1">
            <a:off x="9937054" y="4101735"/>
            <a:ext cx="909685" cy="1"/>
          </a:xfrm>
          <a:prstGeom prst="straightConnector1">
            <a:avLst/>
          </a:prstGeom>
          <a:ln w="25400">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1" name="直線矢印コネクタ 20"/>
          <p:cNvCxnSpPr>
            <a:stCxn id="13" idx="3"/>
            <a:endCxn id="16" idx="1"/>
          </p:cNvCxnSpPr>
          <p:nvPr/>
        </p:nvCxnSpPr>
        <p:spPr>
          <a:xfrm>
            <a:off x="8289574" y="4101735"/>
            <a:ext cx="911245" cy="1"/>
          </a:xfrm>
          <a:prstGeom prst="straightConnector1">
            <a:avLst/>
          </a:prstGeom>
          <a:ln w="25400">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2" name="コネクタ: カギ線 21"/>
          <p:cNvCxnSpPr>
            <a:stCxn id="10" idx="3"/>
            <a:endCxn id="1050" idx="1"/>
          </p:cNvCxnSpPr>
          <p:nvPr/>
        </p:nvCxnSpPr>
        <p:spPr>
          <a:xfrm flipV="1">
            <a:off x="4396513" y="4180737"/>
            <a:ext cx="1366650" cy="931207"/>
          </a:xfrm>
          <a:prstGeom prst="bentConnector3">
            <a:avLst>
              <a:gd name="adj1" fmla="val 50000"/>
            </a:avLst>
          </a:prstGeom>
          <a:ln w="25400">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3" name="コネクタ: カギ線 22"/>
          <p:cNvCxnSpPr>
            <a:stCxn id="9" idx="3"/>
            <a:endCxn id="1051" idx="1"/>
          </p:cNvCxnSpPr>
          <p:nvPr/>
        </p:nvCxnSpPr>
        <p:spPr>
          <a:xfrm>
            <a:off x="4615677" y="3492989"/>
            <a:ext cx="1185545" cy="540413"/>
          </a:xfrm>
          <a:prstGeom prst="bentConnector3">
            <a:avLst>
              <a:gd name="adj1" fmla="val 50000"/>
            </a:avLst>
          </a:prstGeom>
          <a:ln w="25400">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24" name="テキスト ボックス 23"/>
          <p:cNvSpPr txBox="1"/>
          <p:nvPr/>
        </p:nvSpPr>
        <p:spPr>
          <a:xfrm>
            <a:off x="3091382" y="2833667"/>
            <a:ext cx="3232212" cy="276999"/>
          </a:xfrm>
          <a:prstGeom prst="rect">
            <a:avLst/>
          </a:prstGeom>
          <a:noFill/>
        </p:spPr>
        <p:txBody>
          <a:bodyPr wrap="square">
            <a:spAutoFit/>
          </a:bodyPr>
          <a:lstStyle/>
          <a:p>
            <a:r>
              <a:rPr lang="ja-JP" altLang="en-US" sz="1200"/>
              <a:t>https://apps.powerapps.com/play/e/</a:t>
            </a:r>
            <a:r>
              <a:rPr lang="en-US" altLang="ja-JP" sz="1200"/>
              <a:t>xxx</a:t>
            </a:r>
            <a:endParaRPr lang="ja-JP" altLang="en-US" sz="1200"/>
          </a:p>
        </p:txBody>
      </p:sp>
      <p:pic>
        <p:nvPicPr>
          <p:cNvPr id="25" name="図 24" descr="電子機器の内部&#10;&#10;AI によって生成されたコンテンツは間違っている可能性があります。"/>
          <p:cNvPicPr>
            <a:picLocks noChangeAspect="1"/>
          </p:cNvPicPr>
          <p:nvPr/>
        </p:nvPicPr>
        <p:blipFill>
          <a:blip r:embed="rId11"/>
          <a:stretch>
            <a:fillRect/>
          </a:stretch>
        </p:blipFill>
        <p:spPr>
          <a:xfrm>
            <a:off x="3311806" y="3589046"/>
            <a:ext cx="480623" cy="270351"/>
          </a:xfrm>
          <a:prstGeom prst="rect">
            <a:avLst/>
          </a:prstGeom>
        </p:spPr>
      </p:pic>
      <p:sp>
        <p:nvSpPr>
          <p:cNvPr id="26" name="テキスト ボックス 25"/>
          <p:cNvSpPr txBox="1"/>
          <p:nvPr/>
        </p:nvSpPr>
        <p:spPr>
          <a:xfrm>
            <a:off x="2618201" y="5836628"/>
            <a:ext cx="4354880" cy="276999"/>
          </a:xfrm>
          <a:prstGeom prst="rect">
            <a:avLst/>
          </a:prstGeom>
          <a:noFill/>
        </p:spPr>
        <p:txBody>
          <a:bodyPr wrap="square">
            <a:spAutoFit/>
          </a:bodyPr>
          <a:lstStyle/>
          <a:p>
            <a:r>
              <a:rPr lang="ja-JP" altLang="en-US" sz="1200" dirty="0"/>
              <a:t>ファイル</a:t>
            </a:r>
            <a:r>
              <a:rPr lang="en-US" altLang="ja-JP" sz="1200" dirty="0"/>
              <a:t>ID</a:t>
            </a:r>
            <a:r>
              <a:rPr lang="ja-JP" altLang="en-US" sz="1200" dirty="0"/>
              <a:t>で</a:t>
            </a:r>
            <a:r>
              <a:rPr lang="en-US" altLang="ja-JP" sz="1200" dirty="0" err="1"/>
              <a:t>Sqlserver</a:t>
            </a:r>
            <a:r>
              <a:rPr lang="en-US" altLang="ja-JP" sz="1200" dirty="0"/>
              <a:t> </a:t>
            </a:r>
            <a:r>
              <a:rPr lang="ja-JP" altLang="en-US" sz="1200" dirty="0"/>
              <a:t>と</a:t>
            </a:r>
            <a:r>
              <a:rPr lang="en-US" altLang="ja-JP" sz="1200" dirty="0"/>
              <a:t>Dataverse</a:t>
            </a:r>
            <a:r>
              <a:rPr lang="ja-JP" altLang="en-US" sz="1200" dirty="0"/>
              <a:t>でレコードをリンクする</a:t>
            </a:r>
          </a:p>
        </p:txBody>
      </p:sp>
      <p:pic>
        <p:nvPicPr>
          <p:cNvPr id="27" name="図 26" descr="ロゴ, アイコン&#10;&#10;AI によって生成されたコンテンツは間違っている可能性があります。"/>
          <p:cNvPicPr>
            <a:picLocks noChangeAspect="1"/>
          </p:cNvPicPr>
          <p:nvPr/>
        </p:nvPicPr>
        <p:blipFill>
          <a:blip r:embed="rId12"/>
          <a:stretch>
            <a:fillRect/>
          </a:stretch>
        </p:blipFill>
        <p:spPr>
          <a:xfrm>
            <a:off x="3749165" y="1423146"/>
            <a:ext cx="771118" cy="753768"/>
          </a:xfrm>
          <a:prstGeom prst="rect">
            <a:avLst/>
          </a:prstGeom>
        </p:spPr>
      </p:pic>
      <p:sp>
        <p:nvSpPr>
          <p:cNvPr id="28" name="テキスト ボックス 27"/>
          <p:cNvSpPr txBox="1"/>
          <p:nvPr/>
        </p:nvSpPr>
        <p:spPr>
          <a:xfrm>
            <a:off x="4475384" y="1633693"/>
            <a:ext cx="1270397" cy="307777"/>
          </a:xfrm>
          <a:prstGeom prst="rect">
            <a:avLst/>
          </a:prstGeom>
          <a:noFill/>
        </p:spPr>
        <p:txBody>
          <a:bodyPr wrap="square" rtlCol="0">
            <a:spAutoFit/>
          </a:bodyPr>
          <a:lstStyle/>
          <a:p>
            <a:pPr algn="ctr"/>
            <a:r>
              <a:rPr kumimoji="1" lang="en-US" altLang="ja-JP" sz="1400"/>
              <a:t>Share Point</a:t>
            </a:r>
            <a:endParaRPr kumimoji="1" lang="ja-JP" altLang="en-US" sz="1400"/>
          </a:p>
        </p:txBody>
      </p:sp>
      <p:cxnSp>
        <p:nvCxnSpPr>
          <p:cNvPr id="29" name="直線矢印コネクタ 28"/>
          <p:cNvCxnSpPr/>
          <p:nvPr/>
        </p:nvCxnSpPr>
        <p:spPr>
          <a:xfrm>
            <a:off x="4200764" y="2176914"/>
            <a:ext cx="0" cy="941675"/>
          </a:xfrm>
          <a:prstGeom prst="straightConnector1">
            <a:avLst/>
          </a:prstGeom>
          <a:ln w="25400">
            <a:solidFill>
              <a:srgbClr val="FFC000"/>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30" name="テキスト ボックス 29"/>
          <p:cNvSpPr txBox="1"/>
          <p:nvPr/>
        </p:nvSpPr>
        <p:spPr>
          <a:xfrm>
            <a:off x="4187085" y="2140807"/>
            <a:ext cx="1057324" cy="415498"/>
          </a:xfrm>
          <a:prstGeom prst="rect">
            <a:avLst/>
          </a:prstGeom>
          <a:noFill/>
        </p:spPr>
        <p:txBody>
          <a:bodyPr wrap="square" rtlCol="0">
            <a:spAutoFit/>
          </a:bodyPr>
          <a:lstStyle/>
          <a:p>
            <a:r>
              <a:rPr kumimoji="1" lang="ja-JP" altLang="en-US" sz="1050"/>
              <a:t>社員、組織、役職リスト</a:t>
            </a:r>
          </a:p>
        </p:txBody>
      </p:sp>
      <p:cxnSp>
        <p:nvCxnSpPr>
          <p:cNvPr id="31" name="コネクタ: カギ線 30"/>
          <p:cNvCxnSpPr>
            <a:endCxn id="17" idx="0"/>
          </p:cNvCxnSpPr>
          <p:nvPr/>
        </p:nvCxnSpPr>
        <p:spPr>
          <a:xfrm>
            <a:off x="4615677" y="3336595"/>
            <a:ext cx="6562468" cy="374995"/>
          </a:xfrm>
          <a:prstGeom prst="bentConnector2">
            <a:avLst/>
          </a:prstGeom>
          <a:ln w="254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2" name="コネクタ: カギ線 31"/>
          <p:cNvCxnSpPr>
            <a:stCxn id="10" idx="2"/>
            <a:endCxn id="33" idx="2"/>
          </p:cNvCxnSpPr>
          <p:nvPr/>
        </p:nvCxnSpPr>
        <p:spPr>
          <a:xfrm rot="5400000" flipH="1" flipV="1">
            <a:off x="6940511" y="1519156"/>
            <a:ext cx="991224" cy="6943152"/>
          </a:xfrm>
          <a:prstGeom prst="bentConnector3">
            <a:avLst>
              <a:gd name="adj1" fmla="val -16912"/>
            </a:avLst>
          </a:prstGeom>
          <a:ln w="25400">
            <a:headEnd type="triangle"/>
            <a:tailEnd type="none"/>
          </a:ln>
        </p:spPr>
        <p:style>
          <a:lnRef idx="1">
            <a:schemeClr val="accent1"/>
          </a:lnRef>
          <a:fillRef idx="0">
            <a:schemeClr val="accent1"/>
          </a:fillRef>
          <a:effectRef idx="0">
            <a:schemeClr val="accent1"/>
          </a:effectRef>
          <a:fontRef idx="minor">
            <a:schemeClr val="tx1"/>
          </a:fontRef>
        </p:style>
      </p:cxnSp>
      <p:sp>
        <p:nvSpPr>
          <p:cNvPr id="33" name="フローチャート: 判断 32"/>
          <p:cNvSpPr/>
          <p:nvPr/>
        </p:nvSpPr>
        <p:spPr>
          <a:xfrm>
            <a:off x="10883315" y="4431726"/>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テキスト ボックス 35"/>
          <p:cNvSpPr txBox="1"/>
          <p:nvPr/>
        </p:nvSpPr>
        <p:spPr>
          <a:xfrm>
            <a:off x="6232449" y="3046066"/>
            <a:ext cx="3347747" cy="276999"/>
          </a:xfrm>
          <a:prstGeom prst="rect">
            <a:avLst/>
          </a:prstGeom>
          <a:noFill/>
        </p:spPr>
        <p:txBody>
          <a:bodyPr wrap="square" rtlCol="0">
            <a:spAutoFit/>
          </a:bodyPr>
          <a:lstStyle/>
          <a:p>
            <a:pPr algn="ctr"/>
            <a:r>
              <a:rPr kumimoji="1" lang="en-US" altLang="ja-JP" sz="1200"/>
              <a:t>Table/View/Stored Procedure Access</a:t>
            </a:r>
            <a:endParaRPr kumimoji="1" lang="ja-JP" altLang="en-US" sz="1200"/>
          </a:p>
        </p:txBody>
      </p:sp>
      <p:pic>
        <p:nvPicPr>
          <p:cNvPr id="38" name="図 37" descr="グラフィカル ユーザー インターフェイス, アプリケーション&#10;&#10;AI によって生成されたコンテンツは間違っている可能性があります。"/>
          <p:cNvPicPr>
            <a:picLocks noChangeAspect="1"/>
          </p:cNvPicPr>
          <p:nvPr/>
        </p:nvPicPr>
        <p:blipFill>
          <a:blip r:embed="rId13"/>
          <a:stretch>
            <a:fillRect/>
          </a:stretch>
        </p:blipFill>
        <p:spPr>
          <a:xfrm>
            <a:off x="1472506" y="3903349"/>
            <a:ext cx="642168" cy="789867"/>
          </a:xfrm>
          <a:prstGeom prst="rect">
            <a:avLst/>
          </a:prstGeom>
        </p:spPr>
      </p:pic>
      <p:cxnSp>
        <p:nvCxnSpPr>
          <p:cNvPr id="39" name="直線コネクタ 38"/>
          <p:cNvCxnSpPr/>
          <p:nvPr/>
        </p:nvCxnSpPr>
        <p:spPr>
          <a:xfrm>
            <a:off x="8755204" y="801768"/>
            <a:ext cx="0" cy="5880346"/>
          </a:xfrm>
          <a:prstGeom prst="line">
            <a:avLst/>
          </a:prstGeom>
          <a:ln w="38100">
            <a:solidFill>
              <a:srgbClr val="FF9B45"/>
            </a:solidFill>
            <a:prstDash val="sysDash"/>
          </a:ln>
        </p:spPr>
        <p:style>
          <a:lnRef idx="1">
            <a:schemeClr val="accent1"/>
          </a:lnRef>
          <a:fillRef idx="0">
            <a:schemeClr val="accent1"/>
          </a:fillRef>
          <a:effectRef idx="0">
            <a:schemeClr val="accent1"/>
          </a:effectRef>
          <a:fontRef idx="minor">
            <a:schemeClr val="tx1"/>
          </a:fontRef>
        </p:style>
      </p:cxnSp>
      <p:pic>
        <p:nvPicPr>
          <p:cNvPr id="40" name="図 39"/>
          <p:cNvPicPr>
            <a:picLocks noChangeAspect="1"/>
          </p:cNvPicPr>
          <p:nvPr/>
        </p:nvPicPr>
        <p:blipFill>
          <a:blip r:embed="rId14"/>
          <a:stretch>
            <a:fillRect/>
          </a:stretch>
        </p:blipFill>
        <p:spPr>
          <a:xfrm flipH="1">
            <a:off x="8918370" y="5996710"/>
            <a:ext cx="879391" cy="494658"/>
          </a:xfrm>
          <a:prstGeom prst="rect">
            <a:avLst/>
          </a:prstGeom>
        </p:spPr>
      </p:pic>
      <p:pic>
        <p:nvPicPr>
          <p:cNvPr id="41" name="図 40"/>
          <p:cNvPicPr>
            <a:picLocks noChangeAspect="1"/>
          </p:cNvPicPr>
          <p:nvPr/>
        </p:nvPicPr>
        <p:blipFill>
          <a:blip r:embed="rId15"/>
          <a:stretch>
            <a:fillRect/>
          </a:stretch>
        </p:blipFill>
        <p:spPr>
          <a:xfrm flipH="1">
            <a:off x="9310625" y="2214310"/>
            <a:ext cx="820738" cy="430887"/>
          </a:xfrm>
          <a:prstGeom prst="rect">
            <a:avLst/>
          </a:prstGeom>
        </p:spPr>
      </p:pic>
      <p:sp>
        <p:nvSpPr>
          <p:cNvPr id="42" name="テキスト ボックス 41"/>
          <p:cNvSpPr txBox="1"/>
          <p:nvPr/>
        </p:nvSpPr>
        <p:spPr>
          <a:xfrm>
            <a:off x="9716871" y="6214369"/>
            <a:ext cx="2677573" cy="369332"/>
          </a:xfrm>
          <a:prstGeom prst="rect">
            <a:avLst/>
          </a:prstGeom>
          <a:noFill/>
        </p:spPr>
        <p:txBody>
          <a:bodyPr wrap="square" rtlCol="0">
            <a:spAutoFit/>
          </a:bodyPr>
          <a:lstStyle/>
          <a:p>
            <a:r>
              <a:rPr lang="ja-JP" altLang="en-US" sz="900"/>
              <a:t>システム</a:t>
            </a:r>
            <a:r>
              <a:rPr kumimoji="1" lang="ja-JP" altLang="en-US" sz="900"/>
              <a:t>利用者</a:t>
            </a:r>
            <a:endParaRPr kumimoji="1" lang="en-US" altLang="ja-JP" sz="900"/>
          </a:p>
          <a:p>
            <a:r>
              <a:rPr lang="en-US" altLang="zh-CN" sz="900"/>
              <a:t>PowerApps/Power BI/</a:t>
            </a:r>
            <a:r>
              <a:rPr lang="en-US" altLang="ja-JP" sz="900"/>
              <a:t>Office 365</a:t>
            </a:r>
            <a:r>
              <a:rPr lang="en-US" altLang="zh-CN" sz="900"/>
              <a:t> </a:t>
            </a:r>
            <a:r>
              <a:rPr lang="ja-JP" altLang="en-US" sz="900"/>
              <a:t>画面</a:t>
            </a:r>
            <a:endParaRPr kumimoji="1" lang="ja-JP" altLang="en-US" sz="900"/>
          </a:p>
        </p:txBody>
      </p:sp>
      <p:sp>
        <p:nvSpPr>
          <p:cNvPr id="43" name="テキスト ボックス 42"/>
          <p:cNvSpPr txBox="1"/>
          <p:nvPr/>
        </p:nvSpPr>
        <p:spPr>
          <a:xfrm>
            <a:off x="9055523" y="2633975"/>
            <a:ext cx="1330939" cy="261610"/>
          </a:xfrm>
          <a:prstGeom prst="rect">
            <a:avLst/>
          </a:prstGeom>
          <a:noFill/>
        </p:spPr>
        <p:txBody>
          <a:bodyPr wrap="square" rtlCol="0">
            <a:spAutoFit/>
          </a:bodyPr>
          <a:lstStyle/>
          <a:p>
            <a:pPr algn="ctr"/>
            <a:r>
              <a:rPr kumimoji="1" lang="en-US" altLang="ja-JP" sz="1100"/>
              <a:t>Operator/Admin</a:t>
            </a:r>
            <a:endParaRPr kumimoji="1" lang="ja-JP" altLang="en-US" sz="1100"/>
          </a:p>
        </p:txBody>
      </p:sp>
      <p:sp>
        <p:nvSpPr>
          <p:cNvPr id="45" name="フローチャート: 判断 44"/>
          <p:cNvSpPr/>
          <p:nvPr/>
        </p:nvSpPr>
        <p:spPr>
          <a:xfrm>
            <a:off x="4555146" y="3128539"/>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46" name="コネクタ: カギ線 45"/>
          <p:cNvCxnSpPr>
            <a:stCxn id="45" idx="3"/>
            <a:endCxn id="41" idx="3"/>
          </p:cNvCxnSpPr>
          <p:nvPr/>
        </p:nvCxnSpPr>
        <p:spPr>
          <a:xfrm flipV="1">
            <a:off x="4603914" y="2429754"/>
            <a:ext cx="4706711" cy="730482"/>
          </a:xfrm>
          <a:prstGeom prst="bentConnector3">
            <a:avLst>
              <a:gd name="adj1" fmla="val 40934"/>
            </a:avLst>
          </a:prstGeom>
          <a:ln w="25400">
            <a:solidFill>
              <a:srgbClr val="7030A0"/>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7" name="コネクタ: カギ線 46"/>
          <p:cNvCxnSpPr>
            <a:stCxn id="51" idx="3"/>
            <a:endCxn id="48" idx="1"/>
          </p:cNvCxnSpPr>
          <p:nvPr/>
        </p:nvCxnSpPr>
        <p:spPr>
          <a:xfrm flipV="1">
            <a:off x="4395368" y="2532487"/>
            <a:ext cx="4891523" cy="2857146"/>
          </a:xfrm>
          <a:prstGeom prst="bentConnector3">
            <a:avLst>
              <a:gd name="adj1" fmla="val 45639"/>
            </a:avLst>
          </a:prstGeom>
          <a:ln w="25400">
            <a:solidFill>
              <a:srgbClr val="7030A0"/>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48" name="フローチャート: 判断 47"/>
          <p:cNvSpPr/>
          <p:nvPr/>
        </p:nvSpPr>
        <p:spPr>
          <a:xfrm>
            <a:off x="9286891" y="2500790"/>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9" name="フローチャート: 判断 48"/>
          <p:cNvSpPr/>
          <p:nvPr/>
        </p:nvSpPr>
        <p:spPr>
          <a:xfrm>
            <a:off x="4346598" y="5422950"/>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0" name="コネクタ: カギ線 49"/>
          <p:cNvCxnSpPr>
            <a:stCxn id="49" idx="3"/>
          </p:cNvCxnSpPr>
          <p:nvPr/>
        </p:nvCxnSpPr>
        <p:spPr>
          <a:xfrm>
            <a:off x="4395366" y="5454647"/>
            <a:ext cx="4521277" cy="909577"/>
          </a:xfrm>
          <a:prstGeom prst="bentConnector3">
            <a:avLst>
              <a:gd name="adj1" fmla="val 61685"/>
            </a:avLst>
          </a:prstGeom>
          <a:ln w="25400">
            <a:solidFill>
              <a:schemeClr val="accent6">
                <a:lumMod val="60000"/>
                <a:lumOff val="40000"/>
              </a:schemeClr>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51" name="フローチャート: 判断 50"/>
          <p:cNvSpPr/>
          <p:nvPr/>
        </p:nvSpPr>
        <p:spPr>
          <a:xfrm>
            <a:off x="4346600" y="5357936"/>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2" name="コネクタ: カギ線 51"/>
          <p:cNvCxnSpPr>
            <a:stCxn id="53" idx="3"/>
            <a:endCxn id="40" idx="3"/>
          </p:cNvCxnSpPr>
          <p:nvPr/>
        </p:nvCxnSpPr>
        <p:spPr>
          <a:xfrm>
            <a:off x="4607530" y="3429307"/>
            <a:ext cx="4310840" cy="2814732"/>
          </a:xfrm>
          <a:prstGeom prst="bentConnector3">
            <a:avLst>
              <a:gd name="adj1" fmla="val 62845"/>
            </a:avLst>
          </a:prstGeom>
          <a:ln w="25400">
            <a:solidFill>
              <a:schemeClr val="accent6">
                <a:lumMod val="60000"/>
                <a:lumOff val="40000"/>
              </a:schemeClr>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53" name="フローチャート: 判断 52"/>
          <p:cNvSpPr/>
          <p:nvPr/>
        </p:nvSpPr>
        <p:spPr>
          <a:xfrm>
            <a:off x="4558762" y="3397610"/>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4" name="テキスト ボックス 53"/>
          <p:cNvSpPr txBox="1"/>
          <p:nvPr/>
        </p:nvSpPr>
        <p:spPr>
          <a:xfrm>
            <a:off x="5787547" y="835870"/>
            <a:ext cx="2848443" cy="369332"/>
          </a:xfrm>
          <a:prstGeom prst="rect">
            <a:avLst/>
          </a:prstGeom>
          <a:noFill/>
        </p:spPr>
        <p:txBody>
          <a:bodyPr wrap="square" rtlCol="0">
            <a:spAutoFit/>
          </a:bodyPr>
          <a:lstStyle/>
          <a:p>
            <a:pPr algn="r"/>
            <a:r>
              <a:rPr kumimoji="1" lang="en-US" altLang="ja-JP">
                <a:ln w="0"/>
                <a:solidFill>
                  <a:schemeClr val="accent1"/>
                </a:solidFill>
                <a:effectLst>
                  <a:outerShdw blurRad="38100" dist="25400" dir="5400000" algn="ctr" rotWithShape="0">
                    <a:srgbClr val="6E747A">
                      <a:alpha val="43000"/>
                    </a:srgbClr>
                  </a:outerShdw>
                </a:effectLst>
              </a:rPr>
              <a:t>Microsoft Data Center</a:t>
            </a:r>
            <a:endParaRPr kumimoji="1" lang="ja-JP" altLang="en-US">
              <a:ln w="0"/>
              <a:solidFill>
                <a:schemeClr val="accent1"/>
              </a:solidFill>
              <a:effectLst>
                <a:outerShdw blurRad="38100" dist="25400" dir="5400000" algn="ctr" rotWithShape="0">
                  <a:srgbClr val="6E747A">
                    <a:alpha val="43000"/>
                  </a:srgbClr>
                </a:outerShdw>
              </a:effectLst>
            </a:endParaRPr>
          </a:p>
        </p:txBody>
      </p:sp>
      <p:sp>
        <p:nvSpPr>
          <p:cNvPr id="55" name="テキスト ボックス 54"/>
          <p:cNvSpPr txBox="1"/>
          <p:nvPr/>
        </p:nvSpPr>
        <p:spPr>
          <a:xfrm>
            <a:off x="8881492" y="835870"/>
            <a:ext cx="2848443" cy="369332"/>
          </a:xfrm>
          <a:prstGeom prst="rect">
            <a:avLst/>
          </a:prstGeom>
          <a:noFill/>
        </p:spPr>
        <p:txBody>
          <a:bodyPr wrap="square" rtlCol="0">
            <a:spAutoFit/>
          </a:bodyPr>
          <a:lstStyle/>
          <a:p>
            <a:r>
              <a:rPr kumimoji="1" lang="en-US" altLang="ja-JP">
                <a:ln w="0"/>
                <a:solidFill>
                  <a:schemeClr val="accent1"/>
                </a:solidFill>
                <a:effectLst>
                  <a:outerShdw blurRad="38100" dist="25400" dir="5400000" algn="ctr" rotWithShape="0">
                    <a:srgbClr val="6E747A">
                      <a:alpha val="43000"/>
                    </a:srgbClr>
                  </a:outerShdw>
                </a:effectLst>
              </a:rPr>
              <a:t>MCC</a:t>
            </a:r>
            <a:r>
              <a:rPr kumimoji="1" lang="ja-JP" altLang="en-US">
                <a:ln w="0"/>
                <a:solidFill>
                  <a:schemeClr val="accent1"/>
                </a:solidFill>
                <a:effectLst>
                  <a:outerShdw blurRad="38100" dist="25400" dir="5400000" algn="ctr" rotWithShape="0">
                    <a:srgbClr val="6E747A">
                      <a:alpha val="43000"/>
                    </a:srgbClr>
                  </a:outerShdw>
                </a:effectLst>
              </a:rPr>
              <a:t>様</a:t>
            </a:r>
            <a:r>
              <a:rPr kumimoji="1" lang="en-US" altLang="ja-JP">
                <a:ln w="0"/>
                <a:solidFill>
                  <a:schemeClr val="accent1"/>
                </a:solidFill>
                <a:effectLst>
                  <a:outerShdw blurRad="38100" dist="25400" dir="5400000" algn="ctr" rotWithShape="0">
                    <a:srgbClr val="6E747A">
                      <a:alpha val="43000"/>
                    </a:srgbClr>
                  </a:outerShdw>
                </a:effectLst>
              </a:rPr>
              <a:t> </a:t>
            </a:r>
            <a:r>
              <a:rPr kumimoji="1" lang="ja-JP" altLang="en-US">
                <a:ln w="0"/>
                <a:solidFill>
                  <a:schemeClr val="accent1"/>
                </a:solidFill>
                <a:effectLst>
                  <a:outerShdw blurRad="38100" dist="25400" dir="5400000" algn="ctr" rotWithShape="0">
                    <a:srgbClr val="6E747A">
                      <a:alpha val="43000"/>
                    </a:srgbClr>
                  </a:outerShdw>
                </a:effectLst>
              </a:rPr>
              <a:t>環境</a:t>
            </a:r>
          </a:p>
        </p:txBody>
      </p:sp>
      <p:sp>
        <p:nvSpPr>
          <p:cNvPr id="56" name="テキスト ボックス 55"/>
          <p:cNvSpPr txBox="1"/>
          <p:nvPr/>
        </p:nvSpPr>
        <p:spPr>
          <a:xfrm>
            <a:off x="10423406" y="4521695"/>
            <a:ext cx="1971040" cy="276999"/>
          </a:xfrm>
          <a:prstGeom prst="rect">
            <a:avLst/>
          </a:prstGeom>
          <a:noFill/>
        </p:spPr>
        <p:txBody>
          <a:bodyPr wrap="square" rtlCol="0">
            <a:spAutoFit/>
          </a:bodyPr>
          <a:lstStyle/>
          <a:p>
            <a:pPr algn="ctr"/>
            <a:r>
              <a:rPr kumimoji="1" lang="en-US" altLang="ja-JP" sz="1200"/>
              <a:t>On-premises</a:t>
            </a:r>
          </a:p>
        </p:txBody>
      </p:sp>
      <p:pic>
        <p:nvPicPr>
          <p:cNvPr id="57" name="図 56" descr="アイコン&#10;&#10;AI によって生成されたコンテンツは間違っている可能性があります。"/>
          <p:cNvPicPr>
            <a:picLocks noChangeAspect="1"/>
          </p:cNvPicPr>
          <p:nvPr/>
        </p:nvPicPr>
        <p:blipFill>
          <a:blip r:embed="rId6"/>
          <a:stretch>
            <a:fillRect/>
          </a:stretch>
        </p:blipFill>
        <p:spPr>
          <a:xfrm>
            <a:off x="10616774" y="5799863"/>
            <a:ext cx="527498" cy="457200"/>
          </a:xfrm>
          <a:prstGeom prst="rect">
            <a:avLst/>
          </a:prstGeom>
        </p:spPr>
      </p:pic>
      <p:pic>
        <p:nvPicPr>
          <p:cNvPr id="58" name="コンテンツ プレースホルダー 4" descr="グラフィカル ユーザー インターフェイス&#10;&#10;AI によって生成されたコンテンツは間違っている可能性があります。"/>
          <p:cNvPicPr>
            <a:picLocks noChangeAspect="1"/>
          </p:cNvPicPr>
          <p:nvPr/>
        </p:nvPicPr>
        <p:blipFill>
          <a:blip r:embed="rId3"/>
          <a:stretch>
            <a:fillRect/>
          </a:stretch>
        </p:blipFill>
        <p:spPr>
          <a:xfrm>
            <a:off x="9499749" y="1703843"/>
            <a:ext cx="771118" cy="456744"/>
          </a:xfrm>
          <a:prstGeom prst="rect">
            <a:avLst/>
          </a:prstGeom>
        </p:spPr>
      </p:pic>
      <p:pic>
        <p:nvPicPr>
          <p:cNvPr id="59" name="図 58" descr="アイコン&#10;&#10;AI によって生成されたコンテンツは間違っている可能性があります。"/>
          <p:cNvPicPr>
            <a:picLocks noChangeAspect="1"/>
          </p:cNvPicPr>
          <p:nvPr/>
        </p:nvPicPr>
        <p:blipFill>
          <a:blip r:embed="rId6"/>
          <a:stretch>
            <a:fillRect/>
          </a:stretch>
        </p:blipFill>
        <p:spPr>
          <a:xfrm>
            <a:off x="10318762" y="1702978"/>
            <a:ext cx="527498" cy="457200"/>
          </a:xfrm>
          <a:prstGeom prst="rect">
            <a:avLst/>
          </a:prstGeom>
        </p:spPr>
      </p:pic>
      <p:pic>
        <p:nvPicPr>
          <p:cNvPr id="1026" name="Picture 2" descr="Sql Server Icons For Windows PNG Transparent Background, Free Download  #11351 - FreeIconsPNG"/>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0774948" y="1646603"/>
            <a:ext cx="561417" cy="561417"/>
          </a:xfrm>
          <a:prstGeom prst="rect">
            <a:avLst/>
          </a:prstGeom>
          <a:noFill/>
          <a:extLst>
            <a:ext uri="{909E8E84-426E-40DD-AFC4-6F175D3DCCD1}">
              <a14:hiddenFill xmlns:a14="http://schemas.microsoft.com/office/drawing/2010/main">
                <a:solidFill>
                  <a:srgbClr val="FFFFFF"/>
                </a:solidFill>
              </a14:hiddenFill>
            </a:ext>
          </a:extLst>
        </p:spPr>
      </p:pic>
      <p:cxnSp>
        <p:nvCxnSpPr>
          <p:cNvPr id="60" name="直線矢印コネクタ 59"/>
          <p:cNvCxnSpPr/>
          <p:nvPr/>
        </p:nvCxnSpPr>
        <p:spPr>
          <a:xfrm>
            <a:off x="3984866" y="2171834"/>
            <a:ext cx="0" cy="941675"/>
          </a:xfrm>
          <a:prstGeom prst="straightConnector1">
            <a:avLst/>
          </a:prstGeom>
          <a:ln w="25400">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61" name="テキスト ボックス 60"/>
          <p:cNvSpPr txBox="1"/>
          <p:nvPr/>
        </p:nvSpPr>
        <p:spPr>
          <a:xfrm>
            <a:off x="1402227" y="2708236"/>
            <a:ext cx="1057324" cy="253916"/>
          </a:xfrm>
          <a:prstGeom prst="rect">
            <a:avLst/>
          </a:prstGeom>
          <a:noFill/>
        </p:spPr>
        <p:txBody>
          <a:bodyPr wrap="square" rtlCol="0">
            <a:spAutoFit/>
          </a:bodyPr>
          <a:lstStyle/>
          <a:p>
            <a:r>
              <a:rPr lang="ja-JP" altLang="en-US" sz="1050"/>
              <a:t>添付ファイル</a:t>
            </a:r>
            <a:endParaRPr lang="en-US" altLang="ja-JP" sz="1050"/>
          </a:p>
        </p:txBody>
      </p:sp>
      <p:cxnSp>
        <p:nvCxnSpPr>
          <p:cNvPr id="62" name="コネクタ: カギ線 61"/>
          <p:cNvCxnSpPr>
            <a:stCxn id="1062" idx="2"/>
            <a:endCxn id="9" idx="1"/>
          </p:cNvCxnSpPr>
          <p:nvPr/>
        </p:nvCxnSpPr>
        <p:spPr>
          <a:xfrm rot="16200000" flipH="1">
            <a:off x="2051355" y="2230928"/>
            <a:ext cx="1222872" cy="1301249"/>
          </a:xfrm>
          <a:prstGeom prst="bentConnector2">
            <a:avLst/>
          </a:prstGeom>
          <a:ln w="25400">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27" name="テキスト ボックス 1026"/>
          <p:cNvSpPr txBox="1"/>
          <p:nvPr/>
        </p:nvSpPr>
        <p:spPr>
          <a:xfrm>
            <a:off x="9370325" y="2977215"/>
            <a:ext cx="2538877" cy="415498"/>
          </a:xfrm>
          <a:prstGeom prst="rect">
            <a:avLst/>
          </a:prstGeom>
          <a:noFill/>
        </p:spPr>
        <p:txBody>
          <a:bodyPr wrap="square" rtlCol="0">
            <a:spAutoFit/>
          </a:bodyPr>
          <a:lstStyle/>
          <a:p>
            <a:r>
              <a:rPr lang="ja-JP" altLang="en-US" sz="1050"/>
              <a:t>文書</a:t>
            </a:r>
            <a:r>
              <a:rPr lang="en-US" altLang="ja-JP" sz="1050"/>
              <a:t>Transaction</a:t>
            </a:r>
            <a:r>
              <a:rPr lang="ja-JP" altLang="en-US" sz="1050"/>
              <a:t>データ</a:t>
            </a:r>
          </a:p>
          <a:p>
            <a:r>
              <a:rPr lang="ja-JP" altLang="en-US" sz="1050"/>
              <a:t>各種マスタ（属性データ</a:t>
            </a:r>
            <a:r>
              <a:rPr lang="en-US" altLang="ja-JP" sz="1050"/>
              <a:t>/</a:t>
            </a:r>
            <a:r>
              <a:rPr lang="ja-JP" altLang="en-US" sz="1050"/>
              <a:t>定型データ）</a:t>
            </a:r>
            <a:endParaRPr lang="en-US" altLang="ja-JP" sz="1050"/>
          </a:p>
        </p:txBody>
      </p:sp>
      <p:cxnSp>
        <p:nvCxnSpPr>
          <p:cNvPr id="1028" name="コネクタ: カギ線 1027"/>
          <p:cNvCxnSpPr>
            <a:stCxn id="38" idx="3"/>
            <a:endCxn id="1048" idx="2"/>
          </p:cNvCxnSpPr>
          <p:nvPr/>
        </p:nvCxnSpPr>
        <p:spPr>
          <a:xfrm flipV="1">
            <a:off x="2114674" y="3923120"/>
            <a:ext cx="1574962" cy="375163"/>
          </a:xfrm>
          <a:prstGeom prst="bentConnector2">
            <a:avLst/>
          </a:prstGeom>
          <a:ln w="25400">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32" name="テキスト ボックス 1031"/>
          <p:cNvSpPr txBox="1"/>
          <p:nvPr/>
        </p:nvSpPr>
        <p:spPr>
          <a:xfrm>
            <a:off x="699373" y="4654856"/>
            <a:ext cx="1831889" cy="276999"/>
          </a:xfrm>
          <a:prstGeom prst="rect">
            <a:avLst/>
          </a:prstGeom>
          <a:noFill/>
        </p:spPr>
        <p:txBody>
          <a:bodyPr wrap="square" rtlCol="0">
            <a:spAutoFit/>
          </a:bodyPr>
          <a:lstStyle/>
          <a:p>
            <a:pPr algn="ctr"/>
            <a:r>
              <a:rPr kumimoji="1" lang="en-US" altLang="ja-JP" sz="1200"/>
              <a:t>Power Automation Flow</a:t>
            </a:r>
            <a:endParaRPr kumimoji="1" lang="ja-JP" altLang="en-US" sz="1200"/>
          </a:p>
        </p:txBody>
      </p:sp>
      <p:cxnSp>
        <p:nvCxnSpPr>
          <p:cNvPr id="1033" name="コネクタ: カギ線 1032"/>
          <p:cNvCxnSpPr>
            <a:stCxn id="38" idx="0"/>
            <a:endCxn id="5" idx="2"/>
          </p:cNvCxnSpPr>
          <p:nvPr/>
        </p:nvCxnSpPr>
        <p:spPr>
          <a:xfrm rot="5400000" flipH="1" flipV="1">
            <a:off x="944463" y="3053520"/>
            <a:ext cx="1698957" cy="702"/>
          </a:xfrm>
          <a:prstGeom prst="bentConnector3">
            <a:avLst>
              <a:gd name="adj1" fmla="val 50000"/>
            </a:avLst>
          </a:prstGeom>
          <a:ln w="25400">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36" name="テキスト ボックス 1035"/>
          <p:cNvSpPr txBox="1"/>
          <p:nvPr/>
        </p:nvSpPr>
        <p:spPr>
          <a:xfrm>
            <a:off x="2577835" y="4291305"/>
            <a:ext cx="1057324" cy="253916"/>
          </a:xfrm>
          <a:prstGeom prst="rect">
            <a:avLst/>
          </a:prstGeom>
          <a:noFill/>
        </p:spPr>
        <p:txBody>
          <a:bodyPr wrap="square" rtlCol="0">
            <a:spAutoFit/>
          </a:bodyPr>
          <a:lstStyle/>
          <a:p>
            <a:r>
              <a:rPr lang="ja-JP" altLang="en-US" sz="1050"/>
              <a:t>業務処理</a:t>
            </a:r>
            <a:endParaRPr lang="en-US" altLang="ja-JP" sz="1050"/>
          </a:p>
        </p:txBody>
      </p:sp>
      <p:cxnSp>
        <p:nvCxnSpPr>
          <p:cNvPr id="1038" name="コネクタ: カギ線 1037"/>
          <p:cNvCxnSpPr>
            <a:stCxn id="38" idx="2"/>
            <a:endCxn id="17" idx="2"/>
          </p:cNvCxnSpPr>
          <p:nvPr/>
        </p:nvCxnSpPr>
        <p:spPr>
          <a:xfrm rot="5400000" flipH="1" flipV="1">
            <a:off x="6385199" y="-99730"/>
            <a:ext cx="201336" cy="9384555"/>
          </a:xfrm>
          <a:prstGeom prst="bentConnector3">
            <a:avLst>
              <a:gd name="adj1" fmla="val -529862"/>
            </a:avLst>
          </a:prstGeom>
          <a:ln w="254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042" name="コネクタ: カギ線 1041"/>
          <p:cNvCxnSpPr>
            <a:stCxn id="1054" idx="3"/>
            <a:endCxn id="11" idx="1"/>
          </p:cNvCxnSpPr>
          <p:nvPr/>
        </p:nvCxnSpPr>
        <p:spPr>
          <a:xfrm flipV="1">
            <a:off x="2154707" y="4101735"/>
            <a:ext cx="3646973" cy="414739"/>
          </a:xfrm>
          <a:prstGeom prst="bentConnector3">
            <a:avLst>
              <a:gd name="adj1" fmla="val 50000"/>
            </a:avLst>
          </a:prstGeom>
          <a:ln w="25400">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1048" name="フローチャート: 判断 1047"/>
          <p:cNvSpPr/>
          <p:nvPr/>
        </p:nvSpPr>
        <p:spPr>
          <a:xfrm>
            <a:off x="3665252" y="3859726"/>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50" name="フローチャート: 判断 1049"/>
          <p:cNvSpPr/>
          <p:nvPr/>
        </p:nvSpPr>
        <p:spPr>
          <a:xfrm>
            <a:off x="5763163" y="4149040"/>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51" name="フローチャート: 判断 1050"/>
          <p:cNvSpPr/>
          <p:nvPr/>
        </p:nvSpPr>
        <p:spPr>
          <a:xfrm>
            <a:off x="5801222" y="4001705"/>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54" name="フローチャート: 判断 1053"/>
          <p:cNvSpPr/>
          <p:nvPr/>
        </p:nvSpPr>
        <p:spPr>
          <a:xfrm>
            <a:off x="2105939" y="4484777"/>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56" name="テキスト ボックス 1055"/>
          <p:cNvSpPr txBox="1"/>
          <p:nvPr/>
        </p:nvSpPr>
        <p:spPr>
          <a:xfrm>
            <a:off x="4615677" y="5556870"/>
            <a:ext cx="3347747" cy="276999"/>
          </a:xfrm>
          <a:prstGeom prst="rect">
            <a:avLst/>
          </a:prstGeom>
          <a:noFill/>
        </p:spPr>
        <p:txBody>
          <a:bodyPr wrap="square" rtlCol="0">
            <a:spAutoFit/>
          </a:bodyPr>
          <a:lstStyle/>
          <a:p>
            <a:pPr algn="ctr"/>
            <a:r>
              <a:rPr kumimoji="1" lang="en-US" altLang="ja-JP" sz="1200"/>
              <a:t>Table/View/Stored Procedure Access</a:t>
            </a:r>
            <a:endParaRPr kumimoji="1" lang="ja-JP" altLang="en-US" sz="1200"/>
          </a:p>
        </p:txBody>
      </p:sp>
      <p:sp>
        <p:nvSpPr>
          <p:cNvPr id="1057" name="テキスト ボックス 1056"/>
          <p:cNvSpPr txBox="1"/>
          <p:nvPr/>
        </p:nvSpPr>
        <p:spPr>
          <a:xfrm>
            <a:off x="7392801" y="5486645"/>
            <a:ext cx="2538877" cy="415498"/>
          </a:xfrm>
          <a:prstGeom prst="rect">
            <a:avLst/>
          </a:prstGeom>
          <a:noFill/>
        </p:spPr>
        <p:txBody>
          <a:bodyPr wrap="square" rtlCol="0">
            <a:spAutoFit/>
          </a:bodyPr>
          <a:lstStyle/>
          <a:p>
            <a:r>
              <a:rPr lang="ja-JP" altLang="en-US" sz="1050"/>
              <a:t>文書</a:t>
            </a:r>
            <a:r>
              <a:rPr lang="en-US" altLang="ja-JP" sz="1050"/>
              <a:t>Transaction</a:t>
            </a:r>
            <a:r>
              <a:rPr lang="ja-JP" altLang="en-US" sz="1050"/>
              <a:t>データ</a:t>
            </a:r>
          </a:p>
          <a:p>
            <a:r>
              <a:rPr lang="ja-JP" altLang="en-US" sz="1050"/>
              <a:t>各種マスタ（属性データ</a:t>
            </a:r>
            <a:r>
              <a:rPr lang="en-US" altLang="ja-JP" sz="1050"/>
              <a:t>/</a:t>
            </a:r>
            <a:r>
              <a:rPr lang="ja-JP" altLang="en-US" sz="1050"/>
              <a:t>定型データ）</a:t>
            </a:r>
            <a:endParaRPr lang="en-US" altLang="ja-JP" sz="1050"/>
          </a:p>
        </p:txBody>
      </p:sp>
      <p:cxnSp>
        <p:nvCxnSpPr>
          <p:cNvPr id="1058" name="コネクタ: カギ線 1057"/>
          <p:cNvCxnSpPr>
            <a:stCxn id="27" idx="0"/>
            <a:endCxn id="38" idx="1"/>
          </p:cNvCxnSpPr>
          <p:nvPr/>
        </p:nvCxnSpPr>
        <p:spPr>
          <a:xfrm rot="16200000" flipH="1" flipV="1">
            <a:off x="1366046" y="1529605"/>
            <a:ext cx="2875137" cy="2662218"/>
          </a:xfrm>
          <a:prstGeom prst="bentConnector4">
            <a:avLst>
              <a:gd name="adj1" fmla="val -7951"/>
              <a:gd name="adj2" fmla="val 133775"/>
            </a:avLst>
          </a:prstGeom>
          <a:ln w="25400">
            <a:solidFill>
              <a:srgbClr val="FFC00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62" name="フローチャート: 判断 1061"/>
          <p:cNvSpPr/>
          <p:nvPr/>
        </p:nvSpPr>
        <p:spPr>
          <a:xfrm>
            <a:off x="1987783" y="2206723"/>
            <a:ext cx="48768" cy="63394"/>
          </a:xfrm>
          <a:prstGeom prst="flowChartDecision">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65" name="テキスト ボックス 1064"/>
          <p:cNvSpPr txBox="1"/>
          <p:nvPr/>
        </p:nvSpPr>
        <p:spPr>
          <a:xfrm>
            <a:off x="207488" y="2938017"/>
            <a:ext cx="1057324" cy="577081"/>
          </a:xfrm>
          <a:prstGeom prst="rect">
            <a:avLst/>
          </a:prstGeom>
          <a:noFill/>
        </p:spPr>
        <p:txBody>
          <a:bodyPr wrap="square" rtlCol="0">
            <a:spAutoFit/>
          </a:bodyPr>
          <a:lstStyle/>
          <a:p>
            <a:r>
              <a:rPr lang="ja-JP" altLang="en-US" sz="1050"/>
              <a:t>添付ファイル</a:t>
            </a:r>
            <a:endParaRPr lang="en-US" altLang="ja-JP" sz="1050"/>
          </a:p>
          <a:p>
            <a:r>
              <a:rPr lang="ja-JP" altLang="en-US" sz="1050"/>
              <a:t>ファイル編集処理</a:t>
            </a:r>
            <a:endParaRPr lang="en-US" altLang="ja-JP" sz="1050"/>
          </a:p>
        </p:txBody>
      </p:sp>
      <p:cxnSp>
        <p:nvCxnSpPr>
          <p:cNvPr id="1066" name="コネクタ: カギ線 1065"/>
          <p:cNvCxnSpPr>
            <a:stCxn id="1026" idx="3"/>
            <a:endCxn id="17" idx="3"/>
          </p:cNvCxnSpPr>
          <p:nvPr/>
        </p:nvCxnSpPr>
        <p:spPr>
          <a:xfrm>
            <a:off x="11336365" y="1927312"/>
            <a:ext cx="325685" cy="2174423"/>
          </a:xfrm>
          <a:prstGeom prst="bentConnector3">
            <a:avLst>
              <a:gd name="adj1" fmla="val 170191"/>
            </a:avLst>
          </a:prstGeom>
          <a:ln w="25400">
            <a:solidFill>
              <a:srgbClr val="7030A0"/>
            </a:solidFill>
            <a:prstDash val="solid"/>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 name="直線コネクタ 3">
            <a:extLst>
              <a:ext uri="{FF2B5EF4-FFF2-40B4-BE49-F238E27FC236}">
                <a16:creationId xmlns:a16="http://schemas.microsoft.com/office/drawing/2014/main" id="{3EE76576-7530-007C-3EA6-C844A457D3C9}"/>
              </a:ext>
            </a:extLst>
          </p:cNvPr>
          <p:cNvCxnSpPr/>
          <p:nvPr/>
        </p:nvCxnSpPr>
        <p:spPr>
          <a:xfrm>
            <a:off x="65045" y="6165071"/>
            <a:ext cx="569343" cy="0"/>
          </a:xfrm>
          <a:prstGeom prst="line">
            <a:avLst/>
          </a:prstGeom>
          <a:ln w="25400">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 name="直線コネクタ 5">
            <a:extLst>
              <a:ext uri="{FF2B5EF4-FFF2-40B4-BE49-F238E27FC236}">
                <a16:creationId xmlns:a16="http://schemas.microsoft.com/office/drawing/2014/main" id="{E439EC6D-5DAD-6CB3-44F3-23B9279EE7C4}"/>
              </a:ext>
            </a:extLst>
          </p:cNvPr>
          <p:cNvCxnSpPr/>
          <p:nvPr/>
        </p:nvCxnSpPr>
        <p:spPr>
          <a:xfrm>
            <a:off x="65044" y="6415018"/>
            <a:ext cx="569343" cy="0"/>
          </a:xfrm>
          <a:prstGeom prst="line">
            <a:avLst/>
          </a:prstGeom>
          <a:ln w="25400">
            <a:prstDash val="solid"/>
            <a:headEnd type="triangle"/>
            <a:tailEnd type="triangle"/>
          </a:ln>
        </p:spPr>
        <p:style>
          <a:lnRef idx="1">
            <a:schemeClr val="accent1"/>
          </a:lnRef>
          <a:fillRef idx="0">
            <a:schemeClr val="accent1"/>
          </a:fillRef>
          <a:effectRef idx="0">
            <a:schemeClr val="accent1"/>
          </a:effectRef>
          <a:fontRef idx="minor">
            <a:schemeClr val="tx1"/>
          </a:fontRef>
        </p:style>
      </p:cxnSp>
      <p:sp>
        <p:nvSpPr>
          <p:cNvPr id="34" name="テキスト ボックス 33">
            <a:extLst>
              <a:ext uri="{FF2B5EF4-FFF2-40B4-BE49-F238E27FC236}">
                <a16:creationId xmlns:a16="http://schemas.microsoft.com/office/drawing/2014/main" id="{DFDE75B3-37C3-D7F1-41A5-221C881019DB}"/>
              </a:ext>
            </a:extLst>
          </p:cNvPr>
          <p:cNvSpPr txBox="1"/>
          <p:nvPr/>
        </p:nvSpPr>
        <p:spPr>
          <a:xfrm>
            <a:off x="689630" y="6044529"/>
            <a:ext cx="6362509" cy="246221"/>
          </a:xfrm>
          <a:prstGeom prst="rect">
            <a:avLst/>
          </a:prstGeom>
          <a:noFill/>
        </p:spPr>
        <p:txBody>
          <a:bodyPr wrap="square" rtlCol="0">
            <a:spAutoFit/>
          </a:bodyPr>
          <a:lstStyle/>
          <a:p>
            <a:r>
              <a:rPr kumimoji="1" lang="en-US" altLang="ja-JP" sz="1000" dirty="0">
                <a:solidFill>
                  <a:srgbClr val="0070C0"/>
                </a:solidFill>
              </a:rPr>
              <a:t>Power Apps/Power Automate flow/Power BI</a:t>
            </a:r>
            <a:r>
              <a:rPr kumimoji="1" lang="ja-JP" altLang="en-US" sz="1000" dirty="0">
                <a:solidFill>
                  <a:srgbClr val="0070C0"/>
                </a:solidFill>
              </a:rPr>
              <a:t>は</a:t>
            </a:r>
            <a:r>
              <a:rPr kumimoji="1" lang="en-US" altLang="ja-JP" sz="1000" dirty="0" err="1">
                <a:solidFill>
                  <a:srgbClr val="0070C0"/>
                </a:solidFill>
              </a:rPr>
              <a:t>Sqlserver</a:t>
            </a:r>
            <a:r>
              <a:rPr kumimoji="1" lang="ja-JP" altLang="en-US" sz="1000" dirty="0">
                <a:solidFill>
                  <a:srgbClr val="0070C0"/>
                </a:solidFill>
              </a:rPr>
              <a:t>にアクセス時の実際の</a:t>
            </a:r>
            <a:r>
              <a:rPr kumimoji="1" lang="en-US" altLang="ja-JP" sz="1000" dirty="0">
                <a:solidFill>
                  <a:srgbClr val="0070C0"/>
                </a:solidFill>
              </a:rPr>
              <a:t>Data Flow</a:t>
            </a:r>
            <a:r>
              <a:rPr kumimoji="1" lang="ja-JP" altLang="en-US" sz="1000" dirty="0">
                <a:solidFill>
                  <a:srgbClr val="0070C0"/>
                </a:solidFill>
              </a:rPr>
              <a:t>（</a:t>
            </a:r>
            <a:r>
              <a:rPr kumimoji="1" lang="en-US" altLang="ja-JP" sz="1000" dirty="0">
                <a:solidFill>
                  <a:srgbClr val="0070C0"/>
                </a:solidFill>
              </a:rPr>
              <a:t>Architecture</a:t>
            </a:r>
            <a:r>
              <a:rPr kumimoji="1" lang="ja-JP" altLang="en-US" sz="1000" dirty="0">
                <a:solidFill>
                  <a:srgbClr val="0070C0"/>
                </a:solidFill>
              </a:rPr>
              <a:t>視点）</a:t>
            </a:r>
          </a:p>
        </p:txBody>
      </p:sp>
      <p:sp>
        <p:nvSpPr>
          <p:cNvPr id="35" name="テキスト ボックス 34">
            <a:extLst>
              <a:ext uri="{FF2B5EF4-FFF2-40B4-BE49-F238E27FC236}">
                <a16:creationId xmlns:a16="http://schemas.microsoft.com/office/drawing/2014/main" id="{6270319E-F948-AB6B-8706-0EE67AC4684A}"/>
              </a:ext>
            </a:extLst>
          </p:cNvPr>
          <p:cNvSpPr txBox="1"/>
          <p:nvPr/>
        </p:nvSpPr>
        <p:spPr>
          <a:xfrm>
            <a:off x="689630" y="6274752"/>
            <a:ext cx="6101032" cy="246221"/>
          </a:xfrm>
          <a:prstGeom prst="rect">
            <a:avLst/>
          </a:prstGeom>
          <a:noFill/>
        </p:spPr>
        <p:txBody>
          <a:bodyPr wrap="square" rtlCol="0">
            <a:spAutoFit/>
          </a:bodyPr>
          <a:lstStyle>
            <a:defPPr>
              <a:defRPr lang="ja-JP"/>
            </a:defPPr>
            <a:lvl1pPr>
              <a:defRPr sz="1000"/>
            </a:lvl1pPr>
          </a:lstStyle>
          <a:p>
            <a:r>
              <a:rPr lang="en-US" altLang="ja-JP" dirty="0">
                <a:solidFill>
                  <a:srgbClr val="0070C0"/>
                </a:solidFill>
              </a:rPr>
              <a:t>Power Apps/Power Automate flow/Power BI</a:t>
            </a:r>
            <a:r>
              <a:rPr lang="ja-JP" altLang="en-US" dirty="0">
                <a:solidFill>
                  <a:srgbClr val="0070C0"/>
                </a:solidFill>
              </a:rPr>
              <a:t>は</a:t>
            </a:r>
            <a:r>
              <a:rPr lang="en-US" altLang="ja-JP" dirty="0" err="1">
                <a:solidFill>
                  <a:srgbClr val="0070C0"/>
                </a:solidFill>
              </a:rPr>
              <a:t>Sqlserver</a:t>
            </a:r>
            <a:r>
              <a:rPr lang="ja-JP" altLang="en-US" dirty="0">
                <a:solidFill>
                  <a:srgbClr val="0070C0"/>
                </a:solidFill>
              </a:rPr>
              <a:t>にアクセス時のが論理</a:t>
            </a:r>
            <a:r>
              <a:rPr lang="en-US" altLang="ja-JP" dirty="0">
                <a:solidFill>
                  <a:srgbClr val="0070C0"/>
                </a:solidFill>
              </a:rPr>
              <a:t>Flow</a:t>
            </a:r>
            <a:r>
              <a:rPr lang="ja-JP" altLang="en-US" dirty="0">
                <a:solidFill>
                  <a:srgbClr val="0070C0"/>
                </a:solidFill>
              </a:rPr>
              <a:t>（業務視点）</a:t>
            </a:r>
          </a:p>
        </p:txBody>
      </p:sp>
    </p:spTree>
    <p:extLst>
      <p:ext uri="{BB962C8B-B14F-4D97-AF65-F5344CB8AC3E}">
        <p14:creationId xmlns:p14="http://schemas.microsoft.com/office/powerpoint/2010/main" val="35112457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B3965A-7B27-B118-1544-013C0942D5B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4EC9001-3533-2206-45EC-52E9C7CED68C}"/>
              </a:ext>
            </a:extLst>
          </p:cNvPr>
          <p:cNvSpPr>
            <a:spLocks noGrp="1"/>
          </p:cNvSpPr>
          <p:nvPr>
            <p:ph type="title"/>
          </p:nvPr>
        </p:nvSpPr>
        <p:spPr>
          <a:xfrm>
            <a:off x="414336" y="255263"/>
            <a:ext cx="9327072" cy="683629"/>
          </a:xfrm>
        </p:spPr>
        <p:txBody>
          <a:bodyPr>
            <a:normAutofit/>
          </a:bodyPr>
          <a:lstStyle/>
          <a:p>
            <a:r>
              <a:rPr lang="ja-JP" altLang="en-US"/>
              <a:t>実現方法－文書管理機能</a:t>
            </a:r>
          </a:p>
        </p:txBody>
      </p:sp>
      <p:sp>
        <p:nvSpPr>
          <p:cNvPr id="15" name="テキスト ボックス 14">
            <a:extLst>
              <a:ext uri="{FF2B5EF4-FFF2-40B4-BE49-F238E27FC236}">
                <a16:creationId xmlns:a16="http://schemas.microsoft.com/office/drawing/2014/main" id="{515C49BE-5AE6-A688-3599-1B74CB458F67}"/>
              </a:ext>
            </a:extLst>
          </p:cNvPr>
          <p:cNvSpPr txBox="1"/>
          <p:nvPr/>
        </p:nvSpPr>
        <p:spPr>
          <a:xfrm>
            <a:off x="350603" y="789860"/>
            <a:ext cx="11490793" cy="5405533"/>
          </a:xfrm>
          <a:prstGeom prst="rect">
            <a:avLst/>
          </a:prstGeom>
          <a:noFill/>
          <a:ln w="9525" cap="flat" cmpd="sng" algn="ctr">
            <a:noFill/>
            <a:prstDash val="solid"/>
            <a:round/>
            <a:headEnd type="oval" w="med" len="med"/>
            <a:tailEnd type="oval" w="med" len="med"/>
          </a:ln>
        </p:spPr>
        <p:txBody>
          <a:bodyPr wrap="square" lIns="36000" tIns="36000" rIns="36000" bIns="36000" rtlCol="0" anchor="t" anchorCtr="0">
            <a:noAutofit/>
          </a:bodyPr>
          <a:lstStyle/>
          <a:p>
            <a:pPr marL="285750" indent="-285750">
              <a:buFont typeface="Arial" panose="020B0604020202020204" pitchFamily="34" charset="0"/>
              <a:buChar char="•"/>
            </a:pPr>
            <a:r>
              <a:rPr kumimoji="1" lang="en-US" altLang="ja-JP" dirty="0">
                <a:latin typeface="Yu Gothic UI" panose="020B0500000000000000" pitchFamily="50" charset="-128"/>
                <a:ea typeface="Yu Gothic UI" panose="020B0500000000000000" pitchFamily="50" charset="-128"/>
              </a:rPr>
              <a:t>PowerApps</a:t>
            </a:r>
            <a:r>
              <a:rPr kumimoji="1" lang="ja-JP" altLang="en-US" dirty="0">
                <a:latin typeface="Yu Gothic UI" panose="020B0500000000000000" pitchFamily="50" charset="-128"/>
                <a:ea typeface="Yu Gothic UI" panose="020B0500000000000000" pitchFamily="50" charset="-128"/>
              </a:rPr>
              <a:t>で</a:t>
            </a:r>
            <a:r>
              <a:rPr lang="ja-JP" altLang="en-US" dirty="0"/>
              <a:t>文書</a:t>
            </a:r>
            <a:r>
              <a:rPr kumimoji="1" lang="ja-JP" altLang="en-US" dirty="0">
                <a:latin typeface="Yu Gothic UI" panose="020B0500000000000000" pitchFamily="50" charset="-128"/>
                <a:ea typeface="Yu Gothic UI" panose="020B0500000000000000" pitchFamily="50" charset="-128"/>
              </a:rPr>
              <a:t>フォームを</a:t>
            </a:r>
            <a:r>
              <a:rPr kumimoji="1" lang="zh-CN" altLang="en-US" dirty="0">
                <a:latin typeface="Yu Gothic UI" panose="020B0500000000000000" pitchFamily="50" charset="-128"/>
                <a:ea typeface="Yu Gothic UI" panose="020B0500000000000000" pitchFamily="50" charset="-128"/>
              </a:rPr>
              <a:t>作成。</a:t>
            </a:r>
            <a:endParaRPr kumimoji="1" lang="en-US" altLang="zh-CN" dirty="0">
              <a:latin typeface="Yu Gothic UI" panose="020B0500000000000000" pitchFamily="50" charset="-128"/>
              <a:ea typeface="Yu Gothic UI" panose="020B0500000000000000" pitchFamily="50" charset="-128"/>
            </a:endParaRPr>
          </a:p>
          <a:p>
            <a:pPr marL="285750" indent="-285750" algn="l">
              <a:buFont typeface="Arial" panose="020B0604020202020204" pitchFamily="34" charset="0"/>
              <a:buChar char="•"/>
            </a:pPr>
            <a:r>
              <a:rPr kumimoji="1" lang="en-US" altLang="ja-JP" dirty="0">
                <a:latin typeface="Yu Gothic UI" panose="020B0500000000000000" pitchFamily="50" charset="-128"/>
                <a:ea typeface="Yu Gothic UI" panose="020B0500000000000000" pitchFamily="50" charset="-128"/>
              </a:rPr>
              <a:t>SQL Server</a:t>
            </a:r>
            <a:r>
              <a:rPr kumimoji="1" lang="ja-JP" altLang="en-US" dirty="0">
                <a:latin typeface="Yu Gothic UI" panose="020B0500000000000000" pitchFamily="50" charset="-128"/>
                <a:ea typeface="Yu Gothic UI" panose="020B0500000000000000" pitchFamily="50" charset="-128"/>
              </a:rPr>
              <a:t>のテーブル（</a:t>
            </a:r>
            <a:r>
              <a:rPr kumimoji="1" lang="zh-CN" altLang="en-US" dirty="0">
                <a:latin typeface="Yu Gothic UI" panose="020B0500000000000000" pitchFamily="50" charset="-128"/>
                <a:ea typeface="Yu Gothic UI" panose="020B0500000000000000" pitchFamily="50" charset="-128"/>
              </a:rPr>
              <a:t>例</a:t>
            </a:r>
            <a:r>
              <a:rPr kumimoji="1" lang="en-US" altLang="zh-CN" dirty="0">
                <a:latin typeface="Yu Gothic UI" panose="020B0500000000000000" pitchFamily="50" charset="-128"/>
                <a:ea typeface="Yu Gothic UI" panose="020B0500000000000000" pitchFamily="50" charset="-128"/>
              </a:rPr>
              <a:t>: </a:t>
            </a:r>
            <a:r>
              <a:rPr kumimoji="1" lang="en-US" altLang="zh-CN" dirty="0" err="1">
                <a:latin typeface="Yu Gothic UI" panose="020B0500000000000000" pitchFamily="50" charset="-128"/>
                <a:ea typeface="Yu Gothic UI" panose="020B0500000000000000" pitchFamily="50" charset="-128"/>
              </a:rPr>
              <a:t>Document</a:t>
            </a:r>
            <a:r>
              <a:rPr kumimoji="1" lang="en-US" altLang="ja-JP" dirty="0" err="1">
                <a:latin typeface="Yu Gothic UI" panose="020B0500000000000000" pitchFamily="50" charset="-128"/>
                <a:ea typeface="Yu Gothic UI" panose="020B0500000000000000" pitchFamily="50" charset="-128"/>
              </a:rPr>
              <a:t>Table</a:t>
            </a:r>
            <a:r>
              <a:rPr kumimoji="1" lang="en-US" altLang="ja-JP" dirty="0">
                <a:latin typeface="Yu Gothic UI" panose="020B0500000000000000" pitchFamily="50" charset="-128"/>
                <a:ea typeface="Yu Gothic UI" panose="020B0500000000000000" pitchFamily="50" charset="-128"/>
              </a:rPr>
              <a:t>: ID, Date, Status</a:t>
            </a:r>
            <a:r>
              <a:rPr kumimoji="1" lang="ja-JP" altLang="en-US" dirty="0">
                <a:latin typeface="Yu Gothic UI" panose="020B0500000000000000" pitchFamily="50" charset="-128"/>
                <a:ea typeface="Yu Gothic UI" panose="020B0500000000000000" pitchFamily="50" charset="-128"/>
              </a:rPr>
              <a:t>）と</a:t>
            </a:r>
            <a:r>
              <a:rPr kumimoji="1" lang="zh-CN" altLang="en-US" dirty="0">
                <a:latin typeface="Yu Gothic UI" panose="020B0500000000000000" pitchFamily="50" charset="-128"/>
                <a:ea typeface="Yu Gothic UI" panose="020B0500000000000000" pitchFamily="50" charset="-128"/>
              </a:rPr>
              <a:t>連携。</a:t>
            </a:r>
            <a:endParaRPr kumimoji="1" lang="en-US" altLang="zh-CN" dirty="0">
              <a:latin typeface="Yu Gothic UI" panose="020B0500000000000000" pitchFamily="50" charset="-128"/>
              <a:ea typeface="Yu Gothic UI" panose="020B0500000000000000" pitchFamily="50" charset="-128"/>
            </a:endParaRPr>
          </a:p>
          <a:p>
            <a:pPr marL="285750" indent="-285750" algn="l">
              <a:buFont typeface="Arial" panose="020B0604020202020204" pitchFamily="34" charset="0"/>
              <a:buChar char="•"/>
            </a:pPr>
            <a:r>
              <a:rPr kumimoji="1" lang="ja-JP" altLang="en-US" dirty="0">
                <a:latin typeface="Yu Gothic UI" panose="020B0500000000000000" pitchFamily="50" charset="-128"/>
                <a:ea typeface="Yu Gothic UI" panose="020B0500000000000000" pitchFamily="50" charset="-128"/>
              </a:rPr>
              <a:t>文書の</a:t>
            </a:r>
            <a:r>
              <a:rPr kumimoji="1" lang="en-US" altLang="ja-JP" dirty="0">
                <a:latin typeface="Yu Gothic UI" panose="020B0500000000000000" pitchFamily="50" charset="-128"/>
                <a:ea typeface="Yu Gothic UI" panose="020B0500000000000000" pitchFamily="50" charset="-128"/>
              </a:rPr>
              <a:t>CRUD</a:t>
            </a:r>
            <a:r>
              <a:rPr kumimoji="1" lang="zh-CN" altLang="en-US" dirty="0">
                <a:latin typeface="Yu Gothic UI" panose="020B0500000000000000" pitchFamily="50" charset="-128"/>
                <a:ea typeface="Yu Gothic UI" panose="020B0500000000000000" pitchFamily="50" charset="-128"/>
              </a:rPr>
              <a:t>操作（</a:t>
            </a:r>
            <a:r>
              <a:rPr kumimoji="1" lang="en-US" altLang="ja-JP" dirty="0">
                <a:latin typeface="Yu Gothic UI" panose="020B0500000000000000" pitchFamily="50" charset="-128"/>
                <a:ea typeface="Yu Gothic UI" panose="020B0500000000000000" pitchFamily="50" charset="-128"/>
              </a:rPr>
              <a:t>Create, Read, Update, Delete</a:t>
            </a:r>
            <a:r>
              <a:rPr kumimoji="1" lang="ja-JP" altLang="en-US" dirty="0">
                <a:latin typeface="Yu Gothic UI" panose="020B0500000000000000" pitchFamily="50" charset="-128"/>
                <a:ea typeface="Yu Gothic UI" panose="020B0500000000000000" pitchFamily="50" charset="-128"/>
              </a:rPr>
              <a:t>）をサポート。</a:t>
            </a:r>
            <a:endParaRPr kumimoji="1" lang="en-US" altLang="ja-JP" dirty="0">
              <a:latin typeface="Yu Gothic UI" panose="020B0500000000000000" pitchFamily="50" charset="-128"/>
              <a:ea typeface="Yu Gothic UI" panose="020B0500000000000000" pitchFamily="50" charset="-128"/>
            </a:endParaRPr>
          </a:p>
          <a:p>
            <a:pPr marL="285750" indent="-285750" algn="l">
              <a:buFont typeface="Arial" panose="020B0604020202020204" pitchFamily="34" charset="0"/>
              <a:buChar char="•"/>
            </a:pPr>
            <a:r>
              <a:rPr kumimoji="1" lang="en-US" altLang="ja-JP" dirty="0">
                <a:latin typeface="Yu Gothic UI" panose="020B0500000000000000" pitchFamily="50" charset="-128"/>
                <a:ea typeface="Yu Gothic UI" panose="020B0500000000000000" pitchFamily="50" charset="-128"/>
              </a:rPr>
              <a:t>PowerApps</a:t>
            </a:r>
            <a:r>
              <a:rPr kumimoji="1" lang="ja-JP" altLang="en-US" dirty="0">
                <a:latin typeface="Yu Gothic UI" panose="020B0500000000000000" pitchFamily="50" charset="-128"/>
                <a:ea typeface="Yu Gothic UI" panose="020B0500000000000000" pitchFamily="50" charset="-128"/>
              </a:rPr>
              <a:t>のデータソースとして</a:t>
            </a:r>
            <a:r>
              <a:rPr kumimoji="1" lang="en-US" altLang="ja-JP" dirty="0">
                <a:latin typeface="Yu Gothic UI" panose="020B0500000000000000" pitchFamily="50" charset="-128"/>
                <a:ea typeface="Yu Gothic UI" panose="020B0500000000000000" pitchFamily="50" charset="-128"/>
              </a:rPr>
              <a:t>SQL Server Connector</a:t>
            </a:r>
            <a:r>
              <a:rPr kumimoji="1" lang="ja-JP" altLang="en-US" dirty="0">
                <a:latin typeface="Yu Gothic UI" panose="020B0500000000000000" pitchFamily="50" charset="-128"/>
                <a:ea typeface="Yu Gothic UI" panose="020B0500000000000000" pitchFamily="50" charset="-128"/>
              </a:rPr>
              <a:t>を</a:t>
            </a:r>
            <a:r>
              <a:rPr kumimoji="1" lang="zh-CN" altLang="en-US" dirty="0">
                <a:latin typeface="Yu Gothic UI" panose="020B0500000000000000" pitchFamily="50" charset="-128"/>
                <a:ea typeface="Yu Gothic UI" panose="020B0500000000000000" pitchFamily="50" charset="-128"/>
              </a:rPr>
              <a:t>使用。複数</a:t>
            </a:r>
            <a:r>
              <a:rPr kumimoji="1" lang="ja-JP" altLang="en-US" dirty="0">
                <a:latin typeface="Yu Gothic UI" panose="020B0500000000000000" pitchFamily="50" charset="-128"/>
                <a:ea typeface="Yu Gothic UI" panose="020B0500000000000000" pitchFamily="50" charset="-128"/>
              </a:rPr>
              <a:t>文書のバッチ</a:t>
            </a:r>
            <a:r>
              <a:rPr kumimoji="1" lang="zh-CN" altLang="en-US" dirty="0">
                <a:latin typeface="Yu Gothic UI" panose="020B0500000000000000" pitchFamily="50" charset="-128"/>
                <a:ea typeface="Yu Gothic UI" panose="020B0500000000000000" pitchFamily="50" charset="-128"/>
              </a:rPr>
              <a:t>処理</a:t>
            </a:r>
            <a:r>
              <a:rPr kumimoji="1" lang="ja-JP" altLang="en-US" dirty="0">
                <a:latin typeface="Yu Gothic UI" panose="020B0500000000000000" pitchFamily="50" charset="-128"/>
                <a:ea typeface="Yu Gothic UI" panose="020B0500000000000000" pitchFamily="50" charset="-128"/>
              </a:rPr>
              <a:t>を</a:t>
            </a:r>
            <a:r>
              <a:rPr kumimoji="1" lang="zh-CN" altLang="en-US" dirty="0">
                <a:latin typeface="Yu Gothic UI" panose="020B0500000000000000" pitchFamily="50" charset="-128"/>
                <a:ea typeface="Yu Gothic UI" panose="020B0500000000000000" pitchFamily="50" charset="-128"/>
              </a:rPr>
              <a:t>考慮</a:t>
            </a:r>
            <a:r>
              <a:rPr kumimoji="1" lang="ja-JP" altLang="en-US" dirty="0">
                <a:latin typeface="Yu Gothic UI" panose="020B0500000000000000" pitchFamily="50" charset="-128"/>
                <a:ea typeface="Yu Gothic UI" panose="020B0500000000000000" pitchFamily="50" charset="-128"/>
              </a:rPr>
              <a:t>し、</a:t>
            </a:r>
            <a:r>
              <a:rPr kumimoji="1" lang="en-US" altLang="ja-JP" dirty="0">
                <a:latin typeface="Yu Gothic UI" panose="020B0500000000000000" pitchFamily="50" charset="-128"/>
                <a:ea typeface="Yu Gothic UI" panose="020B0500000000000000" pitchFamily="50" charset="-128"/>
              </a:rPr>
              <a:t>Gallery</a:t>
            </a:r>
            <a:r>
              <a:rPr kumimoji="1" lang="ja-JP" altLang="en-US" dirty="0">
                <a:latin typeface="Yu Gothic UI" panose="020B0500000000000000" pitchFamily="50" charset="-128"/>
                <a:ea typeface="Yu Gothic UI" panose="020B0500000000000000" pitchFamily="50" charset="-128"/>
              </a:rPr>
              <a:t>コントロールでリスト</a:t>
            </a:r>
            <a:r>
              <a:rPr kumimoji="1" lang="zh-CN" altLang="en-US" dirty="0">
                <a:latin typeface="Yu Gothic UI" panose="020B0500000000000000" pitchFamily="50" charset="-128"/>
                <a:ea typeface="Yu Gothic UI" panose="020B0500000000000000" pitchFamily="50" charset="-128"/>
              </a:rPr>
              <a:t>表示。</a:t>
            </a:r>
            <a:endParaRPr kumimoji="1" lang="en-US" altLang="zh-CN" dirty="0">
              <a:latin typeface="Yu Gothic UI" panose="020B0500000000000000" pitchFamily="50" charset="-128"/>
              <a:ea typeface="Yu Gothic UI" panose="020B0500000000000000" pitchFamily="50" charset="-128"/>
            </a:endParaRPr>
          </a:p>
          <a:p>
            <a:pPr algn="l"/>
            <a:r>
              <a:rPr kumimoji="1" lang="ja-JP" altLang="en-US" dirty="0">
                <a:latin typeface="Yu Gothic UI" panose="020B0500000000000000" pitchFamily="50" charset="-128"/>
                <a:ea typeface="Yu Gothic UI" panose="020B0500000000000000" pitchFamily="50" charset="-128"/>
              </a:rPr>
              <a:t>これは業務画面のメインの部分であり、詳細は機能一覧参照</a:t>
            </a:r>
            <a:endParaRPr kumimoji="1" lang="en-US" altLang="zh-CN" dirty="0">
              <a:latin typeface="Yu Gothic UI" panose="020B0500000000000000" pitchFamily="50" charset="-128"/>
              <a:ea typeface="Yu Gothic UI" panose="020B0500000000000000" pitchFamily="50" charset="-128"/>
            </a:endParaRPr>
          </a:p>
        </p:txBody>
      </p:sp>
    </p:spTree>
    <p:extLst>
      <p:ext uri="{BB962C8B-B14F-4D97-AF65-F5344CB8AC3E}">
        <p14:creationId xmlns:p14="http://schemas.microsoft.com/office/powerpoint/2010/main" val="65519608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137C1B-B56C-D544-A4DF-838D705E1F24}"/>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6A4067D-4A39-E3C0-B229-E38F413B708B}"/>
              </a:ext>
            </a:extLst>
          </p:cNvPr>
          <p:cNvSpPr>
            <a:spLocks noGrp="1"/>
          </p:cNvSpPr>
          <p:nvPr>
            <p:ph type="title"/>
          </p:nvPr>
        </p:nvSpPr>
        <p:spPr>
          <a:xfrm>
            <a:off x="414336" y="255263"/>
            <a:ext cx="9327072" cy="683629"/>
          </a:xfrm>
        </p:spPr>
        <p:txBody>
          <a:bodyPr>
            <a:normAutofit/>
          </a:bodyPr>
          <a:lstStyle/>
          <a:p>
            <a:r>
              <a:rPr lang="ja-JP" altLang="en-US"/>
              <a:t>実現方法－添付ファイル管理</a:t>
            </a:r>
            <a:endParaRPr lang="ja-JP" altLang="en-US">
              <a:effectLst/>
            </a:endParaRPr>
          </a:p>
        </p:txBody>
      </p:sp>
      <p:sp>
        <p:nvSpPr>
          <p:cNvPr id="15" name="テキスト ボックス 14">
            <a:extLst>
              <a:ext uri="{FF2B5EF4-FFF2-40B4-BE49-F238E27FC236}">
                <a16:creationId xmlns:a16="http://schemas.microsoft.com/office/drawing/2014/main" id="{8E6720A2-D915-781D-EC82-F43DFAB970A2}"/>
              </a:ext>
            </a:extLst>
          </p:cNvPr>
          <p:cNvSpPr txBox="1"/>
          <p:nvPr/>
        </p:nvSpPr>
        <p:spPr>
          <a:xfrm>
            <a:off x="414336" y="902266"/>
            <a:ext cx="6669215" cy="5309557"/>
          </a:xfrm>
          <a:prstGeom prst="rect">
            <a:avLst/>
          </a:prstGeom>
          <a:noFill/>
          <a:ln w="9525" cap="flat" cmpd="sng" algn="ctr">
            <a:noFill/>
            <a:prstDash val="solid"/>
            <a:round/>
            <a:headEnd type="oval" w="med" len="med"/>
            <a:tailEnd type="oval" w="med" len="med"/>
          </a:ln>
        </p:spPr>
        <p:txBody>
          <a:bodyPr wrap="square" lIns="36000" tIns="36000" rIns="36000" bIns="36000" rtlCol="0" anchor="t" anchorCtr="0">
            <a:noAutofit/>
          </a:bodyPr>
          <a:lstStyle/>
          <a:p>
            <a:pPr marL="285750" indent="-285750" algn="l">
              <a:buFont typeface="Arial" panose="020B0604020202020204" pitchFamily="34" charset="0"/>
              <a:buChar char="•"/>
            </a:pPr>
            <a:r>
              <a:rPr kumimoji="1" lang="ja-JP" altLang="en-US" dirty="0">
                <a:latin typeface="Yu Gothic UI" panose="020B0500000000000000" pitchFamily="50" charset="-128"/>
                <a:ea typeface="Yu Gothic UI" panose="020B0500000000000000" pitchFamily="50" charset="-128"/>
              </a:rPr>
              <a:t>ストレージオプション</a:t>
            </a:r>
            <a:r>
              <a:rPr kumimoji="1" lang="en-US" altLang="ja-JP" dirty="0">
                <a:latin typeface="Yu Gothic UI" panose="020B0500000000000000" pitchFamily="50" charset="-128"/>
                <a:ea typeface="Yu Gothic UI" panose="020B0500000000000000" pitchFamily="50" charset="-128"/>
              </a:rPr>
              <a:t>:</a:t>
            </a:r>
          </a:p>
          <a:p>
            <a:pPr marL="742950" lvl="1" indent="-285750">
              <a:buFont typeface="Arial" panose="020B0604020202020204" pitchFamily="34" charset="0"/>
              <a:buChar char="•"/>
            </a:pPr>
            <a:r>
              <a:rPr kumimoji="1" lang="en-US" altLang="ja-JP" sz="1600" dirty="0">
                <a:latin typeface="Yu Gothic UI" panose="020B0500000000000000" pitchFamily="50" charset="-128"/>
                <a:ea typeface="Yu Gothic UI" panose="020B0500000000000000" pitchFamily="50" charset="-128"/>
              </a:rPr>
              <a:t>Dataverse: </a:t>
            </a:r>
            <a:r>
              <a:rPr kumimoji="1" lang="ja-JP" altLang="en-US" sz="1600" dirty="0">
                <a:latin typeface="Yu Gothic UI" panose="020B0500000000000000" pitchFamily="50" charset="-128"/>
                <a:ea typeface="Yu Gothic UI" panose="020B0500000000000000" pitchFamily="50" charset="-128"/>
              </a:rPr>
              <a:t>ファイル列（</a:t>
            </a:r>
            <a:r>
              <a:rPr kumimoji="1" lang="en-US" altLang="ja-JP" sz="1600" dirty="0">
                <a:latin typeface="Yu Gothic UI" panose="020B0500000000000000" pitchFamily="50" charset="-128"/>
                <a:ea typeface="Yu Gothic UI" panose="020B0500000000000000" pitchFamily="50" charset="-128"/>
              </a:rPr>
              <a:t>File</a:t>
            </a:r>
            <a:r>
              <a:rPr kumimoji="1" lang="ja-JP" altLang="en-US" sz="1600" dirty="0">
                <a:latin typeface="Yu Gothic UI" panose="020B0500000000000000" pitchFamily="50" charset="-128"/>
                <a:ea typeface="Yu Gothic UI" panose="020B0500000000000000" pitchFamily="50" charset="-128"/>
              </a:rPr>
              <a:t>型）を使用。容量制限（標準</a:t>
            </a:r>
            <a:r>
              <a:rPr kumimoji="1" lang="en-US" altLang="ja-JP" sz="1600" dirty="0">
                <a:latin typeface="Yu Gothic UI" panose="020B0500000000000000" pitchFamily="50" charset="-128"/>
                <a:ea typeface="Yu Gothic UI" panose="020B0500000000000000" pitchFamily="50" charset="-128"/>
              </a:rPr>
              <a:t>4GB/</a:t>
            </a:r>
            <a:r>
              <a:rPr kumimoji="1" lang="ja-JP" altLang="en-US" sz="1600" dirty="0">
                <a:latin typeface="Yu Gothic UI" panose="020B0500000000000000" pitchFamily="50" charset="-128"/>
                <a:ea typeface="Yu Gothic UI" panose="020B0500000000000000" pitchFamily="50" charset="-128"/>
              </a:rPr>
              <a:t>ユーザー）を考慮。添付時は</a:t>
            </a:r>
            <a:r>
              <a:rPr kumimoji="1" lang="en-US" altLang="ja-JP" sz="1600" dirty="0">
                <a:latin typeface="Yu Gothic UI" panose="020B0500000000000000" pitchFamily="50" charset="-128"/>
                <a:ea typeface="Yu Gothic UI" panose="020B0500000000000000" pitchFamily="50" charset="-128"/>
              </a:rPr>
              <a:t>PowerApps</a:t>
            </a:r>
            <a:r>
              <a:rPr kumimoji="1" lang="ja-JP" altLang="en-US" sz="1600" dirty="0">
                <a:latin typeface="Yu Gothic UI" panose="020B0500000000000000" pitchFamily="50" charset="-128"/>
                <a:ea typeface="Yu Gothic UI" panose="020B0500000000000000" pitchFamily="50" charset="-128"/>
              </a:rPr>
              <a:t>の</a:t>
            </a:r>
            <a:r>
              <a:rPr kumimoji="1" lang="en-US" altLang="ja-JP" sz="1600" dirty="0">
                <a:latin typeface="Yu Gothic UI" panose="020B0500000000000000" pitchFamily="50" charset="-128"/>
                <a:ea typeface="Yu Gothic UI" panose="020B0500000000000000" pitchFamily="50" charset="-128"/>
              </a:rPr>
              <a:t>Attachment</a:t>
            </a:r>
            <a:r>
              <a:rPr kumimoji="1" lang="ja-JP" altLang="en-US" sz="1600" dirty="0">
                <a:latin typeface="Yu Gothic UI" panose="020B0500000000000000" pitchFamily="50" charset="-128"/>
                <a:ea typeface="Yu Gothic UI" panose="020B0500000000000000" pitchFamily="50" charset="-128"/>
              </a:rPr>
              <a:t>コントロールでアップロード。</a:t>
            </a:r>
            <a:endParaRPr kumimoji="1" lang="en-US" altLang="ja-JP" sz="16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kumimoji="1" lang="en-US" altLang="ja-JP" sz="1600" dirty="0">
                <a:latin typeface="Yu Gothic UI" panose="020B0500000000000000" pitchFamily="50" charset="-128"/>
                <a:ea typeface="Yu Gothic UI" panose="020B0500000000000000" pitchFamily="50" charset="-128"/>
              </a:rPr>
              <a:t>SharePoint: Document Library</a:t>
            </a:r>
            <a:r>
              <a:rPr kumimoji="1" lang="ja-JP" altLang="en-US" sz="1600" dirty="0">
                <a:latin typeface="Yu Gothic UI" panose="020B0500000000000000" pitchFamily="50" charset="-128"/>
                <a:ea typeface="Yu Gothic UI" panose="020B0500000000000000" pitchFamily="50" charset="-128"/>
              </a:rPr>
              <a:t>を使用。</a:t>
            </a:r>
            <a:r>
              <a:rPr kumimoji="1" lang="en-US" altLang="ja-JP" sz="1600" dirty="0">
                <a:latin typeface="Yu Gothic UI" panose="020B0500000000000000" pitchFamily="50" charset="-128"/>
                <a:ea typeface="Yu Gothic UI" panose="020B0500000000000000" pitchFamily="50" charset="-128"/>
              </a:rPr>
              <a:t>PowerApps</a:t>
            </a:r>
            <a:r>
              <a:rPr kumimoji="1" lang="ja-JP" altLang="en-US" sz="1600" dirty="0">
                <a:latin typeface="Yu Gothic UI" panose="020B0500000000000000" pitchFamily="50" charset="-128"/>
                <a:ea typeface="Yu Gothic UI" panose="020B0500000000000000" pitchFamily="50" charset="-128"/>
              </a:rPr>
              <a:t>から</a:t>
            </a:r>
            <a:r>
              <a:rPr kumimoji="1" lang="en-US" altLang="ja-JP" sz="1600" dirty="0">
                <a:latin typeface="Yu Gothic UI" panose="020B0500000000000000" pitchFamily="50" charset="-128"/>
                <a:ea typeface="Yu Gothic UI" panose="020B0500000000000000" pitchFamily="50" charset="-128"/>
              </a:rPr>
              <a:t>SharePoint Connector</a:t>
            </a:r>
            <a:r>
              <a:rPr kumimoji="1" lang="ja-JP" altLang="en-US" sz="1600" dirty="0">
                <a:latin typeface="Yu Gothic UI" panose="020B0500000000000000" pitchFamily="50" charset="-128"/>
                <a:ea typeface="Yu Gothic UI" panose="020B0500000000000000" pitchFamily="50" charset="-128"/>
              </a:rPr>
              <a:t>でアクセス。ファイル</a:t>
            </a:r>
            <a:r>
              <a:rPr kumimoji="1" lang="en-US" altLang="ja-JP" sz="1600" dirty="0">
                <a:latin typeface="Yu Gothic UI" panose="020B0500000000000000" pitchFamily="50" charset="-128"/>
                <a:ea typeface="Yu Gothic UI" panose="020B0500000000000000" pitchFamily="50" charset="-128"/>
              </a:rPr>
              <a:t>URL</a:t>
            </a:r>
            <a:r>
              <a:rPr kumimoji="1" lang="ja-JP" altLang="en-US" sz="1600" dirty="0">
                <a:latin typeface="Yu Gothic UI" panose="020B0500000000000000" pitchFamily="50" charset="-128"/>
                <a:ea typeface="Yu Gothic UI" panose="020B0500000000000000" pitchFamily="50" charset="-128"/>
              </a:rPr>
              <a:t>を</a:t>
            </a:r>
            <a:r>
              <a:rPr kumimoji="1" lang="en-US" altLang="ja-JP" sz="1600" dirty="0">
                <a:latin typeface="Yu Gothic UI" panose="020B0500000000000000" pitchFamily="50" charset="-128"/>
                <a:ea typeface="Yu Gothic UI" panose="020B0500000000000000" pitchFamily="50" charset="-128"/>
              </a:rPr>
              <a:t>SQL Server</a:t>
            </a:r>
            <a:r>
              <a:rPr kumimoji="1" lang="ja-JP" altLang="en-US" sz="1600" dirty="0">
                <a:latin typeface="Yu Gothic UI" panose="020B0500000000000000" pitchFamily="50" charset="-128"/>
                <a:ea typeface="Yu Gothic UI" panose="020B0500000000000000" pitchFamily="50" charset="-128"/>
              </a:rPr>
              <a:t>に保存。</a:t>
            </a:r>
            <a:endParaRPr kumimoji="1" lang="en-US" altLang="ja-JP" sz="16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kumimoji="1" lang="en-US" altLang="ja-JP" sz="1600" dirty="0" err="1">
                <a:latin typeface="Yu Gothic UI" panose="020B0500000000000000" pitchFamily="50" charset="-128"/>
                <a:ea typeface="Yu Gothic UI" panose="020B0500000000000000" pitchFamily="50" charset="-128"/>
              </a:rPr>
              <a:t>SqlServer</a:t>
            </a:r>
            <a:r>
              <a:rPr lang="ja-JP" altLang="en-US" sz="1600" dirty="0">
                <a:latin typeface="Yu Gothic UI" panose="020B0500000000000000" pitchFamily="50" charset="-128"/>
                <a:ea typeface="Yu Gothic UI" panose="020B0500000000000000" pitchFamily="50" charset="-128"/>
              </a:rPr>
              <a:t>の</a:t>
            </a:r>
            <a:r>
              <a:rPr lang="en-US" altLang="ja-JP" sz="1600" dirty="0">
                <a:latin typeface="Yu Gothic UI" panose="020B0500000000000000" pitchFamily="50" charset="-128"/>
                <a:ea typeface="Yu Gothic UI" panose="020B0500000000000000" pitchFamily="50" charset="-128"/>
              </a:rPr>
              <a:t>Blob</a:t>
            </a:r>
            <a:r>
              <a:rPr lang="ja-JP" altLang="en-US" sz="1600" dirty="0">
                <a:latin typeface="Yu Gothic UI" panose="020B0500000000000000" pitchFamily="50" charset="-128"/>
                <a:ea typeface="Yu Gothic UI" panose="020B0500000000000000" pitchFamily="50" charset="-128"/>
              </a:rPr>
              <a:t>列に保存</a:t>
            </a:r>
            <a:r>
              <a:rPr lang="ja-JP" altLang="en-US" sz="1600" dirty="0">
                <a:solidFill>
                  <a:srgbClr val="FF0000"/>
                </a:solidFill>
                <a:latin typeface="Yu Gothic UI" panose="020B0500000000000000" pitchFamily="50" charset="-128"/>
                <a:ea typeface="Yu Gothic UI" panose="020B0500000000000000" pitchFamily="50" charset="-128"/>
              </a:rPr>
              <a:t>（独自の</a:t>
            </a:r>
            <a:r>
              <a:rPr lang="en-US" altLang="ja-JP" sz="1600" dirty="0">
                <a:solidFill>
                  <a:srgbClr val="FF0000"/>
                </a:solidFill>
                <a:latin typeface="Yu Gothic UI" panose="020B0500000000000000" pitchFamily="50" charset="-128"/>
                <a:ea typeface="Yu Gothic UI" panose="020B0500000000000000" pitchFamily="50" charset="-128"/>
              </a:rPr>
              <a:t>Storage</a:t>
            </a:r>
            <a:r>
              <a:rPr lang="ja-JP" altLang="en-US" sz="1600" dirty="0">
                <a:solidFill>
                  <a:srgbClr val="FF0000"/>
                </a:solidFill>
                <a:latin typeface="Yu Gothic UI" panose="020B0500000000000000" pitchFamily="50" charset="-128"/>
                <a:ea typeface="Yu Gothic UI" panose="020B0500000000000000" pitchFamily="50" charset="-128"/>
              </a:rPr>
              <a:t>管理、バックアップ負荷などを考慮し、推奨しません）</a:t>
            </a:r>
            <a:endParaRPr kumimoji="1" lang="en-US" altLang="ja-JP" sz="1600" dirty="0">
              <a:solidFill>
                <a:srgbClr val="FF0000"/>
              </a:solidFill>
              <a:latin typeface="Yu Gothic UI" panose="020B0500000000000000" pitchFamily="50" charset="-128"/>
              <a:ea typeface="Yu Gothic UI" panose="020B0500000000000000" pitchFamily="50" charset="-128"/>
            </a:endParaRPr>
          </a:p>
          <a:p>
            <a:pPr marL="285750" indent="-285750" algn="l">
              <a:buFont typeface="Arial" panose="020B0604020202020204" pitchFamily="34" charset="0"/>
              <a:buChar char="•"/>
            </a:pPr>
            <a:r>
              <a:rPr kumimoji="1" lang="ja-JP" altLang="en-US" dirty="0">
                <a:latin typeface="Yu Gothic UI" panose="020B0500000000000000" pitchFamily="50" charset="-128"/>
                <a:ea typeface="Yu Gothic UI" panose="020B0500000000000000" pitchFamily="50" charset="-128"/>
              </a:rPr>
              <a:t>推奨</a:t>
            </a:r>
            <a:r>
              <a:rPr kumimoji="1" lang="en-US" altLang="ja-JP" dirty="0">
                <a:solidFill>
                  <a:srgbClr val="0070C0"/>
                </a:solidFill>
                <a:latin typeface="Yu Gothic UI" panose="020B0500000000000000" pitchFamily="50" charset="-128"/>
                <a:ea typeface="Yu Gothic UI" panose="020B0500000000000000" pitchFamily="50" charset="-128"/>
              </a:rPr>
              <a:t>: </a:t>
            </a:r>
          </a:p>
          <a:p>
            <a:pPr marL="742950" lvl="1" indent="-285750">
              <a:buFont typeface="Arial" panose="020B0604020202020204" pitchFamily="34" charset="0"/>
              <a:buChar char="•"/>
            </a:pPr>
            <a:r>
              <a:rPr lang="en-US" altLang="ja-JP" sz="1600" dirty="0">
                <a:solidFill>
                  <a:srgbClr val="00B050"/>
                </a:solidFill>
                <a:latin typeface="Yu Gothic UI" panose="020B0500000000000000" pitchFamily="50" charset="-128"/>
                <a:ea typeface="Yu Gothic UI" panose="020B0500000000000000" pitchFamily="50" charset="-128"/>
              </a:rPr>
              <a:t>SharePoint</a:t>
            </a:r>
            <a:r>
              <a:rPr lang="ja-JP" altLang="en-US" sz="1600" dirty="0">
                <a:solidFill>
                  <a:srgbClr val="00B050"/>
                </a:solidFill>
                <a:latin typeface="Yu Gothic UI" panose="020B0500000000000000" pitchFamily="50" charset="-128"/>
                <a:ea typeface="Yu Gothic UI" panose="020B0500000000000000" pitchFamily="50" charset="-128"/>
              </a:rPr>
              <a:t>を添付ファイルのストレージとし、</a:t>
            </a:r>
            <a:r>
              <a:rPr lang="en-US" altLang="zh-CN" sz="1600" dirty="0" err="1">
                <a:solidFill>
                  <a:srgbClr val="00B050"/>
                </a:solidFill>
                <a:latin typeface="Yu Gothic UI" panose="020B0500000000000000" pitchFamily="50" charset="-128"/>
                <a:ea typeface="Yu Gothic UI" panose="020B0500000000000000" pitchFamily="50" charset="-128"/>
              </a:rPr>
              <a:t>Sql</a:t>
            </a:r>
            <a:r>
              <a:rPr lang="en-US" altLang="zh-CN" sz="1600" dirty="0">
                <a:solidFill>
                  <a:srgbClr val="00B050"/>
                </a:solidFill>
                <a:latin typeface="Yu Gothic UI" panose="020B0500000000000000" pitchFamily="50" charset="-128"/>
                <a:ea typeface="Yu Gothic UI" panose="020B0500000000000000" pitchFamily="50" charset="-128"/>
              </a:rPr>
              <a:t> Server 2022</a:t>
            </a:r>
            <a:r>
              <a:rPr lang="ja-JP" altLang="en-US" sz="1600" dirty="0">
                <a:solidFill>
                  <a:srgbClr val="00B050"/>
                </a:solidFill>
                <a:latin typeface="Yu Gothic UI" panose="020B0500000000000000" pitchFamily="50" charset="-128"/>
                <a:ea typeface="Yu Gothic UI" panose="020B0500000000000000" pitchFamily="50" charset="-128"/>
              </a:rPr>
              <a:t>はメタデータ管理に使用。</a:t>
            </a:r>
            <a:endParaRPr lang="en-US" altLang="ja-JP" sz="1600" dirty="0">
              <a:solidFill>
                <a:srgbClr val="00B050"/>
              </a:solidFill>
              <a:latin typeface="Yu Gothic UI" panose="020B0500000000000000" pitchFamily="50" charset="-128"/>
              <a:ea typeface="Yu Gothic UI" panose="020B0500000000000000" pitchFamily="50" charset="-128"/>
            </a:endParaRPr>
          </a:p>
          <a:p>
            <a:pPr marL="285750" indent="-285750">
              <a:buFont typeface="Arial" panose="020B0604020202020204" pitchFamily="34" charset="0"/>
              <a:buChar char="•"/>
            </a:pPr>
            <a:r>
              <a:rPr kumimoji="1" lang="ja-JP" altLang="en-US" dirty="0">
                <a:latin typeface="Yu Gothic UI" panose="020B0500000000000000" pitchFamily="50" charset="-128"/>
                <a:ea typeface="Yu Gothic UI" panose="020B0500000000000000" pitchFamily="50" charset="-128"/>
              </a:rPr>
              <a:t>理由</a:t>
            </a:r>
            <a:r>
              <a:rPr kumimoji="1" lang="en-US" altLang="ja-JP" dirty="0">
                <a:latin typeface="Yu Gothic UI" panose="020B0500000000000000" pitchFamily="50" charset="-128"/>
                <a:ea typeface="Yu Gothic UI" panose="020B0500000000000000" pitchFamily="50" charset="-128"/>
              </a:rPr>
              <a:t>: </a:t>
            </a:r>
          </a:p>
          <a:p>
            <a:pPr marL="742950" lvl="1" indent="-285750">
              <a:buFont typeface="Arial" panose="020B0604020202020204" pitchFamily="34" charset="0"/>
              <a:buChar char="•"/>
            </a:pPr>
            <a:r>
              <a:rPr kumimoji="1" lang="en-US" altLang="ja-JP" sz="1600" dirty="0">
                <a:latin typeface="Yu Gothic UI" panose="020B0500000000000000" pitchFamily="50" charset="-128"/>
                <a:ea typeface="Yu Gothic UI" panose="020B0500000000000000" pitchFamily="50" charset="-128"/>
              </a:rPr>
              <a:t>SharePoint</a:t>
            </a:r>
            <a:r>
              <a:rPr kumimoji="1" lang="ja-JP" altLang="en-US" sz="1600" dirty="0">
                <a:latin typeface="Yu Gothic UI" panose="020B0500000000000000" pitchFamily="50" charset="-128"/>
                <a:ea typeface="Yu Gothic UI" panose="020B0500000000000000" pitchFamily="50" charset="-128"/>
              </a:rPr>
              <a:t>の方が大容量ファイルに適し、バージョン管理が容易。</a:t>
            </a:r>
            <a:endParaRPr kumimoji="1" lang="en-US" altLang="ja-JP" sz="16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lang="en-US" altLang="ja-JP" sz="1600" dirty="0">
                <a:latin typeface="Yu Gothic UI" panose="020B0500000000000000" pitchFamily="50" charset="-128"/>
                <a:ea typeface="Yu Gothic UI" panose="020B0500000000000000" pitchFamily="50" charset="-128"/>
              </a:rPr>
              <a:t>SharePoint</a:t>
            </a:r>
            <a:r>
              <a:rPr lang="ja-JP" altLang="en-US" sz="1600" dirty="0">
                <a:latin typeface="Yu Gothic UI" panose="020B0500000000000000" pitchFamily="50" charset="-128"/>
                <a:ea typeface="Yu Gothic UI" panose="020B0500000000000000" pitchFamily="50" charset="-128"/>
              </a:rPr>
              <a:t>の検索機能をそのまま利用、検索機能のサポートは容易</a:t>
            </a:r>
            <a:endParaRPr lang="en-US" altLang="ja-JP" sz="16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kumimoji="1" lang="en-US" altLang="ja-JP" sz="1600" dirty="0">
                <a:latin typeface="Yu Gothic UI" panose="020B0500000000000000" pitchFamily="50" charset="-128"/>
                <a:ea typeface="Yu Gothic UI" panose="020B0500000000000000" pitchFamily="50" charset="-128"/>
              </a:rPr>
              <a:t>Online</a:t>
            </a:r>
            <a:r>
              <a:rPr kumimoji="1" lang="ja-JP" altLang="en-US" sz="1600" dirty="0">
                <a:latin typeface="Yu Gothic UI" panose="020B0500000000000000" pitchFamily="50" charset="-128"/>
                <a:ea typeface="Yu Gothic UI" panose="020B0500000000000000" pitchFamily="50" charset="-128"/>
              </a:rPr>
              <a:t>編集機能の実現はより簡単。</a:t>
            </a:r>
            <a:endParaRPr kumimoji="1" lang="en-US" altLang="ja-JP" sz="1600" dirty="0">
              <a:latin typeface="Yu Gothic UI" panose="020B0500000000000000" pitchFamily="50" charset="-128"/>
              <a:ea typeface="Yu Gothic UI" panose="020B0500000000000000" pitchFamily="50" charset="-128"/>
            </a:endParaRPr>
          </a:p>
          <a:p>
            <a:pPr marL="285750" indent="-285750" algn="l">
              <a:buFont typeface="Arial" panose="020B0604020202020204" pitchFamily="34" charset="0"/>
              <a:buChar char="•"/>
            </a:pPr>
            <a:r>
              <a:rPr kumimoji="1" lang="ja-JP" altLang="en-US" dirty="0">
                <a:latin typeface="Yu Gothic UI" panose="020B0500000000000000" pitchFamily="50" charset="-128"/>
                <a:ea typeface="Yu Gothic UI" panose="020B0500000000000000" pitchFamily="50" charset="-128"/>
              </a:rPr>
              <a:t>ファイルタイプ</a:t>
            </a:r>
            <a:r>
              <a:rPr kumimoji="1" lang="en-US" altLang="ja-JP" dirty="0">
                <a:latin typeface="Yu Gothic UI" panose="020B0500000000000000" pitchFamily="50" charset="-128"/>
                <a:ea typeface="Yu Gothic UI" panose="020B0500000000000000" pitchFamily="50" charset="-128"/>
              </a:rPr>
              <a:t>: </a:t>
            </a:r>
            <a:r>
              <a:rPr kumimoji="1" lang="en-US" altLang="ja-JP" sz="1600" dirty="0">
                <a:latin typeface="Yu Gothic UI" panose="020B0500000000000000" pitchFamily="50" charset="-128"/>
                <a:ea typeface="Yu Gothic UI" panose="020B0500000000000000" pitchFamily="50" charset="-128"/>
              </a:rPr>
              <a:t>Office</a:t>
            </a:r>
            <a:r>
              <a:rPr kumimoji="1" lang="ja-JP" altLang="en-US" sz="1600" dirty="0">
                <a:latin typeface="Yu Gothic UI" panose="020B0500000000000000" pitchFamily="50" charset="-128"/>
                <a:ea typeface="Yu Gothic UI" panose="020B0500000000000000" pitchFamily="50" charset="-128"/>
              </a:rPr>
              <a:t>（</a:t>
            </a:r>
            <a:r>
              <a:rPr kumimoji="1" lang="en-US" altLang="ja-JP" sz="1600" dirty="0">
                <a:latin typeface="Yu Gothic UI" panose="020B0500000000000000" pitchFamily="50" charset="-128"/>
                <a:ea typeface="Yu Gothic UI" panose="020B0500000000000000" pitchFamily="50" charset="-128"/>
              </a:rPr>
              <a:t>Word, Excel, PowerPoint</a:t>
            </a:r>
            <a:r>
              <a:rPr kumimoji="1" lang="ja-JP" altLang="en-US" sz="1600" dirty="0">
                <a:latin typeface="Yu Gothic UI" panose="020B0500000000000000" pitchFamily="50" charset="-128"/>
                <a:ea typeface="Yu Gothic UI" panose="020B0500000000000000" pitchFamily="50" charset="-128"/>
              </a:rPr>
              <a:t>）、</a:t>
            </a:r>
            <a:r>
              <a:rPr kumimoji="1" lang="en-US" altLang="ja-JP" sz="1600" dirty="0">
                <a:latin typeface="Yu Gothic UI" panose="020B0500000000000000" pitchFamily="50" charset="-128"/>
                <a:ea typeface="Yu Gothic UI" panose="020B0500000000000000" pitchFamily="50" charset="-128"/>
              </a:rPr>
              <a:t>PDF</a:t>
            </a:r>
            <a:r>
              <a:rPr kumimoji="1" lang="ja-JP" altLang="en-US" sz="1600" dirty="0">
                <a:latin typeface="Yu Gothic UI" panose="020B0500000000000000" pitchFamily="50" charset="-128"/>
                <a:ea typeface="Yu Gothic UI" panose="020B0500000000000000" pitchFamily="50" charset="-128"/>
              </a:rPr>
              <a:t>をサポート。最大ファイルサイズ</a:t>
            </a:r>
            <a:r>
              <a:rPr kumimoji="1" lang="en-US" altLang="ja-JP" sz="1600" dirty="0">
                <a:latin typeface="Yu Gothic UI" panose="020B0500000000000000" pitchFamily="50" charset="-128"/>
                <a:ea typeface="Yu Gothic UI" panose="020B0500000000000000" pitchFamily="50" charset="-128"/>
              </a:rPr>
              <a:t>: 50MB/</a:t>
            </a:r>
            <a:r>
              <a:rPr kumimoji="1" lang="ja-JP" altLang="en-US" sz="1600" dirty="0">
                <a:latin typeface="Yu Gothic UI" panose="020B0500000000000000" pitchFamily="50" charset="-128"/>
                <a:ea typeface="Yu Gothic UI" panose="020B0500000000000000" pitchFamily="50" charset="-128"/>
              </a:rPr>
              <a:t>ファイル（カスタマイズ可能）。</a:t>
            </a:r>
            <a:endParaRPr kumimoji="1" lang="en-US" altLang="ja-JP" sz="1600" dirty="0">
              <a:latin typeface="Yu Gothic UI" panose="020B0500000000000000" pitchFamily="50" charset="-128"/>
              <a:ea typeface="Yu Gothic UI" panose="020B0500000000000000" pitchFamily="50" charset="-128"/>
            </a:endParaRPr>
          </a:p>
          <a:p>
            <a:pPr marL="285750" indent="-285750" algn="l">
              <a:buFont typeface="Arial" panose="020B0604020202020204" pitchFamily="34" charset="0"/>
              <a:buChar char="•"/>
            </a:pPr>
            <a:r>
              <a:rPr lang="ja-JP" altLang="en-US" dirty="0">
                <a:latin typeface="Yu Gothic UI" panose="020B0500000000000000" pitchFamily="50" charset="-128"/>
                <a:ea typeface="Yu Gothic UI" panose="020B0500000000000000" pitchFamily="50" charset="-128"/>
              </a:rPr>
              <a:t>注意事項：</a:t>
            </a:r>
            <a:endParaRPr lang="en-US" altLang="ja-JP"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lang="en-US" altLang="ja-JP" sz="1600" dirty="0">
                <a:latin typeface="Yu Gothic UI" panose="020B0500000000000000" pitchFamily="50" charset="-128"/>
                <a:ea typeface="Yu Gothic UI" panose="020B0500000000000000" pitchFamily="50" charset="-128"/>
              </a:rPr>
              <a:t>SPO</a:t>
            </a:r>
            <a:r>
              <a:rPr lang="ja-JP" altLang="en-US" sz="1600" dirty="0">
                <a:latin typeface="Yu Gothic UI" panose="020B0500000000000000" pitchFamily="50" charset="-128"/>
                <a:ea typeface="Yu Gothic UI" panose="020B0500000000000000" pitchFamily="50" charset="-128"/>
              </a:rPr>
              <a:t>に保存する場合、多階層</a:t>
            </a:r>
            <a:r>
              <a:rPr lang="en-US" altLang="ja-JP" sz="1600" dirty="0">
                <a:latin typeface="Yu Gothic UI" panose="020B0500000000000000" pitchFamily="50" charset="-128"/>
                <a:ea typeface="Yu Gothic UI" panose="020B0500000000000000" pitchFamily="50" charset="-128"/>
              </a:rPr>
              <a:t>Directory</a:t>
            </a:r>
            <a:r>
              <a:rPr lang="ja-JP" altLang="en-US" sz="1600" dirty="0">
                <a:latin typeface="Yu Gothic UI" panose="020B0500000000000000" pitchFamily="50" charset="-128"/>
                <a:ea typeface="Yu Gothic UI" panose="020B0500000000000000" pitchFamily="50" charset="-128"/>
              </a:rPr>
              <a:t>構造にし、一つの</a:t>
            </a:r>
            <a:r>
              <a:rPr lang="en-US" altLang="ja-JP" sz="1600" dirty="0">
                <a:latin typeface="Yu Gothic UI" panose="020B0500000000000000" pitchFamily="50" charset="-128"/>
                <a:ea typeface="Yu Gothic UI" panose="020B0500000000000000" pitchFamily="50" charset="-128"/>
              </a:rPr>
              <a:t>Directory</a:t>
            </a:r>
            <a:r>
              <a:rPr lang="ja-JP" altLang="en-US" sz="1600" dirty="0">
                <a:latin typeface="Yu Gothic UI" panose="020B0500000000000000" pitchFamily="50" charset="-128"/>
                <a:ea typeface="Yu Gothic UI" panose="020B0500000000000000" pitchFamily="50" charset="-128"/>
              </a:rPr>
              <a:t>にファイルを</a:t>
            </a:r>
            <a:r>
              <a:rPr lang="en-US" altLang="ja-JP" sz="1600" dirty="0">
                <a:latin typeface="Yu Gothic UI" panose="020B0500000000000000" pitchFamily="50" charset="-128"/>
                <a:ea typeface="Yu Gothic UI" panose="020B0500000000000000" pitchFamily="50" charset="-128"/>
              </a:rPr>
              <a:t>1000</a:t>
            </a:r>
            <a:r>
              <a:rPr lang="ja-JP" altLang="en-US" sz="1600" dirty="0">
                <a:latin typeface="Yu Gothic UI" panose="020B0500000000000000" pitchFamily="50" charset="-128"/>
                <a:ea typeface="Yu Gothic UI" panose="020B0500000000000000" pitchFamily="50" charset="-128"/>
              </a:rPr>
              <a:t>以内に抑える</a:t>
            </a:r>
            <a:endParaRPr lang="en-US" altLang="ja-JP" sz="1600" dirty="0">
              <a:latin typeface="Yu Gothic UI" panose="020B0500000000000000" pitchFamily="50" charset="-128"/>
              <a:ea typeface="Yu Gothic UI" panose="020B0500000000000000" pitchFamily="50" charset="-128"/>
            </a:endParaRPr>
          </a:p>
        </p:txBody>
      </p:sp>
      <p:pic>
        <p:nvPicPr>
          <p:cNvPr id="3" name="図 2">
            <a:extLst>
              <a:ext uri="{FF2B5EF4-FFF2-40B4-BE49-F238E27FC236}">
                <a16:creationId xmlns:a16="http://schemas.microsoft.com/office/drawing/2014/main" id="{21B97726-3DEA-7970-7F10-416D81A28E6E}"/>
              </a:ext>
            </a:extLst>
          </p:cNvPr>
          <p:cNvPicPr>
            <a:picLocks noChangeAspect="1"/>
          </p:cNvPicPr>
          <p:nvPr/>
        </p:nvPicPr>
        <p:blipFill>
          <a:blip r:embed="rId3"/>
          <a:stretch>
            <a:fillRect/>
          </a:stretch>
        </p:blipFill>
        <p:spPr>
          <a:xfrm>
            <a:off x="7376351" y="985579"/>
            <a:ext cx="4504944" cy="3162226"/>
          </a:xfrm>
          <a:prstGeom prst="rect">
            <a:avLst/>
          </a:prstGeom>
        </p:spPr>
      </p:pic>
      <p:pic>
        <p:nvPicPr>
          <p:cNvPr id="29" name="図 28">
            <a:extLst>
              <a:ext uri="{FF2B5EF4-FFF2-40B4-BE49-F238E27FC236}">
                <a16:creationId xmlns:a16="http://schemas.microsoft.com/office/drawing/2014/main" id="{19064DCB-929C-B3F6-A3DF-DCEF285AD281}"/>
              </a:ext>
            </a:extLst>
          </p:cNvPr>
          <p:cNvPicPr>
            <a:picLocks noChangeAspect="1"/>
          </p:cNvPicPr>
          <p:nvPr/>
        </p:nvPicPr>
        <p:blipFill>
          <a:blip r:embed="rId4"/>
          <a:stretch>
            <a:fillRect/>
          </a:stretch>
        </p:blipFill>
        <p:spPr>
          <a:xfrm>
            <a:off x="7489608" y="4193835"/>
            <a:ext cx="4503600" cy="2408902"/>
          </a:xfrm>
          <a:prstGeom prst="rect">
            <a:avLst/>
          </a:prstGeom>
        </p:spPr>
      </p:pic>
      <p:sp>
        <p:nvSpPr>
          <p:cNvPr id="30" name="テキスト ボックス 29">
            <a:extLst>
              <a:ext uri="{FF2B5EF4-FFF2-40B4-BE49-F238E27FC236}">
                <a16:creationId xmlns:a16="http://schemas.microsoft.com/office/drawing/2014/main" id="{C1BE0C0F-7810-BC59-D36C-EC7D1C80494D}"/>
              </a:ext>
            </a:extLst>
          </p:cNvPr>
          <p:cNvSpPr txBox="1"/>
          <p:nvPr/>
        </p:nvSpPr>
        <p:spPr>
          <a:xfrm>
            <a:off x="7083552" y="831033"/>
            <a:ext cx="3413760" cy="307777"/>
          </a:xfrm>
          <a:prstGeom prst="rect">
            <a:avLst/>
          </a:prstGeom>
          <a:noFill/>
        </p:spPr>
        <p:txBody>
          <a:bodyPr wrap="square" rtlCol="0">
            <a:spAutoFit/>
          </a:bodyPr>
          <a:lstStyle/>
          <a:p>
            <a:r>
              <a:rPr lang="ja-JP" altLang="en-US" sz="1400" b="1" u="sng" dirty="0">
                <a:solidFill>
                  <a:srgbClr val="0070C0"/>
                </a:solidFill>
              </a:rPr>
              <a:t>添付ファイルは</a:t>
            </a:r>
            <a:r>
              <a:rPr kumimoji="1" lang="en-US" altLang="ja-JP" sz="1400" b="1" u="sng" dirty="0">
                <a:solidFill>
                  <a:srgbClr val="0070C0"/>
                </a:solidFill>
              </a:rPr>
              <a:t>Dataverse</a:t>
            </a:r>
            <a:r>
              <a:rPr lang="ja-JP" altLang="en-US" sz="1400" b="1" u="sng" dirty="0">
                <a:solidFill>
                  <a:srgbClr val="0070C0"/>
                </a:solidFill>
              </a:rPr>
              <a:t>に保存の場合</a:t>
            </a:r>
            <a:endParaRPr kumimoji="1" lang="ja-JP" altLang="en-US" sz="1400" b="1" u="sng" dirty="0">
              <a:solidFill>
                <a:srgbClr val="0070C0"/>
              </a:solidFill>
            </a:endParaRPr>
          </a:p>
        </p:txBody>
      </p:sp>
      <p:sp>
        <p:nvSpPr>
          <p:cNvPr id="31" name="テキスト ボックス 30">
            <a:extLst>
              <a:ext uri="{FF2B5EF4-FFF2-40B4-BE49-F238E27FC236}">
                <a16:creationId xmlns:a16="http://schemas.microsoft.com/office/drawing/2014/main" id="{CF2ECCAC-FA8D-9BF9-74D9-995EDD678D29}"/>
              </a:ext>
            </a:extLst>
          </p:cNvPr>
          <p:cNvSpPr txBox="1"/>
          <p:nvPr/>
        </p:nvSpPr>
        <p:spPr>
          <a:xfrm>
            <a:off x="7083552" y="4070426"/>
            <a:ext cx="4175760" cy="307777"/>
          </a:xfrm>
          <a:prstGeom prst="rect">
            <a:avLst/>
          </a:prstGeom>
          <a:noFill/>
        </p:spPr>
        <p:txBody>
          <a:bodyPr wrap="square" rtlCol="0">
            <a:spAutoFit/>
          </a:bodyPr>
          <a:lstStyle/>
          <a:p>
            <a:r>
              <a:rPr lang="ja-JP" altLang="en-US" sz="1400" b="1" u="sng" dirty="0">
                <a:solidFill>
                  <a:srgbClr val="0070C0"/>
                </a:solidFill>
              </a:rPr>
              <a:t>添付ファイルは</a:t>
            </a:r>
            <a:r>
              <a:rPr kumimoji="1" lang="en-US" altLang="ja-JP" sz="1400" b="1" u="sng" dirty="0">
                <a:solidFill>
                  <a:srgbClr val="0070C0"/>
                </a:solidFill>
              </a:rPr>
              <a:t>SPO</a:t>
            </a:r>
            <a:r>
              <a:rPr lang="ja-JP" altLang="en-US" sz="1400" b="1" u="sng" dirty="0">
                <a:solidFill>
                  <a:srgbClr val="0070C0"/>
                </a:solidFill>
              </a:rPr>
              <a:t>に保存の場合（お薦め）</a:t>
            </a:r>
            <a:endParaRPr kumimoji="1" lang="ja-JP" altLang="en-US" sz="1400" b="1" u="sng" dirty="0">
              <a:solidFill>
                <a:srgbClr val="0070C0"/>
              </a:solidFill>
            </a:endParaRPr>
          </a:p>
        </p:txBody>
      </p:sp>
    </p:spTree>
    <p:extLst>
      <p:ext uri="{BB962C8B-B14F-4D97-AF65-F5344CB8AC3E}">
        <p14:creationId xmlns:p14="http://schemas.microsoft.com/office/powerpoint/2010/main" val="30953908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8186D-7CB8-B425-3BDC-349543460AD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879CE8C-A486-77AD-7522-3E2BA1629641}"/>
              </a:ext>
            </a:extLst>
          </p:cNvPr>
          <p:cNvSpPr>
            <a:spLocks noGrp="1"/>
          </p:cNvSpPr>
          <p:nvPr>
            <p:ph type="title"/>
          </p:nvPr>
        </p:nvSpPr>
        <p:spPr>
          <a:xfrm>
            <a:off x="414336" y="255263"/>
            <a:ext cx="9327072" cy="683629"/>
          </a:xfrm>
        </p:spPr>
        <p:txBody>
          <a:bodyPr>
            <a:normAutofit/>
          </a:bodyPr>
          <a:lstStyle/>
          <a:p>
            <a:r>
              <a:rPr lang="ja-JP" altLang="en-US"/>
              <a:t>実現方法－オンライン編集機能</a:t>
            </a:r>
            <a:endParaRPr lang="ja-JP" altLang="en-US">
              <a:effectLst/>
            </a:endParaRPr>
          </a:p>
        </p:txBody>
      </p:sp>
      <p:sp>
        <p:nvSpPr>
          <p:cNvPr id="15" name="テキスト ボックス 14">
            <a:extLst>
              <a:ext uri="{FF2B5EF4-FFF2-40B4-BE49-F238E27FC236}">
                <a16:creationId xmlns:a16="http://schemas.microsoft.com/office/drawing/2014/main" id="{4487A878-4E6E-4FC6-FAF5-1846844831A7}"/>
              </a:ext>
            </a:extLst>
          </p:cNvPr>
          <p:cNvSpPr txBox="1"/>
          <p:nvPr/>
        </p:nvSpPr>
        <p:spPr>
          <a:xfrm>
            <a:off x="414337" y="872591"/>
            <a:ext cx="11363328" cy="5405533"/>
          </a:xfrm>
          <a:prstGeom prst="rect">
            <a:avLst/>
          </a:prstGeom>
          <a:noFill/>
          <a:ln w="9525" cap="flat" cmpd="sng" algn="ctr">
            <a:noFill/>
            <a:prstDash val="solid"/>
            <a:round/>
            <a:headEnd type="oval" w="med" len="med"/>
            <a:tailEnd type="oval" w="med" len="med"/>
          </a:ln>
        </p:spPr>
        <p:txBody>
          <a:bodyPr wrap="square" lIns="36000" tIns="36000" rIns="36000" bIns="36000" rtlCol="0" anchor="t" anchorCtr="0">
            <a:noAutofit/>
          </a:bodyPr>
          <a:lstStyle/>
          <a:p>
            <a:pPr marL="285750" lvl="0" indent="-285750" eaLnBrk="0" fontAlgn="base" hangingPunct="0">
              <a:spcBef>
                <a:spcPct val="0"/>
              </a:spcBef>
              <a:spcAft>
                <a:spcPct val="0"/>
              </a:spcAft>
              <a:buFont typeface="Arial" panose="020B0604020202020204" pitchFamily="34" charset="0"/>
              <a:buChar char="•"/>
            </a:pPr>
            <a:r>
              <a:rPr kumimoji="0" lang="zh-CN" altLang="zh-CN">
                <a:latin typeface="Arial" panose="020B0604020202020204" pitchFamily="34" charset="0"/>
              </a:rPr>
              <a:t>Dataverseストレージの場合: </a:t>
            </a:r>
          </a:p>
          <a:p>
            <a:pPr marL="742950" lvl="1" indent="-285750" eaLnBrk="0" fontAlgn="base" hangingPunct="0">
              <a:spcBef>
                <a:spcPct val="0"/>
              </a:spcBef>
              <a:spcAft>
                <a:spcPct val="0"/>
              </a:spcAft>
              <a:buFont typeface="Arial" panose="020B0604020202020204" pitchFamily="34" charset="0"/>
              <a:buChar char="•"/>
            </a:pPr>
            <a:r>
              <a:rPr kumimoji="0" lang="zh-CN" altLang="zh-CN">
                <a:latin typeface="Arial" panose="020B0604020202020204" pitchFamily="34" charset="0"/>
              </a:rPr>
              <a:t>中継としてSharePointを使用。</a:t>
            </a:r>
            <a:endParaRPr kumimoji="0" lang="en-US" altLang="zh-CN">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zh-CN" altLang="zh-CN">
                <a:latin typeface="Arial" panose="020B0604020202020204" pitchFamily="34" charset="0"/>
              </a:rPr>
              <a:t>Power AutomateのFlowを作成: </a:t>
            </a:r>
          </a:p>
          <a:p>
            <a:pPr marL="1200150" lvl="2" indent="-285750" eaLnBrk="0" fontAlgn="base" hangingPunct="0">
              <a:spcBef>
                <a:spcPct val="0"/>
              </a:spcBef>
              <a:spcAft>
                <a:spcPct val="0"/>
              </a:spcAft>
              <a:buFont typeface="Arial" panose="020B0604020202020204" pitchFamily="34" charset="0"/>
              <a:buChar char="•"/>
            </a:pPr>
            <a:r>
              <a:rPr kumimoji="0" lang="zh-CN" altLang="zh-CN" sz="1600">
                <a:latin typeface="Arial" panose="020B0604020202020204" pitchFamily="34" charset="0"/>
              </a:rPr>
              <a:t>Trigger: Dataverseファイルの変更検知（When a record is updated）。 </a:t>
            </a:r>
          </a:p>
          <a:p>
            <a:pPr marL="1200150" lvl="2" indent="-285750" eaLnBrk="0" fontAlgn="base" hangingPunct="0">
              <a:spcBef>
                <a:spcPct val="0"/>
              </a:spcBef>
              <a:spcAft>
                <a:spcPct val="0"/>
              </a:spcAft>
              <a:buFont typeface="Arial" panose="020B0604020202020204" pitchFamily="34" charset="0"/>
              <a:buChar char="•"/>
            </a:pPr>
            <a:r>
              <a:rPr kumimoji="0" lang="zh-CN" altLang="zh-CN" sz="1600">
                <a:latin typeface="Arial" panose="020B0604020202020204" pitchFamily="34" charset="0"/>
              </a:rPr>
              <a:t>Action: ファイルをSharePointにコピー → Office 365で編集 → 編集後、TriggerでDataverseに同期。 </a:t>
            </a:r>
          </a:p>
          <a:p>
            <a:pPr marL="742950" lvl="1" indent="-285750" eaLnBrk="0" fontAlgn="base" hangingPunct="0">
              <a:spcBef>
                <a:spcPct val="0"/>
              </a:spcBef>
              <a:spcAft>
                <a:spcPct val="0"/>
              </a:spcAft>
              <a:buFont typeface="Arial" panose="020B0604020202020204" pitchFamily="34" charset="0"/>
              <a:buChar char="•"/>
            </a:pPr>
            <a:r>
              <a:rPr kumimoji="0" lang="zh-CN" altLang="zh-CN">
                <a:latin typeface="Arial" panose="020B0604020202020204" pitchFamily="34" charset="0"/>
              </a:rPr>
              <a:t>編集ツール: </a:t>
            </a:r>
            <a:endParaRPr kumimoji="0" lang="en-US" altLang="zh-CN">
              <a:latin typeface="Arial" panose="020B0604020202020204" pitchFamily="34" charset="0"/>
            </a:endParaRPr>
          </a:p>
          <a:p>
            <a:pPr marL="1200150" lvl="2" indent="-285750" eaLnBrk="0" fontAlgn="base" hangingPunct="0">
              <a:spcBef>
                <a:spcPct val="0"/>
              </a:spcBef>
              <a:spcAft>
                <a:spcPct val="0"/>
              </a:spcAft>
              <a:buFont typeface="Arial" panose="020B0604020202020204" pitchFamily="34" charset="0"/>
              <a:buChar char="•"/>
            </a:pPr>
            <a:r>
              <a:rPr kumimoji="0" lang="zh-CN" altLang="zh-CN" sz="1600">
                <a:latin typeface="Arial" panose="020B0604020202020204" pitchFamily="34" charset="0"/>
              </a:rPr>
              <a:t>Office 365 Web版（ブラウザ経由）またはDesktop App。PowerAppsから「Edit in Office」ボタンを実装（Launch関数でURLを開く）。 </a:t>
            </a:r>
            <a:endParaRPr kumimoji="0" lang="en-US" altLang="zh-CN" sz="1600">
              <a:latin typeface="Arial" panose="020B0604020202020204" pitchFamily="34" charset="0"/>
            </a:endParaRPr>
          </a:p>
          <a:p>
            <a:pPr lvl="2" eaLnBrk="0" fontAlgn="base" hangingPunct="0">
              <a:spcBef>
                <a:spcPct val="0"/>
              </a:spcBef>
              <a:spcAft>
                <a:spcPct val="0"/>
              </a:spcAft>
            </a:pPr>
            <a:r>
              <a:rPr kumimoji="0" lang="zh-CN" altLang="zh-CN">
                <a:latin typeface="Arial" panose="020B0604020202020204" pitchFamily="34" charset="0"/>
              </a:rPr>
              <a:t>フロー詳細: </a:t>
            </a:r>
          </a:p>
          <a:p>
            <a:pPr marL="1200150" lvl="2" indent="-285750" eaLnBrk="0" fontAlgn="base" hangingPunct="0">
              <a:spcBef>
                <a:spcPct val="0"/>
              </a:spcBef>
              <a:spcAft>
                <a:spcPct val="0"/>
              </a:spcAft>
              <a:buFont typeface="Arial" panose="020B0604020202020204" pitchFamily="34" charset="0"/>
              <a:buChar char="•"/>
            </a:pPr>
            <a:r>
              <a:rPr kumimoji="0" lang="zh-CN" altLang="zh-CN" sz="1600">
                <a:latin typeface="Arial" panose="020B0604020202020204" pitchFamily="34" charset="0"/>
              </a:rPr>
              <a:t>ステップ1: ユーザー選択の</a:t>
            </a:r>
            <a:r>
              <a:rPr kumimoji="0" lang="ja-JP" altLang="en-US" sz="1600">
                <a:latin typeface="Arial" panose="020B0604020202020204" pitchFamily="34" charset="0"/>
              </a:rPr>
              <a:t>ファイルを</a:t>
            </a:r>
            <a:r>
              <a:rPr kumimoji="0" lang="en-US" altLang="ja-JP" sz="1600">
                <a:latin typeface="Arial" panose="020B0604020202020204" pitchFamily="34" charset="0"/>
              </a:rPr>
              <a:t>SPO</a:t>
            </a:r>
            <a:r>
              <a:rPr kumimoji="0" lang="ja-JP" altLang="en-US" sz="1600">
                <a:latin typeface="Arial" panose="020B0604020202020204" pitchFamily="34" charset="0"/>
              </a:rPr>
              <a:t>に一時保存</a:t>
            </a:r>
            <a:r>
              <a:rPr kumimoji="0" lang="zh-CN" altLang="zh-CN" sz="1600">
                <a:latin typeface="Arial" panose="020B0604020202020204" pitchFamily="34" charset="0"/>
              </a:rPr>
              <a:t>ファイルURLを取得。 </a:t>
            </a:r>
          </a:p>
          <a:p>
            <a:pPr marL="1200150" lvl="2" indent="-285750" eaLnBrk="0" fontAlgn="base" hangingPunct="0">
              <a:spcBef>
                <a:spcPct val="0"/>
              </a:spcBef>
              <a:spcAft>
                <a:spcPct val="0"/>
              </a:spcAft>
              <a:buFont typeface="Arial" panose="020B0604020202020204" pitchFamily="34" charset="0"/>
              <a:buChar char="•"/>
            </a:pPr>
            <a:r>
              <a:rPr kumimoji="0" lang="zh-CN" altLang="zh-CN" sz="1600">
                <a:latin typeface="Arial" panose="020B0604020202020204" pitchFamily="34" charset="0"/>
              </a:rPr>
              <a:t>ステップ2: Office Onlineで開く（例: </a:t>
            </a:r>
            <a:r>
              <a:rPr kumimoji="0" lang="zh-CN" altLang="zh-CN" sz="1600">
                <a:latin typeface="Arial" panose="020B0604020202020204" pitchFamily="34" charset="0"/>
                <a:hlinkClick r:id="rId3"/>
              </a:rPr>
              <a:t>https://office.com/edit?url=[file_url]）</a:t>
            </a:r>
            <a:endParaRPr kumimoji="0" lang="zh-CN" altLang="zh-CN" sz="1600">
              <a:latin typeface="Arial" panose="020B0604020202020204" pitchFamily="34" charset="0"/>
            </a:endParaRPr>
          </a:p>
          <a:p>
            <a:pPr marL="1200150" lvl="2" indent="-285750" eaLnBrk="0" fontAlgn="base" hangingPunct="0">
              <a:spcBef>
                <a:spcPct val="0"/>
              </a:spcBef>
              <a:spcAft>
                <a:spcPct val="0"/>
              </a:spcAft>
              <a:buFont typeface="Arial" panose="020B0604020202020204" pitchFamily="34" charset="0"/>
              <a:buChar char="•"/>
            </a:pPr>
            <a:r>
              <a:rPr kumimoji="0" lang="zh-CN" altLang="zh-CN" sz="1600">
                <a:latin typeface="Arial" panose="020B0604020202020204" pitchFamily="34" charset="0"/>
              </a:rPr>
              <a:t>ステップ3: 保存後、Power Automateでバージョン更新をトリガーし、Dataverse/SQL Serverのメタデータを同期。 </a:t>
            </a:r>
          </a:p>
          <a:p>
            <a:pPr marL="742950" lvl="1" indent="-285750" eaLnBrk="0" fontAlgn="base" hangingPunct="0">
              <a:spcBef>
                <a:spcPct val="0"/>
              </a:spcBef>
              <a:spcAft>
                <a:spcPct val="0"/>
              </a:spcAft>
              <a:buFont typeface="Arial" panose="020B0604020202020204" pitchFamily="34" charset="0"/>
              <a:buChar char="•"/>
            </a:pPr>
            <a:r>
              <a:rPr kumimoji="0" lang="zh-CN" altLang="zh-CN">
                <a:latin typeface="Arial" panose="020B0604020202020204" pitchFamily="34" charset="0"/>
              </a:rPr>
              <a:t>注意点: 同時編集時の競合</a:t>
            </a:r>
          </a:p>
          <a:p>
            <a:pPr marL="285750" lvl="0" indent="-285750" eaLnBrk="0" fontAlgn="base" hangingPunct="0">
              <a:spcBef>
                <a:spcPct val="0"/>
              </a:spcBef>
              <a:spcAft>
                <a:spcPct val="0"/>
              </a:spcAft>
              <a:buFont typeface="Arial" panose="020B0604020202020204" pitchFamily="34" charset="0"/>
              <a:buChar char="•"/>
            </a:pPr>
            <a:r>
              <a:rPr kumimoji="0" lang="zh-CN" altLang="zh-CN">
                <a:latin typeface="Arial" panose="020B0604020202020204" pitchFamily="34" charset="0"/>
              </a:rPr>
              <a:t>SharePointストレージの場合:</a:t>
            </a:r>
            <a:r>
              <a:rPr kumimoji="0" lang="ja-JP" altLang="en-US">
                <a:solidFill>
                  <a:srgbClr val="00B050"/>
                </a:solidFill>
                <a:latin typeface="Arial" panose="020B0604020202020204" pitchFamily="34" charset="0"/>
              </a:rPr>
              <a:t>（お薦め）</a:t>
            </a:r>
            <a:r>
              <a:rPr kumimoji="0" lang="zh-CN" altLang="zh-CN">
                <a:latin typeface="Arial" panose="020B0604020202020204" pitchFamily="34" charset="0"/>
              </a:rPr>
              <a:t> </a:t>
            </a:r>
          </a:p>
          <a:p>
            <a:pPr marL="742950" lvl="1" indent="-285750" eaLnBrk="0" fontAlgn="base" hangingPunct="0">
              <a:spcBef>
                <a:spcPct val="0"/>
              </a:spcBef>
              <a:spcAft>
                <a:spcPct val="0"/>
              </a:spcAft>
              <a:buFont typeface="Arial" panose="020B0604020202020204" pitchFamily="34" charset="0"/>
              <a:buChar char="•"/>
            </a:pPr>
            <a:r>
              <a:rPr kumimoji="0" lang="zh-CN" altLang="zh-CN" sz="1600">
                <a:latin typeface="Arial" panose="020B0604020202020204" pitchFamily="34" charset="0"/>
              </a:rPr>
              <a:t>直接Office 365統合。PowerAppsからSharePointファイルを開き、共同編集をサポート。 </a:t>
            </a:r>
          </a:p>
          <a:p>
            <a:pPr lvl="1" eaLnBrk="0" fontAlgn="base" hangingPunct="0">
              <a:spcBef>
                <a:spcPct val="0"/>
              </a:spcBef>
              <a:spcAft>
                <a:spcPct val="0"/>
              </a:spcAft>
            </a:pPr>
            <a:r>
              <a:rPr kumimoji="0" lang="zh-CN" altLang="zh-CN">
                <a:latin typeface="Arial" panose="020B0604020202020204" pitchFamily="34" charset="0"/>
              </a:rPr>
              <a:t>フロー詳細: </a:t>
            </a:r>
          </a:p>
          <a:p>
            <a:pPr marL="742950" lvl="1" indent="-285750" eaLnBrk="0" fontAlgn="base" hangingPunct="0">
              <a:spcBef>
                <a:spcPct val="0"/>
              </a:spcBef>
              <a:spcAft>
                <a:spcPct val="0"/>
              </a:spcAft>
              <a:buFont typeface="Arial" panose="020B0604020202020204" pitchFamily="34" charset="0"/>
              <a:buChar char="•"/>
            </a:pPr>
            <a:r>
              <a:rPr lang="zh-CN" altLang="zh-CN" sz="1600"/>
              <a:t>ステップ1: ユーザー選択のファイル</a:t>
            </a:r>
            <a:r>
              <a:rPr lang="ja-JP" altLang="en-US" sz="1600"/>
              <a:t>の</a:t>
            </a:r>
            <a:r>
              <a:rPr lang="en-US" altLang="ja-JP" sz="1600"/>
              <a:t>SPO</a:t>
            </a:r>
            <a:r>
              <a:rPr lang="ja-JP" altLang="en-US" sz="1600"/>
              <a:t>　</a:t>
            </a:r>
            <a:r>
              <a:rPr lang="zh-CN" altLang="zh-CN" sz="1600"/>
              <a:t>URLを取得。 </a:t>
            </a:r>
          </a:p>
          <a:p>
            <a:pPr marL="742950" lvl="1" indent="-285750" eaLnBrk="0" fontAlgn="base" hangingPunct="0">
              <a:spcBef>
                <a:spcPct val="0"/>
              </a:spcBef>
              <a:spcAft>
                <a:spcPct val="0"/>
              </a:spcAft>
              <a:buFont typeface="Arial" panose="020B0604020202020204" pitchFamily="34" charset="0"/>
              <a:buChar char="•"/>
            </a:pPr>
            <a:r>
              <a:rPr lang="zh-CN" altLang="zh-CN" sz="1600"/>
              <a:t>ステップ2: Office Onlineで開く（例: </a:t>
            </a:r>
            <a:r>
              <a:rPr lang="zh-CN" altLang="zh-CN" sz="1600">
                <a:hlinkClick r:id="rId4"/>
              </a:rPr>
              <a:t>https://office.com/edit?url=[file_url</a:t>
            </a:r>
            <a:r>
              <a:rPr lang="zh-CN" altLang="zh-CN" sz="1600"/>
              <a:t>]）</a:t>
            </a:r>
            <a:endParaRPr lang="en-US" altLang="zh-CN" sz="1600"/>
          </a:p>
          <a:p>
            <a:pPr marL="742950" lvl="1" indent="-285750" eaLnBrk="0" fontAlgn="base" hangingPunct="0">
              <a:spcBef>
                <a:spcPct val="0"/>
              </a:spcBef>
              <a:spcAft>
                <a:spcPct val="0"/>
              </a:spcAft>
              <a:buFont typeface="Arial" panose="020B0604020202020204" pitchFamily="34" charset="0"/>
              <a:buChar char="•"/>
            </a:pPr>
            <a:r>
              <a:rPr lang="ja-JP" altLang="en-US" sz="1600"/>
              <a:t>競合編集の問題はありません。</a:t>
            </a:r>
            <a:endParaRPr lang="en-US" altLang="zh-CN" sz="1600"/>
          </a:p>
          <a:p>
            <a:pPr marL="285750" indent="-285750" eaLnBrk="0" fontAlgn="base" hangingPunct="0">
              <a:spcBef>
                <a:spcPct val="0"/>
              </a:spcBef>
              <a:spcAft>
                <a:spcPct val="0"/>
              </a:spcAft>
              <a:buFont typeface="Arial" panose="020B0604020202020204" pitchFamily="34" charset="0"/>
              <a:buChar char="•"/>
            </a:pPr>
            <a:r>
              <a:rPr kumimoji="0" lang="en-US" altLang="ja-JP">
                <a:latin typeface="Arial" panose="020B0604020202020204" pitchFamily="34" charset="0"/>
              </a:rPr>
              <a:t>SharePoint</a:t>
            </a:r>
            <a:r>
              <a:rPr kumimoji="0" lang="zh-CN" altLang="zh-CN">
                <a:latin typeface="Arial" panose="020B0604020202020204" pitchFamily="34" charset="0"/>
              </a:rPr>
              <a:t>ストレージの</a:t>
            </a:r>
            <a:r>
              <a:rPr kumimoji="0" lang="ja-JP" altLang="en-US">
                <a:latin typeface="Arial" panose="020B0604020202020204" pitchFamily="34" charset="0"/>
              </a:rPr>
              <a:t>場合、オンライン編集とユーザにより</a:t>
            </a:r>
            <a:r>
              <a:rPr kumimoji="0" lang="en-US" altLang="ja-JP">
                <a:latin typeface="Arial" panose="020B0604020202020204" pitchFamily="34" charset="0"/>
              </a:rPr>
              <a:t>Download/Upload</a:t>
            </a:r>
            <a:r>
              <a:rPr kumimoji="0" lang="ja-JP" altLang="en-US">
                <a:latin typeface="Arial" panose="020B0604020202020204" pitchFamily="34" charset="0"/>
              </a:rPr>
              <a:t>の差異もありません。</a:t>
            </a:r>
            <a:endParaRPr kumimoji="0" lang="zh-CN" altLang="zh-CN">
              <a:latin typeface="Arial" panose="020B0604020202020204" pitchFamily="34" charset="0"/>
            </a:endParaRPr>
          </a:p>
        </p:txBody>
      </p:sp>
    </p:spTree>
    <p:extLst>
      <p:ext uri="{BB962C8B-B14F-4D97-AF65-F5344CB8AC3E}">
        <p14:creationId xmlns:p14="http://schemas.microsoft.com/office/powerpoint/2010/main" val="326539142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EBA546-1FBC-2B24-0CE2-31A27EEDB96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B583CCD-AAF8-3EC3-A6B0-A7FCC30C5F7E}"/>
              </a:ext>
            </a:extLst>
          </p:cNvPr>
          <p:cNvSpPr>
            <a:spLocks noGrp="1"/>
          </p:cNvSpPr>
          <p:nvPr>
            <p:ph type="title"/>
          </p:nvPr>
        </p:nvSpPr>
        <p:spPr>
          <a:xfrm>
            <a:off x="414336" y="255263"/>
            <a:ext cx="9327072" cy="683629"/>
          </a:xfrm>
        </p:spPr>
        <p:txBody>
          <a:bodyPr>
            <a:normAutofit/>
          </a:bodyPr>
          <a:lstStyle/>
          <a:p>
            <a:r>
              <a:rPr lang="ja-JP" altLang="en-US"/>
              <a:t>実現方法－一括ダウンロード機能</a:t>
            </a:r>
            <a:endParaRPr lang="ja-JP" altLang="en-US">
              <a:effectLst/>
            </a:endParaRPr>
          </a:p>
        </p:txBody>
      </p:sp>
      <p:sp>
        <p:nvSpPr>
          <p:cNvPr id="15" name="テキスト ボックス 14">
            <a:extLst>
              <a:ext uri="{FF2B5EF4-FFF2-40B4-BE49-F238E27FC236}">
                <a16:creationId xmlns:a16="http://schemas.microsoft.com/office/drawing/2014/main" id="{B6BC6843-6AFA-66AD-800E-1610C6ECC828}"/>
              </a:ext>
            </a:extLst>
          </p:cNvPr>
          <p:cNvSpPr txBox="1"/>
          <p:nvPr/>
        </p:nvSpPr>
        <p:spPr>
          <a:xfrm>
            <a:off x="281874" y="938892"/>
            <a:ext cx="6707431" cy="5181491"/>
          </a:xfrm>
          <a:prstGeom prst="rect">
            <a:avLst/>
          </a:prstGeom>
          <a:noFill/>
          <a:ln w="9525" cap="flat" cmpd="sng" algn="ctr">
            <a:noFill/>
            <a:prstDash val="solid"/>
            <a:round/>
            <a:headEnd type="oval" w="med" len="med"/>
            <a:tailEnd type="oval" w="med" len="med"/>
          </a:ln>
        </p:spPr>
        <p:txBody>
          <a:bodyPr wrap="square" lIns="36000" tIns="36000" rIns="36000" bIns="36000" rtlCol="0" anchor="t" anchorCtr="0">
            <a:noAutofit/>
          </a:bodyPr>
          <a:lstStyle/>
          <a:p>
            <a:pPr lvl="0" eaLnBrk="0" fontAlgn="base" hangingPunct="0">
              <a:spcBef>
                <a:spcPct val="0"/>
              </a:spcBef>
              <a:spcAft>
                <a:spcPct val="0"/>
              </a:spcAft>
            </a:pPr>
            <a:r>
              <a:rPr kumimoji="0" lang="ja-JP" altLang="en-US" sz="1600" dirty="0">
                <a:latin typeface="Arial" panose="020B0604020202020204" pitchFamily="34" charset="0"/>
              </a:rPr>
              <a:t>既定案：</a:t>
            </a:r>
            <a:endParaRPr kumimoji="0" lang="en-US" altLang="zh-CN" sz="1600"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zh-CN" altLang="zh-CN" sz="1200" dirty="0">
                <a:latin typeface="Arial" panose="020B0604020202020204" pitchFamily="34" charset="0"/>
              </a:rPr>
              <a:t>PowerAppsで選択機能を実装（Checkbox付きGallery）。 </a:t>
            </a:r>
          </a:p>
          <a:p>
            <a:pPr marL="742950" lvl="1" indent="-285750" eaLnBrk="0" fontAlgn="base" hangingPunct="0">
              <a:spcBef>
                <a:spcPct val="0"/>
              </a:spcBef>
              <a:spcAft>
                <a:spcPct val="0"/>
              </a:spcAft>
              <a:buFont typeface="Arial" panose="020B0604020202020204" pitchFamily="34" charset="0"/>
              <a:buChar char="•"/>
            </a:pPr>
            <a:r>
              <a:rPr kumimoji="0" lang="zh-CN" altLang="zh-CN" sz="1200" dirty="0">
                <a:latin typeface="Arial" panose="020B0604020202020204" pitchFamily="34" charset="0"/>
              </a:rPr>
              <a:t>ダウンロード処理: Power Automate Flowをトリガー。 </a:t>
            </a:r>
          </a:p>
          <a:p>
            <a:pPr marL="742950" lvl="1" indent="-285750" eaLnBrk="0" fontAlgn="base" hangingPunct="0">
              <a:spcBef>
                <a:spcPct val="0"/>
              </a:spcBef>
              <a:spcAft>
                <a:spcPct val="0"/>
              </a:spcAft>
              <a:buFont typeface="Arial" panose="020B0604020202020204" pitchFamily="34" charset="0"/>
              <a:buChar char="•"/>
            </a:pPr>
            <a:r>
              <a:rPr kumimoji="0" lang="zh-CN" altLang="zh-CN" sz="1200" dirty="0">
                <a:latin typeface="Arial" panose="020B0604020202020204" pitchFamily="34" charset="0"/>
              </a:rPr>
              <a:t>Flow詳細: </a:t>
            </a:r>
          </a:p>
          <a:p>
            <a:pPr marL="1200150" lvl="2" indent="-285750" eaLnBrk="0" fontAlgn="base" hangingPunct="0">
              <a:spcBef>
                <a:spcPct val="0"/>
              </a:spcBef>
              <a:spcAft>
                <a:spcPct val="0"/>
              </a:spcAft>
              <a:buFont typeface="Arial" panose="020B0604020202020204" pitchFamily="34" charset="0"/>
              <a:buChar char="•"/>
            </a:pPr>
            <a:r>
              <a:rPr kumimoji="0" lang="zh-CN" altLang="zh-CN" sz="1200" dirty="0">
                <a:latin typeface="Arial" panose="020B0604020202020204" pitchFamily="34" charset="0"/>
              </a:rPr>
              <a:t>Trigger: PowerAppsから呼び出し（PowerApps V2 Trigger）。 </a:t>
            </a:r>
          </a:p>
          <a:p>
            <a:pPr marL="1200150" lvl="2" indent="-285750" eaLnBrk="0" fontAlgn="base" hangingPunct="0">
              <a:spcBef>
                <a:spcPct val="0"/>
              </a:spcBef>
              <a:spcAft>
                <a:spcPct val="0"/>
              </a:spcAft>
              <a:buFont typeface="Arial" panose="020B0604020202020204" pitchFamily="34" charset="0"/>
              <a:buChar char="•"/>
            </a:pPr>
            <a:r>
              <a:rPr kumimoji="0" lang="zh-CN" altLang="zh-CN" sz="1200" dirty="0">
                <a:latin typeface="Arial" panose="020B0604020202020204" pitchFamily="34" charset="0"/>
              </a:rPr>
              <a:t>Action: 選択ファイルのURLリストを取得 → ZIPファイル作成（OneDrive/SharePointのCreate fileアクション使用） → ダウンロードリンク生成。 </a:t>
            </a:r>
          </a:p>
          <a:p>
            <a:pPr marL="742950" lvl="1" indent="-285750" eaLnBrk="0" fontAlgn="base" hangingPunct="0">
              <a:spcBef>
                <a:spcPct val="0"/>
              </a:spcBef>
              <a:spcAft>
                <a:spcPct val="0"/>
              </a:spcAft>
              <a:buFont typeface="Arial" panose="020B0604020202020204" pitchFamily="34" charset="0"/>
              <a:buChar char="•"/>
            </a:pPr>
            <a:r>
              <a:rPr kumimoji="0" lang="en-US" altLang="ja-JP" sz="1200" dirty="0">
                <a:latin typeface="Arial" panose="020B0604020202020204" pitchFamily="34" charset="0"/>
              </a:rPr>
              <a:t>PowerApps</a:t>
            </a:r>
            <a:r>
              <a:rPr kumimoji="0" lang="ja-JP" altLang="en-US" sz="1200" dirty="0">
                <a:latin typeface="Arial" panose="020B0604020202020204" pitchFamily="34" charset="0"/>
              </a:rPr>
              <a:t>で</a:t>
            </a:r>
            <a:r>
              <a:rPr kumimoji="0" lang="zh-CN" altLang="zh-CN" sz="1200" dirty="0">
                <a:latin typeface="Arial" panose="020B0604020202020204" pitchFamily="34" charset="0"/>
              </a:rPr>
              <a:t>モバイル/デスクトップ対応のため、PowerAppsのDownload関数を使用。</a:t>
            </a:r>
            <a:endParaRPr kumimoji="0" lang="en-US" altLang="zh-CN" sz="1200"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ja-JP" altLang="en-US" sz="1200" dirty="0">
                <a:latin typeface="Arial" panose="020B0604020202020204" pitchFamily="34" charset="0"/>
              </a:rPr>
              <a:t>ファイルの</a:t>
            </a:r>
            <a:r>
              <a:rPr kumimoji="0" lang="zh-CN" altLang="zh-CN" sz="1200" dirty="0">
                <a:latin typeface="Arial" panose="020B0604020202020204" pitchFamily="34" charset="0"/>
              </a:rPr>
              <a:t>保存先: ユーザーが指定したディレクトリ（ブラウザダウンロード</a:t>
            </a:r>
            <a:r>
              <a:rPr kumimoji="0" lang="ja-JP" altLang="en-US" sz="1200" dirty="0">
                <a:latin typeface="Arial" panose="020B0604020202020204" pitchFamily="34" charset="0"/>
              </a:rPr>
              <a:t>オプションを毎回確認にし、</a:t>
            </a:r>
            <a:r>
              <a:rPr kumimoji="0" lang="zh-CN" altLang="zh-CN" sz="1200" dirty="0">
                <a:latin typeface="Arial" panose="020B0604020202020204" pitchFamily="34" charset="0"/>
              </a:rPr>
              <a:t>ユーザーが</a:t>
            </a:r>
            <a:r>
              <a:rPr kumimoji="0" lang="ja-JP" altLang="en-US" sz="1200" dirty="0">
                <a:latin typeface="Arial" panose="020B0604020202020204" pitchFamily="34" charset="0"/>
              </a:rPr>
              <a:t>保存先</a:t>
            </a:r>
            <a:r>
              <a:rPr kumimoji="0" lang="zh-CN" altLang="zh-CN" sz="1200" dirty="0">
                <a:latin typeface="Arial" panose="020B0604020202020204" pitchFamily="34" charset="0"/>
              </a:rPr>
              <a:t>選択）。</a:t>
            </a:r>
          </a:p>
          <a:p>
            <a:pPr marL="742950" lvl="1" indent="-285750" eaLnBrk="0" fontAlgn="base" hangingPunct="0">
              <a:spcBef>
                <a:spcPct val="0"/>
              </a:spcBef>
              <a:spcAft>
                <a:spcPct val="0"/>
              </a:spcAft>
              <a:buFont typeface="Arial" panose="020B0604020202020204" pitchFamily="34" charset="0"/>
              <a:buChar char="•"/>
            </a:pPr>
            <a:r>
              <a:rPr kumimoji="0" lang="zh-CN" altLang="zh-CN" sz="1200" dirty="0">
                <a:latin typeface="Arial" panose="020B0604020202020204" pitchFamily="34" charset="0"/>
              </a:rPr>
              <a:t>制限: 最大100ファイル/回、合計サイズ500MB（パフォーマンス考慮）。 </a:t>
            </a:r>
          </a:p>
          <a:p>
            <a:pPr algn="l"/>
            <a:endParaRPr lang="en-US" altLang="ja-JP" sz="1600" dirty="0">
              <a:latin typeface="Yu Gothic UI" panose="020B0500000000000000" pitchFamily="50" charset="-128"/>
              <a:ea typeface="Yu Gothic UI" panose="020B0500000000000000" pitchFamily="50" charset="-128"/>
            </a:endParaRPr>
          </a:p>
          <a:p>
            <a:pPr algn="l"/>
            <a:r>
              <a:rPr lang="ja-JP" altLang="en-US" sz="1600" dirty="0">
                <a:solidFill>
                  <a:srgbClr val="C00000"/>
                </a:solidFill>
                <a:latin typeface="Yu Gothic UI" panose="020B0500000000000000" pitchFamily="50" charset="-128"/>
                <a:ea typeface="Yu Gothic UI" panose="020B0500000000000000" pitchFamily="50" charset="-128"/>
              </a:rPr>
              <a:t>向上案：</a:t>
            </a:r>
            <a:endParaRPr lang="en-US" altLang="ja-JP" sz="1600" dirty="0">
              <a:solidFill>
                <a:srgbClr val="C00000"/>
              </a:solidFill>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lang="en-US" altLang="ja-JP" sz="1200" dirty="0">
                <a:latin typeface="Yu Gothic UI" panose="020B0500000000000000" pitchFamily="50" charset="-128"/>
                <a:ea typeface="Yu Gothic UI" panose="020B0500000000000000" pitchFamily="50" charset="-128"/>
              </a:rPr>
              <a:t>Power Apps </a:t>
            </a:r>
            <a:r>
              <a:rPr lang="ja-JP" altLang="en-US" sz="1200" dirty="0">
                <a:latin typeface="Yu Gothic UI" panose="020B0500000000000000" pitchFamily="50" charset="-128"/>
                <a:ea typeface="Yu Gothic UI" panose="020B0500000000000000" pitchFamily="50" charset="-128"/>
              </a:rPr>
              <a:t>では、</a:t>
            </a:r>
            <a:r>
              <a:rPr lang="en-US" altLang="ja-JP" sz="1200" dirty="0">
                <a:latin typeface="Yu Gothic UI" panose="020B0500000000000000" pitchFamily="50" charset="-128"/>
                <a:ea typeface="Yu Gothic UI" panose="020B0500000000000000" pitchFamily="50" charset="-128"/>
              </a:rPr>
              <a:t>Web </a:t>
            </a:r>
            <a:r>
              <a:rPr lang="ja-JP" altLang="en-US" sz="1200" dirty="0">
                <a:latin typeface="Yu Gothic UI" panose="020B0500000000000000" pitchFamily="50" charset="-128"/>
                <a:ea typeface="Yu Gothic UI" panose="020B0500000000000000" pitchFamily="50" charset="-128"/>
              </a:rPr>
              <a:t>ページを埋め込むための </a:t>
            </a:r>
            <a:r>
              <a:rPr lang="en-US" altLang="ja-JP" sz="1200" dirty="0">
                <a:latin typeface="Yu Gothic UI" panose="020B0500000000000000" pitchFamily="50" charset="-128"/>
                <a:ea typeface="Yu Gothic UI" panose="020B0500000000000000" pitchFamily="50" charset="-128"/>
              </a:rPr>
              <a:t>WebView </a:t>
            </a:r>
            <a:r>
              <a:rPr lang="ja-JP" altLang="en-US" sz="1200" dirty="0">
                <a:latin typeface="Yu Gothic UI" panose="020B0500000000000000" pitchFamily="50" charset="-128"/>
                <a:ea typeface="Yu Gothic UI" panose="020B0500000000000000" pitchFamily="50" charset="-128"/>
              </a:rPr>
              <a:t>コントロール（または </a:t>
            </a:r>
            <a:r>
              <a:rPr lang="en-US" altLang="ja-JP" sz="1200" dirty="0">
                <a:latin typeface="Yu Gothic UI" panose="020B0500000000000000" pitchFamily="50" charset="-128"/>
                <a:ea typeface="Yu Gothic UI" panose="020B0500000000000000" pitchFamily="50" charset="-128"/>
              </a:rPr>
              <a:t>HTML text </a:t>
            </a:r>
            <a:r>
              <a:rPr lang="ja-JP" altLang="en-US" sz="1200" dirty="0">
                <a:latin typeface="Yu Gothic UI" panose="020B0500000000000000" pitchFamily="50" charset="-128"/>
                <a:ea typeface="Yu Gothic UI" panose="020B0500000000000000" pitchFamily="50" charset="-128"/>
              </a:rPr>
              <a:t>コントロールを介して </a:t>
            </a:r>
            <a:r>
              <a:rPr lang="en-US" altLang="ja-JP" sz="1200" dirty="0">
                <a:latin typeface="Yu Gothic UI" panose="020B0500000000000000" pitchFamily="50" charset="-128"/>
                <a:ea typeface="Yu Gothic UI" panose="020B0500000000000000" pitchFamily="50" charset="-128"/>
              </a:rPr>
              <a:t>HTML </a:t>
            </a:r>
            <a:r>
              <a:rPr lang="ja-JP" altLang="en-US" sz="1200" dirty="0">
                <a:latin typeface="Yu Gothic UI" panose="020B0500000000000000" pitchFamily="50" charset="-128"/>
                <a:ea typeface="Yu Gothic UI" panose="020B0500000000000000" pitchFamily="50" charset="-128"/>
              </a:rPr>
              <a:t>コンテンツを表示する）を使用して、外部の </a:t>
            </a:r>
            <a:r>
              <a:rPr lang="en-US" altLang="ja-JP" sz="1200" dirty="0">
                <a:latin typeface="Yu Gothic UI" panose="020B0500000000000000" pitchFamily="50" charset="-128"/>
                <a:ea typeface="Yu Gothic UI" panose="020B0500000000000000" pitchFamily="50" charset="-128"/>
              </a:rPr>
              <a:t>Web </a:t>
            </a:r>
            <a:r>
              <a:rPr lang="ja-JP" altLang="en-US" sz="1200" dirty="0">
                <a:latin typeface="Yu Gothic UI" panose="020B0500000000000000" pitchFamily="50" charset="-128"/>
                <a:ea typeface="Yu Gothic UI" panose="020B0500000000000000" pitchFamily="50" charset="-128"/>
              </a:rPr>
              <a:t>ページをアプリ内に表示することは可能です。この埋め込まれた </a:t>
            </a:r>
            <a:r>
              <a:rPr lang="en-US" altLang="ja-JP" sz="1200" dirty="0">
                <a:latin typeface="Yu Gothic UI" panose="020B0500000000000000" pitchFamily="50" charset="-128"/>
                <a:ea typeface="Yu Gothic UI" panose="020B0500000000000000" pitchFamily="50" charset="-128"/>
              </a:rPr>
              <a:t>Web </a:t>
            </a:r>
            <a:r>
              <a:rPr lang="ja-JP" altLang="en-US" sz="1200" dirty="0">
                <a:latin typeface="Yu Gothic UI" panose="020B0500000000000000" pitchFamily="50" charset="-128"/>
                <a:ea typeface="Yu Gothic UI" panose="020B0500000000000000" pitchFamily="50" charset="-128"/>
              </a:rPr>
              <a:t>ページ内で、</a:t>
            </a:r>
            <a:r>
              <a:rPr lang="en-US" altLang="ja-JP" sz="1200" dirty="0">
                <a:latin typeface="Yu Gothic UI" panose="020B0500000000000000" pitchFamily="50" charset="-128"/>
                <a:ea typeface="Yu Gothic UI" panose="020B0500000000000000" pitchFamily="50" charset="-128"/>
              </a:rPr>
              <a:t>JavaScript </a:t>
            </a:r>
            <a:r>
              <a:rPr lang="ja-JP" altLang="en-US" sz="1200" dirty="0">
                <a:latin typeface="Yu Gothic UI" panose="020B0500000000000000" pitchFamily="50" charset="-128"/>
                <a:ea typeface="Yu Gothic UI" panose="020B0500000000000000" pitchFamily="50" charset="-128"/>
              </a:rPr>
              <a:t>を使用して </a:t>
            </a:r>
            <a:r>
              <a:rPr lang="en-US" altLang="ja-JP" sz="1200" dirty="0">
                <a:latin typeface="Yu Gothic UI" panose="020B0500000000000000" pitchFamily="50" charset="-128"/>
                <a:ea typeface="Yu Gothic UI" panose="020B0500000000000000" pitchFamily="50" charset="-128"/>
              </a:rPr>
              <a:t>DOM </a:t>
            </a:r>
            <a:r>
              <a:rPr lang="ja-JP" altLang="en-US" sz="1200" dirty="0">
                <a:latin typeface="Yu Gothic UI" panose="020B0500000000000000" pitchFamily="50" charset="-128"/>
                <a:ea typeface="Yu Gothic UI" panose="020B0500000000000000" pitchFamily="50" charset="-128"/>
              </a:rPr>
              <a:t>操作や </a:t>
            </a:r>
            <a:r>
              <a:rPr lang="en-US" altLang="ja-JP" sz="1200" dirty="0">
                <a:latin typeface="Yu Gothic UI" panose="020B0500000000000000" pitchFamily="50" charset="-128"/>
                <a:ea typeface="Yu Gothic UI" panose="020B0500000000000000" pitchFamily="50" charset="-128"/>
              </a:rPr>
              <a:t>Web API </a:t>
            </a:r>
            <a:r>
              <a:rPr lang="ja-JP" altLang="en-US" sz="1200" dirty="0">
                <a:latin typeface="Yu Gothic UI" panose="020B0500000000000000" pitchFamily="50" charset="-128"/>
                <a:ea typeface="Yu Gothic UI" panose="020B0500000000000000" pitchFamily="50" charset="-128"/>
              </a:rPr>
              <a:t>へのアクセスを行うことはできます。</a:t>
            </a:r>
            <a:endParaRPr lang="en-US" altLang="ja-JP" sz="1200" dirty="0">
              <a:latin typeface="Yu Gothic UI" panose="020B0500000000000000" pitchFamily="50" charset="-128"/>
              <a:ea typeface="Yu Gothic UI" panose="020B0500000000000000" pitchFamily="50" charset="-128"/>
            </a:endParaRPr>
          </a:p>
          <a:p>
            <a:pPr marL="742950" lvl="1" indent="-285750">
              <a:buFont typeface="Arial" panose="020B0604020202020204" pitchFamily="34" charset="0"/>
              <a:buChar char="•"/>
            </a:pPr>
            <a:r>
              <a:rPr lang="ja-JP" altLang="en-US" sz="1200" dirty="0">
                <a:latin typeface="Yu Gothic UI" panose="020B0500000000000000" pitchFamily="50" charset="-128"/>
                <a:ea typeface="Yu Gothic UI" panose="020B0500000000000000" pitchFamily="50" charset="-128"/>
              </a:rPr>
              <a:t>外部ページの</a:t>
            </a:r>
            <a:r>
              <a:rPr lang="en-US" altLang="ja-JP" sz="1200" dirty="0">
                <a:latin typeface="Yu Gothic UI" panose="020B0500000000000000" pitchFamily="50" charset="-128"/>
                <a:ea typeface="Yu Gothic UI" panose="020B0500000000000000" pitchFamily="50" charset="-128"/>
              </a:rPr>
              <a:t>JavaScript</a:t>
            </a:r>
            <a:r>
              <a:rPr lang="ja-JP" altLang="en-US" sz="1200" dirty="0">
                <a:latin typeface="Yu Gothic UI" panose="020B0500000000000000" pitchFamily="50" charset="-128"/>
                <a:ea typeface="Yu Gothic UI" panose="020B0500000000000000" pitchFamily="50" charset="-128"/>
              </a:rPr>
              <a:t>を経由し、複数ファイルを指定場所に一定規則で個別保存するのは可能と認識していますが、</a:t>
            </a:r>
            <a:r>
              <a:rPr lang="en-US" altLang="ja-JP" sz="1200" dirty="0">
                <a:latin typeface="Yu Gothic UI" panose="020B0500000000000000" pitchFamily="50" charset="-128"/>
                <a:ea typeface="Yu Gothic UI" panose="020B0500000000000000" pitchFamily="50" charset="-128"/>
              </a:rPr>
              <a:t>POC</a:t>
            </a:r>
            <a:r>
              <a:rPr lang="ja-JP" altLang="en-US" sz="1200" dirty="0">
                <a:latin typeface="Yu Gothic UI" panose="020B0500000000000000" pitchFamily="50" charset="-128"/>
                <a:ea typeface="Yu Gothic UI" panose="020B0500000000000000" pitchFamily="50" charset="-128"/>
              </a:rPr>
              <a:t>が必要。</a:t>
            </a:r>
            <a:endParaRPr lang="en-US" altLang="ja-JP" sz="1200" dirty="0">
              <a:latin typeface="Yu Gothic UI" panose="020B0500000000000000" pitchFamily="50" charset="-128"/>
              <a:ea typeface="Yu Gothic UI" panose="020B0500000000000000" pitchFamily="50" charset="-128"/>
            </a:endParaRPr>
          </a:p>
        </p:txBody>
      </p:sp>
      <p:pic>
        <p:nvPicPr>
          <p:cNvPr id="4" name="図 3">
            <a:extLst>
              <a:ext uri="{FF2B5EF4-FFF2-40B4-BE49-F238E27FC236}">
                <a16:creationId xmlns:a16="http://schemas.microsoft.com/office/drawing/2014/main" id="{E05B735C-ABEF-6B37-7914-50BCD16A9805}"/>
              </a:ext>
            </a:extLst>
          </p:cNvPr>
          <p:cNvPicPr>
            <a:picLocks noChangeAspect="1"/>
          </p:cNvPicPr>
          <p:nvPr/>
        </p:nvPicPr>
        <p:blipFill>
          <a:blip r:embed="rId3"/>
          <a:stretch>
            <a:fillRect/>
          </a:stretch>
        </p:blipFill>
        <p:spPr>
          <a:xfrm>
            <a:off x="7135273" y="2615572"/>
            <a:ext cx="1673447" cy="495901"/>
          </a:xfrm>
          <a:prstGeom prst="rect">
            <a:avLst/>
          </a:prstGeom>
        </p:spPr>
      </p:pic>
      <p:pic>
        <p:nvPicPr>
          <p:cNvPr id="3" name="コンテンツ プレースホルダー 4" descr="グラフィカル ユーザー インターフェイス&#10;&#10;AI によって生成されたコンテンツは間違っている可能性があります。">
            <a:extLst>
              <a:ext uri="{FF2B5EF4-FFF2-40B4-BE49-F238E27FC236}">
                <a16:creationId xmlns:a16="http://schemas.microsoft.com/office/drawing/2014/main" id="{B6488693-DA60-061D-50C5-F20CFA4E440E}"/>
              </a:ext>
            </a:extLst>
          </p:cNvPr>
          <p:cNvPicPr>
            <a:picLocks noGrp="1" noRot="1" noChangeAspect="1" noMove="1" noResize="1" noEditPoints="1" noAdjustHandles="1" noChangeArrowheads="1" noChangeShapeType="1" noCrop="1"/>
          </p:cNvPicPr>
          <p:nvPr>
            <p:ph sz="quarter" idx="10"/>
          </p:nvPr>
        </p:nvPicPr>
        <p:blipFill>
          <a:blip r:embed="rId4"/>
          <a:stretch>
            <a:fillRect/>
          </a:stretch>
        </p:blipFill>
        <p:spPr>
          <a:xfrm>
            <a:off x="7225256" y="1746213"/>
            <a:ext cx="1084608" cy="623650"/>
          </a:xfrm>
        </p:spPr>
      </p:pic>
      <p:pic>
        <p:nvPicPr>
          <p:cNvPr id="5" name="図 4" descr="グラフィカル ユーザー インターフェイス, アプリケーション&#10;&#10;AI によって生成されたコンテンツは間違っている可能性があります。">
            <a:extLst>
              <a:ext uri="{FF2B5EF4-FFF2-40B4-BE49-F238E27FC236}">
                <a16:creationId xmlns:a16="http://schemas.microsoft.com/office/drawing/2014/main" id="{34A660EE-39EA-032C-6321-551EBE1C629A}"/>
              </a:ext>
            </a:extLst>
          </p:cNvPr>
          <p:cNvPicPr>
            <a:picLocks noGrp="1" noRot="1" noChangeAspect="1" noMove="1" noResize="1" noEditPoints="1" noAdjustHandles="1" noChangeArrowheads="1" noChangeShapeType="1" noCrop="1"/>
          </p:cNvPicPr>
          <p:nvPr/>
        </p:nvPicPr>
        <p:blipFill>
          <a:blip r:embed="rId5"/>
          <a:stretch>
            <a:fillRect/>
          </a:stretch>
        </p:blipFill>
        <p:spPr>
          <a:xfrm>
            <a:off x="9036550" y="1664184"/>
            <a:ext cx="911875" cy="786151"/>
          </a:xfrm>
          <a:prstGeom prst="rect">
            <a:avLst/>
          </a:prstGeom>
        </p:spPr>
      </p:pic>
      <p:pic>
        <p:nvPicPr>
          <p:cNvPr id="8" name="図 7" descr="部屋, 賭博場 が含まれている画像&#10;&#10;AI によって生成されたコンテンツは間違っている可能性があります。">
            <a:extLst>
              <a:ext uri="{FF2B5EF4-FFF2-40B4-BE49-F238E27FC236}">
                <a16:creationId xmlns:a16="http://schemas.microsoft.com/office/drawing/2014/main" id="{F88D0C93-D0A6-3727-F195-5CE35ACDA255}"/>
              </a:ext>
            </a:extLst>
          </p:cNvPr>
          <p:cNvPicPr>
            <a:picLocks noGrp="1" noRot="1" noChangeAspect="1" noMove="1" noResize="1" noEditPoints="1" noAdjustHandles="1" noChangeArrowheads="1" noChangeShapeType="1" noCrop="1"/>
          </p:cNvPicPr>
          <p:nvPr/>
        </p:nvPicPr>
        <p:blipFill>
          <a:blip r:embed="rId6"/>
          <a:stretch>
            <a:fillRect/>
          </a:stretch>
        </p:blipFill>
        <p:spPr>
          <a:xfrm>
            <a:off x="10675111" y="1031258"/>
            <a:ext cx="1158274" cy="683630"/>
          </a:xfrm>
          <a:prstGeom prst="rect">
            <a:avLst/>
          </a:prstGeom>
        </p:spPr>
      </p:pic>
      <p:pic>
        <p:nvPicPr>
          <p:cNvPr id="9" name="図 8" descr="ロゴ, アイコン&#10;&#10;AI によって生成されたコンテンツは間違っている可能性があります。">
            <a:extLst>
              <a:ext uri="{FF2B5EF4-FFF2-40B4-BE49-F238E27FC236}">
                <a16:creationId xmlns:a16="http://schemas.microsoft.com/office/drawing/2014/main" id="{470E3946-6B9A-9FAC-2ED8-48F80C79BCAD}"/>
              </a:ext>
            </a:extLst>
          </p:cNvPr>
          <p:cNvPicPr>
            <a:picLocks noGrp="1" noRot="1" noChangeAspect="1" noMove="1" noResize="1" noEditPoints="1" noAdjustHandles="1" noChangeArrowheads="1" noChangeShapeType="1" noCrop="1"/>
          </p:cNvPicPr>
          <p:nvPr/>
        </p:nvPicPr>
        <p:blipFill>
          <a:blip r:embed="rId7"/>
          <a:stretch>
            <a:fillRect/>
          </a:stretch>
        </p:blipFill>
        <p:spPr>
          <a:xfrm>
            <a:off x="10932449" y="2369863"/>
            <a:ext cx="643597" cy="629116"/>
          </a:xfrm>
          <a:prstGeom prst="rect">
            <a:avLst/>
          </a:prstGeom>
        </p:spPr>
      </p:pic>
      <p:sp>
        <p:nvSpPr>
          <p:cNvPr id="10" name="テキスト ボックス 9">
            <a:extLst>
              <a:ext uri="{FF2B5EF4-FFF2-40B4-BE49-F238E27FC236}">
                <a16:creationId xmlns:a16="http://schemas.microsoft.com/office/drawing/2014/main" id="{44167681-D3DA-719A-FC11-5584A784F367}"/>
              </a:ext>
            </a:extLst>
          </p:cNvPr>
          <p:cNvSpPr txBox="1">
            <a:spLocks noGrp="1" noRot="1" noMove="1" noResize="1" noEditPoints="1" noAdjustHandles="1" noChangeArrowheads="1" noChangeShapeType="1"/>
          </p:cNvSpPr>
          <p:nvPr/>
        </p:nvSpPr>
        <p:spPr>
          <a:xfrm>
            <a:off x="8148659" y="1519204"/>
            <a:ext cx="1049097" cy="400110"/>
          </a:xfrm>
          <a:prstGeom prst="rect">
            <a:avLst/>
          </a:prstGeom>
          <a:noFill/>
        </p:spPr>
        <p:txBody>
          <a:bodyPr wrap="square" rtlCol="0">
            <a:spAutoFit/>
          </a:bodyPr>
          <a:lstStyle/>
          <a:p>
            <a:pPr algn="ctr"/>
            <a:r>
              <a:rPr lang="en-US" altLang="ja-JP" sz="1000"/>
              <a:t>Download</a:t>
            </a:r>
            <a:r>
              <a:rPr lang="ja-JP" altLang="en-US" sz="1000"/>
              <a:t> </a:t>
            </a:r>
            <a:endParaRPr lang="en-US" altLang="ja-JP" sz="1000"/>
          </a:p>
          <a:p>
            <a:pPr algn="ctr"/>
            <a:r>
              <a:rPr lang="en-US" altLang="ja-JP" sz="1000"/>
              <a:t>request</a:t>
            </a:r>
            <a:endParaRPr kumimoji="1" lang="ja-JP" altLang="en-US" sz="600"/>
          </a:p>
        </p:txBody>
      </p:sp>
      <p:sp>
        <p:nvSpPr>
          <p:cNvPr id="11" name="ひし形 10">
            <a:extLst>
              <a:ext uri="{FF2B5EF4-FFF2-40B4-BE49-F238E27FC236}">
                <a16:creationId xmlns:a16="http://schemas.microsoft.com/office/drawing/2014/main" id="{392BA5C1-AE7D-F3F7-8822-5BFA9FB93002}"/>
              </a:ext>
            </a:extLst>
          </p:cNvPr>
          <p:cNvSpPr>
            <a:spLocks noGrp="1" noRot="1" noMove="1" noResize="1" noEditPoints="1" noAdjustHandles="1" noChangeArrowheads="1" noChangeShapeType="1"/>
          </p:cNvSpPr>
          <p:nvPr/>
        </p:nvSpPr>
        <p:spPr>
          <a:xfrm>
            <a:off x="8962312" y="1850914"/>
            <a:ext cx="69742" cy="68400"/>
          </a:xfrm>
          <a:prstGeom prst="diamond">
            <a:avLst/>
          </a:prstGeom>
          <a:solidFill>
            <a:schemeClr val="accent5"/>
          </a:solidFill>
          <a:ln w="6350" cap="flat" cmpd="sng" algn="ctr">
            <a:noFill/>
            <a:prstDash val="solid"/>
            <a:miter lim="800000"/>
            <a:headEnd type="none" w="med" len="med"/>
            <a:tailEnd type="none" w="med" len="med"/>
          </a:ln>
          <a:effectLst/>
          <a:extLst>
            <a:ext uri="{91240B29-F687-4F45-9708-019B960494DF}">
              <a14:hiddenLine xmlns:a14="http://schemas.microsoft.com/office/drawing/2010/main" w="6350">
                <a:solidFill>
                  <a:schemeClr val="tx1"/>
                </a:solidFill>
                <a:prstDash val="solid"/>
                <a:miter lim="800000"/>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lIns="72000" tIns="72000" rIns="72000" bIns="72000" rtlCol="0" anchor="t" anchorCtr="0"/>
          <a:lstStyle/>
          <a:p>
            <a:pPr marL="171450" indent="-171450" algn="l">
              <a:buFont typeface="Wingdings" panose="05000000000000000000" pitchFamily="2" charset="2"/>
              <a:buChar char="Ø"/>
            </a:pPr>
            <a:endParaRPr kumimoji="1" lang="ja-JP" altLang="en-US" sz="1200"/>
          </a:p>
        </p:txBody>
      </p:sp>
      <p:cxnSp>
        <p:nvCxnSpPr>
          <p:cNvPr id="12" name="コネクタ: カギ線 11">
            <a:extLst>
              <a:ext uri="{FF2B5EF4-FFF2-40B4-BE49-F238E27FC236}">
                <a16:creationId xmlns:a16="http://schemas.microsoft.com/office/drawing/2014/main" id="{1DF9C08F-F6D4-2706-0444-F346C5603AFF}"/>
              </a:ext>
            </a:extLst>
          </p:cNvPr>
          <p:cNvCxnSpPr>
            <a:cxnSpLocks noGrp="1" noRot="1" noMove="1" noResize="1" noEditPoints="1" noAdjustHandles="1" noChangeArrowheads="1" noChangeShapeType="1"/>
            <a:stCxn id="11" idx="1"/>
            <a:endCxn id="3" idx="3"/>
          </p:cNvCxnSpPr>
          <p:nvPr/>
        </p:nvCxnSpPr>
        <p:spPr>
          <a:xfrm rot="10800000" flipV="1">
            <a:off x="8309864" y="1885114"/>
            <a:ext cx="652448" cy="172924"/>
          </a:xfrm>
          <a:prstGeom prst="bentConnector3">
            <a:avLst>
              <a:gd name="adj1" fmla="val 50000"/>
            </a:avLst>
          </a:prstGeom>
          <a:ln w="25400" cap="flat" cmpd="sng" algn="ctr">
            <a:solidFill>
              <a:srgbClr val="7030A0"/>
            </a:solidFill>
            <a:prstDash val="sysDash"/>
            <a:miter lim="800000"/>
            <a:headEnd type="triangle"/>
            <a:tailEnd type="none"/>
          </a:ln>
        </p:spPr>
        <p:style>
          <a:lnRef idx="1">
            <a:schemeClr val="accent1"/>
          </a:lnRef>
          <a:fillRef idx="0">
            <a:schemeClr val="accent1"/>
          </a:fillRef>
          <a:effectRef idx="0">
            <a:schemeClr val="accent1"/>
          </a:effectRef>
          <a:fontRef idx="minor">
            <a:schemeClr val="tx1"/>
          </a:fontRef>
        </p:style>
      </p:cxnSp>
      <p:sp>
        <p:nvSpPr>
          <p:cNvPr id="17" name="ひし形 16">
            <a:extLst>
              <a:ext uri="{FF2B5EF4-FFF2-40B4-BE49-F238E27FC236}">
                <a16:creationId xmlns:a16="http://schemas.microsoft.com/office/drawing/2014/main" id="{326051C3-BFD8-503F-FE67-364A11D5C766}"/>
              </a:ext>
            </a:extLst>
          </p:cNvPr>
          <p:cNvSpPr>
            <a:spLocks noGrp="1" noRot="1" noMove="1" noResize="1" noEditPoints="1" noAdjustHandles="1" noChangeArrowheads="1" noChangeShapeType="1"/>
          </p:cNvSpPr>
          <p:nvPr/>
        </p:nvSpPr>
        <p:spPr>
          <a:xfrm>
            <a:off x="8971081" y="2242844"/>
            <a:ext cx="69742" cy="68400"/>
          </a:xfrm>
          <a:prstGeom prst="diamond">
            <a:avLst/>
          </a:prstGeom>
          <a:solidFill>
            <a:schemeClr val="accent5"/>
          </a:solidFill>
          <a:ln w="6350" cap="flat" cmpd="sng" algn="ctr">
            <a:noFill/>
            <a:prstDash val="solid"/>
            <a:miter lim="800000"/>
            <a:headEnd type="none" w="med" len="med"/>
            <a:tailEnd type="none" w="med" len="med"/>
          </a:ln>
          <a:effectLst/>
          <a:extLst>
            <a:ext uri="{91240B29-F687-4F45-9708-019B960494DF}">
              <a14:hiddenLine xmlns:a14="http://schemas.microsoft.com/office/drawing/2010/main" w="6350">
                <a:solidFill>
                  <a:schemeClr val="tx1"/>
                </a:solidFill>
                <a:prstDash val="solid"/>
                <a:miter lim="800000"/>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lIns="72000" tIns="72000" rIns="72000" bIns="72000" rtlCol="0" anchor="t" anchorCtr="0"/>
          <a:lstStyle/>
          <a:p>
            <a:pPr marL="171450" indent="-171450" algn="l">
              <a:buFont typeface="Wingdings" panose="05000000000000000000" pitchFamily="2" charset="2"/>
              <a:buChar char="Ø"/>
            </a:pPr>
            <a:endParaRPr kumimoji="1" lang="ja-JP" altLang="en-US" sz="1200"/>
          </a:p>
        </p:txBody>
      </p:sp>
      <p:cxnSp>
        <p:nvCxnSpPr>
          <p:cNvPr id="19" name="コネクタ: カギ線 18">
            <a:extLst>
              <a:ext uri="{FF2B5EF4-FFF2-40B4-BE49-F238E27FC236}">
                <a16:creationId xmlns:a16="http://schemas.microsoft.com/office/drawing/2014/main" id="{3466D02A-3E7B-8139-EDFD-48C9B5CBDB95}"/>
              </a:ext>
            </a:extLst>
          </p:cNvPr>
          <p:cNvCxnSpPr>
            <a:cxnSpLocks noGrp="1" noRot="1" noMove="1" noResize="1" noEditPoints="1" noAdjustHandles="1" noChangeArrowheads="1" noChangeShapeType="1"/>
            <a:stCxn id="9" idx="1"/>
            <a:endCxn id="5" idx="3"/>
          </p:cNvCxnSpPr>
          <p:nvPr/>
        </p:nvCxnSpPr>
        <p:spPr>
          <a:xfrm rot="10800000">
            <a:off x="9948425" y="2057261"/>
            <a:ext cx="984024" cy="627161"/>
          </a:xfrm>
          <a:prstGeom prst="bentConnector3">
            <a:avLst>
              <a:gd name="adj1" fmla="val 50000"/>
            </a:avLst>
          </a:prstGeom>
          <a:ln w="25400" cap="flat" cmpd="sng" algn="ctr">
            <a:solidFill>
              <a:srgbClr val="7030A0"/>
            </a:solidFill>
            <a:prstDash val="sysDash"/>
            <a:miter lim="800000"/>
            <a:headEnd type="none"/>
            <a:tailEnd type="triangle"/>
          </a:ln>
        </p:spPr>
        <p:style>
          <a:lnRef idx="1">
            <a:schemeClr val="accent1"/>
          </a:lnRef>
          <a:fillRef idx="0">
            <a:schemeClr val="accent1"/>
          </a:fillRef>
          <a:effectRef idx="0">
            <a:schemeClr val="accent1"/>
          </a:effectRef>
          <a:fontRef idx="minor">
            <a:schemeClr val="tx1"/>
          </a:fontRef>
        </p:style>
      </p:cxnSp>
      <p:sp>
        <p:nvSpPr>
          <p:cNvPr id="22" name="ひし形 21">
            <a:extLst>
              <a:ext uri="{FF2B5EF4-FFF2-40B4-BE49-F238E27FC236}">
                <a16:creationId xmlns:a16="http://schemas.microsoft.com/office/drawing/2014/main" id="{D5E39300-8D5A-D013-79E6-C80968716175}"/>
              </a:ext>
            </a:extLst>
          </p:cNvPr>
          <p:cNvSpPr>
            <a:spLocks noGrp="1" noRot="1" noMove="1" noResize="1" noEditPoints="1" noAdjustHandles="1" noChangeArrowheads="1" noChangeShapeType="1"/>
          </p:cNvSpPr>
          <p:nvPr/>
        </p:nvSpPr>
        <p:spPr>
          <a:xfrm>
            <a:off x="8283539" y="2139770"/>
            <a:ext cx="69742" cy="68400"/>
          </a:xfrm>
          <a:prstGeom prst="diamond">
            <a:avLst/>
          </a:prstGeom>
          <a:solidFill>
            <a:schemeClr val="accent5"/>
          </a:solidFill>
          <a:ln w="6350" cap="flat" cmpd="sng" algn="ctr">
            <a:noFill/>
            <a:prstDash val="solid"/>
            <a:miter lim="800000"/>
            <a:headEnd type="none" w="med" len="med"/>
            <a:tailEnd type="none" w="med" len="med"/>
          </a:ln>
          <a:effectLst/>
          <a:extLst>
            <a:ext uri="{91240B29-F687-4F45-9708-019B960494DF}">
              <a14:hiddenLine xmlns:a14="http://schemas.microsoft.com/office/drawing/2010/main" w="6350">
                <a:solidFill>
                  <a:schemeClr val="tx1"/>
                </a:solidFill>
                <a:prstDash val="solid"/>
                <a:miter lim="800000"/>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lIns="72000" tIns="72000" rIns="72000" bIns="72000" rtlCol="0" anchor="t" anchorCtr="0"/>
          <a:lstStyle/>
          <a:p>
            <a:pPr marL="171450" indent="-171450" algn="l">
              <a:buFont typeface="Wingdings" panose="05000000000000000000" pitchFamily="2" charset="2"/>
              <a:buChar char="Ø"/>
            </a:pPr>
            <a:endParaRPr kumimoji="1" lang="ja-JP" altLang="en-US" sz="1200"/>
          </a:p>
        </p:txBody>
      </p:sp>
      <p:cxnSp>
        <p:nvCxnSpPr>
          <p:cNvPr id="23" name="コネクタ: カギ線 22">
            <a:extLst>
              <a:ext uri="{FF2B5EF4-FFF2-40B4-BE49-F238E27FC236}">
                <a16:creationId xmlns:a16="http://schemas.microsoft.com/office/drawing/2014/main" id="{2A0FDD1E-FC35-97BC-67DE-29C02B45719B}"/>
              </a:ext>
            </a:extLst>
          </p:cNvPr>
          <p:cNvCxnSpPr>
            <a:cxnSpLocks noGrp="1" noRot="1" noMove="1" noResize="1" noEditPoints="1" noAdjustHandles="1" noChangeArrowheads="1" noChangeShapeType="1"/>
            <a:stCxn id="22" idx="3"/>
            <a:endCxn id="17" idx="1"/>
          </p:cNvCxnSpPr>
          <p:nvPr/>
        </p:nvCxnSpPr>
        <p:spPr>
          <a:xfrm>
            <a:off x="8353281" y="2173970"/>
            <a:ext cx="617800" cy="103074"/>
          </a:xfrm>
          <a:prstGeom prst="bentConnector3">
            <a:avLst>
              <a:gd name="adj1" fmla="val 50000"/>
            </a:avLst>
          </a:prstGeom>
          <a:ln w="25400" cap="flat" cmpd="sng" algn="ctr">
            <a:solidFill>
              <a:srgbClr val="7030A0"/>
            </a:solidFill>
            <a:prstDash val="sysDash"/>
            <a:miter lim="800000"/>
            <a:headEnd type="triangle"/>
            <a:tailEnd type="none"/>
          </a:ln>
        </p:spPr>
        <p:style>
          <a:lnRef idx="1">
            <a:schemeClr val="accent1"/>
          </a:lnRef>
          <a:fillRef idx="0">
            <a:schemeClr val="accent1"/>
          </a:fillRef>
          <a:effectRef idx="0">
            <a:schemeClr val="accent1"/>
          </a:effectRef>
          <a:fontRef idx="minor">
            <a:schemeClr val="tx1"/>
          </a:fontRef>
        </p:style>
      </p:cxnSp>
      <p:sp>
        <p:nvSpPr>
          <p:cNvPr id="26" name="テキスト ボックス 25">
            <a:extLst>
              <a:ext uri="{FF2B5EF4-FFF2-40B4-BE49-F238E27FC236}">
                <a16:creationId xmlns:a16="http://schemas.microsoft.com/office/drawing/2014/main" id="{D1CE5CFF-E4EB-372F-4E74-E06AC73ED159}"/>
              </a:ext>
            </a:extLst>
          </p:cNvPr>
          <p:cNvSpPr txBox="1">
            <a:spLocks noGrp="1" noRot="1" noMove="1" noResize="1" noEditPoints="1" noAdjustHandles="1" noChangeArrowheads="1" noChangeShapeType="1"/>
          </p:cNvSpPr>
          <p:nvPr/>
        </p:nvSpPr>
        <p:spPr>
          <a:xfrm>
            <a:off x="8097944" y="2311244"/>
            <a:ext cx="1475883" cy="400110"/>
          </a:xfrm>
          <a:prstGeom prst="rect">
            <a:avLst/>
          </a:prstGeom>
          <a:noFill/>
        </p:spPr>
        <p:txBody>
          <a:bodyPr wrap="square" rtlCol="0">
            <a:spAutoFit/>
          </a:bodyPr>
          <a:lstStyle>
            <a:defPPr>
              <a:defRPr lang="ja-JP"/>
            </a:defPPr>
            <a:lvl1pPr algn="ctr">
              <a:defRPr sz="1000"/>
            </a:lvl1pPr>
          </a:lstStyle>
          <a:p>
            <a:r>
              <a:rPr lang="en-US" altLang="ja-JP"/>
              <a:t>Zip </a:t>
            </a:r>
          </a:p>
          <a:p>
            <a:r>
              <a:rPr lang="en-US" altLang="ja-JP"/>
              <a:t>Download</a:t>
            </a:r>
            <a:endParaRPr lang="ja-JP" altLang="en-US"/>
          </a:p>
        </p:txBody>
      </p:sp>
      <p:sp>
        <p:nvSpPr>
          <p:cNvPr id="27" name="テキスト ボックス 26">
            <a:extLst>
              <a:ext uri="{FF2B5EF4-FFF2-40B4-BE49-F238E27FC236}">
                <a16:creationId xmlns:a16="http://schemas.microsoft.com/office/drawing/2014/main" id="{19B2B667-4BD8-71BD-48C1-D3E3923C1295}"/>
              </a:ext>
            </a:extLst>
          </p:cNvPr>
          <p:cNvSpPr txBox="1">
            <a:spLocks noGrp="1" noRot="1" noMove="1" noResize="1" noEditPoints="1" noAdjustHandles="1" noChangeArrowheads="1" noChangeShapeType="1"/>
          </p:cNvSpPr>
          <p:nvPr/>
        </p:nvSpPr>
        <p:spPr>
          <a:xfrm>
            <a:off x="10256039" y="1842320"/>
            <a:ext cx="1049097" cy="400110"/>
          </a:xfrm>
          <a:prstGeom prst="rect">
            <a:avLst/>
          </a:prstGeom>
          <a:noFill/>
        </p:spPr>
        <p:txBody>
          <a:bodyPr wrap="square" rtlCol="0">
            <a:spAutoFit/>
          </a:bodyPr>
          <a:lstStyle/>
          <a:p>
            <a:pPr algn="ctr"/>
            <a:r>
              <a:rPr lang="ja-JP" altLang="en-US" sz="1000"/>
              <a:t>添付ファイル取得</a:t>
            </a:r>
            <a:endParaRPr kumimoji="1" lang="ja-JP" altLang="en-US" sz="600"/>
          </a:p>
        </p:txBody>
      </p:sp>
      <p:sp>
        <p:nvSpPr>
          <p:cNvPr id="28" name="ひし形 27">
            <a:extLst>
              <a:ext uri="{FF2B5EF4-FFF2-40B4-BE49-F238E27FC236}">
                <a16:creationId xmlns:a16="http://schemas.microsoft.com/office/drawing/2014/main" id="{41DD2BFD-F3BD-83E5-2AF2-964BEE57136F}"/>
              </a:ext>
            </a:extLst>
          </p:cNvPr>
          <p:cNvSpPr>
            <a:spLocks noGrp="1" noRot="1" noMove="1" noResize="1" noEditPoints="1" noAdjustHandles="1" noChangeArrowheads="1" noChangeShapeType="1"/>
          </p:cNvSpPr>
          <p:nvPr/>
        </p:nvSpPr>
        <p:spPr>
          <a:xfrm>
            <a:off x="9935789" y="1880431"/>
            <a:ext cx="69742" cy="68400"/>
          </a:xfrm>
          <a:prstGeom prst="diamond">
            <a:avLst/>
          </a:prstGeom>
          <a:solidFill>
            <a:schemeClr val="accent5"/>
          </a:solidFill>
          <a:ln w="6350" cap="flat" cmpd="sng" algn="ctr">
            <a:noFill/>
            <a:prstDash val="solid"/>
            <a:miter lim="800000"/>
            <a:headEnd type="none" w="med" len="med"/>
            <a:tailEnd type="none" w="med" len="med"/>
          </a:ln>
          <a:effectLst/>
          <a:extLst>
            <a:ext uri="{91240B29-F687-4F45-9708-019B960494DF}">
              <a14:hiddenLine xmlns:a14="http://schemas.microsoft.com/office/drawing/2010/main" w="6350">
                <a:solidFill>
                  <a:schemeClr val="tx1"/>
                </a:solidFill>
                <a:prstDash val="solid"/>
                <a:miter lim="800000"/>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lIns="72000" tIns="72000" rIns="72000" bIns="72000" rtlCol="0" anchor="t" anchorCtr="0"/>
          <a:lstStyle/>
          <a:p>
            <a:pPr marL="171450" indent="-171450" algn="l">
              <a:buFont typeface="Wingdings" panose="05000000000000000000" pitchFamily="2" charset="2"/>
              <a:buChar char="Ø"/>
            </a:pPr>
            <a:endParaRPr kumimoji="1" lang="ja-JP" altLang="en-US" sz="1200"/>
          </a:p>
        </p:txBody>
      </p:sp>
      <p:cxnSp>
        <p:nvCxnSpPr>
          <p:cNvPr id="30" name="コネクタ: カギ線 29">
            <a:extLst>
              <a:ext uri="{FF2B5EF4-FFF2-40B4-BE49-F238E27FC236}">
                <a16:creationId xmlns:a16="http://schemas.microsoft.com/office/drawing/2014/main" id="{59F3C52D-9D09-82D1-15AC-4328E1776DE2}"/>
              </a:ext>
            </a:extLst>
          </p:cNvPr>
          <p:cNvCxnSpPr>
            <a:cxnSpLocks noGrp="1" noRot="1" noMove="1" noResize="1" noEditPoints="1" noAdjustHandles="1" noChangeArrowheads="1" noChangeShapeType="1"/>
            <a:stCxn id="8" idx="1"/>
            <a:endCxn id="28" idx="3"/>
          </p:cNvCxnSpPr>
          <p:nvPr/>
        </p:nvCxnSpPr>
        <p:spPr>
          <a:xfrm rot="10800000" flipV="1">
            <a:off x="10005531" y="1373073"/>
            <a:ext cx="669580" cy="541558"/>
          </a:xfrm>
          <a:prstGeom prst="bentConnector3">
            <a:avLst>
              <a:gd name="adj1" fmla="val 50000"/>
            </a:avLst>
          </a:prstGeom>
          <a:ln w="25400" cap="flat" cmpd="sng" algn="ctr">
            <a:solidFill>
              <a:schemeClr val="accent1">
                <a:lumMod val="60000"/>
                <a:lumOff val="40000"/>
              </a:schemeClr>
            </a:solidFill>
            <a:prstDash val="sysDash"/>
            <a:miter lim="800000"/>
            <a:headEnd type="none"/>
            <a:tailEnd type="triangle"/>
          </a:ln>
        </p:spPr>
        <p:style>
          <a:lnRef idx="1">
            <a:schemeClr val="accent1"/>
          </a:lnRef>
          <a:fillRef idx="0">
            <a:schemeClr val="accent1"/>
          </a:fillRef>
          <a:effectRef idx="0">
            <a:schemeClr val="accent1"/>
          </a:effectRef>
          <a:fontRef idx="minor">
            <a:schemeClr val="tx1"/>
          </a:fontRef>
        </p:style>
      </p:cxnSp>
      <p:sp>
        <p:nvSpPr>
          <p:cNvPr id="33" name="テキスト ボックス 32">
            <a:extLst>
              <a:ext uri="{FF2B5EF4-FFF2-40B4-BE49-F238E27FC236}">
                <a16:creationId xmlns:a16="http://schemas.microsoft.com/office/drawing/2014/main" id="{995E9AE6-98D2-5FB5-B5D9-408A7DAC0B4C}"/>
              </a:ext>
            </a:extLst>
          </p:cNvPr>
          <p:cNvSpPr txBox="1">
            <a:spLocks noGrp="1" noRot="1" noMove="1" noResize="1" noEditPoints="1" noAdjustHandles="1" noChangeArrowheads="1" noChangeShapeType="1"/>
          </p:cNvSpPr>
          <p:nvPr/>
        </p:nvSpPr>
        <p:spPr>
          <a:xfrm>
            <a:off x="9946510" y="2665275"/>
            <a:ext cx="1049098" cy="461665"/>
          </a:xfrm>
          <a:prstGeom prst="rect">
            <a:avLst/>
          </a:prstGeom>
          <a:noFill/>
        </p:spPr>
        <p:txBody>
          <a:bodyPr wrap="square" rtlCol="0">
            <a:spAutoFit/>
          </a:bodyPr>
          <a:lstStyle>
            <a:defPPr>
              <a:defRPr lang="ja-JP"/>
            </a:defPPr>
            <a:lvl1pPr algn="ctr">
              <a:defRPr sz="1000"/>
            </a:lvl1pPr>
          </a:lstStyle>
          <a:p>
            <a:r>
              <a:rPr lang="ja-JP" altLang="en-US" sz="800"/>
              <a:t>添付ファイルは</a:t>
            </a:r>
            <a:r>
              <a:rPr lang="en-US" altLang="ja-JP" sz="800"/>
              <a:t>SPO</a:t>
            </a:r>
            <a:r>
              <a:rPr lang="ja-JP" altLang="en-US" sz="800"/>
              <a:t>に保存する場合</a:t>
            </a:r>
            <a:r>
              <a:rPr lang="ja-JP" altLang="en-US" sz="800">
                <a:solidFill>
                  <a:srgbClr val="00B050"/>
                </a:solidFill>
              </a:rPr>
              <a:t>（お薦め</a:t>
            </a:r>
            <a:r>
              <a:rPr lang="en-US" altLang="ja-JP" sz="800">
                <a:solidFill>
                  <a:srgbClr val="00B050"/>
                </a:solidFill>
              </a:rPr>
              <a:t>)</a:t>
            </a:r>
            <a:endParaRPr lang="ja-JP" altLang="en-US" sz="800">
              <a:solidFill>
                <a:srgbClr val="00B050"/>
              </a:solidFill>
            </a:endParaRPr>
          </a:p>
        </p:txBody>
      </p:sp>
      <p:sp>
        <p:nvSpPr>
          <p:cNvPr id="34" name="テキスト ボックス 33">
            <a:extLst>
              <a:ext uri="{FF2B5EF4-FFF2-40B4-BE49-F238E27FC236}">
                <a16:creationId xmlns:a16="http://schemas.microsoft.com/office/drawing/2014/main" id="{845B540C-A3E0-2531-70CB-A26CC24CD460}"/>
              </a:ext>
            </a:extLst>
          </p:cNvPr>
          <p:cNvSpPr txBox="1">
            <a:spLocks noGrp="1" noRot="1" noMove="1" noResize="1" noEditPoints="1" noAdjustHandles="1" noChangeArrowheads="1" noChangeShapeType="1"/>
          </p:cNvSpPr>
          <p:nvPr/>
        </p:nvSpPr>
        <p:spPr>
          <a:xfrm>
            <a:off x="9492487" y="1026587"/>
            <a:ext cx="1310574" cy="461665"/>
          </a:xfrm>
          <a:prstGeom prst="rect">
            <a:avLst/>
          </a:prstGeom>
          <a:noFill/>
        </p:spPr>
        <p:txBody>
          <a:bodyPr wrap="square" rtlCol="0">
            <a:spAutoFit/>
          </a:bodyPr>
          <a:lstStyle>
            <a:defPPr>
              <a:defRPr lang="ja-JP"/>
            </a:defPPr>
            <a:lvl1pPr algn="ctr">
              <a:defRPr sz="1000"/>
            </a:lvl1pPr>
          </a:lstStyle>
          <a:p>
            <a:r>
              <a:rPr lang="ja-JP" altLang="en-US" sz="800">
                <a:solidFill>
                  <a:schemeClr val="accent1">
                    <a:lumMod val="60000"/>
                    <a:lumOff val="40000"/>
                  </a:schemeClr>
                </a:solidFill>
              </a:rPr>
              <a:t>添付ファイルは</a:t>
            </a:r>
            <a:r>
              <a:rPr lang="en-US" altLang="ja-JP" sz="800">
                <a:solidFill>
                  <a:schemeClr val="accent1">
                    <a:lumMod val="60000"/>
                    <a:lumOff val="40000"/>
                  </a:schemeClr>
                </a:solidFill>
              </a:rPr>
              <a:t>Dataverse</a:t>
            </a:r>
            <a:r>
              <a:rPr lang="ja-JP" altLang="en-US" sz="800">
                <a:solidFill>
                  <a:schemeClr val="accent1">
                    <a:lumMod val="60000"/>
                    <a:lumOff val="40000"/>
                  </a:schemeClr>
                </a:solidFill>
              </a:rPr>
              <a:t>に保存する場合</a:t>
            </a:r>
          </a:p>
        </p:txBody>
      </p:sp>
      <p:sp>
        <p:nvSpPr>
          <p:cNvPr id="35" name="テキスト ボックス 34">
            <a:extLst>
              <a:ext uri="{FF2B5EF4-FFF2-40B4-BE49-F238E27FC236}">
                <a16:creationId xmlns:a16="http://schemas.microsoft.com/office/drawing/2014/main" id="{D10B4D07-D167-7411-8B6E-5157B773A998}"/>
              </a:ext>
            </a:extLst>
          </p:cNvPr>
          <p:cNvSpPr txBox="1">
            <a:spLocks noGrp="1" noRot="1" noMove="1" noResize="1" noEditPoints="1" noAdjustHandles="1" noChangeArrowheads="1" noChangeShapeType="1"/>
          </p:cNvSpPr>
          <p:nvPr/>
        </p:nvSpPr>
        <p:spPr>
          <a:xfrm>
            <a:off x="9082846" y="2470646"/>
            <a:ext cx="1093047" cy="338554"/>
          </a:xfrm>
          <a:prstGeom prst="rect">
            <a:avLst/>
          </a:prstGeom>
          <a:noFill/>
        </p:spPr>
        <p:txBody>
          <a:bodyPr wrap="square" rtlCol="0">
            <a:spAutoFit/>
          </a:bodyPr>
          <a:lstStyle/>
          <a:p>
            <a:pPr algn="ctr"/>
            <a:r>
              <a:rPr lang="ja-JP" altLang="en-US" sz="800" b="1"/>
              <a:t>複数ファイルを取得し、</a:t>
            </a:r>
            <a:r>
              <a:rPr lang="en-US" altLang="ja-JP" sz="800" b="1"/>
              <a:t>Zip</a:t>
            </a:r>
            <a:r>
              <a:rPr lang="ja-JP" altLang="en-US" sz="800" b="1"/>
              <a:t>にする</a:t>
            </a:r>
            <a:endParaRPr kumimoji="1" lang="ja-JP" altLang="en-US" sz="400" b="1"/>
          </a:p>
        </p:txBody>
      </p:sp>
      <p:sp>
        <p:nvSpPr>
          <p:cNvPr id="36" name="四角形: 角を丸くする 35">
            <a:extLst>
              <a:ext uri="{FF2B5EF4-FFF2-40B4-BE49-F238E27FC236}">
                <a16:creationId xmlns:a16="http://schemas.microsoft.com/office/drawing/2014/main" id="{064EACDC-580A-B3FC-C550-8331A60A2706}"/>
              </a:ext>
            </a:extLst>
          </p:cNvPr>
          <p:cNvSpPr>
            <a:spLocks/>
          </p:cNvSpPr>
          <p:nvPr/>
        </p:nvSpPr>
        <p:spPr>
          <a:xfrm>
            <a:off x="7023551" y="746211"/>
            <a:ext cx="4919529" cy="2420005"/>
          </a:xfrm>
          <a:prstGeom prst="roundRect">
            <a:avLst>
              <a:gd name="adj" fmla="val 4625"/>
            </a:avLst>
          </a:prstGeom>
          <a:noFill/>
          <a:ln w="635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四角形: 角を丸くする 36">
            <a:extLst>
              <a:ext uri="{FF2B5EF4-FFF2-40B4-BE49-F238E27FC236}">
                <a16:creationId xmlns:a16="http://schemas.microsoft.com/office/drawing/2014/main" id="{05DD32D5-1BDE-3E56-04CB-FC94D09CFA96}"/>
              </a:ext>
            </a:extLst>
          </p:cNvPr>
          <p:cNvSpPr/>
          <p:nvPr/>
        </p:nvSpPr>
        <p:spPr>
          <a:xfrm>
            <a:off x="7032722" y="3415801"/>
            <a:ext cx="4919529" cy="2552854"/>
          </a:xfrm>
          <a:prstGeom prst="roundRect">
            <a:avLst>
              <a:gd name="adj" fmla="val 4625"/>
            </a:avLst>
          </a:prstGeom>
          <a:noFill/>
          <a:ln w="635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38" name="コンテンツ プレースホルダー 4" descr="グラフィカル ユーザー インターフェイス&#10;&#10;AI によって生成されたコンテンツは間違っている可能性があります。">
            <a:extLst>
              <a:ext uri="{FF2B5EF4-FFF2-40B4-BE49-F238E27FC236}">
                <a16:creationId xmlns:a16="http://schemas.microsoft.com/office/drawing/2014/main" id="{12B18B98-9B8D-B364-472C-F865455F39E8}"/>
              </a:ext>
            </a:extLst>
          </p:cNvPr>
          <p:cNvPicPr>
            <a:picLocks/>
          </p:cNvPicPr>
          <p:nvPr/>
        </p:nvPicPr>
        <p:blipFill>
          <a:blip r:embed="rId4"/>
          <a:stretch>
            <a:fillRect/>
          </a:stretch>
        </p:blipFill>
        <p:spPr>
          <a:xfrm>
            <a:off x="7143976" y="3731248"/>
            <a:ext cx="1466624" cy="859119"/>
          </a:xfrm>
          <a:prstGeom prst="rect">
            <a:avLst/>
          </a:prstGeom>
        </p:spPr>
      </p:pic>
      <p:pic>
        <p:nvPicPr>
          <p:cNvPr id="1026" name="Picture 2" descr="WebView2APISample アプリの実行">
            <a:extLst>
              <a:ext uri="{FF2B5EF4-FFF2-40B4-BE49-F238E27FC236}">
                <a16:creationId xmlns:a16="http://schemas.microsoft.com/office/drawing/2014/main" id="{8FC98BF9-FF05-59B0-D2A2-393B39026EB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872156" y="4311581"/>
            <a:ext cx="686572" cy="397846"/>
          </a:xfrm>
          <a:prstGeom prst="rect">
            <a:avLst/>
          </a:prstGeom>
          <a:noFill/>
          <a:extLst>
            <a:ext uri="{909E8E84-426E-40DD-AFC4-6F175D3DCCD1}">
              <a14:hiddenFill xmlns:a14="http://schemas.microsoft.com/office/drawing/2010/main">
                <a:solidFill>
                  <a:srgbClr val="FFFFFF"/>
                </a:solidFill>
              </a14:hiddenFill>
            </a:ext>
          </a:extLst>
        </p:spPr>
      </p:pic>
      <p:pic>
        <p:nvPicPr>
          <p:cNvPr id="41" name="図 40" descr="部屋, 賭博場 が含まれている画像&#10;&#10;AI によって生成されたコンテンツは間違っている可能性があります。">
            <a:extLst>
              <a:ext uri="{FF2B5EF4-FFF2-40B4-BE49-F238E27FC236}">
                <a16:creationId xmlns:a16="http://schemas.microsoft.com/office/drawing/2014/main" id="{048605FE-927E-1B21-4A66-86468D4C6523}"/>
              </a:ext>
            </a:extLst>
          </p:cNvPr>
          <p:cNvPicPr/>
          <p:nvPr/>
        </p:nvPicPr>
        <p:blipFill>
          <a:blip r:embed="rId6"/>
          <a:stretch>
            <a:fillRect/>
          </a:stretch>
        </p:blipFill>
        <p:spPr>
          <a:xfrm>
            <a:off x="10691256" y="4058777"/>
            <a:ext cx="1158274" cy="683630"/>
          </a:xfrm>
          <a:prstGeom prst="rect">
            <a:avLst/>
          </a:prstGeom>
        </p:spPr>
      </p:pic>
      <p:pic>
        <p:nvPicPr>
          <p:cNvPr id="42" name="図 41" descr="ロゴ, アイコン&#10;&#10;AI によって生成されたコンテンツは間違っている可能性があります。">
            <a:extLst>
              <a:ext uri="{FF2B5EF4-FFF2-40B4-BE49-F238E27FC236}">
                <a16:creationId xmlns:a16="http://schemas.microsoft.com/office/drawing/2014/main" id="{1EB3B8AD-7F47-AB7D-99F8-006B2B105732}"/>
              </a:ext>
            </a:extLst>
          </p:cNvPr>
          <p:cNvPicPr/>
          <p:nvPr/>
        </p:nvPicPr>
        <p:blipFill>
          <a:blip r:embed="rId7"/>
          <a:stretch>
            <a:fillRect/>
          </a:stretch>
        </p:blipFill>
        <p:spPr>
          <a:xfrm>
            <a:off x="10932449" y="5087943"/>
            <a:ext cx="643597" cy="629116"/>
          </a:xfrm>
          <a:prstGeom prst="rect">
            <a:avLst/>
          </a:prstGeom>
        </p:spPr>
      </p:pic>
      <p:sp>
        <p:nvSpPr>
          <p:cNvPr id="45" name="ひし形 44">
            <a:extLst>
              <a:ext uri="{FF2B5EF4-FFF2-40B4-BE49-F238E27FC236}">
                <a16:creationId xmlns:a16="http://schemas.microsoft.com/office/drawing/2014/main" id="{BB6CD4F8-4DE0-76F3-1D0D-7913041730DE}"/>
              </a:ext>
            </a:extLst>
          </p:cNvPr>
          <p:cNvSpPr/>
          <p:nvPr/>
        </p:nvSpPr>
        <p:spPr>
          <a:xfrm>
            <a:off x="8610600" y="3892894"/>
            <a:ext cx="69742" cy="68400"/>
          </a:xfrm>
          <a:prstGeom prst="diamond">
            <a:avLst/>
          </a:prstGeom>
          <a:solidFill>
            <a:schemeClr val="accent5"/>
          </a:solidFill>
          <a:ln w="6350" cap="flat" cmpd="sng" algn="ctr">
            <a:noFill/>
            <a:prstDash val="solid"/>
            <a:miter lim="800000"/>
            <a:headEnd type="none" w="med" len="med"/>
            <a:tailEnd type="none" w="med" len="med"/>
          </a:ln>
          <a:effectLst/>
          <a:extLst>
            <a:ext uri="{91240B29-F687-4F45-9708-019B960494DF}">
              <a14:hiddenLine xmlns:a14="http://schemas.microsoft.com/office/drawing/2010/main" w="6350">
                <a:solidFill>
                  <a:schemeClr val="tx1"/>
                </a:solidFill>
                <a:prstDash val="solid"/>
                <a:miter lim="800000"/>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lIns="72000" tIns="72000" rIns="72000" bIns="72000" rtlCol="0" anchor="t" anchorCtr="0"/>
          <a:lstStyle/>
          <a:p>
            <a:pPr marL="171450" indent="-171450" algn="l">
              <a:buFont typeface="Wingdings" panose="05000000000000000000" pitchFamily="2" charset="2"/>
              <a:buChar char="Ø"/>
            </a:pPr>
            <a:endParaRPr kumimoji="1" lang="ja-JP" altLang="en-US" sz="1200"/>
          </a:p>
        </p:txBody>
      </p:sp>
      <p:cxnSp>
        <p:nvCxnSpPr>
          <p:cNvPr id="46" name="コネクタ: カギ線 45">
            <a:extLst>
              <a:ext uri="{FF2B5EF4-FFF2-40B4-BE49-F238E27FC236}">
                <a16:creationId xmlns:a16="http://schemas.microsoft.com/office/drawing/2014/main" id="{926F2486-4592-03E8-E8B8-9A566DB7A44D}"/>
              </a:ext>
            </a:extLst>
          </p:cNvPr>
          <p:cNvCxnSpPr>
            <a:cxnSpLocks/>
            <a:endCxn id="1025" idx="3"/>
          </p:cNvCxnSpPr>
          <p:nvPr/>
        </p:nvCxnSpPr>
        <p:spPr>
          <a:xfrm rot="10800000">
            <a:off x="8673207" y="4373437"/>
            <a:ext cx="2259244" cy="1029066"/>
          </a:xfrm>
          <a:prstGeom prst="bentConnector3">
            <a:avLst>
              <a:gd name="adj1" fmla="val 24816"/>
            </a:avLst>
          </a:prstGeom>
          <a:ln w="25400" cap="flat" cmpd="sng" algn="ctr">
            <a:solidFill>
              <a:srgbClr val="7030A0"/>
            </a:solidFill>
            <a:prstDash val="sysDash"/>
            <a:miter lim="800000"/>
            <a:headEnd type="none"/>
            <a:tailEnd type="triangle"/>
          </a:ln>
        </p:spPr>
        <p:style>
          <a:lnRef idx="1">
            <a:schemeClr val="accent1"/>
          </a:lnRef>
          <a:fillRef idx="0">
            <a:schemeClr val="accent1"/>
          </a:fillRef>
          <a:effectRef idx="0">
            <a:schemeClr val="accent1"/>
          </a:effectRef>
          <a:fontRef idx="minor">
            <a:schemeClr val="tx1"/>
          </a:fontRef>
        </p:style>
      </p:cxnSp>
      <p:sp>
        <p:nvSpPr>
          <p:cNvPr id="49" name="テキスト ボックス 48">
            <a:extLst>
              <a:ext uri="{FF2B5EF4-FFF2-40B4-BE49-F238E27FC236}">
                <a16:creationId xmlns:a16="http://schemas.microsoft.com/office/drawing/2014/main" id="{968659B2-76D2-B937-EA9D-AC60A1FA2E87}"/>
              </a:ext>
            </a:extLst>
          </p:cNvPr>
          <p:cNvSpPr txBox="1"/>
          <p:nvPr/>
        </p:nvSpPr>
        <p:spPr>
          <a:xfrm>
            <a:off x="9097507" y="4077426"/>
            <a:ext cx="1049097" cy="215444"/>
          </a:xfrm>
          <a:prstGeom prst="rect">
            <a:avLst/>
          </a:prstGeom>
          <a:noFill/>
        </p:spPr>
        <p:txBody>
          <a:bodyPr wrap="square" rtlCol="0">
            <a:spAutoFit/>
          </a:bodyPr>
          <a:lstStyle/>
          <a:p>
            <a:pPr algn="ctr"/>
            <a:r>
              <a:rPr lang="ja-JP" altLang="en-US" sz="800" b="1"/>
              <a:t>添付ファイル取得</a:t>
            </a:r>
            <a:endParaRPr kumimoji="1" lang="ja-JP" altLang="en-US" sz="400" b="1"/>
          </a:p>
        </p:txBody>
      </p:sp>
      <p:sp>
        <p:nvSpPr>
          <p:cNvPr id="50" name="ひし形 49">
            <a:extLst>
              <a:ext uri="{FF2B5EF4-FFF2-40B4-BE49-F238E27FC236}">
                <a16:creationId xmlns:a16="http://schemas.microsoft.com/office/drawing/2014/main" id="{738F567A-A244-5CD1-00C0-9C843232004E}"/>
              </a:ext>
            </a:extLst>
          </p:cNvPr>
          <p:cNvSpPr/>
          <p:nvPr/>
        </p:nvSpPr>
        <p:spPr>
          <a:xfrm>
            <a:off x="8610600" y="3892894"/>
            <a:ext cx="69742" cy="68400"/>
          </a:xfrm>
          <a:prstGeom prst="diamond">
            <a:avLst/>
          </a:prstGeom>
          <a:solidFill>
            <a:schemeClr val="accent5"/>
          </a:solidFill>
          <a:ln w="6350" cap="flat" cmpd="sng" algn="ctr">
            <a:noFill/>
            <a:prstDash val="solid"/>
            <a:miter lim="800000"/>
            <a:headEnd type="none" w="med" len="med"/>
            <a:tailEnd type="none" w="med" len="med"/>
          </a:ln>
          <a:effectLst/>
          <a:extLst>
            <a:ext uri="{91240B29-F687-4F45-9708-019B960494DF}">
              <a14:hiddenLine xmlns:a14="http://schemas.microsoft.com/office/drawing/2010/main" w="6350">
                <a:solidFill>
                  <a:schemeClr val="tx1"/>
                </a:solidFill>
                <a:prstDash val="solid"/>
                <a:miter lim="800000"/>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lIns="72000" tIns="72000" rIns="72000" bIns="72000" rtlCol="0" anchor="t" anchorCtr="0"/>
          <a:lstStyle/>
          <a:p>
            <a:pPr marL="171450" indent="-171450" algn="l">
              <a:buFont typeface="Wingdings" panose="05000000000000000000" pitchFamily="2" charset="2"/>
              <a:buChar char="Ø"/>
            </a:pPr>
            <a:endParaRPr kumimoji="1" lang="ja-JP" altLang="en-US" sz="1200"/>
          </a:p>
        </p:txBody>
      </p:sp>
      <p:cxnSp>
        <p:nvCxnSpPr>
          <p:cNvPr id="51" name="コネクタ: カギ線 50">
            <a:extLst>
              <a:ext uri="{FF2B5EF4-FFF2-40B4-BE49-F238E27FC236}">
                <a16:creationId xmlns:a16="http://schemas.microsoft.com/office/drawing/2014/main" id="{DBE3B989-17C9-F5C6-C8FD-957D3712AC06}"/>
              </a:ext>
            </a:extLst>
          </p:cNvPr>
          <p:cNvCxnSpPr>
            <a:cxnSpLocks/>
            <a:stCxn id="41" idx="0"/>
            <a:endCxn id="50" idx="3"/>
          </p:cNvCxnSpPr>
          <p:nvPr/>
        </p:nvCxnSpPr>
        <p:spPr>
          <a:xfrm rot="16200000" flipV="1">
            <a:off x="9909527" y="2697910"/>
            <a:ext cx="131683" cy="2590051"/>
          </a:xfrm>
          <a:prstGeom prst="bentConnector2">
            <a:avLst/>
          </a:prstGeom>
          <a:ln w="25400" cap="flat" cmpd="sng" algn="ctr">
            <a:solidFill>
              <a:schemeClr val="accent1">
                <a:lumMod val="60000"/>
                <a:lumOff val="40000"/>
              </a:schemeClr>
            </a:solidFill>
            <a:prstDash val="sysDash"/>
            <a:miter lim="800000"/>
            <a:headEnd type="none"/>
            <a:tailEnd type="triangle"/>
          </a:ln>
        </p:spPr>
        <p:style>
          <a:lnRef idx="1">
            <a:schemeClr val="accent1"/>
          </a:lnRef>
          <a:fillRef idx="0">
            <a:schemeClr val="accent1"/>
          </a:fillRef>
          <a:effectRef idx="0">
            <a:schemeClr val="accent1"/>
          </a:effectRef>
          <a:fontRef idx="minor">
            <a:schemeClr val="tx1"/>
          </a:fontRef>
        </p:style>
      </p:cxnSp>
      <p:sp>
        <p:nvSpPr>
          <p:cNvPr id="52" name="テキスト ボックス 51">
            <a:extLst>
              <a:ext uri="{FF2B5EF4-FFF2-40B4-BE49-F238E27FC236}">
                <a16:creationId xmlns:a16="http://schemas.microsoft.com/office/drawing/2014/main" id="{736732A5-B289-5102-6DF9-938D0823F096}"/>
              </a:ext>
            </a:extLst>
          </p:cNvPr>
          <p:cNvSpPr txBox="1"/>
          <p:nvPr/>
        </p:nvSpPr>
        <p:spPr>
          <a:xfrm>
            <a:off x="9946510" y="5383355"/>
            <a:ext cx="1049098" cy="461665"/>
          </a:xfrm>
          <a:prstGeom prst="rect">
            <a:avLst/>
          </a:prstGeom>
          <a:noFill/>
        </p:spPr>
        <p:txBody>
          <a:bodyPr wrap="square" rtlCol="0">
            <a:spAutoFit/>
          </a:bodyPr>
          <a:lstStyle>
            <a:defPPr>
              <a:defRPr lang="ja-JP"/>
            </a:defPPr>
            <a:lvl1pPr algn="ctr">
              <a:defRPr sz="1000"/>
            </a:lvl1pPr>
          </a:lstStyle>
          <a:p>
            <a:r>
              <a:rPr lang="ja-JP" altLang="en-US" sz="800"/>
              <a:t>添付ファイルは</a:t>
            </a:r>
            <a:r>
              <a:rPr lang="en-US" altLang="ja-JP" sz="800"/>
              <a:t>SPO</a:t>
            </a:r>
            <a:r>
              <a:rPr lang="ja-JP" altLang="en-US" sz="800"/>
              <a:t>に保存する場合</a:t>
            </a:r>
            <a:r>
              <a:rPr lang="ja-JP" altLang="en-US" sz="800">
                <a:solidFill>
                  <a:srgbClr val="00B050"/>
                </a:solidFill>
              </a:rPr>
              <a:t>（お薦め</a:t>
            </a:r>
            <a:r>
              <a:rPr lang="en-US" altLang="ja-JP" sz="800">
                <a:solidFill>
                  <a:srgbClr val="00B050"/>
                </a:solidFill>
              </a:rPr>
              <a:t>)</a:t>
            </a:r>
            <a:endParaRPr lang="ja-JP" altLang="en-US" sz="800">
              <a:solidFill>
                <a:srgbClr val="00B050"/>
              </a:solidFill>
            </a:endParaRPr>
          </a:p>
        </p:txBody>
      </p:sp>
      <p:sp>
        <p:nvSpPr>
          <p:cNvPr id="53" name="テキスト ボックス 52">
            <a:extLst>
              <a:ext uri="{FF2B5EF4-FFF2-40B4-BE49-F238E27FC236}">
                <a16:creationId xmlns:a16="http://schemas.microsoft.com/office/drawing/2014/main" id="{9EBA4CA8-E3AD-1ABA-BF5B-AF8687D19644}"/>
              </a:ext>
            </a:extLst>
          </p:cNvPr>
          <p:cNvSpPr txBox="1"/>
          <p:nvPr/>
        </p:nvSpPr>
        <p:spPr>
          <a:xfrm>
            <a:off x="9741408" y="3623980"/>
            <a:ext cx="1396882" cy="338554"/>
          </a:xfrm>
          <a:prstGeom prst="rect">
            <a:avLst/>
          </a:prstGeom>
          <a:noFill/>
        </p:spPr>
        <p:txBody>
          <a:bodyPr wrap="square" rtlCol="0">
            <a:spAutoFit/>
          </a:bodyPr>
          <a:lstStyle>
            <a:defPPr>
              <a:defRPr lang="ja-JP"/>
            </a:defPPr>
            <a:lvl1pPr algn="ctr">
              <a:defRPr sz="1000"/>
            </a:lvl1pPr>
          </a:lstStyle>
          <a:p>
            <a:r>
              <a:rPr lang="ja-JP" altLang="en-US" sz="800">
                <a:solidFill>
                  <a:schemeClr val="accent1">
                    <a:lumMod val="60000"/>
                    <a:lumOff val="40000"/>
                  </a:schemeClr>
                </a:solidFill>
              </a:rPr>
              <a:t>添付ファイルは</a:t>
            </a:r>
            <a:endParaRPr lang="en-US" altLang="ja-JP" sz="800">
              <a:solidFill>
                <a:schemeClr val="accent1">
                  <a:lumMod val="60000"/>
                  <a:lumOff val="40000"/>
                </a:schemeClr>
              </a:solidFill>
            </a:endParaRPr>
          </a:p>
          <a:p>
            <a:r>
              <a:rPr lang="en-US" altLang="ja-JP" sz="800">
                <a:solidFill>
                  <a:schemeClr val="accent1">
                    <a:lumMod val="60000"/>
                    <a:lumOff val="40000"/>
                  </a:schemeClr>
                </a:solidFill>
              </a:rPr>
              <a:t>Dataverse</a:t>
            </a:r>
            <a:r>
              <a:rPr lang="ja-JP" altLang="en-US" sz="800">
                <a:solidFill>
                  <a:schemeClr val="accent1">
                    <a:lumMod val="60000"/>
                    <a:lumOff val="40000"/>
                  </a:schemeClr>
                </a:solidFill>
              </a:rPr>
              <a:t>に保存する場合</a:t>
            </a:r>
          </a:p>
        </p:txBody>
      </p:sp>
      <p:sp>
        <p:nvSpPr>
          <p:cNvPr id="59" name="テキスト ボックス 58">
            <a:extLst>
              <a:ext uri="{FF2B5EF4-FFF2-40B4-BE49-F238E27FC236}">
                <a16:creationId xmlns:a16="http://schemas.microsoft.com/office/drawing/2014/main" id="{032B2152-9C4D-D480-7542-56B9A573E73C}"/>
              </a:ext>
            </a:extLst>
          </p:cNvPr>
          <p:cNvSpPr txBox="1"/>
          <p:nvPr/>
        </p:nvSpPr>
        <p:spPr>
          <a:xfrm>
            <a:off x="7111744" y="4944435"/>
            <a:ext cx="2691085" cy="954107"/>
          </a:xfrm>
          <a:prstGeom prst="rect">
            <a:avLst/>
          </a:prstGeom>
          <a:noFill/>
        </p:spPr>
        <p:txBody>
          <a:bodyPr wrap="square" rtlCol="0">
            <a:spAutoFit/>
          </a:bodyPr>
          <a:lstStyle/>
          <a:p>
            <a:pPr marL="228600" indent="-228600">
              <a:buFont typeface="+mj-lt"/>
              <a:buAutoNum type="arabicPeriod"/>
            </a:pPr>
            <a:r>
              <a:rPr kumimoji="1" lang="en-US" altLang="ja-JP" sz="700"/>
              <a:t>Power</a:t>
            </a:r>
            <a:r>
              <a:rPr lang="ja-JP" altLang="en-US" sz="700"/>
              <a:t> </a:t>
            </a:r>
            <a:r>
              <a:rPr lang="en-US" altLang="ja-JP" sz="700"/>
              <a:t>Apps</a:t>
            </a:r>
            <a:r>
              <a:rPr lang="ja-JP" altLang="en-US" sz="700"/>
              <a:t>　は直接</a:t>
            </a:r>
            <a:r>
              <a:rPr lang="en-US" altLang="ja-JP" sz="700"/>
              <a:t>Dataverse</a:t>
            </a:r>
            <a:r>
              <a:rPr lang="ja-JP" altLang="en-US" sz="700"/>
              <a:t>あるいは</a:t>
            </a:r>
            <a:r>
              <a:rPr lang="en-US" altLang="ja-JP" sz="700"/>
              <a:t>SPO</a:t>
            </a:r>
            <a:r>
              <a:rPr lang="ja-JP" altLang="en-US" sz="700"/>
              <a:t>からファイル内容を取得し、画面に保存</a:t>
            </a:r>
            <a:endParaRPr lang="en-US" altLang="ja-JP" sz="700"/>
          </a:p>
          <a:p>
            <a:pPr marL="228600" indent="-228600">
              <a:buFont typeface="+mj-lt"/>
              <a:buAutoNum type="arabicPeriod"/>
            </a:pPr>
            <a:r>
              <a:rPr kumimoji="1" lang="ja-JP" altLang="en-US" sz="700"/>
              <a:t>埋め込みの</a:t>
            </a:r>
            <a:r>
              <a:rPr kumimoji="1" lang="en-US" altLang="ja-JP" sz="700" err="1"/>
              <a:t>WebControl</a:t>
            </a:r>
            <a:r>
              <a:rPr kumimoji="1" lang="ja-JP" altLang="en-US" sz="700"/>
              <a:t>に</a:t>
            </a:r>
            <a:r>
              <a:rPr kumimoji="1" lang="en-US" altLang="ja-JP" sz="700"/>
              <a:t>JavaScript</a:t>
            </a:r>
            <a:r>
              <a:rPr kumimoji="1" lang="ja-JP" altLang="en-US" sz="700"/>
              <a:t>を</a:t>
            </a:r>
            <a:r>
              <a:rPr kumimoji="1" lang="en-US" altLang="ja-JP" sz="700"/>
              <a:t>Trigger</a:t>
            </a:r>
            <a:r>
              <a:rPr kumimoji="1" lang="ja-JP" altLang="en-US" sz="700"/>
              <a:t>、</a:t>
            </a:r>
            <a:r>
              <a:rPr kumimoji="1" lang="en-US" altLang="ja-JP" sz="700"/>
              <a:t>JavaScript</a:t>
            </a:r>
            <a:r>
              <a:rPr kumimoji="1" lang="ja-JP" altLang="en-US" sz="700"/>
              <a:t>を利用し、</a:t>
            </a:r>
            <a:r>
              <a:rPr kumimoji="1" lang="en-US" altLang="ja-JP" sz="700"/>
              <a:t>DOM Interface</a:t>
            </a:r>
            <a:r>
              <a:rPr lang="ja-JP" altLang="en-US" sz="700"/>
              <a:t>と</a:t>
            </a:r>
            <a:r>
              <a:rPr lang="en-US" altLang="ja-JP" sz="700" err="1"/>
              <a:t>FileObject</a:t>
            </a:r>
            <a:r>
              <a:rPr lang="ja-JP" altLang="en-US" sz="700"/>
              <a:t>を利用し、</a:t>
            </a:r>
            <a:r>
              <a:rPr lang="en-US" altLang="ja-JP" sz="700"/>
              <a:t>JavaScript</a:t>
            </a:r>
            <a:r>
              <a:rPr lang="ja-JP" altLang="en-US" sz="700"/>
              <a:t>により指定場所（一定のルールあるいは事前設定）にファイル毎に</a:t>
            </a:r>
            <a:r>
              <a:rPr lang="en-US" altLang="ja-JP" sz="700"/>
              <a:t>Download</a:t>
            </a:r>
            <a:r>
              <a:rPr lang="ja-JP" altLang="en-US" sz="700"/>
              <a:t>する</a:t>
            </a:r>
            <a:endParaRPr lang="en-US" altLang="ja-JP" sz="700"/>
          </a:p>
          <a:p>
            <a:r>
              <a:rPr kumimoji="1" lang="en-US" altLang="ja-JP" sz="700"/>
              <a:t>※</a:t>
            </a:r>
            <a:r>
              <a:rPr kumimoji="1" lang="ja-JP" altLang="en-US" sz="700"/>
              <a:t>　ファイル</a:t>
            </a:r>
            <a:r>
              <a:rPr kumimoji="1" lang="en-US" altLang="ja-JP" sz="700"/>
              <a:t>Upload</a:t>
            </a:r>
            <a:r>
              <a:rPr kumimoji="1" lang="ja-JP" altLang="en-US" sz="700"/>
              <a:t>自体は、</a:t>
            </a:r>
            <a:r>
              <a:rPr kumimoji="1" lang="en-US" altLang="ja-JP" sz="700"/>
              <a:t>PowerApps</a:t>
            </a:r>
            <a:r>
              <a:rPr kumimoji="1" lang="ja-JP" altLang="en-US" sz="700"/>
              <a:t>の内容</a:t>
            </a:r>
            <a:r>
              <a:rPr kumimoji="1" lang="en-US" altLang="ja-JP" sz="700" err="1"/>
              <a:t>FileUpload</a:t>
            </a:r>
            <a:r>
              <a:rPr lang="ja-JP" altLang="en-US" sz="700"/>
              <a:t> </a:t>
            </a:r>
            <a:r>
              <a:rPr lang="en-US" altLang="ja-JP" sz="700"/>
              <a:t>Control</a:t>
            </a:r>
            <a:r>
              <a:rPr lang="ja-JP" altLang="en-US" sz="700"/>
              <a:t>を利用し、そのまま対応可能</a:t>
            </a:r>
            <a:endParaRPr kumimoji="1" lang="ja-JP" altLang="en-US" sz="700"/>
          </a:p>
        </p:txBody>
      </p:sp>
      <p:sp>
        <p:nvSpPr>
          <p:cNvPr id="1025" name="ひし形 1024">
            <a:extLst>
              <a:ext uri="{FF2B5EF4-FFF2-40B4-BE49-F238E27FC236}">
                <a16:creationId xmlns:a16="http://schemas.microsoft.com/office/drawing/2014/main" id="{CDAA0F70-EC37-160E-B15D-AAD755E76C47}"/>
              </a:ext>
            </a:extLst>
          </p:cNvPr>
          <p:cNvSpPr/>
          <p:nvPr/>
        </p:nvSpPr>
        <p:spPr>
          <a:xfrm>
            <a:off x="8603465" y="4339237"/>
            <a:ext cx="69742" cy="68400"/>
          </a:xfrm>
          <a:prstGeom prst="diamond">
            <a:avLst/>
          </a:prstGeom>
          <a:solidFill>
            <a:schemeClr val="accent5"/>
          </a:solidFill>
          <a:ln w="6350" cap="flat" cmpd="sng" algn="ctr">
            <a:noFill/>
            <a:prstDash val="solid"/>
            <a:miter lim="800000"/>
            <a:headEnd type="none" w="med" len="med"/>
            <a:tailEnd type="none" w="med" len="med"/>
          </a:ln>
          <a:effectLst/>
          <a:extLst>
            <a:ext uri="{91240B29-F687-4F45-9708-019B960494DF}">
              <a14:hiddenLine xmlns:a14="http://schemas.microsoft.com/office/drawing/2010/main" w="6350">
                <a:solidFill>
                  <a:schemeClr val="tx1"/>
                </a:solidFill>
                <a:prstDash val="solid"/>
                <a:miter lim="800000"/>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lIns="72000" tIns="72000" rIns="72000" bIns="72000" rtlCol="0" anchor="t" anchorCtr="0"/>
          <a:lstStyle/>
          <a:p>
            <a:pPr marL="171450" indent="-171450" algn="l">
              <a:buFont typeface="Wingdings" panose="05000000000000000000" pitchFamily="2" charset="2"/>
              <a:buChar char="Ø"/>
            </a:pPr>
            <a:endParaRPr kumimoji="1" lang="ja-JP" altLang="en-US" sz="1200"/>
          </a:p>
        </p:txBody>
      </p:sp>
      <p:sp>
        <p:nvSpPr>
          <p:cNvPr id="1032" name="テキスト ボックス 1031">
            <a:extLst>
              <a:ext uri="{FF2B5EF4-FFF2-40B4-BE49-F238E27FC236}">
                <a16:creationId xmlns:a16="http://schemas.microsoft.com/office/drawing/2014/main" id="{0B2DFE34-DCEF-76B2-4F00-957193ABAF9C}"/>
              </a:ext>
            </a:extLst>
          </p:cNvPr>
          <p:cNvSpPr txBox="1"/>
          <p:nvPr/>
        </p:nvSpPr>
        <p:spPr>
          <a:xfrm>
            <a:off x="7106590" y="781772"/>
            <a:ext cx="1595228" cy="307777"/>
          </a:xfrm>
          <a:prstGeom prst="rect">
            <a:avLst/>
          </a:prstGeom>
          <a:noFill/>
        </p:spPr>
        <p:txBody>
          <a:bodyPr wrap="square">
            <a:spAutoFit/>
          </a:bodyPr>
          <a:lstStyle/>
          <a:p>
            <a:r>
              <a:rPr kumimoji="0" lang="ja-JP" altLang="en-US" sz="1400">
                <a:latin typeface="Arial" panose="020B0604020202020204" pitchFamily="34" charset="0"/>
              </a:rPr>
              <a:t>既定案</a:t>
            </a:r>
            <a:endParaRPr lang="ja-JP" altLang="en-US" sz="1400"/>
          </a:p>
        </p:txBody>
      </p:sp>
      <p:sp>
        <p:nvSpPr>
          <p:cNvPr id="1033" name="テキスト ボックス 1032">
            <a:extLst>
              <a:ext uri="{FF2B5EF4-FFF2-40B4-BE49-F238E27FC236}">
                <a16:creationId xmlns:a16="http://schemas.microsoft.com/office/drawing/2014/main" id="{5D3FBF62-4325-F4DA-9533-87EFAC3F56A4}"/>
              </a:ext>
            </a:extLst>
          </p:cNvPr>
          <p:cNvSpPr txBox="1"/>
          <p:nvPr/>
        </p:nvSpPr>
        <p:spPr>
          <a:xfrm>
            <a:off x="7055415" y="3453109"/>
            <a:ext cx="1979778" cy="307777"/>
          </a:xfrm>
          <a:prstGeom prst="rect">
            <a:avLst/>
          </a:prstGeom>
          <a:noFill/>
        </p:spPr>
        <p:txBody>
          <a:bodyPr wrap="square">
            <a:spAutoFit/>
          </a:bodyPr>
          <a:lstStyle/>
          <a:p>
            <a:r>
              <a:rPr kumimoji="0" lang="ja-JP" altLang="en-US" sz="1400">
                <a:solidFill>
                  <a:srgbClr val="C00000"/>
                </a:solidFill>
                <a:latin typeface="Arial" panose="020B0604020202020204" pitchFamily="34" charset="0"/>
              </a:rPr>
              <a:t>向上案（</a:t>
            </a:r>
            <a:r>
              <a:rPr kumimoji="0" lang="en-US" altLang="ja-JP" sz="1400">
                <a:solidFill>
                  <a:srgbClr val="C00000"/>
                </a:solidFill>
                <a:latin typeface="Arial" panose="020B0604020202020204" pitchFamily="34" charset="0"/>
              </a:rPr>
              <a:t>POC</a:t>
            </a:r>
            <a:r>
              <a:rPr kumimoji="0" lang="ja-JP" altLang="en-US" sz="1400">
                <a:solidFill>
                  <a:srgbClr val="C00000"/>
                </a:solidFill>
                <a:latin typeface="Arial" panose="020B0604020202020204" pitchFamily="34" charset="0"/>
              </a:rPr>
              <a:t>）</a:t>
            </a:r>
            <a:endParaRPr lang="ja-JP" altLang="en-US" sz="1400">
              <a:solidFill>
                <a:srgbClr val="C00000"/>
              </a:solidFill>
            </a:endParaRPr>
          </a:p>
        </p:txBody>
      </p:sp>
      <p:sp>
        <p:nvSpPr>
          <p:cNvPr id="6" name="テキスト ボックス 5">
            <a:extLst>
              <a:ext uri="{FF2B5EF4-FFF2-40B4-BE49-F238E27FC236}">
                <a16:creationId xmlns:a16="http://schemas.microsoft.com/office/drawing/2014/main" id="{4D9960EC-52FD-4C79-C1E1-E05A2921A5F7}"/>
              </a:ext>
            </a:extLst>
          </p:cNvPr>
          <p:cNvSpPr txBox="1"/>
          <p:nvPr/>
        </p:nvSpPr>
        <p:spPr>
          <a:xfrm>
            <a:off x="215392" y="5563616"/>
            <a:ext cx="4746930" cy="369332"/>
          </a:xfrm>
          <a:prstGeom prst="rect">
            <a:avLst/>
          </a:prstGeom>
          <a:noFill/>
        </p:spPr>
        <p:txBody>
          <a:bodyPr wrap="square" rtlCol="0">
            <a:spAutoFit/>
          </a:bodyPr>
          <a:lstStyle/>
          <a:p>
            <a:r>
              <a:rPr kumimoji="1" lang="ja-JP" altLang="en-US" dirty="0"/>
              <a:t>より細かい資料を作ります。</a:t>
            </a:r>
          </a:p>
        </p:txBody>
      </p:sp>
    </p:spTree>
    <p:extLst>
      <p:ext uri="{BB962C8B-B14F-4D97-AF65-F5344CB8AC3E}">
        <p14:creationId xmlns:p14="http://schemas.microsoft.com/office/powerpoint/2010/main" val="164618871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42D9B-0CA4-8CB2-90CD-FD2A4588C4F0}"/>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8087C88-7EE0-01C6-9B1D-D52CF1453786}"/>
              </a:ext>
            </a:extLst>
          </p:cNvPr>
          <p:cNvSpPr>
            <a:spLocks noGrp="1"/>
          </p:cNvSpPr>
          <p:nvPr>
            <p:ph type="title"/>
          </p:nvPr>
        </p:nvSpPr>
        <p:spPr>
          <a:xfrm>
            <a:off x="414336" y="255263"/>
            <a:ext cx="9327072" cy="683629"/>
          </a:xfrm>
        </p:spPr>
        <p:txBody>
          <a:bodyPr>
            <a:normAutofit/>
          </a:bodyPr>
          <a:lstStyle/>
          <a:p>
            <a:r>
              <a:rPr lang="ja-JP" altLang="en-US"/>
              <a:t>実現方法－検索機能１</a:t>
            </a:r>
          </a:p>
        </p:txBody>
      </p:sp>
      <p:sp>
        <p:nvSpPr>
          <p:cNvPr id="15" name="テキスト ボックス 14">
            <a:extLst>
              <a:ext uri="{FF2B5EF4-FFF2-40B4-BE49-F238E27FC236}">
                <a16:creationId xmlns:a16="http://schemas.microsoft.com/office/drawing/2014/main" id="{42921077-D640-A089-3BDB-FFB65AE4E6CB}"/>
              </a:ext>
            </a:extLst>
          </p:cNvPr>
          <p:cNvSpPr txBox="1"/>
          <p:nvPr/>
        </p:nvSpPr>
        <p:spPr>
          <a:xfrm>
            <a:off x="414336" y="875851"/>
            <a:ext cx="11490793" cy="5405533"/>
          </a:xfrm>
          <a:prstGeom prst="rect">
            <a:avLst/>
          </a:prstGeom>
          <a:noFill/>
          <a:ln w="9525" cap="flat" cmpd="sng" algn="ctr">
            <a:noFill/>
            <a:prstDash val="solid"/>
            <a:round/>
            <a:headEnd type="oval" w="med" len="med"/>
            <a:tailEnd type="oval" w="med" len="med"/>
          </a:ln>
        </p:spPr>
        <p:txBody>
          <a:bodyPr wrap="square" lIns="36000" tIns="36000" rIns="36000" bIns="36000" rtlCol="0" anchor="t" anchorCtr="0">
            <a:noAutofit/>
          </a:bodyPr>
          <a:lstStyle/>
          <a:p>
            <a:pPr lvl="0" eaLnBrk="0" fontAlgn="base" hangingPunct="0">
              <a:spcBef>
                <a:spcPct val="0"/>
              </a:spcBef>
              <a:spcAft>
                <a:spcPct val="0"/>
              </a:spcAft>
            </a:pPr>
            <a:r>
              <a:rPr kumimoji="0" lang="zh-CN" altLang="zh-CN" dirty="0">
                <a:latin typeface="Arial" panose="020B0604020202020204" pitchFamily="34" charset="0"/>
              </a:rPr>
              <a:t>添付ファイル向け検索: SharePointの検索機能またはDataverseのフィルタリングを使用。 </a:t>
            </a:r>
          </a:p>
          <a:p>
            <a:pPr lvl="0" eaLnBrk="0" fontAlgn="base" hangingPunct="0">
              <a:spcBef>
                <a:spcPct val="0"/>
              </a:spcBef>
              <a:spcAft>
                <a:spcPct val="0"/>
              </a:spcAft>
            </a:pPr>
            <a:r>
              <a:rPr kumimoji="0" lang="zh-CN" altLang="zh-CN" dirty="0">
                <a:latin typeface="Arial" panose="020B0604020202020204" pitchFamily="34" charset="0"/>
              </a:rPr>
              <a:t>実装: </a:t>
            </a:r>
          </a:p>
          <a:p>
            <a:pPr marL="742950" lvl="1" indent="-285750" eaLnBrk="0" fontAlgn="base" hangingPunct="0">
              <a:spcBef>
                <a:spcPct val="0"/>
              </a:spcBef>
              <a:spcAft>
                <a:spcPct val="0"/>
              </a:spcAft>
              <a:buFont typeface="Arial" panose="020B0604020202020204" pitchFamily="34" charset="0"/>
              <a:buChar char="•"/>
            </a:pPr>
            <a:r>
              <a:rPr kumimoji="0" lang="zh-CN" altLang="zh-CN" sz="1400" dirty="0">
                <a:latin typeface="Arial" panose="020B0604020202020204" pitchFamily="34" charset="0"/>
              </a:rPr>
              <a:t>PowerAppsのSearchボックスでキーワード入力</a:t>
            </a:r>
          </a:p>
          <a:p>
            <a:pPr marL="742950" lvl="1" indent="-285750" eaLnBrk="0" fontAlgn="base" hangingPunct="0">
              <a:spcBef>
                <a:spcPct val="0"/>
              </a:spcBef>
              <a:spcAft>
                <a:spcPct val="0"/>
              </a:spcAft>
              <a:buFont typeface="Arial" panose="020B0604020202020204" pitchFamily="34" charset="0"/>
              <a:buChar char="•"/>
            </a:pPr>
            <a:r>
              <a:rPr kumimoji="0" lang="zh-CN" altLang="zh-CN" sz="1400" dirty="0">
                <a:latin typeface="Arial" panose="020B0604020202020204" pitchFamily="34" charset="0"/>
              </a:rPr>
              <a:t>SQL Server側: 全文検索（Full-Text Search）インデックスを作成（PDF/Officeの内容抽出のため、iFilterインストール）</a:t>
            </a:r>
          </a:p>
          <a:p>
            <a:pPr marL="742950" lvl="1" indent="-285750" eaLnBrk="0" fontAlgn="base" hangingPunct="0">
              <a:spcBef>
                <a:spcPct val="0"/>
              </a:spcBef>
              <a:spcAft>
                <a:spcPct val="0"/>
              </a:spcAft>
              <a:buFont typeface="Arial" panose="020B0604020202020204" pitchFamily="34" charset="0"/>
              <a:buChar char="•"/>
            </a:pPr>
            <a:r>
              <a:rPr kumimoji="0" lang="zh-CN" altLang="zh-CN" sz="1400" b="1" dirty="0">
                <a:solidFill>
                  <a:srgbClr val="00B050"/>
                </a:solidFill>
                <a:latin typeface="Arial" panose="020B0604020202020204" pitchFamily="34" charset="0"/>
              </a:rPr>
              <a:t>SharePointの場合: Microsoft Graph Search APIをPower Automateで呼び出し、</a:t>
            </a:r>
            <a:r>
              <a:rPr kumimoji="0" lang="ja-JP" altLang="en-US" sz="1400" b="1" dirty="0">
                <a:solidFill>
                  <a:srgbClr val="00B050"/>
                </a:solidFill>
                <a:latin typeface="Arial" panose="020B0604020202020204" pitchFamily="34" charset="0"/>
              </a:rPr>
              <a:t>保存</a:t>
            </a:r>
            <a:r>
              <a:rPr kumimoji="0" lang="en-US" altLang="ja-JP" sz="1400" b="1" dirty="0">
                <a:solidFill>
                  <a:srgbClr val="00B050"/>
                </a:solidFill>
                <a:latin typeface="Arial" panose="020B0604020202020204" pitchFamily="34" charset="0"/>
              </a:rPr>
              <a:t>Document Library</a:t>
            </a:r>
            <a:r>
              <a:rPr kumimoji="0" lang="ja-JP" altLang="en-US" sz="1400" b="1" dirty="0">
                <a:solidFill>
                  <a:srgbClr val="00B050"/>
                </a:solidFill>
                <a:latin typeface="Arial" panose="020B0604020202020204" pitchFamily="34" charset="0"/>
              </a:rPr>
              <a:t>であるかどうかでさらにフィルタ後、</a:t>
            </a:r>
            <a:r>
              <a:rPr kumimoji="0" lang="zh-CN" altLang="zh-CN" sz="1400" b="1" dirty="0">
                <a:solidFill>
                  <a:srgbClr val="00B050"/>
                </a:solidFill>
                <a:latin typeface="Arial" panose="020B0604020202020204" pitchFamily="34" charset="0"/>
              </a:rPr>
              <a:t>結果をPowerAppsに返</a:t>
            </a:r>
            <a:r>
              <a:rPr kumimoji="0" lang="ja-JP" altLang="en-US" sz="1400" b="1" dirty="0">
                <a:solidFill>
                  <a:srgbClr val="00B050"/>
                </a:solidFill>
                <a:latin typeface="Arial" panose="020B0604020202020204" pitchFamily="34" charset="0"/>
              </a:rPr>
              <a:t>す</a:t>
            </a:r>
            <a:r>
              <a:rPr kumimoji="0" lang="ja-JP" altLang="en-US" sz="1400" dirty="0">
                <a:solidFill>
                  <a:srgbClr val="00B050"/>
                </a:solidFill>
                <a:latin typeface="Arial" panose="020B0604020202020204" pitchFamily="34" charset="0"/>
              </a:rPr>
              <a:t>（お薦め）</a:t>
            </a:r>
            <a:endParaRPr kumimoji="0" lang="zh-CN" altLang="zh-CN" sz="1400" dirty="0">
              <a:solidFill>
                <a:srgbClr val="00B050"/>
              </a:solidFill>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zh-CN" altLang="zh-CN" sz="1400" dirty="0">
                <a:latin typeface="Arial" panose="020B0604020202020204" pitchFamily="34" charset="0"/>
              </a:rPr>
              <a:t>高度検索: ファイルタイプ、日付、キーワードの組み合わせ。PowerAppsのFilter関数で実装。 </a:t>
            </a:r>
          </a:p>
          <a:p>
            <a:pPr marL="742950" lvl="1" indent="-285750" eaLnBrk="0" fontAlgn="base" hangingPunct="0">
              <a:spcBef>
                <a:spcPct val="0"/>
              </a:spcBef>
              <a:spcAft>
                <a:spcPct val="0"/>
              </a:spcAft>
              <a:buFont typeface="Arial" panose="020B0604020202020204" pitchFamily="34" charset="0"/>
              <a:buChar char="•"/>
            </a:pPr>
            <a:r>
              <a:rPr kumimoji="0" lang="zh-CN" altLang="zh-CN" sz="1400" dirty="0">
                <a:latin typeface="Arial" panose="020B0604020202020204" pitchFamily="34" charset="0"/>
              </a:rPr>
              <a:t>パフォーマンス: インデックス化により高速化。キャッシュ使用（PowerAppsのCollection）。 </a:t>
            </a:r>
          </a:p>
          <a:p>
            <a:pPr algn="l"/>
            <a:endParaRPr lang="en-US" altLang="ja-JP" dirty="0">
              <a:latin typeface="Yu Gothic UI" panose="020B0500000000000000" pitchFamily="50" charset="-128"/>
              <a:ea typeface="Yu Gothic UI" panose="020B0500000000000000" pitchFamily="50" charset="-128"/>
            </a:endParaRPr>
          </a:p>
        </p:txBody>
      </p:sp>
      <p:sp>
        <p:nvSpPr>
          <p:cNvPr id="5" name="Rectangle 1">
            <a:extLst>
              <a:ext uri="{FF2B5EF4-FFF2-40B4-BE49-F238E27FC236}">
                <a16:creationId xmlns:a16="http://schemas.microsoft.com/office/drawing/2014/main" id="{86DE711B-EE39-9007-0F58-494232167876}"/>
              </a:ext>
            </a:extLst>
          </p:cNvPr>
          <p:cNvSpPr>
            <a:spLocks noChangeArrowheads="1"/>
          </p:cNvSpPr>
          <p:nvPr/>
        </p:nvSpPr>
        <p:spPr bwMode="auto">
          <a:xfrm>
            <a:off x="3233738" y="201612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ja-JP" altLang="en-US"/>
          </a:p>
        </p:txBody>
      </p:sp>
      <p:graphicFrame>
        <p:nvGraphicFramePr>
          <p:cNvPr id="6" name="表 5">
            <a:extLst>
              <a:ext uri="{FF2B5EF4-FFF2-40B4-BE49-F238E27FC236}">
                <a16:creationId xmlns:a16="http://schemas.microsoft.com/office/drawing/2014/main" id="{B1A4103A-7C26-0021-C874-63A7A10337B4}"/>
              </a:ext>
            </a:extLst>
          </p:cNvPr>
          <p:cNvGraphicFramePr>
            <a:graphicFrameLocks noGrp="1"/>
          </p:cNvGraphicFramePr>
          <p:nvPr/>
        </p:nvGraphicFramePr>
        <p:xfrm>
          <a:off x="738481" y="3030466"/>
          <a:ext cx="10948606" cy="3527681"/>
        </p:xfrm>
        <a:graphic>
          <a:graphicData uri="http://schemas.openxmlformats.org/drawingml/2006/table">
            <a:tbl>
              <a:tblPr firstRow="1" bandRow="1">
                <a:tableStyleId>{35758FB7-9AC5-4552-8A53-C91805E547FA}</a:tableStyleId>
              </a:tblPr>
              <a:tblGrid>
                <a:gridCol w="1061761">
                  <a:extLst>
                    <a:ext uri="{9D8B030D-6E8A-4147-A177-3AD203B41FA5}">
                      <a16:colId xmlns:a16="http://schemas.microsoft.com/office/drawing/2014/main" val="20000"/>
                    </a:ext>
                  </a:extLst>
                </a:gridCol>
                <a:gridCol w="1774235">
                  <a:extLst>
                    <a:ext uri="{9D8B030D-6E8A-4147-A177-3AD203B41FA5}">
                      <a16:colId xmlns:a16="http://schemas.microsoft.com/office/drawing/2014/main" val="20001"/>
                    </a:ext>
                  </a:extLst>
                </a:gridCol>
                <a:gridCol w="2535382">
                  <a:extLst>
                    <a:ext uri="{9D8B030D-6E8A-4147-A177-3AD203B41FA5}">
                      <a16:colId xmlns:a16="http://schemas.microsoft.com/office/drawing/2014/main" val="20002"/>
                    </a:ext>
                  </a:extLst>
                </a:gridCol>
                <a:gridCol w="2815549">
                  <a:extLst>
                    <a:ext uri="{9D8B030D-6E8A-4147-A177-3AD203B41FA5}">
                      <a16:colId xmlns:a16="http://schemas.microsoft.com/office/drawing/2014/main" val="20003"/>
                    </a:ext>
                  </a:extLst>
                </a:gridCol>
                <a:gridCol w="2761679">
                  <a:extLst>
                    <a:ext uri="{9D8B030D-6E8A-4147-A177-3AD203B41FA5}">
                      <a16:colId xmlns:a16="http://schemas.microsoft.com/office/drawing/2014/main" val="20004"/>
                    </a:ext>
                  </a:extLst>
                </a:gridCol>
              </a:tblGrid>
              <a:tr h="277984">
                <a:tc>
                  <a:txBody>
                    <a:bodyPr/>
                    <a:lstStyle/>
                    <a:p>
                      <a:r>
                        <a:rPr lang="ja-JP" altLang="en-US" sz="900"/>
                        <a:t>項目</a:t>
                      </a:r>
                    </a:p>
                  </a:txBody>
                  <a:tcPr marL="28046" marR="28046" marT="14023" marB="14023" anchor="ctr"/>
                </a:tc>
                <a:tc>
                  <a:txBody>
                    <a:bodyPr/>
                    <a:lstStyle/>
                    <a:p>
                      <a:r>
                        <a:rPr lang="en-US" sz="900"/>
                        <a:t>SQL Server 2022 (with Full-Text Search)</a:t>
                      </a:r>
                    </a:p>
                  </a:txBody>
                  <a:tcPr marL="28046" marR="28046" marT="14023" marB="14023" anchor="ctr"/>
                </a:tc>
                <a:tc>
                  <a:txBody>
                    <a:bodyPr/>
                    <a:lstStyle/>
                    <a:p>
                      <a:r>
                        <a:rPr lang="de-DE" sz="900"/>
                        <a:t>Dataverse (with relevant features)</a:t>
                      </a:r>
                    </a:p>
                  </a:txBody>
                  <a:tcPr marL="28046" marR="28046" marT="14023" marB="14023" anchor="ctr"/>
                </a:tc>
                <a:tc>
                  <a:txBody>
                    <a:bodyPr/>
                    <a:lstStyle/>
                    <a:p>
                      <a:r>
                        <a:rPr lang="de-DE" sz="900"/>
                        <a:t>PostgreSQL (with extensions)</a:t>
                      </a:r>
                    </a:p>
                  </a:txBody>
                  <a:tcPr marL="28046" marR="28046" marT="14023" marB="14023" anchor="ctr"/>
                </a:tc>
                <a:tc>
                  <a:txBody>
                    <a:bodyPr/>
                    <a:lstStyle/>
                    <a:p>
                      <a:r>
                        <a:rPr lang="de-DE" sz="900" dirty="0"/>
                        <a:t>SharePoint Online</a:t>
                      </a:r>
                      <a:r>
                        <a:rPr lang="ja-JP" altLang="en-US" sz="900" dirty="0"/>
                        <a:t>（お薦め）</a:t>
                      </a:r>
                      <a:endParaRPr lang="de-DE" sz="900" dirty="0"/>
                    </a:p>
                  </a:txBody>
                  <a:tcPr marL="28046" marR="28046" marT="14023" marB="14023" anchor="ctr"/>
                </a:tc>
                <a:extLst>
                  <a:ext uri="{0D108BD9-81ED-4DB2-BD59-A6C34878D82A}">
                    <a16:rowId xmlns:a16="http://schemas.microsoft.com/office/drawing/2014/main" val="10000"/>
                  </a:ext>
                </a:extLst>
              </a:tr>
              <a:tr h="404084">
                <a:tc>
                  <a:txBody>
                    <a:bodyPr/>
                    <a:lstStyle/>
                    <a:p>
                      <a:r>
                        <a:rPr lang="ja-JP" altLang="en-US" sz="900" b="1"/>
                        <a:t>ファイル保存データ型</a:t>
                      </a:r>
                      <a:endParaRPr lang="ja-JP" altLang="en-US" sz="900"/>
                    </a:p>
                  </a:txBody>
                  <a:tcPr marL="28046" marR="28046" marT="14023" marB="14023" anchor="ctr"/>
                </a:tc>
                <a:tc>
                  <a:txBody>
                    <a:bodyPr/>
                    <a:lstStyle/>
                    <a:p>
                      <a:r>
                        <a:rPr lang="de-DE" sz="900"/>
                        <a:t>varbinary(max), varbinary, image, blob, nvarchar(max), varchar(max) </a:t>
                      </a:r>
                      <a:r>
                        <a:rPr lang="ja-JP" altLang="en-US" sz="900"/>
                        <a:t>など</a:t>
                      </a:r>
                    </a:p>
                  </a:txBody>
                  <a:tcPr marL="28046" marR="28046" marT="14023" marB="14023" anchor="ctr"/>
                </a:tc>
                <a:tc>
                  <a:txBody>
                    <a:bodyPr/>
                    <a:lstStyle/>
                    <a:p>
                      <a:r>
                        <a:rPr lang="ja-JP" altLang="en-US" sz="900"/>
                        <a:t>ファイル </a:t>
                      </a:r>
                      <a:r>
                        <a:rPr lang="en-US" altLang="ja-JP" sz="900"/>
                        <a:t>(File) </a:t>
                      </a:r>
                      <a:r>
                        <a:rPr lang="ja-JP" altLang="en-US" sz="900"/>
                        <a:t>データ型</a:t>
                      </a:r>
                    </a:p>
                  </a:txBody>
                  <a:tcPr marL="28046" marR="28046" marT="14023" marB="14023" anchor="ctr"/>
                </a:tc>
                <a:tc>
                  <a:txBody>
                    <a:bodyPr/>
                    <a:lstStyle/>
                    <a:p>
                      <a:r>
                        <a:rPr lang="de-DE" sz="900" dirty="0"/>
                        <a:t>bytea</a:t>
                      </a:r>
                    </a:p>
                  </a:txBody>
                  <a:tcPr marL="28046" marR="28046" marT="14023" marB="14023" anchor="ctr"/>
                </a:tc>
                <a:tc>
                  <a:txBody>
                    <a:bodyPr/>
                    <a:lstStyle/>
                    <a:p>
                      <a:r>
                        <a:rPr lang="ja-JP" altLang="en-US" sz="900"/>
                        <a:t>バイナリ </a:t>
                      </a:r>
                      <a:r>
                        <a:rPr lang="en-US" altLang="ja-JP" sz="900"/>
                        <a:t>(Binary) </a:t>
                      </a:r>
                      <a:r>
                        <a:rPr lang="ja-JP" altLang="en-US" sz="900"/>
                        <a:t>またはドキュメントライブラリのファイル</a:t>
                      </a:r>
                    </a:p>
                  </a:txBody>
                  <a:tcPr marL="28046" marR="28046" marT="14023" marB="14023" anchor="ctr"/>
                </a:tc>
                <a:extLst>
                  <a:ext uri="{0D108BD9-81ED-4DB2-BD59-A6C34878D82A}">
                    <a16:rowId xmlns:a16="http://schemas.microsoft.com/office/drawing/2014/main" val="10001"/>
                  </a:ext>
                </a:extLst>
              </a:tr>
              <a:tr h="277984">
                <a:tc>
                  <a:txBody>
                    <a:bodyPr/>
                    <a:lstStyle/>
                    <a:p>
                      <a:r>
                        <a:rPr lang="ja-JP" altLang="en-US" sz="900" b="1"/>
                        <a:t>最大サイズ</a:t>
                      </a:r>
                      <a:endParaRPr lang="ja-JP" altLang="en-US" sz="900"/>
                    </a:p>
                  </a:txBody>
                  <a:tcPr marL="28046" marR="28046" marT="14023" marB="14023" anchor="ctr"/>
                </a:tc>
                <a:tc>
                  <a:txBody>
                    <a:bodyPr/>
                    <a:lstStyle/>
                    <a:p>
                      <a:r>
                        <a:rPr lang="ja-JP" altLang="en-US" sz="900"/>
                        <a:t>データベースサイズに依存 </a:t>
                      </a:r>
                      <a:r>
                        <a:rPr lang="en-US" altLang="ja-JP" sz="900"/>
                        <a:t>(</a:t>
                      </a:r>
                      <a:r>
                        <a:rPr lang="ja-JP" altLang="en-US" sz="900"/>
                        <a:t>一般的に非常に大きい</a:t>
                      </a:r>
                      <a:r>
                        <a:rPr lang="en-US" altLang="ja-JP" sz="900"/>
                        <a:t>)</a:t>
                      </a:r>
                    </a:p>
                  </a:txBody>
                  <a:tcPr marL="28046" marR="28046" marT="14023" marB="14023" anchor="ctr"/>
                </a:tc>
                <a:tc>
                  <a:txBody>
                    <a:bodyPr/>
                    <a:lstStyle/>
                    <a:p>
                      <a:r>
                        <a:rPr lang="en-US" altLang="ja-JP" sz="900" dirty="0"/>
                        <a:t>300MB (</a:t>
                      </a:r>
                      <a:r>
                        <a:rPr lang="ja-JP" altLang="en-US" sz="900" dirty="0"/>
                        <a:t>レコードあたり</a:t>
                      </a:r>
                      <a:r>
                        <a:rPr lang="en-US" altLang="ja-JP" sz="900" dirty="0"/>
                        <a:t>)</a:t>
                      </a:r>
                    </a:p>
                  </a:txBody>
                  <a:tcPr marL="28046" marR="28046" marT="14023" marB="14023" anchor="ctr"/>
                </a:tc>
                <a:tc>
                  <a:txBody>
                    <a:bodyPr/>
                    <a:lstStyle/>
                    <a:p>
                      <a:r>
                        <a:rPr lang="ja-JP" altLang="en-US" sz="900" dirty="0"/>
                        <a:t>データベース</a:t>
                      </a:r>
                      <a:r>
                        <a:rPr lang="en-US" altLang="ja-JP" sz="900" dirty="0"/>
                        <a:t>/</a:t>
                      </a:r>
                      <a:r>
                        <a:rPr lang="ja-JP" altLang="en-US" sz="900" dirty="0"/>
                        <a:t>サーバー設定に依存 </a:t>
                      </a:r>
                      <a:r>
                        <a:rPr lang="en-US" altLang="ja-JP" sz="900" dirty="0"/>
                        <a:t>(</a:t>
                      </a:r>
                      <a:r>
                        <a:rPr lang="ja-JP" altLang="en-US" sz="900" dirty="0"/>
                        <a:t>一般的に大きい</a:t>
                      </a:r>
                      <a:r>
                        <a:rPr lang="en-US" altLang="ja-JP" sz="900" dirty="0"/>
                        <a:t>)</a:t>
                      </a:r>
                    </a:p>
                  </a:txBody>
                  <a:tcPr marL="28046" marR="28046" marT="14023" marB="14023" anchor="ctr"/>
                </a:tc>
                <a:tc>
                  <a:txBody>
                    <a:bodyPr/>
                    <a:lstStyle/>
                    <a:p>
                      <a:r>
                        <a:rPr lang="en-US" altLang="ja-JP" sz="900"/>
                        <a:t>15GB (</a:t>
                      </a:r>
                      <a:r>
                        <a:rPr lang="ja-JP" altLang="en-US" sz="900"/>
                        <a:t>ファイルあたり</a:t>
                      </a:r>
                      <a:r>
                        <a:rPr lang="en-US" altLang="ja-JP" sz="900"/>
                        <a:t>)</a:t>
                      </a:r>
                    </a:p>
                  </a:txBody>
                  <a:tcPr marL="28046" marR="28046" marT="14023" marB="14023" anchor="ctr"/>
                </a:tc>
                <a:extLst>
                  <a:ext uri="{0D108BD9-81ED-4DB2-BD59-A6C34878D82A}">
                    <a16:rowId xmlns:a16="http://schemas.microsoft.com/office/drawing/2014/main" val="10002"/>
                  </a:ext>
                </a:extLst>
              </a:tr>
              <a:tr h="277984">
                <a:tc>
                  <a:txBody>
                    <a:bodyPr/>
                    <a:lstStyle/>
                    <a:p>
                      <a:r>
                        <a:rPr lang="ja-JP" altLang="en-US" sz="900" b="1"/>
                        <a:t>ネイティブ全文検索</a:t>
                      </a:r>
                      <a:endParaRPr lang="ja-JP" altLang="en-US" sz="900"/>
                    </a:p>
                  </a:txBody>
                  <a:tcPr marL="28046" marR="28046" marT="14023" marB="14023" anchor="ctr"/>
                </a:tc>
                <a:tc>
                  <a:txBody>
                    <a:bodyPr/>
                    <a:lstStyle/>
                    <a:p>
                      <a:r>
                        <a:rPr lang="ja-JP" altLang="en-US" sz="900" b="1" dirty="0"/>
                        <a:t>はい</a:t>
                      </a:r>
                      <a:r>
                        <a:rPr lang="ja-JP" altLang="en-US" sz="900" dirty="0"/>
                        <a:t> </a:t>
                      </a:r>
                      <a:r>
                        <a:rPr lang="en-US" altLang="ja-JP" sz="900" dirty="0"/>
                        <a:t>(</a:t>
                      </a:r>
                      <a:r>
                        <a:rPr lang="de-DE" sz="900" dirty="0"/>
                        <a:t>Full-Text Search</a:t>
                      </a:r>
                      <a:r>
                        <a:rPr lang="ja-JP" altLang="en-US" sz="900" dirty="0"/>
                        <a:t>機能</a:t>
                      </a:r>
                      <a:r>
                        <a:rPr lang="en-US" altLang="ja-JP" sz="900" dirty="0"/>
                        <a:t>)</a:t>
                      </a:r>
                    </a:p>
                  </a:txBody>
                  <a:tcPr marL="28046" marR="28046" marT="14023" marB="14023" anchor="ctr"/>
                </a:tc>
                <a:tc>
                  <a:txBody>
                    <a:bodyPr/>
                    <a:lstStyle/>
                    <a:p>
                      <a:r>
                        <a:rPr lang="ja-JP" altLang="en-US" sz="900" b="1" dirty="0"/>
                        <a:t>はい</a:t>
                      </a:r>
                      <a:r>
                        <a:rPr lang="ja-JP" altLang="en-US" sz="900" dirty="0"/>
                        <a:t> </a:t>
                      </a:r>
                      <a:r>
                        <a:rPr lang="en-US" altLang="ja-JP" sz="900" dirty="0"/>
                        <a:t>(</a:t>
                      </a:r>
                      <a:r>
                        <a:rPr lang="de-DE" sz="900" dirty="0"/>
                        <a:t>Dataverse Search)</a:t>
                      </a:r>
                    </a:p>
                  </a:txBody>
                  <a:tcPr marL="28046" marR="28046" marT="14023" marB="14023" anchor="ctr"/>
                </a:tc>
                <a:tc>
                  <a:txBody>
                    <a:bodyPr/>
                    <a:lstStyle/>
                    <a:p>
                      <a:r>
                        <a:rPr lang="ja-JP" altLang="en-US" sz="900" b="1" dirty="0"/>
                        <a:t>はい</a:t>
                      </a:r>
                      <a:r>
                        <a:rPr lang="ja-JP" altLang="en-US" sz="900" dirty="0"/>
                        <a:t> </a:t>
                      </a:r>
                      <a:r>
                        <a:rPr lang="en-US" altLang="ja-JP" sz="900" dirty="0"/>
                        <a:t>(</a:t>
                      </a:r>
                      <a:r>
                        <a:rPr lang="en-US" altLang="ja-JP" sz="900" dirty="0" err="1">
                          <a:solidFill>
                            <a:srgbClr val="FF0000"/>
                          </a:solidFill>
                        </a:rPr>
                        <a:t>pg_trgm</a:t>
                      </a:r>
                      <a:r>
                        <a:rPr lang="en-US" altLang="ja-JP" sz="900" dirty="0">
                          <a:solidFill>
                            <a:srgbClr val="FF0000"/>
                          </a:solidFill>
                        </a:rPr>
                        <a:t> </a:t>
                      </a:r>
                      <a:r>
                        <a:rPr lang="ja-JP" altLang="en-US" sz="900" dirty="0">
                          <a:solidFill>
                            <a:srgbClr val="FF0000"/>
                          </a:solidFill>
                        </a:rPr>
                        <a:t>拡張など</a:t>
                      </a:r>
                      <a:r>
                        <a:rPr lang="en-US" altLang="ja-JP" sz="900" dirty="0"/>
                        <a:t>)</a:t>
                      </a:r>
                    </a:p>
                  </a:txBody>
                  <a:tcPr marL="28046" marR="28046" marT="14023" marB="14023" anchor="ctr"/>
                </a:tc>
                <a:tc>
                  <a:txBody>
                    <a:bodyPr/>
                    <a:lstStyle/>
                    <a:p>
                      <a:r>
                        <a:rPr lang="ja-JP" altLang="en-US" sz="900" b="1"/>
                        <a:t>はい</a:t>
                      </a:r>
                      <a:r>
                        <a:rPr lang="ja-JP" altLang="en-US" sz="900"/>
                        <a:t> </a:t>
                      </a:r>
                      <a:r>
                        <a:rPr lang="en-US" altLang="ja-JP" sz="900"/>
                        <a:t>(</a:t>
                      </a:r>
                      <a:r>
                        <a:rPr lang="de-DE" sz="900"/>
                        <a:t>SharePoint </a:t>
                      </a:r>
                      <a:r>
                        <a:rPr lang="ja-JP" altLang="en-US" sz="900"/>
                        <a:t>の検索機能</a:t>
                      </a:r>
                      <a:r>
                        <a:rPr lang="en-US" altLang="ja-JP" sz="900"/>
                        <a:t>)</a:t>
                      </a:r>
                    </a:p>
                  </a:txBody>
                  <a:tcPr marL="28046" marR="28046" marT="14023" marB="14023" anchor="ctr"/>
                </a:tc>
                <a:extLst>
                  <a:ext uri="{0D108BD9-81ED-4DB2-BD59-A6C34878D82A}">
                    <a16:rowId xmlns:a16="http://schemas.microsoft.com/office/drawing/2014/main" val="10003"/>
                  </a:ext>
                </a:extLst>
              </a:tr>
              <a:tr h="269105">
                <a:tc>
                  <a:txBody>
                    <a:bodyPr/>
                    <a:lstStyle/>
                    <a:p>
                      <a:r>
                        <a:rPr lang="ja-JP" altLang="en-US" sz="900" b="1"/>
                        <a:t>テキスト抽出機能</a:t>
                      </a:r>
                      <a:endParaRPr lang="ja-JP" altLang="en-US" sz="900"/>
                    </a:p>
                  </a:txBody>
                  <a:tcPr marL="28046" marR="28046" marT="14023" marB="14023" anchor="ctr"/>
                </a:tc>
                <a:tc>
                  <a:txBody>
                    <a:bodyPr/>
                    <a:lstStyle/>
                    <a:p>
                      <a:r>
                        <a:rPr lang="ja-JP" altLang="en-US" sz="900" b="1" dirty="0">
                          <a:solidFill>
                            <a:srgbClr val="FF0000"/>
                          </a:solidFill>
                        </a:rPr>
                        <a:t>限定的</a:t>
                      </a:r>
                      <a:r>
                        <a:rPr lang="ja-JP" altLang="en-US" sz="900" dirty="0">
                          <a:solidFill>
                            <a:srgbClr val="FF0000"/>
                          </a:solidFill>
                        </a:rPr>
                        <a:t> </a:t>
                      </a:r>
                      <a:r>
                        <a:rPr lang="en-US" altLang="ja-JP" sz="900" dirty="0">
                          <a:solidFill>
                            <a:srgbClr val="FF0000"/>
                          </a:solidFill>
                        </a:rPr>
                        <a:t>(</a:t>
                      </a:r>
                      <a:r>
                        <a:rPr lang="de-DE" sz="900" dirty="0">
                          <a:solidFill>
                            <a:srgbClr val="FF0000"/>
                          </a:solidFill>
                        </a:rPr>
                        <a:t>SQL Server </a:t>
                      </a:r>
                      <a:r>
                        <a:rPr lang="ja-JP" altLang="en-US" sz="900" dirty="0">
                          <a:solidFill>
                            <a:srgbClr val="FF0000"/>
                          </a:solidFill>
                        </a:rPr>
                        <a:t>の機能に依存</a:t>
                      </a:r>
                      <a:r>
                        <a:rPr lang="en-US" altLang="ja-JP" sz="900" dirty="0">
                          <a:solidFill>
                            <a:srgbClr val="FF0000"/>
                          </a:solidFill>
                        </a:rPr>
                        <a:t>)</a:t>
                      </a:r>
                    </a:p>
                  </a:txBody>
                  <a:tcPr marL="28046" marR="28046" marT="14023" marB="14023" anchor="ctr"/>
                </a:tc>
                <a:tc>
                  <a:txBody>
                    <a:bodyPr/>
                    <a:lstStyle/>
                    <a:p>
                      <a:r>
                        <a:rPr lang="ja-JP" altLang="en-US" sz="900" b="1" dirty="0">
                          <a:solidFill>
                            <a:srgbClr val="FF0000"/>
                          </a:solidFill>
                        </a:rPr>
                        <a:t>限定的</a:t>
                      </a:r>
                      <a:r>
                        <a:rPr lang="ja-JP" altLang="en-US" sz="900" dirty="0">
                          <a:solidFill>
                            <a:srgbClr val="FF0000"/>
                          </a:solidFill>
                        </a:rPr>
                        <a:t> </a:t>
                      </a:r>
                      <a:r>
                        <a:rPr lang="en-US" altLang="ja-JP" sz="900" dirty="0">
                          <a:solidFill>
                            <a:srgbClr val="FF0000"/>
                          </a:solidFill>
                        </a:rPr>
                        <a:t>(</a:t>
                      </a:r>
                      <a:r>
                        <a:rPr lang="de-DE" sz="900" dirty="0">
                          <a:solidFill>
                            <a:srgbClr val="FF0000"/>
                          </a:solidFill>
                        </a:rPr>
                        <a:t>Dataverse Search </a:t>
                      </a:r>
                      <a:r>
                        <a:rPr lang="ja-JP" altLang="en-US" sz="900" dirty="0">
                          <a:solidFill>
                            <a:srgbClr val="FF0000"/>
                          </a:solidFill>
                        </a:rPr>
                        <a:t>が内部で行う</a:t>
                      </a:r>
                      <a:r>
                        <a:rPr lang="en-US" altLang="ja-JP" sz="900" dirty="0">
                          <a:solidFill>
                            <a:srgbClr val="FF0000"/>
                          </a:solidFill>
                        </a:rPr>
                        <a:t>)</a:t>
                      </a:r>
                    </a:p>
                  </a:txBody>
                  <a:tcPr marL="28046" marR="28046" marT="14023" marB="14023" anchor="ctr"/>
                </a:tc>
                <a:tc>
                  <a:txBody>
                    <a:bodyPr/>
                    <a:lstStyle/>
                    <a:p>
                      <a:r>
                        <a:rPr lang="ja-JP" altLang="en-US" sz="900" b="1" dirty="0">
                          <a:solidFill>
                            <a:srgbClr val="FF0000"/>
                          </a:solidFill>
                        </a:rPr>
                        <a:t>限定的</a:t>
                      </a:r>
                      <a:r>
                        <a:rPr lang="ja-JP" altLang="en-US" sz="900" dirty="0">
                          <a:solidFill>
                            <a:srgbClr val="FF0000"/>
                          </a:solidFill>
                        </a:rPr>
                        <a:t> </a:t>
                      </a:r>
                      <a:r>
                        <a:rPr lang="en-US" altLang="ja-JP" sz="900" dirty="0">
                          <a:solidFill>
                            <a:srgbClr val="FF0000"/>
                          </a:solidFill>
                        </a:rPr>
                        <a:t>(</a:t>
                      </a:r>
                      <a:r>
                        <a:rPr lang="ja-JP" altLang="en-US" sz="900" dirty="0">
                          <a:solidFill>
                            <a:srgbClr val="FF0000"/>
                          </a:solidFill>
                        </a:rPr>
                        <a:t>拡張機能や外部ツールが必要</a:t>
                      </a:r>
                      <a:r>
                        <a:rPr lang="en-US" altLang="ja-JP" sz="900" dirty="0">
                          <a:solidFill>
                            <a:srgbClr val="FF0000"/>
                          </a:solidFill>
                        </a:rPr>
                        <a:t>)</a:t>
                      </a:r>
                    </a:p>
                  </a:txBody>
                  <a:tcPr marL="28046" marR="28046" marT="14023" marB="14023" anchor="ctr"/>
                </a:tc>
                <a:tc>
                  <a:txBody>
                    <a:bodyPr/>
                    <a:lstStyle/>
                    <a:p>
                      <a:r>
                        <a:rPr lang="ja-JP" altLang="en-US" sz="900" b="1"/>
                        <a:t>はい</a:t>
                      </a:r>
                      <a:r>
                        <a:rPr lang="ja-JP" altLang="en-US" sz="900"/>
                        <a:t> </a:t>
                      </a:r>
                      <a:r>
                        <a:rPr lang="en-US" altLang="ja-JP" sz="900"/>
                        <a:t>(</a:t>
                      </a:r>
                      <a:r>
                        <a:rPr lang="de-DE" sz="900"/>
                        <a:t>SharePoint </a:t>
                      </a:r>
                      <a:r>
                        <a:rPr lang="ja-JP" altLang="en-US" sz="900"/>
                        <a:t>の検索機能が自動で行う</a:t>
                      </a:r>
                      <a:r>
                        <a:rPr lang="en-US" altLang="ja-JP" sz="900"/>
                        <a:t>)</a:t>
                      </a:r>
                    </a:p>
                  </a:txBody>
                  <a:tcPr marL="28046" marR="28046" marT="14023" marB="14023" anchor="ctr"/>
                </a:tc>
                <a:extLst>
                  <a:ext uri="{0D108BD9-81ED-4DB2-BD59-A6C34878D82A}">
                    <a16:rowId xmlns:a16="http://schemas.microsoft.com/office/drawing/2014/main" val="10004"/>
                  </a:ext>
                </a:extLst>
              </a:tr>
              <a:tr h="277984">
                <a:tc>
                  <a:txBody>
                    <a:bodyPr/>
                    <a:lstStyle/>
                    <a:p>
                      <a:r>
                        <a:rPr lang="ja-JP" altLang="en-US" sz="900" b="1"/>
                        <a:t>非テキスト検索</a:t>
                      </a:r>
                      <a:endParaRPr lang="ja-JP" altLang="en-US" sz="900"/>
                    </a:p>
                  </a:txBody>
                  <a:tcPr marL="28046" marR="28046" marT="14023" marB="14023" anchor="ctr"/>
                </a:tc>
                <a:tc>
                  <a:txBody>
                    <a:bodyPr/>
                    <a:lstStyle/>
                    <a:p>
                      <a:r>
                        <a:rPr lang="ja-JP" altLang="en-US" sz="900" b="1">
                          <a:solidFill>
                            <a:srgbClr val="FF0000"/>
                          </a:solidFill>
                        </a:rPr>
                        <a:t>限定的</a:t>
                      </a:r>
                      <a:r>
                        <a:rPr lang="ja-JP" altLang="en-US" sz="900">
                          <a:solidFill>
                            <a:srgbClr val="FF0000"/>
                          </a:solidFill>
                        </a:rPr>
                        <a:t> </a:t>
                      </a:r>
                      <a:r>
                        <a:rPr lang="en-US" altLang="ja-JP" sz="900">
                          <a:solidFill>
                            <a:srgbClr val="FF0000"/>
                          </a:solidFill>
                        </a:rPr>
                        <a:t>(</a:t>
                      </a:r>
                      <a:r>
                        <a:rPr lang="ja-JP" altLang="en-US" sz="900">
                          <a:solidFill>
                            <a:srgbClr val="FF0000"/>
                          </a:solidFill>
                        </a:rPr>
                        <a:t>インデックスやクエリによる</a:t>
                      </a:r>
                      <a:r>
                        <a:rPr lang="en-US" altLang="ja-JP" sz="900">
                          <a:solidFill>
                            <a:srgbClr val="FF0000"/>
                          </a:solidFill>
                        </a:rPr>
                        <a:t>)</a:t>
                      </a:r>
                    </a:p>
                  </a:txBody>
                  <a:tcPr marL="28046" marR="28046" marT="14023" marB="14023" anchor="ctr"/>
                </a:tc>
                <a:tc>
                  <a:txBody>
                    <a:bodyPr/>
                    <a:lstStyle/>
                    <a:p>
                      <a:r>
                        <a:rPr lang="ja-JP" altLang="en-US" sz="900" b="1">
                          <a:solidFill>
                            <a:srgbClr val="FF0000"/>
                          </a:solidFill>
                        </a:rPr>
                        <a:t>限定的</a:t>
                      </a:r>
                      <a:r>
                        <a:rPr lang="ja-JP" altLang="en-US" sz="900">
                          <a:solidFill>
                            <a:srgbClr val="FF0000"/>
                          </a:solidFill>
                        </a:rPr>
                        <a:t> </a:t>
                      </a:r>
                      <a:r>
                        <a:rPr lang="en-US" altLang="ja-JP" sz="900">
                          <a:solidFill>
                            <a:srgbClr val="FF0000"/>
                          </a:solidFill>
                        </a:rPr>
                        <a:t>(</a:t>
                      </a:r>
                      <a:r>
                        <a:rPr lang="ja-JP" altLang="en-US" sz="900">
                          <a:solidFill>
                            <a:srgbClr val="FF0000"/>
                          </a:solidFill>
                        </a:rPr>
                        <a:t>メタデータ検索が中心</a:t>
                      </a:r>
                      <a:r>
                        <a:rPr lang="en-US" altLang="ja-JP" sz="900">
                          <a:solidFill>
                            <a:srgbClr val="FF0000"/>
                          </a:solidFill>
                        </a:rPr>
                        <a:t>)</a:t>
                      </a:r>
                    </a:p>
                  </a:txBody>
                  <a:tcPr marL="28046" marR="28046" marT="14023" marB="14023" anchor="ctr"/>
                </a:tc>
                <a:tc>
                  <a:txBody>
                    <a:bodyPr/>
                    <a:lstStyle/>
                    <a:p>
                      <a:r>
                        <a:rPr lang="ja-JP" altLang="en-US" sz="900" b="1" dirty="0">
                          <a:solidFill>
                            <a:srgbClr val="FF0000"/>
                          </a:solidFill>
                        </a:rPr>
                        <a:t>限定的</a:t>
                      </a:r>
                      <a:r>
                        <a:rPr lang="ja-JP" altLang="en-US" sz="900" dirty="0">
                          <a:solidFill>
                            <a:srgbClr val="FF0000"/>
                          </a:solidFill>
                        </a:rPr>
                        <a:t> </a:t>
                      </a:r>
                      <a:r>
                        <a:rPr lang="en-US" altLang="ja-JP" sz="900" dirty="0">
                          <a:solidFill>
                            <a:srgbClr val="FF0000"/>
                          </a:solidFill>
                        </a:rPr>
                        <a:t>(</a:t>
                      </a:r>
                      <a:r>
                        <a:rPr lang="ja-JP" altLang="en-US" sz="900" dirty="0">
                          <a:solidFill>
                            <a:srgbClr val="FF0000"/>
                          </a:solidFill>
                        </a:rPr>
                        <a:t>拡張機能や外部ツールが必要</a:t>
                      </a:r>
                      <a:r>
                        <a:rPr lang="en-US" altLang="ja-JP" sz="900" dirty="0">
                          <a:solidFill>
                            <a:srgbClr val="FF0000"/>
                          </a:solidFill>
                        </a:rPr>
                        <a:t>)</a:t>
                      </a:r>
                    </a:p>
                  </a:txBody>
                  <a:tcPr marL="28046" marR="28046" marT="14023" marB="14023" anchor="ctr"/>
                </a:tc>
                <a:tc>
                  <a:txBody>
                    <a:bodyPr/>
                    <a:lstStyle/>
                    <a:p>
                      <a:r>
                        <a:rPr lang="ja-JP" altLang="en-US" sz="900" b="1"/>
                        <a:t>はい</a:t>
                      </a:r>
                      <a:r>
                        <a:rPr lang="ja-JP" altLang="en-US" sz="900"/>
                        <a:t> </a:t>
                      </a:r>
                      <a:r>
                        <a:rPr lang="en-US" altLang="ja-JP" sz="900"/>
                        <a:t>(</a:t>
                      </a:r>
                      <a:r>
                        <a:rPr lang="ja-JP" altLang="en-US" sz="900"/>
                        <a:t>メタデータ検索、ファイルプロパティ検索</a:t>
                      </a:r>
                      <a:r>
                        <a:rPr lang="en-US" altLang="ja-JP" sz="900"/>
                        <a:t>)</a:t>
                      </a:r>
                    </a:p>
                  </a:txBody>
                  <a:tcPr marL="28046" marR="28046" marT="14023" marB="14023" anchor="ctr"/>
                </a:tc>
                <a:extLst>
                  <a:ext uri="{0D108BD9-81ED-4DB2-BD59-A6C34878D82A}">
                    <a16:rowId xmlns:a16="http://schemas.microsoft.com/office/drawing/2014/main" val="10005"/>
                  </a:ext>
                </a:extLst>
              </a:tr>
              <a:tr h="277984">
                <a:tc>
                  <a:txBody>
                    <a:bodyPr/>
                    <a:lstStyle/>
                    <a:p>
                      <a:r>
                        <a:rPr lang="de-DE" sz="900" b="1"/>
                        <a:t>Power Apps </a:t>
                      </a:r>
                      <a:r>
                        <a:rPr lang="ja-JP" altLang="en-US" sz="900" b="1"/>
                        <a:t>統合</a:t>
                      </a:r>
                      <a:endParaRPr lang="ja-JP" altLang="en-US" sz="900"/>
                    </a:p>
                  </a:txBody>
                  <a:tcPr marL="28046" marR="28046" marT="14023" marB="14023" anchor="ctr"/>
                </a:tc>
                <a:tc>
                  <a:txBody>
                    <a:bodyPr/>
                    <a:lstStyle/>
                    <a:p>
                      <a:r>
                        <a:rPr lang="ja-JP" altLang="en-US" sz="900" b="1"/>
                        <a:t>可能</a:t>
                      </a:r>
                      <a:r>
                        <a:rPr lang="ja-JP" altLang="en-US" sz="900"/>
                        <a:t> </a:t>
                      </a:r>
                      <a:r>
                        <a:rPr lang="en-US" altLang="ja-JP" sz="900"/>
                        <a:t>(</a:t>
                      </a:r>
                      <a:r>
                        <a:rPr lang="ja-JP" altLang="en-US" sz="900"/>
                        <a:t>カスタムコネクタ、</a:t>
                      </a:r>
                      <a:r>
                        <a:rPr lang="en-US" altLang="ja-JP" sz="900"/>
                        <a:t>SQL Server </a:t>
                      </a:r>
                      <a:r>
                        <a:rPr lang="ja-JP" altLang="en-US" sz="900"/>
                        <a:t>コネクタ</a:t>
                      </a:r>
                      <a:r>
                        <a:rPr lang="en-US" altLang="ja-JP" sz="900"/>
                        <a:t>)</a:t>
                      </a:r>
                    </a:p>
                  </a:txBody>
                  <a:tcPr marL="28046" marR="28046" marT="14023" marB="14023" anchor="ctr"/>
                </a:tc>
                <a:tc>
                  <a:txBody>
                    <a:bodyPr/>
                    <a:lstStyle/>
                    <a:p>
                      <a:r>
                        <a:rPr lang="ja-JP" altLang="en-US" sz="900" b="1"/>
                        <a:t>直接統合</a:t>
                      </a:r>
                      <a:r>
                        <a:rPr lang="ja-JP" altLang="en-US" sz="900"/>
                        <a:t> </a:t>
                      </a:r>
                      <a:r>
                        <a:rPr lang="en-US" altLang="ja-JP" sz="900"/>
                        <a:t>(</a:t>
                      </a:r>
                      <a:r>
                        <a:rPr lang="ja-JP" altLang="en-US" sz="900"/>
                        <a:t>ネイティブコネクタ</a:t>
                      </a:r>
                      <a:r>
                        <a:rPr lang="en-US" altLang="ja-JP" sz="900"/>
                        <a:t>)</a:t>
                      </a:r>
                    </a:p>
                  </a:txBody>
                  <a:tcPr marL="28046" marR="28046" marT="14023" marB="14023" anchor="ctr"/>
                </a:tc>
                <a:tc>
                  <a:txBody>
                    <a:bodyPr/>
                    <a:lstStyle/>
                    <a:p>
                      <a:r>
                        <a:rPr lang="ja-JP" altLang="en-US" sz="900" b="1" dirty="0"/>
                        <a:t>可能</a:t>
                      </a:r>
                      <a:r>
                        <a:rPr lang="ja-JP" altLang="en-US" sz="900" dirty="0"/>
                        <a:t> </a:t>
                      </a:r>
                      <a:r>
                        <a:rPr lang="en-US" altLang="ja-JP" sz="900" dirty="0"/>
                        <a:t>(</a:t>
                      </a:r>
                      <a:r>
                        <a:rPr lang="ja-JP" altLang="en-US" sz="900" dirty="0"/>
                        <a:t>カスタムコネクタ、</a:t>
                      </a:r>
                      <a:r>
                        <a:rPr lang="en-US" altLang="ja-JP" sz="900" dirty="0"/>
                        <a:t>PostgreSQL </a:t>
                      </a:r>
                      <a:r>
                        <a:rPr lang="ja-JP" altLang="en-US" sz="900" dirty="0"/>
                        <a:t>コネクタ</a:t>
                      </a:r>
                      <a:r>
                        <a:rPr lang="en-US" altLang="ja-JP" sz="900" dirty="0"/>
                        <a:t>)</a:t>
                      </a:r>
                    </a:p>
                  </a:txBody>
                  <a:tcPr marL="28046" marR="28046" marT="14023" marB="14023" anchor="ctr"/>
                </a:tc>
                <a:tc>
                  <a:txBody>
                    <a:bodyPr/>
                    <a:lstStyle/>
                    <a:p>
                      <a:r>
                        <a:rPr lang="ja-JP" altLang="en-US" sz="900" b="1"/>
                        <a:t>直接統合</a:t>
                      </a:r>
                      <a:r>
                        <a:rPr lang="ja-JP" altLang="en-US" sz="900"/>
                        <a:t> </a:t>
                      </a:r>
                      <a:r>
                        <a:rPr lang="en-US" altLang="ja-JP" sz="900"/>
                        <a:t>(</a:t>
                      </a:r>
                      <a:r>
                        <a:rPr lang="de-DE" sz="900"/>
                        <a:t>SharePoint </a:t>
                      </a:r>
                      <a:r>
                        <a:rPr lang="ja-JP" altLang="en-US" sz="900"/>
                        <a:t>コネクタ</a:t>
                      </a:r>
                      <a:r>
                        <a:rPr lang="en-US" altLang="ja-JP" sz="900"/>
                        <a:t>)</a:t>
                      </a:r>
                    </a:p>
                  </a:txBody>
                  <a:tcPr marL="28046" marR="28046" marT="14023" marB="14023" anchor="ctr"/>
                </a:tc>
                <a:extLst>
                  <a:ext uri="{0D108BD9-81ED-4DB2-BD59-A6C34878D82A}">
                    <a16:rowId xmlns:a16="http://schemas.microsoft.com/office/drawing/2014/main" val="10006"/>
                  </a:ext>
                </a:extLst>
              </a:tr>
              <a:tr h="277984">
                <a:tc>
                  <a:txBody>
                    <a:bodyPr/>
                    <a:lstStyle/>
                    <a:p>
                      <a:r>
                        <a:rPr lang="de-DE" sz="900" b="1"/>
                        <a:t>Power Automate </a:t>
                      </a:r>
                      <a:r>
                        <a:rPr lang="ja-JP" altLang="en-US" sz="900" b="1"/>
                        <a:t>統合</a:t>
                      </a:r>
                      <a:endParaRPr lang="ja-JP" altLang="en-US" sz="900"/>
                    </a:p>
                  </a:txBody>
                  <a:tcPr marL="28046" marR="28046" marT="14023" marB="14023" anchor="ctr"/>
                </a:tc>
                <a:tc>
                  <a:txBody>
                    <a:bodyPr/>
                    <a:lstStyle/>
                    <a:p>
                      <a:r>
                        <a:rPr lang="ja-JP" altLang="en-US" sz="900" b="1"/>
                        <a:t>可能</a:t>
                      </a:r>
                      <a:r>
                        <a:rPr lang="ja-JP" altLang="en-US" sz="900"/>
                        <a:t> </a:t>
                      </a:r>
                      <a:r>
                        <a:rPr lang="en-US" altLang="ja-JP" sz="900"/>
                        <a:t>(</a:t>
                      </a:r>
                      <a:r>
                        <a:rPr lang="ja-JP" altLang="en-US" sz="900"/>
                        <a:t>カスタムコネクタ、</a:t>
                      </a:r>
                      <a:r>
                        <a:rPr lang="en-US" altLang="ja-JP" sz="900"/>
                        <a:t>SQL Server </a:t>
                      </a:r>
                      <a:r>
                        <a:rPr lang="ja-JP" altLang="en-US" sz="900"/>
                        <a:t>コネクタ</a:t>
                      </a:r>
                      <a:r>
                        <a:rPr lang="en-US" altLang="ja-JP" sz="900"/>
                        <a:t>)</a:t>
                      </a:r>
                    </a:p>
                  </a:txBody>
                  <a:tcPr marL="28046" marR="28046" marT="14023" marB="14023" anchor="ctr"/>
                </a:tc>
                <a:tc>
                  <a:txBody>
                    <a:bodyPr/>
                    <a:lstStyle/>
                    <a:p>
                      <a:r>
                        <a:rPr lang="ja-JP" altLang="en-US" sz="900" b="1"/>
                        <a:t>直接統合</a:t>
                      </a:r>
                      <a:r>
                        <a:rPr lang="ja-JP" altLang="en-US" sz="900"/>
                        <a:t> </a:t>
                      </a:r>
                      <a:r>
                        <a:rPr lang="en-US" altLang="ja-JP" sz="900"/>
                        <a:t>(</a:t>
                      </a:r>
                      <a:r>
                        <a:rPr lang="ja-JP" altLang="en-US" sz="900"/>
                        <a:t>ネイティブコネクタ</a:t>
                      </a:r>
                      <a:r>
                        <a:rPr lang="en-US" altLang="ja-JP" sz="900"/>
                        <a:t>)</a:t>
                      </a:r>
                    </a:p>
                  </a:txBody>
                  <a:tcPr marL="28046" marR="28046" marT="14023" marB="14023" anchor="ctr"/>
                </a:tc>
                <a:tc>
                  <a:txBody>
                    <a:bodyPr/>
                    <a:lstStyle/>
                    <a:p>
                      <a:r>
                        <a:rPr lang="ja-JP" altLang="en-US" sz="900" b="1" dirty="0"/>
                        <a:t>可能</a:t>
                      </a:r>
                      <a:r>
                        <a:rPr lang="ja-JP" altLang="en-US" sz="900" dirty="0"/>
                        <a:t> </a:t>
                      </a:r>
                      <a:r>
                        <a:rPr lang="en-US" altLang="ja-JP" sz="900" dirty="0"/>
                        <a:t>(</a:t>
                      </a:r>
                      <a:r>
                        <a:rPr lang="ja-JP" altLang="en-US" sz="900" dirty="0"/>
                        <a:t>カスタムコネクタ、</a:t>
                      </a:r>
                      <a:r>
                        <a:rPr lang="en-US" altLang="ja-JP" sz="900" dirty="0"/>
                        <a:t>PostgreSQL </a:t>
                      </a:r>
                      <a:r>
                        <a:rPr lang="ja-JP" altLang="en-US" sz="900" dirty="0"/>
                        <a:t>コネクタ</a:t>
                      </a:r>
                      <a:r>
                        <a:rPr lang="en-US" altLang="ja-JP" sz="900" dirty="0"/>
                        <a:t>)</a:t>
                      </a:r>
                    </a:p>
                  </a:txBody>
                  <a:tcPr marL="28046" marR="28046" marT="14023" marB="14023" anchor="ctr"/>
                </a:tc>
                <a:tc>
                  <a:txBody>
                    <a:bodyPr/>
                    <a:lstStyle/>
                    <a:p>
                      <a:r>
                        <a:rPr lang="ja-JP" altLang="en-US" sz="900" b="1"/>
                        <a:t>直接統合</a:t>
                      </a:r>
                      <a:r>
                        <a:rPr lang="ja-JP" altLang="en-US" sz="900"/>
                        <a:t> </a:t>
                      </a:r>
                      <a:r>
                        <a:rPr lang="en-US" altLang="ja-JP" sz="900"/>
                        <a:t>(</a:t>
                      </a:r>
                      <a:r>
                        <a:rPr lang="de-DE" sz="900"/>
                        <a:t>SharePoint </a:t>
                      </a:r>
                      <a:r>
                        <a:rPr lang="ja-JP" altLang="en-US" sz="900"/>
                        <a:t>コネクタ</a:t>
                      </a:r>
                      <a:r>
                        <a:rPr lang="en-US" altLang="ja-JP" sz="900"/>
                        <a:t>)</a:t>
                      </a:r>
                    </a:p>
                  </a:txBody>
                  <a:tcPr marL="28046" marR="28046" marT="14023" marB="14023" anchor="ctr"/>
                </a:tc>
                <a:extLst>
                  <a:ext uri="{0D108BD9-81ED-4DB2-BD59-A6C34878D82A}">
                    <a16:rowId xmlns:a16="http://schemas.microsoft.com/office/drawing/2014/main" val="10007"/>
                  </a:ext>
                </a:extLst>
              </a:tr>
              <a:tr h="502427">
                <a:tc>
                  <a:txBody>
                    <a:bodyPr/>
                    <a:lstStyle/>
                    <a:p>
                      <a:r>
                        <a:rPr lang="ja-JP" altLang="en-US" sz="900" b="1" dirty="0"/>
                        <a:t>必要なライセンス</a:t>
                      </a:r>
                      <a:endParaRPr lang="ja-JP" altLang="en-US" sz="900" dirty="0"/>
                    </a:p>
                  </a:txBody>
                  <a:tcPr marL="28046" marR="28046" marT="14023" marB="14023" anchor="ctr"/>
                </a:tc>
                <a:tc>
                  <a:txBody>
                    <a:bodyPr/>
                    <a:lstStyle/>
                    <a:p>
                      <a:r>
                        <a:rPr lang="de-DE" sz="900" dirty="0"/>
                        <a:t>SQL Server Enterprise/Standard (Full-Text Search </a:t>
                      </a:r>
                      <a:r>
                        <a:rPr lang="ja-JP" altLang="en-US" sz="900" dirty="0"/>
                        <a:t>は追加費用なし</a:t>
                      </a:r>
                      <a:r>
                        <a:rPr lang="en-US" altLang="ja-JP" sz="900" dirty="0"/>
                        <a:t>)</a:t>
                      </a:r>
                    </a:p>
                  </a:txBody>
                  <a:tcPr marL="28046" marR="28046" marT="14023" marB="14023" anchor="ctr"/>
                </a:tc>
                <a:tc>
                  <a:txBody>
                    <a:bodyPr/>
                    <a:lstStyle/>
                    <a:p>
                      <a:r>
                        <a:rPr lang="en-US" altLang="ja-JP" sz="900" dirty="0"/>
                        <a:t>Microsoft Dataverse </a:t>
                      </a:r>
                      <a:r>
                        <a:rPr lang="ja-JP" altLang="en-US" sz="900" dirty="0"/>
                        <a:t>ライセンス </a:t>
                      </a:r>
                      <a:r>
                        <a:rPr lang="en-US" altLang="ja-JP" sz="900" dirty="0"/>
                        <a:t>(Dynamics 365 </a:t>
                      </a:r>
                      <a:r>
                        <a:rPr lang="ja-JP" altLang="en-US" sz="900" dirty="0"/>
                        <a:t>または </a:t>
                      </a:r>
                      <a:r>
                        <a:rPr lang="en-US" altLang="ja-JP" sz="900" dirty="0"/>
                        <a:t>Power Apps Premium </a:t>
                      </a:r>
                      <a:r>
                        <a:rPr lang="ja-JP" altLang="en-US" sz="900" dirty="0"/>
                        <a:t>ライセンスに含まれる場合あり</a:t>
                      </a:r>
                      <a:r>
                        <a:rPr lang="en-US" altLang="ja-JP" sz="900" dirty="0"/>
                        <a:t>)</a:t>
                      </a:r>
                    </a:p>
                  </a:txBody>
                  <a:tcPr marL="28046" marR="28046" marT="14023" marB="14023" anchor="ctr"/>
                </a:tc>
                <a:tc>
                  <a:txBody>
                    <a:bodyPr/>
                    <a:lstStyle/>
                    <a:p>
                      <a:r>
                        <a:rPr lang="en-US" altLang="ja-JP" sz="900" dirty="0"/>
                        <a:t>PostgreSQL </a:t>
                      </a:r>
                      <a:r>
                        <a:rPr lang="ja-JP" altLang="en-US" sz="900" dirty="0"/>
                        <a:t>自体はオープンソース。拡張機能は追加の構成が必要。</a:t>
                      </a:r>
                    </a:p>
                  </a:txBody>
                  <a:tcPr marL="28046" marR="28046" marT="14023" marB="14023" anchor="ctr"/>
                </a:tc>
                <a:tc>
                  <a:txBody>
                    <a:bodyPr/>
                    <a:lstStyle/>
                    <a:p>
                      <a:r>
                        <a:rPr lang="de-DE" sz="900" dirty="0"/>
                        <a:t>Microsoft 365 </a:t>
                      </a:r>
                      <a:r>
                        <a:rPr lang="ja-JP" altLang="en-US" sz="900" dirty="0"/>
                        <a:t>ライセンス </a:t>
                      </a:r>
                      <a:r>
                        <a:rPr lang="en-US" altLang="ja-JP" sz="900" dirty="0"/>
                        <a:t>(</a:t>
                      </a:r>
                      <a:r>
                        <a:rPr lang="de-DE" sz="900" dirty="0"/>
                        <a:t>SharePoint Online </a:t>
                      </a:r>
                      <a:r>
                        <a:rPr lang="ja-JP" altLang="en-US" sz="900" dirty="0"/>
                        <a:t>を含むプラン</a:t>
                      </a:r>
                      <a:r>
                        <a:rPr lang="en-US" altLang="ja-JP" sz="900" dirty="0"/>
                        <a:t>)</a:t>
                      </a:r>
                    </a:p>
                  </a:txBody>
                  <a:tcPr marL="28046" marR="28046" marT="14023" marB="14023" anchor="ctr"/>
                </a:tc>
                <a:extLst>
                  <a:ext uri="{0D108BD9-81ED-4DB2-BD59-A6C34878D82A}">
                    <a16:rowId xmlns:a16="http://schemas.microsoft.com/office/drawing/2014/main" val="10008"/>
                  </a:ext>
                </a:extLst>
              </a:tr>
              <a:tr h="502427">
                <a:tc>
                  <a:txBody>
                    <a:bodyPr/>
                    <a:lstStyle/>
                    <a:p>
                      <a:endParaRPr lang="ja-JP" altLang="en-US" sz="900" dirty="0">
                        <a:solidFill>
                          <a:srgbClr val="FF0000"/>
                        </a:solidFill>
                      </a:endParaRPr>
                    </a:p>
                  </a:txBody>
                  <a:tcPr marL="28046" marR="28046" marT="14023" marB="14023" anchor="ctr"/>
                </a:tc>
                <a:tc>
                  <a:txBody>
                    <a:bodyPr/>
                    <a:lstStyle/>
                    <a:p>
                      <a:endParaRPr lang="en-US" altLang="ja-JP" sz="900" dirty="0">
                        <a:solidFill>
                          <a:srgbClr val="FF0000"/>
                        </a:solidFill>
                      </a:endParaRPr>
                    </a:p>
                  </a:txBody>
                  <a:tcPr marL="28046" marR="28046" marT="14023" marB="14023" anchor="ctr"/>
                </a:tc>
                <a:tc>
                  <a:txBody>
                    <a:bodyPr/>
                    <a:lstStyle/>
                    <a:p>
                      <a:endParaRPr lang="en-US" altLang="ja-JP" sz="900" dirty="0">
                        <a:solidFill>
                          <a:srgbClr val="FF0000"/>
                        </a:solidFill>
                      </a:endParaRPr>
                    </a:p>
                  </a:txBody>
                  <a:tcPr marL="28046" marR="28046" marT="14023" marB="14023" anchor="ctr"/>
                </a:tc>
                <a:tc>
                  <a:txBody>
                    <a:bodyPr/>
                    <a:lstStyle/>
                    <a:p>
                      <a:endParaRPr lang="ja-JP" altLang="en-US" sz="900" dirty="0">
                        <a:solidFill>
                          <a:srgbClr val="FF0000"/>
                        </a:solidFill>
                      </a:endParaRPr>
                    </a:p>
                  </a:txBody>
                  <a:tcPr marL="28046" marR="28046" marT="14023" marB="14023" anchor="ctr"/>
                </a:tc>
                <a:tc>
                  <a:txBody>
                    <a:bodyPr/>
                    <a:lstStyle/>
                    <a:p>
                      <a:r>
                        <a:rPr lang="ja-JP" altLang="en-US" sz="900" dirty="0">
                          <a:solidFill>
                            <a:srgbClr val="FF0000"/>
                          </a:solidFill>
                        </a:rPr>
                        <a:t>特別</a:t>
                      </a:r>
                      <a:r>
                        <a:rPr lang="en-US" altLang="ja-JP" sz="900" dirty="0">
                          <a:solidFill>
                            <a:srgbClr val="FF0000"/>
                          </a:solidFill>
                        </a:rPr>
                        <a:t>API</a:t>
                      </a:r>
                      <a:r>
                        <a:rPr lang="ja-JP" altLang="en-US" sz="900" dirty="0">
                          <a:solidFill>
                            <a:srgbClr val="FF0000"/>
                          </a:solidFill>
                        </a:rPr>
                        <a:t>コールが必要</a:t>
                      </a:r>
                      <a:endParaRPr lang="en-US" altLang="ja-JP" sz="900" dirty="0">
                        <a:solidFill>
                          <a:srgbClr val="FF0000"/>
                        </a:solidFill>
                      </a:endParaRPr>
                    </a:p>
                    <a:p>
                      <a:r>
                        <a:rPr lang="ja-JP" altLang="en-US" sz="900" dirty="0">
                          <a:solidFill>
                            <a:srgbClr val="FF0000"/>
                          </a:solidFill>
                        </a:rPr>
                        <a:t>事前の</a:t>
                      </a:r>
                      <a:r>
                        <a:rPr lang="en-US" altLang="ja-JP" sz="900" dirty="0">
                          <a:solidFill>
                            <a:srgbClr val="FF0000"/>
                          </a:solidFill>
                        </a:rPr>
                        <a:t>App</a:t>
                      </a:r>
                      <a:r>
                        <a:rPr lang="ja-JP" altLang="en-US" sz="900" dirty="0">
                          <a:solidFill>
                            <a:srgbClr val="FF0000"/>
                          </a:solidFill>
                        </a:rPr>
                        <a:t>登録が必須</a:t>
                      </a:r>
                      <a:endParaRPr lang="en-US" altLang="ja-JP" sz="900" dirty="0">
                        <a:solidFill>
                          <a:srgbClr val="FF0000"/>
                        </a:solidFill>
                      </a:endParaRPr>
                    </a:p>
                    <a:p>
                      <a:r>
                        <a:rPr lang="en-US" altLang="ja-JP" sz="900" dirty="0">
                          <a:solidFill>
                            <a:srgbClr val="FF0000"/>
                          </a:solidFill>
                        </a:rPr>
                        <a:t>SharePoint</a:t>
                      </a:r>
                      <a:r>
                        <a:rPr lang="ja-JP" altLang="en-US" sz="900" dirty="0">
                          <a:solidFill>
                            <a:srgbClr val="FF0000"/>
                          </a:solidFill>
                        </a:rPr>
                        <a:t>に置いている添付ファイルの管理が必要</a:t>
                      </a:r>
                      <a:endParaRPr lang="en-US" altLang="ja-JP" sz="900" dirty="0">
                        <a:solidFill>
                          <a:srgbClr val="FF0000"/>
                        </a:solidFill>
                      </a:endParaRPr>
                    </a:p>
                  </a:txBody>
                  <a:tcPr marL="28046" marR="28046" marT="14023" marB="14023" anchor="ctr"/>
                </a:tc>
                <a:extLst>
                  <a:ext uri="{0D108BD9-81ED-4DB2-BD59-A6C34878D82A}">
                    <a16:rowId xmlns:a16="http://schemas.microsoft.com/office/drawing/2014/main" val="291555614"/>
                  </a:ext>
                </a:extLst>
              </a:tr>
            </a:tbl>
          </a:graphicData>
        </a:graphic>
      </p:graphicFrame>
    </p:spTree>
    <p:extLst>
      <p:ext uri="{BB962C8B-B14F-4D97-AF65-F5344CB8AC3E}">
        <p14:creationId xmlns:p14="http://schemas.microsoft.com/office/powerpoint/2010/main" val="254442971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D44331-4BEF-F2FC-48A6-BF12AE3703F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93B85A4E-12CE-5942-ACC0-31AA3B63F200}"/>
              </a:ext>
            </a:extLst>
          </p:cNvPr>
          <p:cNvSpPr>
            <a:spLocks noGrp="1"/>
          </p:cNvSpPr>
          <p:nvPr>
            <p:ph type="title"/>
          </p:nvPr>
        </p:nvSpPr>
        <p:spPr>
          <a:xfrm>
            <a:off x="414336" y="255263"/>
            <a:ext cx="9327072" cy="683629"/>
          </a:xfrm>
        </p:spPr>
        <p:txBody>
          <a:bodyPr>
            <a:noAutofit/>
          </a:bodyPr>
          <a:lstStyle/>
          <a:p>
            <a:r>
              <a:rPr lang="ja-JP" altLang="en-US"/>
              <a:t>実現方法－ 検索機能２</a:t>
            </a:r>
          </a:p>
        </p:txBody>
      </p:sp>
      <p:sp>
        <p:nvSpPr>
          <p:cNvPr id="15" name="テキスト ボックス 14">
            <a:extLst>
              <a:ext uri="{FF2B5EF4-FFF2-40B4-BE49-F238E27FC236}">
                <a16:creationId xmlns:a16="http://schemas.microsoft.com/office/drawing/2014/main" id="{0EC3F4ED-93EE-E22C-93BB-7B4C475C55B7}"/>
              </a:ext>
            </a:extLst>
          </p:cNvPr>
          <p:cNvSpPr txBox="1"/>
          <p:nvPr/>
        </p:nvSpPr>
        <p:spPr>
          <a:xfrm>
            <a:off x="414337" y="814891"/>
            <a:ext cx="7764464" cy="5624963"/>
          </a:xfrm>
          <a:prstGeom prst="rect">
            <a:avLst/>
          </a:prstGeom>
          <a:noFill/>
          <a:ln w="9525" cap="flat" cmpd="sng" algn="ctr">
            <a:noFill/>
            <a:prstDash val="solid"/>
            <a:round/>
            <a:headEnd type="oval" w="med" len="med"/>
            <a:tailEnd type="oval" w="med" len="med"/>
          </a:ln>
        </p:spPr>
        <p:txBody>
          <a:bodyPr wrap="square" lIns="36000" tIns="36000" rIns="36000" bIns="36000" rtlCol="0" anchor="t" anchorCtr="0">
            <a:noAutofit/>
          </a:bodyPr>
          <a:lstStyle/>
          <a:p>
            <a:pPr lvl="0" eaLnBrk="0" fontAlgn="base" hangingPunct="0">
              <a:spcBef>
                <a:spcPct val="0"/>
              </a:spcBef>
              <a:spcAft>
                <a:spcPct val="0"/>
              </a:spcAft>
            </a:pPr>
            <a:r>
              <a:rPr kumimoji="0" lang="zh-CN" altLang="zh-CN" sz="1400" dirty="0">
                <a:latin typeface="DengXian 本文"/>
              </a:rPr>
              <a:t>添付ファイル向け検索: SharePointの検索機能</a:t>
            </a:r>
            <a:r>
              <a:rPr kumimoji="0" lang="ja-JP" altLang="en-US" sz="1400" dirty="0">
                <a:latin typeface="DengXian 本文"/>
              </a:rPr>
              <a:t>を利用。</a:t>
            </a:r>
            <a:endParaRPr kumimoji="0" lang="en-US" altLang="ja-JP" sz="1400" dirty="0">
              <a:latin typeface="DengXian 本文"/>
            </a:endParaRPr>
          </a:p>
          <a:p>
            <a:pPr marL="342900" indent="-342900">
              <a:buFont typeface="+mj-lt"/>
              <a:buAutoNum type="arabicPeriod"/>
            </a:pPr>
            <a:r>
              <a:rPr lang="en-US" altLang="ja-JP" sz="1200" b="1" dirty="0"/>
              <a:t>Azure AD </a:t>
            </a:r>
            <a:r>
              <a:rPr lang="ja-JP" altLang="en-US" sz="1200" b="1" dirty="0"/>
              <a:t>アプリケーションの登録と権限設定</a:t>
            </a:r>
            <a:r>
              <a:rPr lang="en-US" altLang="ja-JP" sz="1200" b="1" dirty="0"/>
              <a:t>:</a:t>
            </a:r>
            <a:endParaRPr lang="ja-JP" altLang="en-US" sz="1200" dirty="0"/>
          </a:p>
          <a:p>
            <a:pPr lvl="1"/>
            <a:r>
              <a:rPr lang="en-US" altLang="ja-JP" sz="1050" dirty="0"/>
              <a:t>Azure AD </a:t>
            </a:r>
            <a:r>
              <a:rPr lang="ja-JP" altLang="en-US" sz="1050" dirty="0"/>
              <a:t>にアプリケーションを登録し、必要な </a:t>
            </a:r>
            <a:r>
              <a:rPr lang="en-US" altLang="ja-JP" sz="1050" dirty="0"/>
              <a:t>Graph API </a:t>
            </a:r>
            <a:r>
              <a:rPr lang="ja-JP" altLang="en-US" sz="1050" dirty="0"/>
              <a:t>のアクセス許可を付与します。</a:t>
            </a:r>
          </a:p>
          <a:p>
            <a:pPr lvl="1"/>
            <a:r>
              <a:rPr lang="ja-JP" altLang="en-US" sz="1050" dirty="0"/>
              <a:t>アプリケーション </a:t>
            </a:r>
            <a:r>
              <a:rPr lang="en-US" altLang="ja-JP" sz="1050" dirty="0"/>
              <a:t>ID (</a:t>
            </a:r>
            <a:r>
              <a:rPr lang="ja-JP" altLang="en-US" sz="1050" dirty="0"/>
              <a:t>クライアント </a:t>
            </a:r>
            <a:r>
              <a:rPr lang="en-US" altLang="ja-JP" sz="1050" dirty="0"/>
              <a:t>ID) </a:t>
            </a:r>
            <a:r>
              <a:rPr lang="ja-JP" altLang="en-US" sz="1050" dirty="0"/>
              <a:t>と、</a:t>
            </a:r>
            <a:r>
              <a:rPr lang="ja-JP" altLang="en-US" sz="1050" b="1" dirty="0"/>
              <a:t>クライアントシークレット</a:t>
            </a:r>
            <a:r>
              <a:rPr lang="ja-JP" altLang="en-US" sz="1050" dirty="0"/>
              <a:t> または </a:t>
            </a:r>
            <a:r>
              <a:rPr lang="ja-JP" altLang="en-US" sz="1050" b="1" dirty="0"/>
              <a:t>証明書</a:t>
            </a:r>
            <a:r>
              <a:rPr lang="ja-JP" altLang="en-US" sz="1050" dirty="0"/>
              <a:t> を取得します。</a:t>
            </a:r>
          </a:p>
          <a:p>
            <a:pPr marL="342900" lvl="0" indent="-342900" eaLnBrk="0" fontAlgn="base" hangingPunct="0">
              <a:spcBef>
                <a:spcPct val="0"/>
              </a:spcBef>
              <a:spcAft>
                <a:spcPct val="0"/>
              </a:spcAft>
              <a:buFont typeface="+mj-lt"/>
              <a:buAutoNum type="arabicPeriod"/>
            </a:pPr>
            <a:r>
              <a:rPr kumimoji="0" lang="ja-JP" altLang="ja-JP" sz="1200" b="1" dirty="0">
                <a:latin typeface="Arial" panose="020B0604020202020204" pitchFamily="34" charset="0"/>
              </a:rPr>
              <a:t>必要な Graph API 権限</a:t>
            </a:r>
          </a:p>
          <a:p>
            <a:pPr lvl="1" eaLnBrk="0" fontAlgn="base" hangingPunct="0">
              <a:spcBef>
                <a:spcPct val="0"/>
              </a:spcBef>
              <a:spcAft>
                <a:spcPct val="0"/>
              </a:spcAft>
            </a:pPr>
            <a:r>
              <a:rPr kumimoji="0" lang="ja-JP" altLang="ja-JP" sz="1050" dirty="0">
                <a:latin typeface="Arial" panose="020B0604020202020204" pitchFamily="34" charset="0"/>
              </a:rPr>
              <a:t>Graph API を使用して SharePoint のドキュメントライブラリを検索するには、主に以下の権限が必要です。</a:t>
            </a:r>
          </a:p>
          <a:p>
            <a:pPr marL="742950" lvl="1" indent="-285750" eaLnBrk="0" fontAlgn="base" hangingPunct="0">
              <a:spcBef>
                <a:spcPct val="0"/>
              </a:spcBef>
              <a:spcAft>
                <a:spcPct val="0"/>
              </a:spcAft>
              <a:buFont typeface="Arial" panose="020B0604020202020204" pitchFamily="34" charset="0"/>
              <a:buChar char="•"/>
            </a:pPr>
            <a:r>
              <a:rPr kumimoji="0" lang="ja-JP" altLang="ja-JP" sz="1050" b="1" dirty="0">
                <a:latin typeface="Arial Unicode MS"/>
              </a:rPr>
              <a:t>Files.Read.All</a:t>
            </a:r>
            <a:r>
              <a:rPr kumimoji="0" lang="ja-JP" altLang="ja-JP" sz="1050" dirty="0"/>
              <a:t>: SharePoint Online 内のすべてのファイルコンテンツを読み取る権限です。これにより、ドキュメントライブラリ内のファイルを検索し、そのメタデータやコンテンツを取得できます。</a:t>
            </a:r>
            <a:endParaRPr kumimoji="0" lang="ja-JP" altLang="ja-JP" sz="1050"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ja-JP" altLang="ja-JP" sz="1050" b="1" dirty="0">
                <a:latin typeface="Arial Unicode MS"/>
              </a:rPr>
              <a:t>Sites.Read.All</a:t>
            </a:r>
            <a:r>
              <a:rPr kumimoji="0" lang="ja-JP" altLang="ja-JP" sz="1050" dirty="0"/>
              <a:t>: SharePoint Online 内のすべてのサイトコレクションとサイトのメタデータを読み取る権限です。これにより、検索対象となるドキュメントライブラリが存在するサイトを特定できます。</a:t>
            </a:r>
            <a:endParaRPr kumimoji="0" lang="ja-JP" altLang="ja-JP" sz="1050" dirty="0">
              <a:latin typeface="Arial" panose="020B0604020202020204" pitchFamily="34" charset="0"/>
            </a:endParaRPr>
          </a:p>
          <a:p>
            <a:pPr lvl="1" eaLnBrk="0" fontAlgn="base" hangingPunct="0">
              <a:spcBef>
                <a:spcPct val="0"/>
              </a:spcBef>
              <a:spcAft>
                <a:spcPct val="0"/>
              </a:spcAft>
            </a:pPr>
            <a:r>
              <a:rPr kumimoji="0" lang="ja-JP" altLang="ja-JP" sz="1050" dirty="0">
                <a:latin typeface="Arial" panose="020B0604020202020204" pitchFamily="34" charset="0"/>
              </a:rPr>
              <a:t>これらの権限は、アプリケーションの登録時に Azure Active Directory (現 Microsoft Entra ID) で設定します。Power Apps や Power Automate から Graph API を呼び出す際には、これらの権限が付与されたサービスプリンシパルまたは委任された権限を持つユーザーアカウントを使用することになります。</a:t>
            </a:r>
          </a:p>
          <a:p>
            <a:pPr marL="342900" lvl="0" indent="-342900" eaLnBrk="0" fontAlgn="base" hangingPunct="0">
              <a:spcBef>
                <a:spcPct val="0"/>
              </a:spcBef>
              <a:spcAft>
                <a:spcPct val="0"/>
              </a:spcAft>
              <a:buFont typeface="+mj-lt"/>
              <a:buAutoNum type="arabicPeriod"/>
            </a:pPr>
            <a:r>
              <a:rPr kumimoji="0" lang="ja-JP" altLang="ja-JP" sz="1200" b="1" dirty="0">
                <a:latin typeface="Arial" panose="020B0604020202020204" pitchFamily="34" charset="0"/>
              </a:rPr>
              <a:t>Power Apps からの呼び出し:</a:t>
            </a:r>
            <a:endParaRPr kumimoji="0" lang="ja-JP" altLang="ja-JP" sz="1200"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ja-JP" altLang="ja-JP" sz="1050" dirty="0">
                <a:latin typeface="Arial" panose="020B0604020202020204" pitchFamily="34" charset="0"/>
              </a:rPr>
              <a:t>Power Apps では、</a:t>
            </a:r>
            <a:r>
              <a:rPr kumimoji="0" lang="ja-JP" altLang="ja-JP" sz="1050" b="1" dirty="0">
                <a:latin typeface="Arial" panose="020B0604020202020204" pitchFamily="34" charset="0"/>
              </a:rPr>
              <a:t>カスタムコネクタ</a:t>
            </a:r>
            <a:r>
              <a:rPr kumimoji="0" lang="ja-JP" altLang="ja-JP" sz="1050" dirty="0">
                <a:latin typeface="Arial" panose="020B0604020202020204" pitchFamily="34" charset="0"/>
              </a:rPr>
              <a:t> を作成して Graph API エンドポイントを定義するのが一般的です。</a:t>
            </a:r>
          </a:p>
          <a:p>
            <a:pPr marL="742950" lvl="1" indent="-285750" eaLnBrk="0" fontAlgn="base" hangingPunct="0">
              <a:spcBef>
                <a:spcPct val="0"/>
              </a:spcBef>
              <a:spcAft>
                <a:spcPct val="0"/>
              </a:spcAft>
              <a:buFont typeface="Arial" panose="020B0604020202020204" pitchFamily="34" charset="0"/>
              <a:buChar char="•"/>
            </a:pPr>
            <a:r>
              <a:rPr kumimoji="0" lang="ja-JP" altLang="ja-JP" sz="1050" dirty="0">
                <a:latin typeface="Arial" panose="020B0604020202020204" pitchFamily="34" charset="0"/>
              </a:rPr>
              <a:t>カスタムコネクタの設定で、上記で説明した必要な Graph API 権限を要求するように設定します。</a:t>
            </a:r>
          </a:p>
          <a:p>
            <a:pPr marL="742950" lvl="1" indent="-285750" eaLnBrk="0" fontAlgn="base" hangingPunct="0">
              <a:spcBef>
                <a:spcPct val="0"/>
              </a:spcBef>
              <a:spcAft>
                <a:spcPct val="0"/>
              </a:spcAft>
              <a:buFont typeface="Arial" panose="020B0604020202020204" pitchFamily="34" charset="0"/>
              <a:buChar char="•"/>
            </a:pPr>
            <a:r>
              <a:rPr kumimoji="0" lang="ja-JP" altLang="ja-JP" sz="1050" dirty="0">
                <a:latin typeface="Arial" panose="020B0604020202020204" pitchFamily="34" charset="0"/>
              </a:rPr>
              <a:t>Graph API の検索エンドポイント（例: </a:t>
            </a:r>
            <a:r>
              <a:rPr kumimoji="0" lang="ja-JP" altLang="ja-JP" sz="1050" dirty="0">
                <a:latin typeface="Arial Unicode MS"/>
              </a:rPr>
              <a:t>https://graph.microsoft.com/v1.0/sites/{site-id}/drive/root/search(q='{search-query}')</a:t>
            </a:r>
            <a:r>
              <a:rPr kumimoji="0" lang="ja-JP" altLang="ja-JP" sz="1050" dirty="0"/>
              <a:t>）を呼び出すアクションを定義します。</a:t>
            </a:r>
            <a:endParaRPr kumimoji="0" lang="ja-JP" altLang="ja-JP" sz="1050"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ja-JP" altLang="ja-JP" sz="1050" dirty="0">
                <a:latin typeface="Arial" panose="020B0604020202020204" pitchFamily="34" charset="0"/>
              </a:rPr>
              <a:t>特定のドキュメントライブラリを限定するには、</a:t>
            </a:r>
            <a:r>
              <a:rPr kumimoji="0" lang="ja-JP" altLang="ja-JP" sz="1050" dirty="0">
                <a:latin typeface="Arial Unicode MS"/>
              </a:rPr>
              <a:t>site-id</a:t>
            </a:r>
            <a:r>
              <a:rPr kumimoji="0" lang="ja-JP" altLang="ja-JP" sz="1050" dirty="0"/>
              <a:t> を指定するか、検索クエリ (</a:t>
            </a:r>
            <a:r>
              <a:rPr kumimoji="0" lang="ja-JP" altLang="ja-JP" sz="1050" dirty="0">
                <a:latin typeface="Arial Unicode MS"/>
              </a:rPr>
              <a:t>q</a:t>
            </a:r>
            <a:r>
              <a:rPr kumimoji="0" lang="ja-JP" altLang="ja-JP" sz="1050" dirty="0"/>
              <a:t>) にドキュメントライブラリ名やパスを含めるなどの工夫が必要になります。Graph API の検索機能は、</a:t>
            </a:r>
            <a:r>
              <a:rPr kumimoji="0" lang="ja-JP" altLang="ja-JP" sz="1050" dirty="0">
                <a:latin typeface="Arial Unicode MS"/>
              </a:rPr>
              <a:t>search</a:t>
            </a:r>
            <a:r>
              <a:rPr kumimoji="0" lang="ja-JP" altLang="ja-JP" sz="1050" dirty="0"/>
              <a:t> クエリパラメータで詳細なフィルタリングをサポートしています。例えば、</a:t>
            </a:r>
            <a:r>
              <a:rPr kumimoji="0" lang="ja-JP" altLang="ja-JP" sz="1050" dirty="0">
                <a:latin typeface="Arial Unicode MS"/>
              </a:rPr>
              <a:t>search(q='keyword in:Shared Documents')</a:t>
            </a:r>
            <a:r>
              <a:rPr kumimoji="0" lang="ja-JP" altLang="ja-JP" sz="1050" dirty="0"/>
              <a:t> のように、特定のフォルダを指定できます。</a:t>
            </a:r>
            <a:endParaRPr kumimoji="0" lang="ja-JP" altLang="ja-JP" sz="1050"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ja-JP" altLang="ja-JP" sz="1050" dirty="0">
                <a:latin typeface="Arial" panose="020B0604020202020204" pitchFamily="34" charset="0"/>
              </a:rPr>
              <a:t>Power Apps のキャンバスアプリ内で、このカスタムコネクタのアクションを呼び出し、取得した検索結果を表示します。</a:t>
            </a:r>
            <a:endParaRPr kumimoji="0" lang="ja-JP" altLang="ja-JP" sz="1200" dirty="0">
              <a:latin typeface="Arial" panose="020B0604020202020204" pitchFamily="34" charset="0"/>
            </a:endParaRPr>
          </a:p>
          <a:p>
            <a:pPr marL="342900" lvl="0" indent="-342900" eaLnBrk="0" fontAlgn="base" hangingPunct="0">
              <a:spcBef>
                <a:spcPct val="0"/>
              </a:spcBef>
              <a:spcAft>
                <a:spcPct val="0"/>
              </a:spcAft>
              <a:buFont typeface="Arial" panose="020B0604020202020204" pitchFamily="34" charset="0"/>
              <a:buChar char="•"/>
            </a:pPr>
            <a:r>
              <a:rPr kumimoji="0" lang="ja-JP" altLang="ja-JP" sz="1200" b="1" dirty="0">
                <a:latin typeface="Arial" panose="020B0604020202020204" pitchFamily="34" charset="0"/>
              </a:rPr>
              <a:t>Power Automate Flow からの呼び出し:</a:t>
            </a:r>
            <a:endParaRPr kumimoji="0" lang="ja-JP" altLang="ja-JP" sz="1200"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ja-JP" altLang="ja-JP" sz="1050" dirty="0">
                <a:latin typeface="Arial" panose="020B0604020202020204" pitchFamily="34" charset="0"/>
              </a:rPr>
              <a:t>Power Automate では、</a:t>
            </a:r>
            <a:r>
              <a:rPr kumimoji="0" lang="ja-JP" altLang="ja-JP" sz="1050" b="1" dirty="0">
                <a:latin typeface="Arial" panose="020B0604020202020204" pitchFamily="34" charset="0"/>
              </a:rPr>
              <a:t>HTTP アクション</a:t>
            </a:r>
            <a:r>
              <a:rPr kumimoji="0" lang="ja-JP" altLang="ja-JP" sz="1050" dirty="0">
                <a:latin typeface="Arial" panose="020B0604020202020204" pitchFamily="34" charset="0"/>
              </a:rPr>
              <a:t> を使用して Graph API を直接呼び出すことができます。</a:t>
            </a:r>
          </a:p>
          <a:p>
            <a:pPr marL="742950" lvl="1" indent="-285750" eaLnBrk="0" fontAlgn="base" hangingPunct="0">
              <a:spcBef>
                <a:spcPct val="0"/>
              </a:spcBef>
              <a:spcAft>
                <a:spcPct val="0"/>
              </a:spcAft>
              <a:buFont typeface="Arial" panose="020B0604020202020204" pitchFamily="34" charset="0"/>
              <a:buChar char="•"/>
            </a:pPr>
            <a:r>
              <a:rPr kumimoji="0" lang="ja-JP" altLang="ja-JP" sz="1050" dirty="0">
                <a:latin typeface="Arial" panose="020B0604020202020204" pitchFamily="34" charset="0"/>
              </a:rPr>
              <a:t>HTTP アクションの設定で、HTTP メソッドを </a:t>
            </a:r>
            <a:r>
              <a:rPr kumimoji="0" lang="ja-JP" altLang="ja-JP" sz="1050" dirty="0">
                <a:latin typeface="Arial Unicode MS"/>
              </a:rPr>
              <a:t>GET</a:t>
            </a:r>
            <a:r>
              <a:rPr kumimoji="0" lang="ja-JP" altLang="ja-JP" sz="1050" dirty="0"/>
              <a:t> または </a:t>
            </a:r>
            <a:r>
              <a:rPr kumimoji="0" lang="ja-JP" altLang="ja-JP" sz="1050" dirty="0">
                <a:latin typeface="Arial Unicode MS"/>
              </a:rPr>
              <a:t>POST</a:t>
            </a:r>
            <a:r>
              <a:rPr kumimoji="0" lang="ja-JP" altLang="ja-JP" sz="1050" dirty="0"/>
              <a:t> に設定し、Graph API のエンドポイント URL を指定します。</a:t>
            </a:r>
            <a:endParaRPr kumimoji="0" lang="ja-JP" altLang="ja-JP" sz="1050"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ja-JP" altLang="ja-JP" sz="1050" dirty="0">
                <a:latin typeface="Arial" panose="020B0604020202020204" pitchFamily="34" charset="0"/>
              </a:rPr>
              <a:t>認証には、HTTP アクションの「認証」設定で「Active Directory OAuth」を選択し、必要な権限を持つ Azure AD アプリケーションのテナント ID、クライアント ID、クライアントシークレット（または証明書）を設定します。</a:t>
            </a:r>
          </a:p>
          <a:p>
            <a:pPr marL="742950" lvl="1" indent="-285750" eaLnBrk="0" fontAlgn="base" hangingPunct="0">
              <a:spcBef>
                <a:spcPct val="0"/>
              </a:spcBef>
              <a:spcAft>
                <a:spcPct val="0"/>
              </a:spcAft>
              <a:buFont typeface="Arial" panose="020B0604020202020204" pitchFamily="34" charset="0"/>
              <a:buChar char="•"/>
            </a:pPr>
            <a:r>
              <a:rPr kumimoji="0" lang="ja-JP" altLang="ja-JP" sz="1050" dirty="0">
                <a:latin typeface="Arial" panose="020B0604020202020204" pitchFamily="34" charset="0"/>
              </a:rPr>
              <a:t>ヘッダーには </a:t>
            </a:r>
            <a:r>
              <a:rPr kumimoji="0" lang="ja-JP" altLang="ja-JP" sz="1050" dirty="0">
                <a:latin typeface="Arial Unicode MS"/>
              </a:rPr>
              <a:t>Content-Type: application/json</a:t>
            </a:r>
            <a:r>
              <a:rPr kumimoji="0" lang="ja-JP" altLang="ja-JP" sz="1050" dirty="0"/>
              <a:t> などを設定します。</a:t>
            </a:r>
            <a:endParaRPr kumimoji="0" lang="ja-JP" altLang="ja-JP" sz="1050"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ja-JP" altLang="ja-JP" sz="1050" dirty="0">
                <a:latin typeface="Arial Unicode MS"/>
              </a:rPr>
              <a:t>uri</a:t>
            </a:r>
            <a:r>
              <a:rPr kumimoji="0" lang="ja-JP" altLang="ja-JP" sz="1050" dirty="0"/>
              <a:t> パラメータで検索クエリを指定し、ドキュメントライブラリを限定するための </a:t>
            </a:r>
            <a:r>
              <a:rPr kumimoji="0" lang="ja-JP" altLang="ja-JP" sz="1050" dirty="0">
                <a:latin typeface="Arial Unicode MS"/>
              </a:rPr>
              <a:t>in:</a:t>
            </a:r>
            <a:r>
              <a:rPr kumimoji="0" lang="ja-JP" altLang="ja-JP" sz="1050" dirty="0"/>
              <a:t> 演算子などを活用します。</a:t>
            </a:r>
            <a:endParaRPr kumimoji="0" lang="ja-JP" altLang="ja-JP" sz="1050"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ja-JP" altLang="ja-JP" sz="1050" dirty="0">
                <a:latin typeface="Arial" panose="020B0604020202020204" pitchFamily="34" charset="0"/>
              </a:rPr>
              <a:t>取得した JSON レスポンスを解析し、必要に応じて後続のアクション（例: メール送信、SharePoint リストへの記録など）を実行します。</a:t>
            </a:r>
          </a:p>
        </p:txBody>
      </p:sp>
      <p:pic>
        <p:nvPicPr>
          <p:cNvPr id="2050" name="Picture 2" descr="Microsoft Graph API - Cyderes Documentation">
            <a:extLst>
              <a:ext uri="{FF2B5EF4-FFF2-40B4-BE49-F238E27FC236}">
                <a16:creationId xmlns:a16="http://schemas.microsoft.com/office/drawing/2014/main" id="{BBCC0D22-76B9-A051-8B58-50259E1DD6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07559" y="2879621"/>
            <a:ext cx="1437641" cy="718821"/>
          </a:xfrm>
          <a:prstGeom prst="rect">
            <a:avLst/>
          </a:prstGeom>
          <a:noFill/>
          <a:extLst>
            <a:ext uri="{909E8E84-426E-40DD-AFC4-6F175D3DCCD1}">
              <a14:hiddenFill xmlns:a14="http://schemas.microsoft.com/office/drawing/2010/main">
                <a:solidFill>
                  <a:srgbClr val="FFFFFF"/>
                </a:solidFill>
              </a14:hiddenFill>
            </a:ext>
          </a:extLst>
        </p:spPr>
      </p:pic>
      <p:pic>
        <p:nvPicPr>
          <p:cNvPr id="3" name="コンテンツ プレースホルダー 4" descr="グラフィカル ユーザー インターフェイス&#10;&#10;AI によって生成されたコンテンツは間違っている可能性があります。">
            <a:extLst>
              <a:ext uri="{FF2B5EF4-FFF2-40B4-BE49-F238E27FC236}">
                <a16:creationId xmlns:a16="http://schemas.microsoft.com/office/drawing/2014/main" id="{3CB68834-A897-CE74-A512-5FD3ED5EF5E5}"/>
              </a:ext>
            </a:extLst>
          </p:cNvPr>
          <p:cNvPicPr>
            <a:picLocks noGrp="1"/>
          </p:cNvPicPr>
          <p:nvPr>
            <p:ph sz="quarter" idx="10"/>
          </p:nvPr>
        </p:nvPicPr>
        <p:blipFill>
          <a:blip r:embed="rId4"/>
          <a:stretch>
            <a:fillRect/>
          </a:stretch>
        </p:blipFill>
        <p:spPr>
          <a:xfrm>
            <a:off x="9090656" y="941625"/>
            <a:ext cx="1084608" cy="623650"/>
          </a:xfrm>
        </p:spPr>
      </p:pic>
      <p:pic>
        <p:nvPicPr>
          <p:cNvPr id="4" name="図 3" descr="グラフィカル ユーザー インターフェイス, アプリケーション&#10;&#10;AI によって生成されたコンテンツは間違っている可能性があります。">
            <a:extLst>
              <a:ext uri="{FF2B5EF4-FFF2-40B4-BE49-F238E27FC236}">
                <a16:creationId xmlns:a16="http://schemas.microsoft.com/office/drawing/2014/main" id="{B6A62F45-8902-2559-F5A3-F2D88D2259C0}"/>
              </a:ext>
            </a:extLst>
          </p:cNvPr>
          <p:cNvPicPr/>
          <p:nvPr/>
        </p:nvPicPr>
        <p:blipFill>
          <a:blip r:embed="rId5"/>
          <a:stretch>
            <a:fillRect/>
          </a:stretch>
        </p:blipFill>
        <p:spPr>
          <a:xfrm>
            <a:off x="10791180" y="828069"/>
            <a:ext cx="934788" cy="737206"/>
          </a:xfrm>
          <a:prstGeom prst="rect">
            <a:avLst/>
          </a:prstGeom>
        </p:spPr>
      </p:pic>
      <p:pic>
        <p:nvPicPr>
          <p:cNvPr id="5" name="図 4" descr="ロゴ, アイコン&#10;&#10;AI によって生成されたコンテンツは間違っている可能性があります。">
            <a:extLst>
              <a:ext uri="{FF2B5EF4-FFF2-40B4-BE49-F238E27FC236}">
                <a16:creationId xmlns:a16="http://schemas.microsoft.com/office/drawing/2014/main" id="{95B1F3E8-ADFA-6F77-03F0-A996FD410BC5}"/>
              </a:ext>
            </a:extLst>
          </p:cNvPr>
          <p:cNvPicPr/>
          <p:nvPr/>
        </p:nvPicPr>
        <p:blipFill>
          <a:blip r:embed="rId6"/>
          <a:stretch>
            <a:fillRect/>
          </a:stretch>
        </p:blipFill>
        <p:spPr>
          <a:xfrm>
            <a:off x="8336472" y="2928006"/>
            <a:ext cx="643597" cy="629116"/>
          </a:xfrm>
          <a:prstGeom prst="rect">
            <a:avLst/>
          </a:prstGeom>
        </p:spPr>
      </p:pic>
      <p:sp>
        <p:nvSpPr>
          <p:cNvPr id="6" name="正方形/長方形 5">
            <a:extLst>
              <a:ext uri="{FF2B5EF4-FFF2-40B4-BE49-F238E27FC236}">
                <a16:creationId xmlns:a16="http://schemas.microsoft.com/office/drawing/2014/main" id="{98C14583-0FF3-291C-E698-F3669A76D901}"/>
              </a:ext>
            </a:extLst>
          </p:cNvPr>
          <p:cNvSpPr/>
          <p:nvPr/>
        </p:nvSpPr>
        <p:spPr>
          <a:xfrm>
            <a:off x="9632959" y="2007933"/>
            <a:ext cx="1386840" cy="518160"/>
          </a:xfrm>
          <a:prstGeom prst="rect">
            <a:avLst/>
          </a:prstGeom>
          <a:ln w="6350"/>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kumimoji="1" lang="ja-JP" altLang="en-US" sz="1100"/>
              <a:t>検索条件整備</a:t>
            </a:r>
          </a:p>
        </p:txBody>
      </p:sp>
      <p:cxnSp>
        <p:nvCxnSpPr>
          <p:cNvPr id="9" name="直線矢印コネクタ 8">
            <a:extLst>
              <a:ext uri="{FF2B5EF4-FFF2-40B4-BE49-F238E27FC236}">
                <a16:creationId xmlns:a16="http://schemas.microsoft.com/office/drawing/2014/main" id="{50328C86-20B2-14B6-CC7F-66AB08CDAFEB}"/>
              </a:ext>
            </a:extLst>
          </p:cNvPr>
          <p:cNvCxnSpPr>
            <a:cxnSpLocks/>
            <a:stCxn id="6" idx="2"/>
            <a:endCxn id="2050" idx="0"/>
          </p:cNvCxnSpPr>
          <p:nvPr/>
        </p:nvCxnSpPr>
        <p:spPr>
          <a:xfrm>
            <a:off x="10326379" y="2526093"/>
            <a:ext cx="1" cy="3535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正方形/長方形 10">
            <a:extLst>
              <a:ext uri="{FF2B5EF4-FFF2-40B4-BE49-F238E27FC236}">
                <a16:creationId xmlns:a16="http://schemas.microsoft.com/office/drawing/2014/main" id="{1380BE2B-520C-4697-E14B-2DCF4C9A12EA}"/>
              </a:ext>
            </a:extLst>
          </p:cNvPr>
          <p:cNvSpPr/>
          <p:nvPr/>
        </p:nvSpPr>
        <p:spPr>
          <a:xfrm>
            <a:off x="9632959" y="3951970"/>
            <a:ext cx="1386840" cy="518160"/>
          </a:xfrm>
          <a:prstGeom prst="rect">
            <a:avLst/>
          </a:prstGeom>
          <a:ln w="6350"/>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kumimoji="1" lang="ja-JP" altLang="en-US" sz="1100" dirty="0"/>
              <a:t>保存</a:t>
            </a:r>
            <a:r>
              <a:rPr kumimoji="1" lang="en-US" altLang="ja-JP" sz="1100" dirty="0"/>
              <a:t>Site</a:t>
            </a:r>
            <a:r>
              <a:rPr kumimoji="1" lang="ja-JP" altLang="en-US" sz="1100" dirty="0"/>
              <a:t>であるかどうかで</a:t>
            </a:r>
            <a:r>
              <a:rPr kumimoji="1" lang="en-US" altLang="ja-JP" sz="1100" dirty="0"/>
              <a:t>Filter</a:t>
            </a:r>
            <a:endParaRPr kumimoji="1" lang="ja-JP" altLang="en-US" sz="1100" dirty="0"/>
          </a:p>
        </p:txBody>
      </p:sp>
      <p:cxnSp>
        <p:nvCxnSpPr>
          <p:cNvPr id="12" name="直線矢印コネクタ 11">
            <a:extLst>
              <a:ext uri="{FF2B5EF4-FFF2-40B4-BE49-F238E27FC236}">
                <a16:creationId xmlns:a16="http://schemas.microsoft.com/office/drawing/2014/main" id="{8810969E-8179-BD4C-EC5E-5D51A91615FB}"/>
              </a:ext>
            </a:extLst>
          </p:cNvPr>
          <p:cNvCxnSpPr>
            <a:cxnSpLocks/>
            <a:stCxn id="5" idx="3"/>
          </p:cNvCxnSpPr>
          <p:nvPr/>
        </p:nvCxnSpPr>
        <p:spPr>
          <a:xfrm>
            <a:off x="8980069" y="3242564"/>
            <a:ext cx="62559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正方形/長方形 18">
            <a:extLst>
              <a:ext uri="{FF2B5EF4-FFF2-40B4-BE49-F238E27FC236}">
                <a16:creationId xmlns:a16="http://schemas.microsoft.com/office/drawing/2014/main" id="{7675FEFC-654E-D73B-658F-BA476ADFC735}"/>
              </a:ext>
            </a:extLst>
          </p:cNvPr>
          <p:cNvSpPr/>
          <p:nvPr/>
        </p:nvSpPr>
        <p:spPr>
          <a:xfrm>
            <a:off x="9632959" y="4823658"/>
            <a:ext cx="1386840" cy="518160"/>
          </a:xfrm>
          <a:prstGeom prst="rect">
            <a:avLst/>
          </a:prstGeom>
          <a:ln w="6350"/>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altLang="ja-JP" sz="1100"/>
              <a:t>PowerApps</a:t>
            </a:r>
            <a:r>
              <a:rPr lang="ja-JP" altLang="en-US" sz="1100"/>
              <a:t>へ表示</a:t>
            </a:r>
          </a:p>
        </p:txBody>
      </p:sp>
      <p:pic>
        <p:nvPicPr>
          <p:cNvPr id="20" name="コンテンツ プレースホルダー 4" descr="グラフィカル ユーザー インターフェイス&#10;&#10;AI によって生成されたコンテンツは間違っている可能性があります。">
            <a:extLst>
              <a:ext uri="{FF2B5EF4-FFF2-40B4-BE49-F238E27FC236}">
                <a16:creationId xmlns:a16="http://schemas.microsoft.com/office/drawing/2014/main" id="{3216AC98-C4AD-A915-4837-EAF9CC71F366}"/>
              </a:ext>
            </a:extLst>
          </p:cNvPr>
          <p:cNvPicPr>
            <a:picLocks/>
          </p:cNvPicPr>
          <p:nvPr/>
        </p:nvPicPr>
        <p:blipFill>
          <a:blip r:embed="rId4"/>
          <a:stretch>
            <a:fillRect/>
          </a:stretch>
        </p:blipFill>
        <p:spPr>
          <a:xfrm>
            <a:off x="9784075" y="5695346"/>
            <a:ext cx="1084608" cy="623650"/>
          </a:xfrm>
          <a:prstGeom prst="rect">
            <a:avLst/>
          </a:prstGeom>
        </p:spPr>
      </p:pic>
      <p:cxnSp>
        <p:nvCxnSpPr>
          <p:cNvPr id="22" name="コネクタ: カギ線 21">
            <a:extLst>
              <a:ext uri="{FF2B5EF4-FFF2-40B4-BE49-F238E27FC236}">
                <a16:creationId xmlns:a16="http://schemas.microsoft.com/office/drawing/2014/main" id="{F48DB493-97CF-8783-B827-83A40551939E}"/>
              </a:ext>
            </a:extLst>
          </p:cNvPr>
          <p:cNvCxnSpPr>
            <a:stCxn id="4" idx="2"/>
            <a:endCxn id="6" idx="0"/>
          </p:cNvCxnSpPr>
          <p:nvPr/>
        </p:nvCxnSpPr>
        <p:spPr>
          <a:xfrm rot="5400000">
            <a:off x="10571148" y="1320507"/>
            <a:ext cx="442658" cy="932195"/>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B299363E-D321-A370-EB37-05993CE9F5F7}"/>
              </a:ext>
            </a:extLst>
          </p:cNvPr>
          <p:cNvCxnSpPr>
            <a:cxnSpLocks/>
            <a:stCxn id="2050" idx="2"/>
            <a:endCxn id="11" idx="0"/>
          </p:cNvCxnSpPr>
          <p:nvPr/>
        </p:nvCxnSpPr>
        <p:spPr>
          <a:xfrm flipH="1">
            <a:off x="10326379" y="3598442"/>
            <a:ext cx="1" cy="3535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直線矢印コネクタ 26">
            <a:extLst>
              <a:ext uri="{FF2B5EF4-FFF2-40B4-BE49-F238E27FC236}">
                <a16:creationId xmlns:a16="http://schemas.microsoft.com/office/drawing/2014/main" id="{4F96A356-A086-CB10-6D72-DCCF5EB5B19D}"/>
              </a:ext>
            </a:extLst>
          </p:cNvPr>
          <p:cNvCxnSpPr>
            <a:cxnSpLocks/>
            <a:stCxn id="11" idx="2"/>
          </p:cNvCxnSpPr>
          <p:nvPr/>
        </p:nvCxnSpPr>
        <p:spPr>
          <a:xfrm>
            <a:off x="10326379" y="4470130"/>
            <a:ext cx="0" cy="353528"/>
          </a:xfrm>
          <a:prstGeom prst="straightConnector1">
            <a:avLst/>
          </a:prstGeom>
          <a:ln>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0" name="コネクタ: カギ線 29">
            <a:extLst>
              <a:ext uri="{FF2B5EF4-FFF2-40B4-BE49-F238E27FC236}">
                <a16:creationId xmlns:a16="http://schemas.microsoft.com/office/drawing/2014/main" id="{382E4080-4DAF-2D21-6665-6BC02ED8EF13}"/>
              </a:ext>
            </a:extLst>
          </p:cNvPr>
          <p:cNvCxnSpPr>
            <a:cxnSpLocks/>
            <a:stCxn id="3" idx="2"/>
            <a:endCxn id="6" idx="0"/>
          </p:cNvCxnSpPr>
          <p:nvPr/>
        </p:nvCxnSpPr>
        <p:spPr>
          <a:xfrm rot="16200000" flipH="1">
            <a:off x="9758340" y="1439894"/>
            <a:ext cx="442658" cy="693419"/>
          </a:xfrm>
          <a:prstGeom prst="bentConnector3">
            <a:avLst>
              <a:gd name="adj1" fmla="val 50000"/>
            </a:avLst>
          </a:prstGeom>
          <a:ln>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3" name="直線矢印コネクタ 32">
            <a:extLst>
              <a:ext uri="{FF2B5EF4-FFF2-40B4-BE49-F238E27FC236}">
                <a16:creationId xmlns:a16="http://schemas.microsoft.com/office/drawing/2014/main" id="{803390F5-3455-17B5-CB2F-194E9C0F4A89}"/>
              </a:ext>
            </a:extLst>
          </p:cNvPr>
          <p:cNvCxnSpPr>
            <a:cxnSpLocks/>
            <a:endCxn id="20" idx="0"/>
          </p:cNvCxnSpPr>
          <p:nvPr/>
        </p:nvCxnSpPr>
        <p:spPr>
          <a:xfrm>
            <a:off x="10326379" y="5307562"/>
            <a:ext cx="0" cy="387784"/>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sp>
        <p:nvSpPr>
          <p:cNvPr id="39" name="フローチャート: 書類 38">
            <a:extLst>
              <a:ext uri="{FF2B5EF4-FFF2-40B4-BE49-F238E27FC236}">
                <a16:creationId xmlns:a16="http://schemas.microsoft.com/office/drawing/2014/main" id="{82F3BDC6-8014-83E8-ADD9-558AF94A83C9}"/>
              </a:ext>
            </a:extLst>
          </p:cNvPr>
          <p:cNvSpPr/>
          <p:nvPr/>
        </p:nvSpPr>
        <p:spPr>
          <a:xfrm>
            <a:off x="8347719" y="4424194"/>
            <a:ext cx="619809" cy="365760"/>
          </a:xfrm>
          <a:prstGeom prst="flowChartDocument">
            <a:avLst/>
          </a:prstGeom>
          <a:ln w="6350"/>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ja-JP" altLang="en-US" sz="1100" dirty="0"/>
              <a:t>表示用結果</a:t>
            </a:r>
          </a:p>
        </p:txBody>
      </p:sp>
      <p:cxnSp>
        <p:nvCxnSpPr>
          <p:cNvPr id="40" name="コネクタ: カギ線 39">
            <a:extLst>
              <a:ext uri="{FF2B5EF4-FFF2-40B4-BE49-F238E27FC236}">
                <a16:creationId xmlns:a16="http://schemas.microsoft.com/office/drawing/2014/main" id="{0D8A7114-4A0B-ADAF-FD82-C6F3DE8879C2}"/>
              </a:ext>
            </a:extLst>
          </p:cNvPr>
          <p:cNvCxnSpPr>
            <a:cxnSpLocks/>
            <a:stCxn id="11" idx="1"/>
            <a:endCxn id="39" idx="0"/>
          </p:cNvCxnSpPr>
          <p:nvPr/>
        </p:nvCxnSpPr>
        <p:spPr>
          <a:xfrm rot="10800000" flipV="1">
            <a:off x="8657625" y="4211050"/>
            <a:ext cx="975335" cy="213144"/>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コネクタ: カギ線 42">
            <a:extLst>
              <a:ext uri="{FF2B5EF4-FFF2-40B4-BE49-F238E27FC236}">
                <a16:creationId xmlns:a16="http://schemas.microsoft.com/office/drawing/2014/main" id="{8AF1A0BD-ACCC-F6F9-24D1-56FCB3423E02}"/>
              </a:ext>
            </a:extLst>
          </p:cNvPr>
          <p:cNvCxnSpPr>
            <a:cxnSpLocks/>
            <a:stCxn id="39" idx="2"/>
            <a:endCxn id="19" idx="1"/>
          </p:cNvCxnSpPr>
          <p:nvPr/>
        </p:nvCxnSpPr>
        <p:spPr>
          <a:xfrm rot="16200000" flipH="1">
            <a:off x="8986809" y="4436587"/>
            <a:ext cx="316965" cy="975335"/>
          </a:xfrm>
          <a:prstGeom prst="bentConnector2">
            <a:avLst/>
          </a:prstGeom>
          <a:ln>
            <a:prstDash val="sysDash"/>
            <a:tailEnd type="triangle"/>
          </a:ln>
        </p:spPr>
        <p:style>
          <a:lnRef idx="1">
            <a:schemeClr val="accent1"/>
          </a:lnRef>
          <a:fillRef idx="0">
            <a:schemeClr val="accent1"/>
          </a:fillRef>
          <a:effectRef idx="0">
            <a:schemeClr val="accent1"/>
          </a:effectRef>
          <a:fontRef idx="minor">
            <a:schemeClr val="tx1"/>
          </a:fontRef>
        </p:style>
      </p:cxnSp>
      <p:sp>
        <p:nvSpPr>
          <p:cNvPr id="7" name="テキスト ボックス 6">
            <a:extLst>
              <a:ext uri="{FF2B5EF4-FFF2-40B4-BE49-F238E27FC236}">
                <a16:creationId xmlns:a16="http://schemas.microsoft.com/office/drawing/2014/main" id="{08D12AAD-0C20-B22C-AFE2-2D003DBEE77F}"/>
              </a:ext>
            </a:extLst>
          </p:cNvPr>
          <p:cNvSpPr txBox="1"/>
          <p:nvPr/>
        </p:nvSpPr>
        <p:spPr>
          <a:xfrm>
            <a:off x="10377301" y="2526093"/>
            <a:ext cx="1608171" cy="523220"/>
          </a:xfrm>
          <a:prstGeom prst="rect">
            <a:avLst/>
          </a:prstGeom>
          <a:noFill/>
        </p:spPr>
        <p:txBody>
          <a:bodyPr wrap="square" rtlCol="0">
            <a:spAutoFit/>
          </a:bodyPr>
          <a:lstStyle/>
          <a:p>
            <a:r>
              <a:rPr kumimoji="1" lang="en-US" altLang="zh-CN" sz="700" b="1"/>
              <a:t>Send Http Request Sequence</a:t>
            </a:r>
          </a:p>
          <a:p>
            <a:pPr marL="228600" indent="-228600">
              <a:buFont typeface="+mj-lt"/>
              <a:buAutoNum type="arabicPeriod"/>
            </a:pPr>
            <a:r>
              <a:rPr lang="en-US" altLang="ja-JP" sz="700"/>
              <a:t>Auth</a:t>
            </a:r>
          </a:p>
          <a:p>
            <a:pPr marL="228600" indent="-228600">
              <a:buFont typeface="+mj-lt"/>
              <a:buAutoNum type="arabicPeriod"/>
            </a:pPr>
            <a:r>
              <a:rPr kumimoji="1" lang="en-US" altLang="zh-CN" sz="700"/>
              <a:t>Get token</a:t>
            </a:r>
          </a:p>
          <a:p>
            <a:pPr marL="228600" indent="-228600">
              <a:buFont typeface="+mj-lt"/>
              <a:buAutoNum type="arabicPeriod"/>
            </a:pPr>
            <a:r>
              <a:rPr lang="en-US" altLang="zh-CN" sz="700"/>
              <a:t>Send Request</a:t>
            </a:r>
            <a:endParaRPr kumimoji="1" lang="ja-JP" altLang="en-US" sz="700"/>
          </a:p>
        </p:txBody>
      </p:sp>
    </p:spTree>
    <p:extLst>
      <p:ext uri="{BB962C8B-B14F-4D97-AF65-F5344CB8AC3E}">
        <p14:creationId xmlns:p14="http://schemas.microsoft.com/office/powerpoint/2010/main" val="174816186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CE2FBB-DC3A-220C-F84A-051129129C0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DC9CF8D-840E-6CF6-800C-146B8E70CC6A}"/>
              </a:ext>
            </a:extLst>
          </p:cNvPr>
          <p:cNvSpPr>
            <a:spLocks noGrp="1"/>
          </p:cNvSpPr>
          <p:nvPr>
            <p:ph type="title"/>
          </p:nvPr>
        </p:nvSpPr>
        <p:spPr>
          <a:xfrm>
            <a:off x="414336" y="255263"/>
            <a:ext cx="9327072" cy="683629"/>
          </a:xfrm>
        </p:spPr>
        <p:txBody>
          <a:bodyPr>
            <a:normAutofit/>
          </a:bodyPr>
          <a:lstStyle/>
          <a:p>
            <a:r>
              <a:rPr lang="ja-JP" altLang="en-US" dirty="0"/>
              <a:t>実現方法－パフォーマンス最適化</a:t>
            </a:r>
            <a:endParaRPr lang="ja-JP" altLang="en-US" dirty="0">
              <a:effectLst/>
            </a:endParaRPr>
          </a:p>
        </p:txBody>
      </p:sp>
      <p:sp>
        <p:nvSpPr>
          <p:cNvPr id="15" name="テキスト ボックス 14">
            <a:extLst>
              <a:ext uri="{FF2B5EF4-FFF2-40B4-BE49-F238E27FC236}">
                <a16:creationId xmlns:a16="http://schemas.microsoft.com/office/drawing/2014/main" id="{96A45E24-A945-6DD0-10F4-48B063BF3A7B}"/>
              </a:ext>
            </a:extLst>
          </p:cNvPr>
          <p:cNvSpPr txBox="1"/>
          <p:nvPr/>
        </p:nvSpPr>
        <p:spPr bwMode="auto">
          <a:xfrm>
            <a:off x="414336" y="874314"/>
            <a:ext cx="11490793" cy="5405533"/>
          </a:xfrm>
          <a:prstGeom prst="rect">
            <a:avLst/>
          </a:prstGeom>
          <a:noFill/>
          <a:ln w="9525" cap="flat" cmpd="sng" algn="ctr">
            <a:noFill/>
            <a:prstDash val="solid"/>
            <a:round/>
            <a:headEnd type="oval" w="med" len="med"/>
            <a:tailEnd type="oval" w="med" len="med"/>
          </a:ln>
        </p:spPr>
        <p:txBody>
          <a:bodyPr wrap="square" lIns="36000" tIns="36000" rIns="36000" bIns="36000" rtlCol="0" anchor="t" anchorCtr="0">
            <a:noAutofit/>
          </a:bodyPr>
          <a:lstStyle/>
          <a:p>
            <a:pPr marL="285750" lvl="0" indent="-285750" eaLnBrk="0" fontAlgn="base" hangingPunct="0">
              <a:spcBef>
                <a:spcPct val="0"/>
              </a:spcBef>
              <a:spcAft>
                <a:spcPct val="0"/>
              </a:spcAft>
              <a:buFont typeface="Arial" panose="020B0604020202020204" pitchFamily="34" charset="0"/>
              <a:buChar char="•"/>
            </a:pPr>
            <a:r>
              <a:rPr kumimoji="0" lang="zh-CN" altLang="zh-CN" dirty="0">
                <a:latin typeface="Arial" panose="020B0604020202020204" pitchFamily="34" charset="0"/>
              </a:rPr>
              <a:t>データアクセス: </a:t>
            </a:r>
            <a:endParaRPr kumimoji="0" lang="en-US" altLang="zh-CN"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zh-CN" altLang="zh-CN" sz="1600" dirty="0">
                <a:latin typeface="Arial" panose="020B0604020202020204" pitchFamily="34" charset="0"/>
              </a:rPr>
              <a:t>SQL Serverのクエリ最適化（インデックス、ストアドプロシージャ使用）。</a:t>
            </a:r>
            <a:endParaRPr kumimoji="0" lang="en-US" altLang="zh-CN" sz="1600"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zh-CN" altLang="zh-CN" sz="1600" dirty="0">
                <a:latin typeface="Arial" panose="020B0604020202020204" pitchFamily="34" charset="0"/>
              </a:rPr>
              <a:t>PowerAppsのDelegationを活用（Filter/Sortをサーバーサイド処理）。 </a:t>
            </a:r>
          </a:p>
          <a:p>
            <a:pPr marL="285750" lvl="0" indent="-285750" eaLnBrk="0" fontAlgn="base" hangingPunct="0">
              <a:spcBef>
                <a:spcPct val="0"/>
              </a:spcBef>
              <a:spcAft>
                <a:spcPct val="0"/>
              </a:spcAft>
              <a:buFont typeface="Arial" panose="020B0604020202020204" pitchFamily="34" charset="0"/>
              <a:buChar char="•"/>
            </a:pPr>
            <a:r>
              <a:rPr kumimoji="0" lang="zh-CN" altLang="zh-CN" dirty="0">
                <a:latin typeface="Arial" panose="020B0604020202020204" pitchFamily="34" charset="0"/>
              </a:rPr>
              <a:t>ファイル扱い: </a:t>
            </a:r>
            <a:endParaRPr kumimoji="0" lang="en-US" altLang="zh-CN" dirty="0">
              <a:latin typeface="Arial" panose="020B0604020202020204" pitchFamily="34" charset="0"/>
            </a:endParaRPr>
          </a:p>
          <a:p>
            <a:pPr lvl="1" eaLnBrk="0" fontAlgn="base" hangingPunct="0">
              <a:spcBef>
                <a:spcPct val="0"/>
              </a:spcBef>
              <a:spcAft>
                <a:spcPct val="0"/>
              </a:spcAft>
            </a:pPr>
            <a:r>
              <a:rPr kumimoji="0" lang="zh-CN" altLang="zh-CN" sz="1600" dirty="0">
                <a:latin typeface="Arial" panose="020B0604020202020204" pitchFamily="34" charset="0"/>
              </a:rPr>
              <a:t>非同期ロード（PowerAppsのConcurrent関数）。大容量ファイル時はストリーミング</a:t>
            </a:r>
            <a:r>
              <a:rPr kumimoji="0" lang="zh-CN" altLang="zh-CN" dirty="0">
                <a:latin typeface="Arial" panose="020B0604020202020204" pitchFamily="34" charset="0"/>
              </a:rPr>
              <a:t>。 </a:t>
            </a:r>
          </a:p>
          <a:p>
            <a:pPr marL="285750" lvl="0" indent="-285750" eaLnBrk="0" fontAlgn="base" hangingPunct="0">
              <a:spcBef>
                <a:spcPct val="0"/>
              </a:spcBef>
              <a:spcAft>
                <a:spcPct val="0"/>
              </a:spcAft>
              <a:buFont typeface="Arial" panose="020B0604020202020204" pitchFamily="34" charset="0"/>
              <a:buChar char="•"/>
            </a:pPr>
            <a:r>
              <a:rPr kumimoji="0" lang="zh-CN" altLang="zh-CN" dirty="0">
                <a:latin typeface="Arial" panose="020B0604020202020204" pitchFamily="34" charset="0"/>
              </a:rPr>
              <a:t>スケーラビリティ: </a:t>
            </a:r>
            <a:endParaRPr kumimoji="0" lang="en-US" altLang="zh-CN"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lang="en-US" altLang="ja-JP" sz="1600" dirty="0">
                <a:solidFill>
                  <a:srgbClr val="C00000"/>
                </a:solidFill>
              </a:rPr>
              <a:t>On-premises </a:t>
            </a:r>
            <a:r>
              <a:rPr lang="en-US" altLang="ja-JP" sz="1600" dirty="0" err="1">
                <a:solidFill>
                  <a:srgbClr val="C00000"/>
                </a:solidFill>
              </a:rPr>
              <a:t>Sqlserver</a:t>
            </a:r>
            <a:r>
              <a:rPr lang="ja-JP" altLang="en-US" sz="1600" dirty="0">
                <a:solidFill>
                  <a:srgbClr val="C00000"/>
                </a:solidFill>
              </a:rPr>
              <a:t>を利用した場合、</a:t>
            </a:r>
            <a:r>
              <a:rPr lang="en-US" altLang="ja-JP" sz="1600" dirty="0">
                <a:solidFill>
                  <a:srgbClr val="C00000"/>
                </a:solidFill>
              </a:rPr>
              <a:t>30</a:t>
            </a:r>
            <a:r>
              <a:rPr lang="ja-JP" altLang="en-US" sz="1600" dirty="0">
                <a:solidFill>
                  <a:srgbClr val="C00000"/>
                </a:solidFill>
              </a:rPr>
              <a:t>分以内でサーバ</a:t>
            </a:r>
            <a:r>
              <a:rPr lang="en-US" altLang="ja-JP" sz="1600" dirty="0" err="1">
                <a:solidFill>
                  <a:srgbClr val="C00000"/>
                </a:solidFill>
              </a:rPr>
              <a:t>Down,CPU</a:t>
            </a:r>
            <a:r>
              <a:rPr lang="en-US" altLang="ja-JP" sz="1600" dirty="0">
                <a:solidFill>
                  <a:srgbClr val="C00000"/>
                </a:solidFill>
              </a:rPr>
              <a:t>/</a:t>
            </a:r>
            <a:r>
              <a:rPr lang="ja-JP" altLang="en-US" sz="1600" dirty="0">
                <a:solidFill>
                  <a:srgbClr val="C00000"/>
                </a:solidFill>
              </a:rPr>
              <a:t>メモリオプション変更、</a:t>
            </a:r>
            <a:r>
              <a:rPr lang="en-US" altLang="ja-JP" sz="1600" dirty="0">
                <a:solidFill>
                  <a:srgbClr val="C00000"/>
                </a:solidFill>
              </a:rPr>
              <a:t>Up</a:t>
            </a:r>
            <a:r>
              <a:rPr lang="ja-JP" altLang="en-US" sz="1600" dirty="0">
                <a:solidFill>
                  <a:srgbClr val="C00000"/>
                </a:solidFill>
              </a:rPr>
              <a:t>でリソース増設可能</a:t>
            </a:r>
            <a:endParaRPr lang="en-US" altLang="ja-JP" sz="1600" dirty="0">
              <a:solidFill>
                <a:srgbClr val="C00000"/>
              </a:solidFill>
            </a:endParaRPr>
          </a:p>
          <a:p>
            <a:pPr marL="285750" lvl="0" indent="-285750" eaLnBrk="0" fontAlgn="base" hangingPunct="0">
              <a:spcBef>
                <a:spcPct val="0"/>
              </a:spcBef>
              <a:spcAft>
                <a:spcPct val="0"/>
              </a:spcAft>
              <a:buFont typeface="Arial" panose="020B0604020202020204" pitchFamily="34" charset="0"/>
              <a:buChar char="•"/>
            </a:pPr>
            <a:r>
              <a:rPr lang="ja-JP" altLang="en-US" dirty="0"/>
              <a:t>高可用性</a:t>
            </a:r>
            <a:r>
              <a:rPr lang="zh-CN" altLang="en-US" dirty="0"/>
              <a:t>（</a:t>
            </a:r>
            <a:r>
              <a:rPr lang="en-US" altLang="zh-CN" dirty="0"/>
              <a:t>HA</a:t>
            </a:r>
            <a:r>
              <a:rPr lang="zh-CN" altLang="en-US" dirty="0"/>
              <a:t>）：</a:t>
            </a:r>
            <a:r>
              <a:rPr lang="en-US" altLang="zh-CN" dirty="0" err="1"/>
              <a:t>Sqlserver</a:t>
            </a:r>
            <a:r>
              <a:rPr lang="ja-JP" altLang="en-US" dirty="0"/>
              <a:t>は</a:t>
            </a:r>
            <a:r>
              <a:rPr lang="en-US" altLang="ja-JP" dirty="0"/>
              <a:t>Cloud</a:t>
            </a:r>
            <a:r>
              <a:rPr lang="ja-JP" altLang="en-US" dirty="0"/>
              <a:t>（</a:t>
            </a:r>
            <a:r>
              <a:rPr lang="en-US" altLang="ja-JP" dirty="0"/>
              <a:t>Vesta</a:t>
            </a:r>
            <a:r>
              <a:rPr lang="ja-JP" altLang="en-US" dirty="0"/>
              <a:t>と同様</a:t>
            </a:r>
            <a:r>
              <a:rPr lang="en-US" altLang="ja-JP" dirty="0"/>
              <a:t>AWS</a:t>
            </a:r>
            <a:r>
              <a:rPr lang="ja-JP" altLang="en-US" dirty="0"/>
              <a:t>に置くと想定）に置き、</a:t>
            </a:r>
            <a:r>
              <a:rPr lang="en-US" altLang="ja-JP" dirty="0"/>
              <a:t>AWS</a:t>
            </a:r>
            <a:r>
              <a:rPr lang="ja-JP" altLang="en-US" dirty="0"/>
              <a:t>のリージョン・</a:t>
            </a:r>
            <a:r>
              <a:rPr lang="ja-JP" altLang="en-US" sz="1600" dirty="0"/>
              <a:t>アベイラビリティゾーンを活用した冗長化および、</a:t>
            </a:r>
            <a:r>
              <a:rPr lang="en-US" altLang="ja-JP" sz="1600" dirty="0"/>
              <a:t>EC2</a:t>
            </a:r>
            <a:r>
              <a:rPr lang="ja-JP" altLang="en-US" sz="1600" dirty="0"/>
              <a:t>インスタンスの自動復旧機能を活用</a:t>
            </a:r>
            <a:endParaRPr lang="en-US" altLang="ja-JP" sz="1600" dirty="0"/>
          </a:p>
          <a:p>
            <a:pPr marL="742950" lvl="1" indent="-285750" eaLnBrk="0" fontAlgn="base" hangingPunct="0">
              <a:spcBef>
                <a:spcPct val="0"/>
              </a:spcBef>
              <a:spcAft>
                <a:spcPct val="0"/>
              </a:spcAft>
              <a:buFont typeface="Arial" panose="020B0604020202020204" pitchFamily="34" charset="0"/>
              <a:buChar char="•"/>
            </a:pPr>
            <a:r>
              <a:rPr lang="ja-JP" altLang="en-US" sz="1400" dirty="0"/>
              <a:t>を活用した冗長化</a:t>
            </a:r>
            <a:endParaRPr lang="en-US" altLang="ja-JP" sz="1400" dirty="0"/>
          </a:p>
          <a:p>
            <a:pPr marL="1200150" lvl="2" indent="-285750" eaLnBrk="0" fontAlgn="base" hangingPunct="0">
              <a:spcBef>
                <a:spcPct val="0"/>
              </a:spcBef>
              <a:spcAft>
                <a:spcPct val="0"/>
              </a:spcAft>
              <a:buFont typeface="Arial" panose="020B0604020202020204" pitchFamily="34" charset="0"/>
              <a:buChar char="•"/>
            </a:pPr>
            <a:r>
              <a:rPr lang="ja-JP" altLang="en-US" sz="1400" dirty="0"/>
              <a:t>マルチ</a:t>
            </a:r>
            <a:r>
              <a:rPr lang="de-DE" altLang="ja-JP" sz="1400" dirty="0"/>
              <a:t>AZ</a:t>
            </a:r>
            <a:r>
              <a:rPr lang="ja-JP" altLang="en-US" sz="1400" dirty="0"/>
              <a:t>リージョン・アベイラビリティゾーン構成 </a:t>
            </a:r>
            <a:r>
              <a:rPr lang="en-US" altLang="ja-JP" sz="1400" dirty="0"/>
              <a:t>(</a:t>
            </a:r>
            <a:r>
              <a:rPr lang="de-DE" altLang="ja-JP" sz="1400" dirty="0"/>
              <a:t>Multi-AZ)</a:t>
            </a:r>
          </a:p>
          <a:p>
            <a:pPr marL="1200150" lvl="2" indent="-285750" eaLnBrk="0" fontAlgn="base" hangingPunct="0">
              <a:spcBef>
                <a:spcPct val="0"/>
              </a:spcBef>
              <a:spcAft>
                <a:spcPct val="0"/>
              </a:spcAft>
              <a:buFont typeface="Arial" panose="020B0604020202020204" pitchFamily="34" charset="0"/>
              <a:buChar char="•"/>
            </a:pPr>
            <a:r>
              <a:rPr lang="ja-JP" altLang="en-US" sz="1400" dirty="0"/>
              <a:t>マルチリージョン構成 </a:t>
            </a:r>
            <a:r>
              <a:rPr lang="en-US" altLang="ja-JP" sz="1400" dirty="0"/>
              <a:t>(Multi-Region)</a:t>
            </a:r>
          </a:p>
          <a:p>
            <a:pPr marL="742950" lvl="1" indent="-285750" eaLnBrk="0" fontAlgn="base" hangingPunct="0">
              <a:spcBef>
                <a:spcPct val="0"/>
              </a:spcBef>
              <a:spcAft>
                <a:spcPct val="0"/>
              </a:spcAft>
              <a:buFont typeface="Arial" panose="020B0604020202020204" pitchFamily="34" charset="0"/>
              <a:buChar char="•"/>
            </a:pPr>
            <a:r>
              <a:rPr lang="en-US" altLang="ja-JP" sz="1400" dirty="0"/>
              <a:t>EC2</a:t>
            </a:r>
            <a:r>
              <a:rPr lang="ja-JP" altLang="en-US" sz="1400" dirty="0"/>
              <a:t>インスタンスの自動復旧機能</a:t>
            </a:r>
            <a:endParaRPr lang="en-US" altLang="ja-JP" sz="1400" dirty="0"/>
          </a:p>
          <a:p>
            <a:pPr marL="1200150" lvl="2" indent="-285750" eaLnBrk="0" fontAlgn="base" hangingPunct="0">
              <a:spcBef>
                <a:spcPct val="0"/>
              </a:spcBef>
              <a:spcAft>
                <a:spcPct val="0"/>
              </a:spcAft>
              <a:buFont typeface="Arial" panose="020B0604020202020204" pitchFamily="34" charset="0"/>
              <a:buChar char="•"/>
            </a:pPr>
            <a:r>
              <a:rPr lang="de-DE" altLang="ja-JP" sz="1400" dirty="0"/>
              <a:t>EC2 Auto Recovery</a:t>
            </a:r>
          </a:p>
          <a:p>
            <a:pPr marL="742950" lvl="1" indent="-285750" eaLnBrk="0" fontAlgn="base" hangingPunct="0">
              <a:spcBef>
                <a:spcPct val="0"/>
              </a:spcBef>
              <a:spcAft>
                <a:spcPct val="0"/>
              </a:spcAft>
              <a:buFont typeface="Arial" panose="020B0604020202020204" pitchFamily="34" charset="0"/>
              <a:buChar char="•"/>
            </a:pPr>
            <a:r>
              <a:rPr lang="ja-JP" altLang="en-US" sz="1400" dirty="0"/>
              <a:t>クラスタリングソフトウェアによる高可用性構成</a:t>
            </a:r>
            <a:endParaRPr lang="en-US" altLang="ja-JP" sz="1400" dirty="0"/>
          </a:p>
          <a:p>
            <a:pPr marL="1200150" lvl="2" indent="-285750" eaLnBrk="0" fontAlgn="base" hangingPunct="0">
              <a:spcBef>
                <a:spcPct val="0"/>
              </a:spcBef>
              <a:spcAft>
                <a:spcPct val="0"/>
              </a:spcAft>
              <a:buFont typeface="Arial" panose="020B0604020202020204" pitchFamily="34" charset="0"/>
              <a:buChar char="•"/>
            </a:pPr>
            <a:r>
              <a:rPr lang="en-US" altLang="ja-JP" sz="1400" dirty="0"/>
              <a:t>HA</a:t>
            </a:r>
            <a:r>
              <a:rPr lang="ja-JP" altLang="en-US" sz="1400" dirty="0"/>
              <a:t>クラスタリングソフトウェア</a:t>
            </a:r>
            <a:endParaRPr kumimoji="0" lang="en-US" altLang="zh-CN" sz="1400" dirty="0">
              <a:latin typeface="Arial" panose="020B0604020202020204" pitchFamily="34" charset="0"/>
            </a:endParaRPr>
          </a:p>
          <a:p>
            <a:pPr marL="285750" lvl="0" indent="-285750" eaLnBrk="0" fontAlgn="base" hangingPunct="0">
              <a:spcBef>
                <a:spcPct val="0"/>
              </a:spcBef>
              <a:spcAft>
                <a:spcPct val="0"/>
              </a:spcAft>
              <a:buFont typeface="Arial" panose="020B0604020202020204" pitchFamily="34" charset="0"/>
              <a:buChar char="•"/>
            </a:pPr>
            <a:r>
              <a:rPr kumimoji="0" lang="zh-CN" altLang="zh-CN" dirty="0">
                <a:latin typeface="Arial" panose="020B0604020202020204" pitchFamily="34" charset="0"/>
              </a:rPr>
              <a:t>監視: </a:t>
            </a:r>
            <a:endParaRPr kumimoji="0" lang="en-US" altLang="zh-CN"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zh-CN" altLang="zh-CN" sz="1600" dirty="0">
                <a:latin typeface="Arial" panose="020B0604020202020204" pitchFamily="34" charset="0"/>
              </a:rPr>
              <a:t>Power BIでパフォーマンスレポート作成。ボトルネック検知のためのログ（Application Insights）。 </a:t>
            </a:r>
          </a:p>
          <a:p>
            <a:pPr marL="285750" lvl="0" indent="-285750" eaLnBrk="0" fontAlgn="base" hangingPunct="0">
              <a:spcBef>
                <a:spcPct val="0"/>
              </a:spcBef>
              <a:spcAft>
                <a:spcPct val="0"/>
              </a:spcAft>
              <a:buFont typeface="Arial" panose="020B0604020202020204" pitchFamily="34" charset="0"/>
              <a:buChar char="•"/>
            </a:pPr>
            <a:r>
              <a:rPr kumimoji="0" lang="zh-CN" altLang="zh-CN" dirty="0">
                <a:latin typeface="Arial" panose="020B0604020202020204" pitchFamily="34" charset="0"/>
              </a:rPr>
              <a:t>テスト: </a:t>
            </a:r>
            <a:endParaRPr kumimoji="0" lang="en-US" altLang="zh-CN" dirty="0">
              <a:latin typeface="Arial" panose="020B0604020202020204" pitchFamily="34" charset="0"/>
            </a:endParaRPr>
          </a:p>
          <a:p>
            <a:pPr marL="742950" lvl="1" indent="-285750" eaLnBrk="0" fontAlgn="base" hangingPunct="0">
              <a:spcBef>
                <a:spcPct val="0"/>
              </a:spcBef>
              <a:spcAft>
                <a:spcPct val="0"/>
              </a:spcAft>
              <a:buFont typeface="Arial" panose="020B0604020202020204" pitchFamily="34" charset="0"/>
              <a:buChar char="•"/>
            </a:pPr>
            <a:r>
              <a:rPr kumimoji="0" lang="zh-CN" altLang="zh-CN" sz="1600" dirty="0">
                <a:latin typeface="Arial" panose="020B0604020202020204" pitchFamily="34" charset="0"/>
              </a:rPr>
              <a:t>負荷テスト（例: 同時100ユーザーアクセス</a:t>
            </a:r>
            <a:r>
              <a:rPr kumimoji="0" lang="zh-CN" altLang="en-US" sz="1600" dirty="0">
                <a:latin typeface="Arial" panose="020B0604020202020204" pitchFamily="34" charset="0"/>
              </a:rPr>
              <a:t>，</a:t>
            </a:r>
            <a:r>
              <a:rPr kumimoji="0" lang="en-US" altLang="zh-CN" sz="1600" dirty="0">
                <a:latin typeface="Arial" panose="020B0604020202020204" pitchFamily="34" charset="0"/>
              </a:rPr>
              <a:t>Max 20000 </a:t>
            </a:r>
            <a:r>
              <a:rPr kumimoji="0" lang="ja-JP" altLang="en-US" sz="1600" dirty="0">
                <a:latin typeface="Arial" panose="020B0604020202020204" pitchFamily="34" charset="0"/>
              </a:rPr>
              <a:t>ユーザ、</a:t>
            </a:r>
            <a:r>
              <a:rPr kumimoji="0" lang="en-US" altLang="ja-JP" sz="1600" dirty="0">
                <a:latin typeface="Arial" panose="020B0604020202020204" pitchFamily="34" charset="0"/>
              </a:rPr>
              <a:t>10</a:t>
            </a:r>
            <a:r>
              <a:rPr kumimoji="0" lang="ja-JP" altLang="en-US" sz="1600" dirty="0">
                <a:latin typeface="Arial" panose="020B0604020202020204" pitchFamily="34" charset="0"/>
              </a:rPr>
              <a:t>年データ量ベース</a:t>
            </a:r>
            <a:r>
              <a:rPr kumimoji="0" lang="zh-CN" altLang="zh-CN" sz="1600" dirty="0">
                <a:latin typeface="Arial" panose="020B0604020202020204" pitchFamily="34" charset="0"/>
              </a:rPr>
              <a:t>）を実施。 </a:t>
            </a:r>
          </a:p>
          <a:p>
            <a:pPr marL="285750" indent="-285750" algn="l">
              <a:buFont typeface="Arial" panose="020B0604020202020204" pitchFamily="34" charset="0"/>
              <a:buChar char="•"/>
            </a:pPr>
            <a:endParaRPr lang="en-US" altLang="ja-JP" dirty="0">
              <a:latin typeface="Yu Gothic UI" panose="020B0500000000000000" pitchFamily="50" charset="-128"/>
              <a:ea typeface="Yu Gothic UI" panose="020B0500000000000000" pitchFamily="50" charset="-128"/>
            </a:endParaRPr>
          </a:p>
          <a:p>
            <a:pPr marL="285750" indent="-285750" algn="l">
              <a:buFont typeface="Arial" panose="020B0604020202020204" pitchFamily="34" charset="0"/>
              <a:buChar char="•"/>
            </a:pPr>
            <a:endParaRPr lang="en-US" altLang="ja-JP" dirty="0">
              <a:latin typeface="Yu Gothic UI" panose="020B0500000000000000" pitchFamily="50" charset="-128"/>
              <a:ea typeface="Yu Gothic UI" panose="020B0500000000000000" pitchFamily="50" charset="-128"/>
            </a:endParaRPr>
          </a:p>
        </p:txBody>
      </p:sp>
    </p:spTree>
    <p:extLst>
      <p:ext uri="{BB962C8B-B14F-4D97-AF65-F5344CB8AC3E}">
        <p14:creationId xmlns:p14="http://schemas.microsoft.com/office/powerpoint/2010/main" val="103641836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5E01DB-F78E-1C74-6D66-019A19CB8C7A}"/>
            </a:ext>
          </a:extLst>
        </p:cNvPr>
        <p:cNvGrpSpPr/>
        <p:nvPr/>
      </p:nvGrpSpPr>
      <p:grpSpPr>
        <a:xfrm>
          <a:off x="0" y="0"/>
          <a:ext cx="0" cy="0"/>
          <a:chOff x="0" y="0"/>
          <a:chExt cx="0" cy="0"/>
        </a:xfrm>
      </p:grpSpPr>
      <p:sp>
        <p:nvSpPr>
          <p:cNvPr id="6" name="四角形: 角を丸くする 5">
            <a:extLst>
              <a:ext uri="{FF2B5EF4-FFF2-40B4-BE49-F238E27FC236}">
                <a16:creationId xmlns:a16="http://schemas.microsoft.com/office/drawing/2014/main" id="{E59D1AF9-C356-6558-6AF1-F274032D2EE9}"/>
              </a:ext>
            </a:extLst>
          </p:cNvPr>
          <p:cNvSpPr/>
          <p:nvPr/>
        </p:nvSpPr>
        <p:spPr>
          <a:xfrm>
            <a:off x="6255509" y="3510831"/>
            <a:ext cx="3755648" cy="327857"/>
          </a:xfrm>
          <a:prstGeom prst="roundRect">
            <a:avLst>
              <a:gd name="adj" fmla="val 7206"/>
            </a:avLst>
          </a:prstGeom>
          <a:solidFill>
            <a:srgbClr val="F8CAB6">
              <a:alpha val="50000"/>
            </a:srgbClr>
          </a:solidFill>
          <a:ln w="6350">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タイトル 1">
            <a:extLst>
              <a:ext uri="{FF2B5EF4-FFF2-40B4-BE49-F238E27FC236}">
                <a16:creationId xmlns:a16="http://schemas.microsoft.com/office/drawing/2014/main" id="{EE89410B-112C-E6D2-BCEA-28AE095B7B36}"/>
              </a:ext>
            </a:extLst>
          </p:cNvPr>
          <p:cNvSpPr>
            <a:spLocks noGrp="1"/>
          </p:cNvSpPr>
          <p:nvPr>
            <p:ph type="title"/>
          </p:nvPr>
        </p:nvSpPr>
        <p:spPr>
          <a:xfrm>
            <a:off x="414336" y="255263"/>
            <a:ext cx="9327072" cy="683629"/>
          </a:xfrm>
        </p:spPr>
        <p:txBody>
          <a:bodyPr>
            <a:normAutofit/>
          </a:bodyPr>
          <a:lstStyle/>
          <a:p>
            <a:r>
              <a:rPr lang="ja-JP" altLang="en-US"/>
              <a:t>実現方法－権限管理</a:t>
            </a:r>
            <a:endParaRPr lang="ja-JP" altLang="en-US">
              <a:effectLst/>
            </a:endParaRPr>
          </a:p>
        </p:txBody>
      </p:sp>
      <p:sp>
        <p:nvSpPr>
          <p:cNvPr id="15" name="テキスト ボックス 14">
            <a:extLst>
              <a:ext uri="{FF2B5EF4-FFF2-40B4-BE49-F238E27FC236}">
                <a16:creationId xmlns:a16="http://schemas.microsoft.com/office/drawing/2014/main" id="{02B498EF-B1F4-2225-C578-0847017838EB}"/>
              </a:ext>
            </a:extLst>
          </p:cNvPr>
          <p:cNvSpPr txBox="1"/>
          <p:nvPr/>
        </p:nvSpPr>
        <p:spPr>
          <a:xfrm>
            <a:off x="323843" y="1372463"/>
            <a:ext cx="5387430" cy="4185057"/>
          </a:xfrm>
          <a:prstGeom prst="rect">
            <a:avLst/>
          </a:prstGeom>
          <a:noFill/>
          <a:ln w="9525" cap="flat" cmpd="sng" algn="ctr">
            <a:noFill/>
            <a:prstDash val="solid"/>
            <a:round/>
            <a:headEnd type="oval" w="med" len="med"/>
            <a:tailEnd type="oval" w="med" len="med"/>
          </a:ln>
        </p:spPr>
        <p:txBody>
          <a:bodyPr wrap="square" lIns="36000" tIns="36000" rIns="36000" bIns="36000" rtlCol="0" anchor="t" anchorCtr="0">
            <a:noAutofit/>
          </a:bodyPr>
          <a:lstStyle/>
          <a:p>
            <a:pPr marL="342900" lvl="0" indent="-342900" eaLnBrk="0" fontAlgn="base" hangingPunct="0">
              <a:spcBef>
                <a:spcPct val="0"/>
              </a:spcBef>
              <a:spcAft>
                <a:spcPct val="0"/>
              </a:spcAft>
              <a:buFont typeface="+mj-lt"/>
              <a:buAutoNum type="arabicPeriod"/>
            </a:pPr>
            <a:r>
              <a:rPr kumimoji="0" lang="ja-JP" altLang="en-US" sz="1600" dirty="0">
                <a:latin typeface="Arial" panose="020B0604020202020204" pitchFamily="34" charset="0"/>
              </a:rPr>
              <a:t>ユーザグループ単位で、画面の</a:t>
            </a:r>
            <a:r>
              <a:rPr kumimoji="0" lang="en-US" altLang="ja-JP" sz="1600" dirty="0">
                <a:latin typeface="Arial" panose="020B0604020202020204" pitchFamily="34" charset="0"/>
              </a:rPr>
              <a:t>CRUD</a:t>
            </a:r>
            <a:r>
              <a:rPr kumimoji="0" lang="ja-JP" altLang="en-US" sz="1600" dirty="0">
                <a:latin typeface="Arial" panose="020B0604020202020204" pitchFamily="34" charset="0"/>
              </a:rPr>
              <a:t>権限の定義可能</a:t>
            </a:r>
            <a:endParaRPr kumimoji="0" lang="en-US" altLang="ja-JP" sz="1600" dirty="0">
              <a:latin typeface="Arial" panose="020B0604020202020204" pitchFamily="34" charset="0"/>
            </a:endParaRPr>
          </a:p>
          <a:p>
            <a:pPr marL="342900" lvl="0" indent="-342900" eaLnBrk="0" fontAlgn="base" hangingPunct="0">
              <a:spcBef>
                <a:spcPct val="0"/>
              </a:spcBef>
              <a:spcAft>
                <a:spcPct val="0"/>
              </a:spcAft>
              <a:buFont typeface="+mj-lt"/>
              <a:buAutoNum type="arabicPeriod"/>
            </a:pPr>
            <a:r>
              <a:rPr kumimoji="0" lang="ja-JP" altLang="en-US" sz="1600" dirty="0">
                <a:latin typeface="Arial" panose="020B0604020202020204" pitchFamily="34" charset="0"/>
              </a:rPr>
              <a:t>データレコード単位で、開示範囲</a:t>
            </a:r>
            <a:endParaRPr kumimoji="0" lang="en-US" altLang="ja-JP" sz="1600" dirty="0">
              <a:latin typeface="Arial" panose="020B0604020202020204" pitchFamily="34" charset="0"/>
            </a:endParaRPr>
          </a:p>
          <a:p>
            <a:pPr marL="800100" lvl="1" indent="-342900" eaLnBrk="0" fontAlgn="base" hangingPunct="0">
              <a:spcBef>
                <a:spcPct val="0"/>
              </a:spcBef>
              <a:spcAft>
                <a:spcPct val="0"/>
              </a:spcAft>
              <a:buFont typeface="Arial" panose="020B0604020202020204" pitchFamily="34" charset="0"/>
              <a:buChar char="•"/>
            </a:pPr>
            <a:r>
              <a:rPr kumimoji="0" lang="ja-JP" altLang="en-US" sz="1400" dirty="0">
                <a:latin typeface="Arial" panose="020B0604020202020204" pitchFamily="34" charset="0"/>
              </a:rPr>
              <a:t>（＝参照権限　ユーザ、グループ向け）の定義可能</a:t>
            </a:r>
            <a:endParaRPr kumimoji="0" lang="en-US" altLang="ja-JP" sz="1600" dirty="0">
              <a:latin typeface="Arial" panose="020B0604020202020204" pitchFamily="34" charset="0"/>
            </a:endParaRPr>
          </a:p>
          <a:p>
            <a:pPr marL="342900" lvl="0" indent="-342900" eaLnBrk="0" fontAlgn="base" hangingPunct="0">
              <a:spcBef>
                <a:spcPct val="0"/>
              </a:spcBef>
              <a:spcAft>
                <a:spcPct val="0"/>
              </a:spcAft>
              <a:buFont typeface="+mj-lt"/>
              <a:buAutoNum type="arabicPeriod"/>
            </a:pPr>
            <a:r>
              <a:rPr kumimoji="0" lang="en-US" altLang="ja-JP" sz="1600" dirty="0">
                <a:latin typeface="Arial" panose="020B0604020202020204" pitchFamily="34" charset="0"/>
              </a:rPr>
              <a:t>PowerApps</a:t>
            </a:r>
            <a:r>
              <a:rPr kumimoji="0" lang="ja-JP" altLang="en-US" sz="1600" dirty="0">
                <a:latin typeface="Arial" panose="020B0604020202020204" pitchFamily="34" charset="0"/>
              </a:rPr>
              <a:t>アクセス可否の権限チェックに関しては、</a:t>
            </a:r>
            <a:r>
              <a:rPr kumimoji="0" lang="en-US" altLang="ja-JP" sz="1600" dirty="0">
                <a:latin typeface="Arial" panose="020B0604020202020204" pitchFamily="34" charset="0"/>
              </a:rPr>
              <a:t>Azure </a:t>
            </a:r>
            <a:r>
              <a:rPr kumimoji="0" lang="ja-JP" altLang="en-US" sz="1600" dirty="0">
                <a:latin typeface="Arial" panose="020B0604020202020204" pitchFamily="34" charset="0"/>
              </a:rPr>
              <a:t>の</a:t>
            </a:r>
            <a:r>
              <a:rPr kumimoji="0" lang="en-US" altLang="ja-JP" sz="1600" dirty="0" err="1">
                <a:latin typeface="Arial" panose="020B0604020202020204" pitchFamily="34" charset="0"/>
              </a:rPr>
              <a:t>SecurityGroup</a:t>
            </a:r>
            <a:r>
              <a:rPr kumimoji="0" lang="ja-JP" altLang="en-US" sz="1600" dirty="0">
                <a:latin typeface="Arial" panose="020B0604020202020204" pitchFamily="34" charset="0"/>
              </a:rPr>
              <a:t>で管理されますが、ユーザグループ・文書単位のアクセス権限は</a:t>
            </a:r>
            <a:r>
              <a:rPr kumimoji="0" lang="en-US" altLang="ja-JP" sz="1600" dirty="0" err="1">
                <a:latin typeface="Arial" panose="020B0604020202020204" pitchFamily="34" charset="0"/>
              </a:rPr>
              <a:t>Sqlserver</a:t>
            </a:r>
            <a:r>
              <a:rPr kumimoji="0" lang="ja-JP" altLang="en-US" sz="1600" dirty="0">
                <a:latin typeface="Arial" panose="020B0604020202020204" pitchFamily="34" charset="0"/>
              </a:rPr>
              <a:t>にて権限管理テーブルを定義し、業務レベルで管理する</a:t>
            </a:r>
            <a:endParaRPr kumimoji="0" lang="en-US" altLang="ja-JP" sz="1600" dirty="0">
              <a:latin typeface="Arial" panose="020B0604020202020204" pitchFamily="34" charset="0"/>
            </a:endParaRPr>
          </a:p>
          <a:p>
            <a:pPr marL="800100" lvl="1" indent="-342900" eaLnBrk="0" fontAlgn="base" hangingPunct="0">
              <a:spcBef>
                <a:spcPct val="0"/>
              </a:spcBef>
              <a:spcAft>
                <a:spcPct val="0"/>
              </a:spcAft>
              <a:buFont typeface="Arial" panose="020B0604020202020204" pitchFamily="34" charset="0"/>
              <a:buChar char="•"/>
            </a:pPr>
            <a:r>
              <a:rPr kumimoji="0" lang="ja-JP" altLang="en-US" sz="1400" dirty="0">
                <a:latin typeface="Arial" panose="020B0604020202020204" pitchFamily="34" charset="0"/>
              </a:rPr>
              <a:t>一覧系（検索結果）は、</a:t>
            </a:r>
            <a:r>
              <a:rPr kumimoji="0" lang="en-US" altLang="ja-JP" sz="1400" dirty="0" err="1">
                <a:latin typeface="Arial" panose="020B0604020202020204" pitchFamily="34" charset="0"/>
              </a:rPr>
              <a:t>Sql</a:t>
            </a:r>
            <a:r>
              <a:rPr kumimoji="0" lang="ja-JP" altLang="en-US" sz="1400" dirty="0">
                <a:latin typeface="Arial" panose="020B0604020202020204" pitchFamily="34" charset="0"/>
              </a:rPr>
              <a:t>の</a:t>
            </a:r>
            <a:r>
              <a:rPr kumimoji="0" lang="en-US" altLang="ja-JP" sz="1400" dirty="0">
                <a:latin typeface="Arial" panose="020B0604020202020204" pitchFamily="34" charset="0"/>
              </a:rPr>
              <a:t>Where</a:t>
            </a:r>
            <a:r>
              <a:rPr kumimoji="0" lang="ja-JP" altLang="en-US" sz="1400" dirty="0">
                <a:latin typeface="Arial" panose="020B0604020202020204" pitchFamily="34" charset="0"/>
              </a:rPr>
              <a:t>条件でアクセス可能の文書のみで</a:t>
            </a:r>
            <a:r>
              <a:rPr kumimoji="0" lang="en-US" altLang="ja-JP" sz="1400" dirty="0">
                <a:latin typeface="Arial" panose="020B0604020202020204" pitchFamily="34" charset="0"/>
              </a:rPr>
              <a:t>Filter</a:t>
            </a:r>
            <a:r>
              <a:rPr kumimoji="0" lang="ja-JP" altLang="en-US" sz="1400" dirty="0">
                <a:latin typeface="Arial" panose="020B0604020202020204" pitchFamily="34" charset="0"/>
              </a:rPr>
              <a:t>する</a:t>
            </a:r>
            <a:endParaRPr kumimoji="0" lang="en-US" altLang="ja-JP" sz="1400" dirty="0">
              <a:latin typeface="Arial" panose="020B0604020202020204" pitchFamily="34" charset="0"/>
            </a:endParaRPr>
          </a:p>
          <a:p>
            <a:pPr marL="800100" lvl="1" indent="-342900" eaLnBrk="0" fontAlgn="base" hangingPunct="0">
              <a:spcBef>
                <a:spcPct val="0"/>
              </a:spcBef>
              <a:spcAft>
                <a:spcPct val="0"/>
              </a:spcAft>
              <a:buFont typeface="Arial" panose="020B0604020202020204" pitchFamily="34" charset="0"/>
              <a:buChar char="•"/>
            </a:pPr>
            <a:r>
              <a:rPr kumimoji="0" lang="ja-JP" altLang="en-US" sz="1400" dirty="0">
                <a:latin typeface="Arial" panose="020B0604020202020204" pitchFamily="34" charset="0"/>
              </a:rPr>
              <a:t>文書の詳細画面直接開く場合、カレントログインユーザのアクセス可否を再度判断する（直接</a:t>
            </a:r>
            <a:r>
              <a:rPr kumimoji="0" lang="en-US" altLang="ja-JP" sz="1400" dirty="0" err="1">
                <a:latin typeface="Arial" panose="020B0604020202020204" pitchFamily="34" charset="0"/>
              </a:rPr>
              <a:t>Url</a:t>
            </a:r>
            <a:r>
              <a:rPr kumimoji="0" lang="ja-JP" altLang="en-US" sz="1400" dirty="0">
                <a:latin typeface="Arial" panose="020B0604020202020204" pitchFamily="34" charset="0"/>
              </a:rPr>
              <a:t>修正で不正アクセスを避ける）</a:t>
            </a:r>
            <a:endParaRPr kumimoji="0" lang="en-US" altLang="ja-JP" sz="1400" dirty="0">
              <a:latin typeface="Arial" panose="020B0604020202020204" pitchFamily="34" charset="0"/>
            </a:endParaRPr>
          </a:p>
          <a:p>
            <a:pPr marL="800100" lvl="1" indent="-342900" eaLnBrk="0" fontAlgn="base" hangingPunct="0">
              <a:spcBef>
                <a:spcPct val="0"/>
              </a:spcBef>
              <a:spcAft>
                <a:spcPct val="0"/>
              </a:spcAft>
              <a:buFont typeface="Arial" panose="020B0604020202020204" pitchFamily="34" charset="0"/>
              <a:buChar char="•"/>
            </a:pPr>
            <a:r>
              <a:rPr kumimoji="0" lang="en-US" altLang="ja-JP" sz="1400" dirty="0">
                <a:latin typeface="Arial" panose="020B0604020202020204" pitchFamily="34" charset="0"/>
              </a:rPr>
              <a:t>MCC</a:t>
            </a:r>
            <a:r>
              <a:rPr kumimoji="0" lang="ja-JP" altLang="en-US" sz="1400" dirty="0">
                <a:latin typeface="Arial" panose="020B0604020202020204" pitchFamily="34" charset="0"/>
              </a:rPr>
              <a:t>様社内の共通リスト（社員情報マスタ、組織情報マスタ）を利用し、既存資産を活用する</a:t>
            </a:r>
            <a:endParaRPr kumimoji="0" lang="en-US" altLang="ja-JP" sz="1400" dirty="0">
              <a:latin typeface="Arial" panose="020B0604020202020204" pitchFamily="34" charset="0"/>
            </a:endParaRPr>
          </a:p>
          <a:p>
            <a:pPr marL="800100" lvl="1" indent="-342900" eaLnBrk="0" fontAlgn="base" hangingPunct="0">
              <a:spcBef>
                <a:spcPct val="0"/>
              </a:spcBef>
              <a:spcAft>
                <a:spcPct val="0"/>
              </a:spcAft>
              <a:buFont typeface="Arial" panose="020B0604020202020204" pitchFamily="34" charset="0"/>
              <a:buChar char="•"/>
            </a:pPr>
            <a:endParaRPr kumimoji="0" lang="en-US" altLang="ja-JP" sz="1400" dirty="0">
              <a:latin typeface="Arial" panose="020B0604020202020204" pitchFamily="34" charset="0"/>
            </a:endParaRPr>
          </a:p>
          <a:p>
            <a:pPr eaLnBrk="0" fontAlgn="base" hangingPunct="0">
              <a:spcBef>
                <a:spcPct val="0"/>
              </a:spcBef>
              <a:spcAft>
                <a:spcPct val="0"/>
              </a:spcAft>
            </a:pPr>
            <a:r>
              <a:rPr kumimoji="0" lang="en-US" altLang="ja-JP" sz="1400" dirty="0">
                <a:latin typeface="Arial" panose="020B0604020202020204" pitchFamily="34" charset="0"/>
              </a:rPr>
              <a:t>※</a:t>
            </a:r>
            <a:r>
              <a:rPr kumimoji="0" lang="ja-JP" altLang="en-US" sz="1400" dirty="0">
                <a:latin typeface="Arial" panose="020B0604020202020204" pitchFamily="34" charset="0"/>
              </a:rPr>
              <a:t>　右側は実現案の一例であり、今回案件の権限管理粒度・組織定義粒度に合わせて構造設計フェーズに、詳細化する予定</a:t>
            </a:r>
            <a:endParaRPr kumimoji="0" lang="en-US" altLang="ja-JP" sz="1400" dirty="0">
              <a:latin typeface="Arial" panose="020B0604020202020204" pitchFamily="34" charset="0"/>
            </a:endParaRPr>
          </a:p>
          <a:p>
            <a:pPr marL="342900" lvl="0" indent="-342900" eaLnBrk="0" fontAlgn="base" hangingPunct="0">
              <a:spcBef>
                <a:spcPct val="0"/>
              </a:spcBef>
              <a:spcAft>
                <a:spcPct val="0"/>
              </a:spcAft>
              <a:buFont typeface="+mj-lt"/>
              <a:buAutoNum type="arabicPeriod"/>
            </a:pPr>
            <a:endParaRPr kumimoji="0" lang="en-US" altLang="ja-JP" sz="1600" dirty="0">
              <a:latin typeface="Arial" panose="020B0604020202020204" pitchFamily="34" charset="0"/>
            </a:endParaRPr>
          </a:p>
        </p:txBody>
      </p:sp>
      <p:sp>
        <p:nvSpPr>
          <p:cNvPr id="5" name="四角形: 角を丸くする 4">
            <a:extLst>
              <a:ext uri="{FF2B5EF4-FFF2-40B4-BE49-F238E27FC236}">
                <a16:creationId xmlns:a16="http://schemas.microsoft.com/office/drawing/2014/main" id="{1AA672D6-F0B2-06C5-E074-FAA47A9F8C36}"/>
              </a:ext>
            </a:extLst>
          </p:cNvPr>
          <p:cNvSpPr/>
          <p:nvPr/>
        </p:nvSpPr>
        <p:spPr>
          <a:xfrm>
            <a:off x="6255509" y="2473406"/>
            <a:ext cx="3755648" cy="555998"/>
          </a:xfrm>
          <a:prstGeom prst="roundRect">
            <a:avLst>
              <a:gd name="adj" fmla="val 7206"/>
            </a:avLst>
          </a:prstGeom>
          <a:solidFill>
            <a:srgbClr val="F8CAB6">
              <a:alpha val="50000"/>
            </a:srgbClr>
          </a:solidFill>
          <a:ln w="6350">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a:extLst>
              <a:ext uri="{FF2B5EF4-FFF2-40B4-BE49-F238E27FC236}">
                <a16:creationId xmlns:a16="http://schemas.microsoft.com/office/drawing/2014/main" id="{2A4D9608-592D-A0D0-236C-49E91741A46C}"/>
              </a:ext>
            </a:extLst>
          </p:cNvPr>
          <p:cNvSpPr/>
          <p:nvPr/>
        </p:nvSpPr>
        <p:spPr>
          <a:xfrm>
            <a:off x="5750560" y="1833098"/>
            <a:ext cx="822438" cy="328966"/>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t>ログイン</a:t>
            </a:r>
            <a:endParaRPr kumimoji="1" lang="en-US" altLang="ja-JP" sz="1100" dirty="0"/>
          </a:p>
          <a:p>
            <a:pPr algn="ctr"/>
            <a:r>
              <a:rPr kumimoji="1" lang="ja-JP" altLang="en-US" sz="1100" dirty="0"/>
              <a:t>ユーザ</a:t>
            </a:r>
          </a:p>
        </p:txBody>
      </p:sp>
      <p:cxnSp>
        <p:nvCxnSpPr>
          <p:cNvPr id="12" name="コネクタ: カギ線 11">
            <a:extLst>
              <a:ext uri="{FF2B5EF4-FFF2-40B4-BE49-F238E27FC236}">
                <a16:creationId xmlns:a16="http://schemas.microsoft.com/office/drawing/2014/main" id="{BD14C8DC-2E0A-3C1D-81E7-1FF2351690F4}"/>
              </a:ext>
            </a:extLst>
          </p:cNvPr>
          <p:cNvCxnSpPr>
            <a:cxnSpLocks/>
            <a:stCxn id="11" idx="2"/>
            <a:endCxn id="16" idx="1"/>
          </p:cNvCxnSpPr>
          <p:nvPr/>
        </p:nvCxnSpPr>
        <p:spPr>
          <a:xfrm rot="16200000" flipH="1">
            <a:off x="5485049" y="2838794"/>
            <a:ext cx="1505873" cy="152412"/>
          </a:xfrm>
          <a:prstGeom prst="bentConnector2">
            <a:avLst/>
          </a:prstGeom>
          <a:ln w="2540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3" name="コネクタ: カギ線 12">
            <a:extLst>
              <a:ext uri="{FF2B5EF4-FFF2-40B4-BE49-F238E27FC236}">
                <a16:creationId xmlns:a16="http://schemas.microsoft.com/office/drawing/2014/main" id="{A782E0F6-5C45-ACD0-E26F-CA67E23DC4A6}"/>
              </a:ext>
            </a:extLst>
          </p:cNvPr>
          <p:cNvCxnSpPr>
            <a:cxnSpLocks/>
            <a:stCxn id="11" idx="2"/>
            <a:endCxn id="14" idx="1"/>
          </p:cNvCxnSpPr>
          <p:nvPr/>
        </p:nvCxnSpPr>
        <p:spPr>
          <a:xfrm rot="16200000" flipH="1">
            <a:off x="5975209" y="2348633"/>
            <a:ext cx="572271" cy="199131"/>
          </a:xfrm>
          <a:prstGeom prst="bentConnector2">
            <a:avLst/>
          </a:prstGeom>
          <a:ln w="2540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4" name="正方形/長方形 13">
            <a:extLst>
              <a:ext uri="{FF2B5EF4-FFF2-40B4-BE49-F238E27FC236}">
                <a16:creationId xmlns:a16="http://schemas.microsoft.com/office/drawing/2014/main" id="{5B68B211-525D-056A-2861-33F9A37C6CF1}"/>
              </a:ext>
            </a:extLst>
          </p:cNvPr>
          <p:cNvSpPr/>
          <p:nvPr/>
        </p:nvSpPr>
        <p:spPr>
          <a:xfrm>
            <a:off x="6360910" y="2555750"/>
            <a:ext cx="922570" cy="357169"/>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t>所属組織</a:t>
            </a:r>
            <a:r>
              <a:rPr kumimoji="1" lang="en-US" altLang="ja-JP" sz="1100" dirty="0"/>
              <a:t>1</a:t>
            </a:r>
            <a:endParaRPr kumimoji="1" lang="ja-JP" altLang="en-US" sz="1100" dirty="0"/>
          </a:p>
        </p:txBody>
      </p:sp>
      <p:sp>
        <p:nvSpPr>
          <p:cNvPr id="16" name="正方形/長方形 15">
            <a:extLst>
              <a:ext uri="{FF2B5EF4-FFF2-40B4-BE49-F238E27FC236}">
                <a16:creationId xmlns:a16="http://schemas.microsoft.com/office/drawing/2014/main" id="{CAB46639-E831-AFF7-BB98-487F23FAD8BD}"/>
              </a:ext>
            </a:extLst>
          </p:cNvPr>
          <p:cNvSpPr/>
          <p:nvPr/>
        </p:nvSpPr>
        <p:spPr>
          <a:xfrm>
            <a:off x="6314191" y="3547446"/>
            <a:ext cx="922571" cy="240981"/>
          </a:xfrm>
          <a:prstGeom prst="rect">
            <a:avLst/>
          </a:prstGeom>
          <a:solidFill>
            <a:srgbClr val="0070C0">
              <a:alpha val="50000"/>
            </a:srgbClr>
          </a:solidFill>
          <a:ln w="3175">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a:t>所属組織</a:t>
            </a:r>
            <a:r>
              <a:rPr kumimoji="1" lang="en-US" altLang="ja-JP" sz="1000"/>
              <a:t>…</a:t>
            </a:r>
            <a:endParaRPr kumimoji="1" lang="ja-JP" altLang="en-US" sz="1000"/>
          </a:p>
        </p:txBody>
      </p:sp>
      <p:sp>
        <p:nvSpPr>
          <p:cNvPr id="17" name="正方形/長方形 16">
            <a:extLst>
              <a:ext uri="{FF2B5EF4-FFF2-40B4-BE49-F238E27FC236}">
                <a16:creationId xmlns:a16="http://schemas.microsoft.com/office/drawing/2014/main" id="{C3894827-A23B-DA4E-B4CF-BE93013E7B43}"/>
              </a:ext>
            </a:extLst>
          </p:cNvPr>
          <p:cNvSpPr/>
          <p:nvPr/>
        </p:nvSpPr>
        <p:spPr>
          <a:xfrm>
            <a:off x="8350034" y="2569851"/>
            <a:ext cx="450505" cy="328966"/>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r>
              <a:rPr kumimoji="1" lang="ja-JP" altLang="en-US" sz="800" dirty="0"/>
              <a:t>会社</a:t>
            </a:r>
          </a:p>
        </p:txBody>
      </p:sp>
      <p:sp>
        <p:nvSpPr>
          <p:cNvPr id="20" name="正方形/長方形 19">
            <a:extLst>
              <a:ext uri="{FF2B5EF4-FFF2-40B4-BE49-F238E27FC236}">
                <a16:creationId xmlns:a16="http://schemas.microsoft.com/office/drawing/2014/main" id="{04DEBED6-F9EE-F32D-1F1D-B3CB3FADF42A}"/>
              </a:ext>
            </a:extLst>
          </p:cNvPr>
          <p:cNvSpPr/>
          <p:nvPr/>
        </p:nvSpPr>
        <p:spPr>
          <a:xfrm>
            <a:off x="10113745" y="3650805"/>
            <a:ext cx="1209307" cy="328966"/>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a:solidFill>
                  <a:schemeClr val="tx1"/>
                </a:solidFill>
              </a:rPr>
              <a:t>所在</a:t>
            </a:r>
            <a:r>
              <a:rPr lang="en-US" altLang="ja-JP" sz="900">
                <a:solidFill>
                  <a:schemeClr val="tx1"/>
                </a:solidFill>
              </a:rPr>
              <a:t>Region</a:t>
            </a:r>
            <a:endParaRPr kumimoji="1" lang="ja-JP" altLang="en-US" sz="900">
              <a:solidFill>
                <a:schemeClr val="tx1"/>
              </a:solidFill>
            </a:endParaRPr>
          </a:p>
        </p:txBody>
      </p:sp>
      <p:cxnSp>
        <p:nvCxnSpPr>
          <p:cNvPr id="24" name="直線矢印コネクタ 23">
            <a:extLst>
              <a:ext uri="{FF2B5EF4-FFF2-40B4-BE49-F238E27FC236}">
                <a16:creationId xmlns:a16="http://schemas.microsoft.com/office/drawing/2014/main" id="{0E38EFED-628D-DB9A-617B-F8BFB4976A16}"/>
              </a:ext>
            </a:extLst>
          </p:cNvPr>
          <p:cNvCxnSpPr>
            <a:cxnSpLocks/>
            <a:stCxn id="14" idx="3"/>
            <a:endCxn id="46" idx="1"/>
          </p:cNvCxnSpPr>
          <p:nvPr/>
        </p:nvCxnSpPr>
        <p:spPr>
          <a:xfrm flipV="1">
            <a:off x="7283480" y="2734334"/>
            <a:ext cx="250962" cy="1"/>
          </a:xfrm>
          <a:prstGeom prst="straightConnector1">
            <a:avLst/>
          </a:prstGeom>
          <a:ln w="19050">
            <a:prstDash val="sysDash"/>
            <a:tailEnd type="triangle"/>
          </a:ln>
        </p:spPr>
        <p:style>
          <a:lnRef idx="1">
            <a:schemeClr val="accent1"/>
          </a:lnRef>
          <a:fillRef idx="0">
            <a:schemeClr val="accent1"/>
          </a:fillRef>
          <a:effectRef idx="0">
            <a:schemeClr val="accent1"/>
          </a:effectRef>
          <a:fontRef idx="minor">
            <a:schemeClr val="tx1"/>
          </a:fontRef>
        </p:style>
      </p:cxnSp>
      <p:sp>
        <p:nvSpPr>
          <p:cNvPr id="26" name="正方形/長方形 25">
            <a:extLst>
              <a:ext uri="{FF2B5EF4-FFF2-40B4-BE49-F238E27FC236}">
                <a16:creationId xmlns:a16="http://schemas.microsoft.com/office/drawing/2014/main" id="{D0B6EA49-2C8A-9792-0C7F-22F7458C019C}"/>
              </a:ext>
            </a:extLst>
          </p:cNvPr>
          <p:cNvSpPr/>
          <p:nvPr/>
        </p:nvSpPr>
        <p:spPr>
          <a:xfrm>
            <a:off x="7553447" y="3547446"/>
            <a:ext cx="1104499" cy="240519"/>
          </a:xfrm>
          <a:prstGeom prst="rect">
            <a:avLst/>
          </a:prstGeom>
          <a:solidFill>
            <a:srgbClr val="0070C0">
              <a:alpha val="50000"/>
            </a:srgbClr>
          </a:solidFill>
          <a:ln w="3175">
            <a:prstDash val="dash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800"/>
              <a:t>上層組織</a:t>
            </a:r>
            <a:r>
              <a:rPr kumimoji="1" lang="en-US" altLang="ja-JP" sz="1000"/>
              <a:t>…</a:t>
            </a:r>
            <a:endParaRPr kumimoji="1" lang="ja-JP" altLang="en-US" sz="1000"/>
          </a:p>
        </p:txBody>
      </p:sp>
      <p:cxnSp>
        <p:nvCxnSpPr>
          <p:cNvPr id="27" name="直線矢印コネクタ 26">
            <a:extLst>
              <a:ext uri="{FF2B5EF4-FFF2-40B4-BE49-F238E27FC236}">
                <a16:creationId xmlns:a16="http://schemas.microsoft.com/office/drawing/2014/main" id="{3CABEEC2-A03B-274B-984E-ABBAA068E67F}"/>
              </a:ext>
            </a:extLst>
          </p:cNvPr>
          <p:cNvCxnSpPr>
            <a:cxnSpLocks/>
            <a:stCxn id="16" idx="3"/>
            <a:endCxn id="26" idx="1"/>
          </p:cNvCxnSpPr>
          <p:nvPr/>
        </p:nvCxnSpPr>
        <p:spPr>
          <a:xfrm flipV="1">
            <a:off x="7236762" y="3667706"/>
            <a:ext cx="316685" cy="2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コネクタ: カギ線 29">
            <a:extLst>
              <a:ext uri="{FF2B5EF4-FFF2-40B4-BE49-F238E27FC236}">
                <a16:creationId xmlns:a16="http://schemas.microsoft.com/office/drawing/2014/main" id="{37AA3F69-2D9E-135E-ECB7-B9B46086609F}"/>
              </a:ext>
            </a:extLst>
          </p:cNvPr>
          <p:cNvCxnSpPr>
            <a:cxnSpLocks/>
            <a:endCxn id="20" idx="3"/>
          </p:cNvCxnSpPr>
          <p:nvPr/>
        </p:nvCxnSpPr>
        <p:spPr>
          <a:xfrm rot="5400000">
            <a:off x="10402944" y="2554952"/>
            <a:ext cx="2180445" cy="340227"/>
          </a:xfrm>
          <a:prstGeom prst="bentConnector2">
            <a:avLst/>
          </a:prstGeom>
          <a:ln w="19050">
            <a:prstDash val="sysDash"/>
            <a:tailEnd type="triangle"/>
          </a:ln>
        </p:spPr>
        <p:style>
          <a:lnRef idx="1">
            <a:schemeClr val="accent1"/>
          </a:lnRef>
          <a:fillRef idx="0">
            <a:schemeClr val="accent1"/>
          </a:fillRef>
          <a:effectRef idx="0">
            <a:schemeClr val="accent1"/>
          </a:effectRef>
          <a:fontRef idx="minor">
            <a:schemeClr val="tx1"/>
          </a:fontRef>
        </p:style>
      </p:cxnSp>
      <p:sp>
        <p:nvSpPr>
          <p:cNvPr id="38" name="正方形/長方形 37">
            <a:extLst>
              <a:ext uri="{FF2B5EF4-FFF2-40B4-BE49-F238E27FC236}">
                <a16:creationId xmlns:a16="http://schemas.microsoft.com/office/drawing/2014/main" id="{4DD30B5E-0549-2772-C783-F7A436306ACD}"/>
              </a:ext>
            </a:extLst>
          </p:cNvPr>
          <p:cNvSpPr/>
          <p:nvPr/>
        </p:nvSpPr>
        <p:spPr>
          <a:xfrm>
            <a:off x="9417521" y="2570960"/>
            <a:ext cx="500435" cy="326748"/>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900"/>
              <a:t>Region</a:t>
            </a:r>
            <a:endParaRPr kumimoji="1" lang="ja-JP" altLang="en-US" sz="900"/>
          </a:p>
        </p:txBody>
      </p:sp>
      <p:sp>
        <p:nvSpPr>
          <p:cNvPr id="44" name="四角形: 角を丸くする 43">
            <a:extLst>
              <a:ext uri="{FF2B5EF4-FFF2-40B4-BE49-F238E27FC236}">
                <a16:creationId xmlns:a16="http://schemas.microsoft.com/office/drawing/2014/main" id="{530D69C4-7E88-36A1-52AE-45599512510C}"/>
              </a:ext>
            </a:extLst>
          </p:cNvPr>
          <p:cNvSpPr/>
          <p:nvPr/>
        </p:nvSpPr>
        <p:spPr>
          <a:xfrm>
            <a:off x="10113744" y="2107402"/>
            <a:ext cx="1209307" cy="406333"/>
          </a:xfrm>
          <a:prstGeom prst="roundRect">
            <a:avLst>
              <a:gd name="adj" fmla="val 6244"/>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lIns="36000" tIns="45720" rIns="36000" bIns="45720" rtlCol="0" anchor="ctr"/>
          <a:lstStyle/>
          <a:p>
            <a:pPr algn="ctr"/>
            <a:r>
              <a:rPr kumimoji="1" lang="en-US" altLang="ja-JP" sz="900" dirty="0">
                <a:solidFill>
                  <a:schemeClr val="tx1"/>
                </a:solidFill>
              </a:rPr>
              <a:t>閲覧可能部署</a:t>
            </a:r>
            <a:r>
              <a:rPr kumimoji="1" lang="en-US" altLang="ja-JP" sz="800" dirty="0">
                <a:solidFill>
                  <a:schemeClr val="tx1"/>
                </a:solidFill>
              </a:rPr>
              <a:t>１～１０</a:t>
            </a:r>
            <a:r>
              <a:rPr kumimoji="1" lang="ja-JP" altLang="en-US" sz="800" dirty="0">
                <a:solidFill>
                  <a:schemeClr val="tx1"/>
                </a:solidFill>
              </a:rPr>
              <a:t>（組織＋個人</a:t>
            </a:r>
            <a:r>
              <a:rPr kumimoji="1" lang="en-US" altLang="ja-JP" sz="800" dirty="0">
                <a:solidFill>
                  <a:schemeClr val="tx1"/>
                </a:solidFill>
              </a:rPr>
              <a:t>Max10</a:t>
            </a:r>
            <a:r>
              <a:rPr kumimoji="1" lang="ja-JP" altLang="en-US" sz="800" dirty="0">
                <a:solidFill>
                  <a:schemeClr val="tx1"/>
                </a:solidFill>
              </a:rPr>
              <a:t>件、自由に選べる）</a:t>
            </a:r>
            <a:endParaRPr kumimoji="1" lang="en-US" altLang="ja-JP" sz="800" dirty="0">
              <a:solidFill>
                <a:schemeClr val="tx1"/>
              </a:solidFill>
            </a:endParaRPr>
          </a:p>
        </p:txBody>
      </p:sp>
      <p:sp>
        <p:nvSpPr>
          <p:cNvPr id="45" name="正方形/長方形 44">
            <a:extLst>
              <a:ext uri="{FF2B5EF4-FFF2-40B4-BE49-F238E27FC236}">
                <a16:creationId xmlns:a16="http://schemas.microsoft.com/office/drawing/2014/main" id="{E6FEA6AF-4EEE-7B75-04CD-3B8EEEF0C9F2}"/>
              </a:ext>
            </a:extLst>
          </p:cNvPr>
          <p:cNvSpPr/>
          <p:nvPr/>
        </p:nvSpPr>
        <p:spPr>
          <a:xfrm>
            <a:off x="10113744" y="2643513"/>
            <a:ext cx="1209307" cy="328966"/>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kumimoji="1" lang="ja-JP" altLang="en-US" sz="900">
                <a:solidFill>
                  <a:srgbClr val="C00000"/>
                </a:solidFill>
              </a:rPr>
              <a:t>資産所管部署</a:t>
            </a:r>
            <a:r>
              <a:rPr kumimoji="1" lang="en-US" altLang="ja-JP" sz="900">
                <a:solidFill>
                  <a:srgbClr val="C00000"/>
                </a:solidFill>
              </a:rPr>
              <a:t>/</a:t>
            </a:r>
            <a:r>
              <a:rPr kumimoji="1" lang="ja-JP" altLang="en-US" sz="900">
                <a:solidFill>
                  <a:srgbClr val="C00000"/>
                </a:solidFill>
              </a:rPr>
              <a:t>所属組織</a:t>
            </a:r>
          </a:p>
        </p:txBody>
      </p:sp>
      <p:sp>
        <p:nvSpPr>
          <p:cNvPr id="46" name="正方形/長方形 45">
            <a:extLst>
              <a:ext uri="{FF2B5EF4-FFF2-40B4-BE49-F238E27FC236}">
                <a16:creationId xmlns:a16="http://schemas.microsoft.com/office/drawing/2014/main" id="{EC6CED23-F7BC-30E4-3B1F-C602B511CEDC}"/>
              </a:ext>
            </a:extLst>
          </p:cNvPr>
          <p:cNvSpPr/>
          <p:nvPr/>
        </p:nvSpPr>
        <p:spPr>
          <a:xfrm>
            <a:off x="7534442" y="2569851"/>
            <a:ext cx="697070" cy="328966"/>
          </a:xfrm>
          <a:prstGeom prst="rect">
            <a:avLst/>
          </a:prstGeom>
          <a:solidFill>
            <a:srgbClr val="0070C0"/>
          </a:solidFill>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dirty="0"/>
              <a:t>上層組織</a:t>
            </a:r>
          </a:p>
        </p:txBody>
      </p:sp>
      <p:cxnSp>
        <p:nvCxnSpPr>
          <p:cNvPr id="47" name="直線矢印コネクタ 46">
            <a:extLst>
              <a:ext uri="{FF2B5EF4-FFF2-40B4-BE49-F238E27FC236}">
                <a16:creationId xmlns:a16="http://schemas.microsoft.com/office/drawing/2014/main" id="{41F0A441-D6B3-1E7C-E255-9DE552C0FCBC}"/>
              </a:ext>
            </a:extLst>
          </p:cNvPr>
          <p:cNvCxnSpPr>
            <a:cxnSpLocks/>
            <a:stCxn id="46" idx="3"/>
            <a:endCxn id="17" idx="1"/>
          </p:cNvCxnSpPr>
          <p:nvPr/>
        </p:nvCxnSpPr>
        <p:spPr>
          <a:xfrm>
            <a:off x="8231512" y="2734334"/>
            <a:ext cx="118522" cy="0"/>
          </a:xfrm>
          <a:prstGeom prst="straightConnector1">
            <a:avLst/>
          </a:prstGeom>
          <a:ln w="19050">
            <a:prstDash val="sysDash"/>
            <a:tailEnd type="triangle"/>
          </a:ln>
        </p:spPr>
        <p:style>
          <a:lnRef idx="1">
            <a:schemeClr val="accent1"/>
          </a:lnRef>
          <a:fillRef idx="0">
            <a:schemeClr val="accent1"/>
          </a:fillRef>
          <a:effectRef idx="0">
            <a:schemeClr val="accent1"/>
          </a:effectRef>
          <a:fontRef idx="minor">
            <a:schemeClr val="tx1"/>
          </a:fontRef>
        </p:style>
      </p:cxnSp>
      <p:sp>
        <p:nvSpPr>
          <p:cNvPr id="49" name="フローチャート: 判断 48">
            <a:extLst>
              <a:ext uri="{FF2B5EF4-FFF2-40B4-BE49-F238E27FC236}">
                <a16:creationId xmlns:a16="http://schemas.microsoft.com/office/drawing/2014/main" id="{EE60524B-0CCC-FEBE-6FD6-D0F928713507}"/>
              </a:ext>
            </a:extLst>
          </p:cNvPr>
          <p:cNvSpPr/>
          <p:nvPr/>
        </p:nvSpPr>
        <p:spPr>
          <a:xfrm>
            <a:off x="10347491" y="2931341"/>
            <a:ext cx="45719" cy="46800"/>
          </a:xfrm>
          <a:prstGeom prst="flowChartDecision">
            <a:avLst/>
          </a:prstGeom>
          <a:no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フローチャート: 判断 49">
            <a:extLst>
              <a:ext uri="{FF2B5EF4-FFF2-40B4-BE49-F238E27FC236}">
                <a16:creationId xmlns:a16="http://schemas.microsoft.com/office/drawing/2014/main" id="{16653730-F6C8-8751-E0DF-998E40F59AAB}"/>
              </a:ext>
            </a:extLst>
          </p:cNvPr>
          <p:cNvSpPr/>
          <p:nvPr/>
        </p:nvSpPr>
        <p:spPr>
          <a:xfrm>
            <a:off x="8963349" y="2889127"/>
            <a:ext cx="45719" cy="46800"/>
          </a:xfrm>
          <a:prstGeom prst="flowChartDecision">
            <a:avLst/>
          </a:prstGeom>
          <a:no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1" name="コネクタ: カギ線 50">
            <a:extLst>
              <a:ext uri="{FF2B5EF4-FFF2-40B4-BE49-F238E27FC236}">
                <a16:creationId xmlns:a16="http://schemas.microsoft.com/office/drawing/2014/main" id="{92A0E86C-E7A9-FC77-CCBD-FA0EC3DC7C10}"/>
              </a:ext>
            </a:extLst>
          </p:cNvPr>
          <p:cNvCxnSpPr>
            <a:cxnSpLocks/>
            <a:stCxn id="17" idx="2"/>
            <a:endCxn id="52" idx="1"/>
          </p:cNvCxnSpPr>
          <p:nvPr/>
        </p:nvCxnSpPr>
        <p:spPr>
          <a:xfrm rot="16200000" flipH="1">
            <a:off x="9112703" y="2361401"/>
            <a:ext cx="463625" cy="1538456"/>
          </a:xfrm>
          <a:prstGeom prst="bentConnector2">
            <a:avLst/>
          </a:prstGeom>
          <a:ln w="19050">
            <a:solidFill>
              <a:srgbClr val="FFC000"/>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52" name="正方形/長方形 51">
            <a:extLst>
              <a:ext uri="{FF2B5EF4-FFF2-40B4-BE49-F238E27FC236}">
                <a16:creationId xmlns:a16="http://schemas.microsoft.com/office/drawing/2014/main" id="{D662F548-8B86-0E9E-E1C9-8A96C10EB01F}"/>
              </a:ext>
            </a:extLst>
          </p:cNvPr>
          <p:cNvSpPr/>
          <p:nvPr/>
        </p:nvSpPr>
        <p:spPr>
          <a:xfrm>
            <a:off x="10113743" y="3197959"/>
            <a:ext cx="1209307" cy="328966"/>
          </a:xfrm>
          <a:prstGeom prst="rect">
            <a:avLst/>
          </a:prstGeom>
          <a:solidFill>
            <a:schemeClr val="accent4">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900">
                <a:solidFill>
                  <a:schemeClr val="tx1"/>
                </a:solidFill>
              </a:rPr>
              <a:t>所管会社</a:t>
            </a:r>
          </a:p>
        </p:txBody>
      </p:sp>
      <p:cxnSp>
        <p:nvCxnSpPr>
          <p:cNvPr id="53" name="コネクタ: カギ線 52">
            <a:extLst>
              <a:ext uri="{FF2B5EF4-FFF2-40B4-BE49-F238E27FC236}">
                <a16:creationId xmlns:a16="http://schemas.microsoft.com/office/drawing/2014/main" id="{D4DD04CF-007C-BB0B-867E-C0F0B17701D3}"/>
              </a:ext>
            </a:extLst>
          </p:cNvPr>
          <p:cNvCxnSpPr>
            <a:cxnSpLocks/>
          </p:cNvCxnSpPr>
          <p:nvPr/>
        </p:nvCxnSpPr>
        <p:spPr>
          <a:xfrm rot="5400000">
            <a:off x="11372100" y="2021172"/>
            <a:ext cx="242131" cy="340228"/>
          </a:xfrm>
          <a:prstGeom prst="bentConnector2">
            <a:avLst/>
          </a:prstGeom>
          <a:ln w="19050">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55" name="コネクタ: カギ線 54">
            <a:extLst>
              <a:ext uri="{FF2B5EF4-FFF2-40B4-BE49-F238E27FC236}">
                <a16:creationId xmlns:a16="http://schemas.microsoft.com/office/drawing/2014/main" id="{3416140A-749F-5D13-297E-6340A346968E}"/>
              </a:ext>
            </a:extLst>
          </p:cNvPr>
          <p:cNvCxnSpPr>
            <a:cxnSpLocks/>
            <a:endCxn id="45" idx="3"/>
          </p:cNvCxnSpPr>
          <p:nvPr/>
        </p:nvCxnSpPr>
        <p:spPr>
          <a:xfrm rot="5400000">
            <a:off x="10827815" y="1972529"/>
            <a:ext cx="1330703" cy="340230"/>
          </a:xfrm>
          <a:prstGeom prst="bentConnector2">
            <a:avLst/>
          </a:prstGeom>
          <a:ln w="19050">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56" name="コネクタ: カギ線 55">
            <a:extLst>
              <a:ext uri="{FF2B5EF4-FFF2-40B4-BE49-F238E27FC236}">
                <a16:creationId xmlns:a16="http://schemas.microsoft.com/office/drawing/2014/main" id="{70EB8F90-FB58-FCB8-BBA3-6D2735C4BEFD}"/>
              </a:ext>
            </a:extLst>
          </p:cNvPr>
          <p:cNvCxnSpPr>
            <a:cxnSpLocks/>
            <a:stCxn id="38" idx="2"/>
            <a:endCxn id="20" idx="1"/>
          </p:cNvCxnSpPr>
          <p:nvPr/>
        </p:nvCxnSpPr>
        <p:spPr>
          <a:xfrm rot="16200000" flipH="1">
            <a:off x="9431952" y="3133495"/>
            <a:ext cx="917580" cy="446006"/>
          </a:xfrm>
          <a:prstGeom prst="bentConnector2">
            <a:avLst/>
          </a:prstGeom>
          <a:ln w="19050">
            <a:solidFill>
              <a:srgbClr val="FFC000"/>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8" name="コネクタ: カギ線 57">
            <a:extLst>
              <a:ext uri="{FF2B5EF4-FFF2-40B4-BE49-F238E27FC236}">
                <a16:creationId xmlns:a16="http://schemas.microsoft.com/office/drawing/2014/main" id="{69DE63BD-E101-E351-42C0-2AA4C7F57357}"/>
              </a:ext>
            </a:extLst>
          </p:cNvPr>
          <p:cNvCxnSpPr>
            <a:cxnSpLocks/>
            <a:stCxn id="14" idx="2"/>
            <a:endCxn id="45" idx="2"/>
          </p:cNvCxnSpPr>
          <p:nvPr/>
        </p:nvCxnSpPr>
        <p:spPr>
          <a:xfrm rot="16200000" flipH="1">
            <a:off x="8740516" y="994597"/>
            <a:ext cx="59560" cy="3896203"/>
          </a:xfrm>
          <a:prstGeom prst="bentConnector3">
            <a:avLst>
              <a:gd name="adj1" fmla="val 398519"/>
            </a:avLst>
          </a:prstGeom>
          <a:ln w="19050">
            <a:solidFill>
              <a:srgbClr val="FFC000"/>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5" name="コネクタ: カギ線 64">
            <a:extLst>
              <a:ext uri="{FF2B5EF4-FFF2-40B4-BE49-F238E27FC236}">
                <a16:creationId xmlns:a16="http://schemas.microsoft.com/office/drawing/2014/main" id="{45D1A259-5C71-9A2C-6D79-E3F3BE3C5364}"/>
              </a:ext>
            </a:extLst>
          </p:cNvPr>
          <p:cNvCxnSpPr>
            <a:cxnSpLocks/>
            <a:stCxn id="11" idx="3"/>
            <a:endCxn id="44" idx="1"/>
          </p:cNvCxnSpPr>
          <p:nvPr/>
        </p:nvCxnSpPr>
        <p:spPr>
          <a:xfrm>
            <a:off x="6572998" y="1997581"/>
            <a:ext cx="3540746" cy="312988"/>
          </a:xfrm>
          <a:prstGeom prst="bentConnector3">
            <a:avLst>
              <a:gd name="adj1" fmla="val 50000"/>
            </a:avLst>
          </a:prstGeom>
          <a:ln w="19050">
            <a:solidFill>
              <a:srgbClr val="FFC000"/>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66" name="フローチャート: 判断 65">
            <a:extLst>
              <a:ext uri="{FF2B5EF4-FFF2-40B4-BE49-F238E27FC236}">
                <a16:creationId xmlns:a16="http://schemas.microsoft.com/office/drawing/2014/main" id="{E32CF1ED-7EEE-6893-AFCD-FC8777C4B71D}"/>
              </a:ext>
            </a:extLst>
          </p:cNvPr>
          <p:cNvSpPr/>
          <p:nvPr/>
        </p:nvSpPr>
        <p:spPr>
          <a:xfrm>
            <a:off x="11335139" y="2417148"/>
            <a:ext cx="45719" cy="46800"/>
          </a:xfrm>
          <a:prstGeom prst="flowChartDecision">
            <a:avLst/>
          </a:prstGeom>
          <a:no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7" name="フローチャート: 判断 66">
            <a:extLst>
              <a:ext uri="{FF2B5EF4-FFF2-40B4-BE49-F238E27FC236}">
                <a16:creationId xmlns:a16="http://schemas.microsoft.com/office/drawing/2014/main" id="{ED70F7A5-7229-1569-DB00-373C613BAE62}"/>
              </a:ext>
            </a:extLst>
          </p:cNvPr>
          <p:cNvSpPr/>
          <p:nvPr/>
        </p:nvSpPr>
        <p:spPr>
          <a:xfrm>
            <a:off x="8004971" y="2866118"/>
            <a:ext cx="45719" cy="46800"/>
          </a:xfrm>
          <a:prstGeom prst="flowChartDecision">
            <a:avLst/>
          </a:prstGeom>
          <a:no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2" name="テキスト ボックス 71">
            <a:extLst>
              <a:ext uri="{FF2B5EF4-FFF2-40B4-BE49-F238E27FC236}">
                <a16:creationId xmlns:a16="http://schemas.microsoft.com/office/drawing/2014/main" id="{8B259083-EFB8-F443-3BD3-4E8FA61C6DEF}"/>
              </a:ext>
            </a:extLst>
          </p:cNvPr>
          <p:cNvSpPr txBox="1"/>
          <p:nvPr/>
        </p:nvSpPr>
        <p:spPr>
          <a:xfrm>
            <a:off x="9667738" y="1550729"/>
            <a:ext cx="1584462" cy="523220"/>
          </a:xfrm>
          <a:prstGeom prst="rect">
            <a:avLst/>
          </a:prstGeom>
          <a:noFill/>
        </p:spPr>
        <p:txBody>
          <a:bodyPr wrap="square" rtlCol="0">
            <a:spAutoFit/>
          </a:bodyPr>
          <a:lstStyle/>
          <a:p>
            <a:r>
              <a:rPr kumimoji="1" lang="ja-JP" altLang="en-US" sz="700"/>
              <a:t>左記の権限に入れなくとしても、ここに入れば、閲覧可能</a:t>
            </a:r>
            <a:endParaRPr kumimoji="1" lang="en-US" altLang="ja-JP" sz="700"/>
          </a:p>
          <a:p>
            <a:r>
              <a:rPr kumimoji="1" lang="ja-JP" altLang="en-US" sz="700"/>
              <a:t>単位：案件レベル</a:t>
            </a:r>
            <a:endParaRPr kumimoji="1" lang="en-US" altLang="ja-JP" sz="700"/>
          </a:p>
          <a:p>
            <a:r>
              <a:rPr kumimoji="1" lang="ja-JP" altLang="en-US" sz="700"/>
              <a:t>部署＋</a:t>
            </a:r>
            <a:r>
              <a:rPr lang="ja-JP" altLang="en-US" sz="700"/>
              <a:t>個人</a:t>
            </a:r>
            <a:r>
              <a:rPr kumimoji="1" lang="ja-JP" altLang="en-US" sz="700"/>
              <a:t>両方可能</a:t>
            </a:r>
          </a:p>
        </p:txBody>
      </p:sp>
      <p:sp>
        <p:nvSpPr>
          <p:cNvPr id="74" name="フローチャート: 判断 73">
            <a:extLst>
              <a:ext uri="{FF2B5EF4-FFF2-40B4-BE49-F238E27FC236}">
                <a16:creationId xmlns:a16="http://schemas.microsoft.com/office/drawing/2014/main" id="{EF435450-082A-3DD8-D91F-43E83DA2AC5A}"/>
              </a:ext>
            </a:extLst>
          </p:cNvPr>
          <p:cNvSpPr/>
          <p:nvPr/>
        </p:nvSpPr>
        <p:spPr>
          <a:xfrm>
            <a:off x="10045163" y="3464031"/>
            <a:ext cx="45719" cy="46800"/>
          </a:xfrm>
          <a:prstGeom prst="flowChartDecision">
            <a:avLst/>
          </a:prstGeom>
          <a:noFill/>
          <a:ln w="31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6" name="コネクタ: カギ線 75">
            <a:extLst>
              <a:ext uri="{FF2B5EF4-FFF2-40B4-BE49-F238E27FC236}">
                <a16:creationId xmlns:a16="http://schemas.microsoft.com/office/drawing/2014/main" id="{B4BCA225-03EB-A7AA-D2A7-1BF84AFD30BF}"/>
              </a:ext>
            </a:extLst>
          </p:cNvPr>
          <p:cNvCxnSpPr>
            <a:cxnSpLocks/>
            <a:stCxn id="96" idx="2"/>
            <a:endCxn id="74" idx="1"/>
          </p:cNvCxnSpPr>
          <p:nvPr/>
        </p:nvCxnSpPr>
        <p:spPr>
          <a:xfrm rot="16200000" flipH="1">
            <a:off x="9288036" y="2730304"/>
            <a:ext cx="588614" cy="925639"/>
          </a:xfrm>
          <a:prstGeom prst="bentConnector2">
            <a:avLst/>
          </a:prstGeom>
          <a:ln w="19050">
            <a:prstDash val="sysDash"/>
            <a:tailEnd type="triangle"/>
          </a:ln>
        </p:spPr>
        <p:style>
          <a:lnRef idx="1">
            <a:schemeClr val="accent1"/>
          </a:lnRef>
          <a:fillRef idx="0">
            <a:schemeClr val="accent1"/>
          </a:fillRef>
          <a:effectRef idx="0">
            <a:schemeClr val="accent1"/>
          </a:effectRef>
          <a:fontRef idx="minor">
            <a:schemeClr val="tx1"/>
          </a:fontRef>
        </p:style>
      </p:cxnSp>
      <p:sp>
        <p:nvSpPr>
          <p:cNvPr id="78" name="四角形: 角を丸くする 77">
            <a:extLst>
              <a:ext uri="{FF2B5EF4-FFF2-40B4-BE49-F238E27FC236}">
                <a16:creationId xmlns:a16="http://schemas.microsoft.com/office/drawing/2014/main" id="{4FA24DAB-E539-C8E0-D89D-7F6C718DEB22}"/>
              </a:ext>
            </a:extLst>
          </p:cNvPr>
          <p:cNvSpPr/>
          <p:nvPr/>
        </p:nvSpPr>
        <p:spPr>
          <a:xfrm>
            <a:off x="6324838" y="3960929"/>
            <a:ext cx="1429675" cy="240982"/>
          </a:xfrm>
          <a:prstGeom prst="roundRect">
            <a:avLst>
              <a:gd name="adj" fmla="val 10876"/>
            </a:avLst>
          </a:prstGeom>
          <a:solidFill>
            <a:srgbClr val="7030A0">
              <a:alpha val="8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800" dirty="0"/>
              <a:t>論理</a:t>
            </a:r>
            <a:r>
              <a:rPr kumimoji="1" lang="en-US" altLang="ja-JP" sz="800" dirty="0"/>
              <a:t>Group</a:t>
            </a:r>
            <a:endParaRPr kumimoji="1" lang="ja-JP" altLang="en-US" sz="800" dirty="0"/>
          </a:p>
        </p:txBody>
      </p:sp>
      <p:sp>
        <p:nvSpPr>
          <p:cNvPr id="79" name="四角形: 角を丸くする 78">
            <a:extLst>
              <a:ext uri="{FF2B5EF4-FFF2-40B4-BE49-F238E27FC236}">
                <a16:creationId xmlns:a16="http://schemas.microsoft.com/office/drawing/2014/main" id="{D732238C-E789-5DE6-3A75-D9CD1C7BCF33}"/>
              </a:ext>
            </a:extLst>
          </p:cNvPr>
          <p:cNvSpPr/>
          <p:nvPr/>
        </p:nvSpPr>
        <p:spPr>
          <a:xfrm>
            <a:off x="6324838" y="4356093"/>
            <a:ext cx="1429675" cy="240982"/>
          </a:xfrm>
          <a:prstGeom prst="roundRect">
            <a:avLst>
              <a:gd name="adj" fmla="val 9139"/>
            </a:avLst>
          </a:prstGeom>
          <a:solidFill>
            <a:srgbClr val="7030A0">
              <a:alpha val="8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800" dirty="0"/>
              <a:t>論理</a:t>
            </a:r>
            <a:r>
              <a:rPr lang="en-US" altLang="ja-JP" sz="800" dirty="0"/>
              <a:t>Group…</a:t>
            </a:r>
            <a:endParaRPr kumimoji="1" lang="ja-JP" altLang="en-US" sz="800" dirty="0"/>
          </a:p>
        </p:txBody>
      </p:sp>
      <p:cxnSp>
        <p:nvCxnSpPr>
          <p:cNvPr id="89" name="コネクタ: カギ線 88">
            <a:extLst>
              <a:ext uri="{FF2B5EF4-FFF2-40B4-BE49-F238E27FC236}">
                <a16:creationId xmlns:a16="http://schemas.microsoft.com/office/drawing/2014/main" id="{4CF07558-695C-8533-81A1-C937CB71C526}"/>
              </a:ext>
            </a:extLst>
          </p:cNvPr>
          <p:cNvCxnSpPr>
            <a:cxnSpLocks/>
            <a:stCxn id="11" idx="2"/>
            <a:endCxn id="78" idx="1"/>
          </p:cNvCxnSpPr>
          <p:nvPr/>
        </p:nvCxnSpPr>
        <p:spPr>
          <a:xfrm rot="16200000" flipH="1">
            <a:off x="5283630" y="3040212"/>
            <a:ext cx="1919356" cy="163059"/>
          </a:xfrm>
          <a:prstGeom prst="bentConnector2">
            <a:avLst/>
          </a:prstGeom>
          <a:ln w="2540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0" name="コネクタ: カギ線 89">
            <a:extLst>
              <a:ext uri="{FF2B5EF4-FFF2-40B4-BE49-F238E27FC236}">
                <a16:creationId xmlns:a16="http://schemas.microsoft.com/office/drawing/2014/main" id="{A93256F7-9AED-ED0E-7C82-1CCA7E63DCE9}"/>
              </a:ext>
            </a:extLst>
          </p:cNvPr>
          <p:cNvCxnSpPr>
            <a:cxnSpLocks/>
            <a:stCxn id="11" idx="2"/>
            <a:endCxn id="79" idx="1"/>
          </p:cNvCxnSpPr>
          <p:nvPr/>
        </p:nvCxnSpPr>
        <p:spPr>
          <a:xfrm rot="16200000" flipH="1">
            <a:off x="5086048" y="3237794"/>
            <a:ext cx="2314520" cy="163059"/>
          </a:xfrm>
          <a:prstGeom prst="bentConnector2">
            <a:avLst/>
          </a:prstGeom>
          <a:ln w="2540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96" name="正方形/長方形 95">
            <a:extLst>
              <a:ext uri="{FF2B5EF4-FFF2-40B4-BE49-F238E27FC236}">
                <a16:creationId xmlns:a16="http://schemas.microsoft.com/office/drawing/2014/main" id="{8EF53575-9BC3-F7FA-A5AA-E9C0262A4A1B}"/>
              </a:ext>
            </a:extLst>
          </p:cNvPr>
          <p:cNvSpPr/>
          <p:nvPr/>
        </p:nvSpPr>
        <p:spPr>
          <a:xfrm>
            <a:off x="8894271" y="2569851"/>
            <a:ext cx="450505" cy="328966"/>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r>
              <a:rPr kumimoji="1" lang="en-US" altLang="ja-JP" sz="800"/>
              <a:t>Country</a:t>
            </a:r>
            <a:endParaRPr kumimoji="1" lang="ja-JP" altLang="en-US" sz="800"/>
          </a:p>
        </p:txBody>
      </p:sp>
      <p:sp>
        <p:nvSpPr>
          <p:cNvPr id="19" name="正方形/長方形 18">
            <a:extLst>
              <a:ext uri="{FF2B5EF4-FFF2-40B4-BE49-F238E27FC236}">
                <a16:creationId xmlns:a16="http://schemas.microsoft.com/office/drawing/2014/main" id="{E02B2916-E4EE-0274-C992-465872467F1D}"/>
              </a:ext>
            </a:extLst>
          </p:cNvPr>
          <p:cNvSpPr/>
          <p:nvPr/>
        </p:nvSpPr>
        <p:spPr>
          <a:xfrm rot="5400000">
            <a:off x="11425607" y="1683788"/>
            <a:ext cx="464082" cy="328966"/>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a:t>案件</a:t>
            </a:r>
          </a:p>
        </p:txBody>
      </p:sp>
      <p:cxnSp>
        <p:nvCxnSpPr>
          <p:cNvPr id="125" name="コネクタ: カギ線 124">
            <a:extLst>
              <a:ext uri="{FF2B5EF4-FFF2-40B4-BE49-F238E27FC236}">
                <a16:creationId xmlns:a16="http://schemas.microsoft.com/office/drawing/2014/main" id="{C48FAEEC-F773-F443-2D71-D0CD1C8F6A74}"/>
              </a:ext>
            </a:extLst>
          </p:cNvPr>
          <p:cNvCxnSpPr>
            <a:cxnSpLocks/>
            <a:stCxn id="19" idx="3"/>
            <a:endCxn id="52" idx="3"/>
          </p:cNvCxnSpPr>
          <p:nvPr/>
        </p:nvCxnSpPr>
        <p:spPr>
          <a:xfrm rot="5400000">
            <a:off x="10849284" y="2554078"/>
            <a:ext cx="1282130" cy="334598"/>
          </a:xfrm>
          <a:prstGeom prst="bentConnector2">
            <a:avLst/>
          </a:prstGeom>
          <a:ln w="19050">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29" name="コネクタ: カギ線 128">
            <a:extLst>
              <a:ext uri="{FF2B5EF4-FFF2-40B4-BE49-F238E27FC236}">
                <a16:creationId xmlns:a16="http://schemas.microsoft.com/office/drawing/2014/main" id="{1AA3AADB-688E-3A0B-29FA-DFF199D43C87}"/>
              </a:ext>
            </a:extLst>
          </p:cNvPr>
          <p:cNvCxnSpPr>
            <a:cxnSpLocks/>
            <a:stCxn id="46" idx="2"/>
            <a:endCxn id="49" idx="2"/>
          </p:cNvCxnSpPr>
          <p:nvPr/>
        </p:nvCxnSpPr>
        <p:spPr>
          <a:xfrm rot="16200000" flipH="1">
            <a:off x="9087002" y="1694792"/>
            <a:ext cx="79324" cy="2487374"/>
          </a:xfrm>
          <a:prstGeom prst="bentConnector3">
            <a:avLst>
              <a:gd name="adj1" fmla="val 234486"/>
            </a:avLst>
          </a:prstGeom>
          <a:ln w="19050">
            <a:solidFill>
              <a:srgbClr val="FFC000"/>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41" name="コネクタ: カギ線 140">
            <a:extLst>
              <a:ext uri="{FF2B5EF4-FFF2-40B4-BE49-F238E27FC236}">
                <a16:creationId xmlns:a16="http://schemas.microsoft.com/office/drawing/2014/main" id="{ECCA0800-2E4A-BF3D-89BC-A710A33839C6}"/>
              </a:ext>
            </a:extLst>
          </p:cNvPr>
          <p:cNvCxnSpPr>
            <a:cxnSpLocks/>
            <a:stCxn id="78" idx="3"/>
            <a:endCxn id="66" idx="3"/>
          </p:cNvCxnSpPr>
          <p:nvPr/>
        </p:nvCxnSpPr>
        <p:spPr>
          <a:xfrm flipV="1">
            <a:off x="7754513" y="2440548"/>
            <a:ext cx="3626345" cy="1640872"/>
          </a:xfrm>
          <a:prstGeom prst="bentConnector3">
            <a:avLst>
              <a:gd name="adj1" fmla="val 112888"/>
            </a:avLst>
          </a:prstGeom>
          <a:ln w="19050">
            <a:solidFill>
              <a:srgbClr val="FFC000"/>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45" name="コネクタ: カギ線 144">
            <a:extLst>
              <a:ext uri="{FF2B5EF4-FFF2-40B4-BE49-F238E27FC236}">
                <a16:creationId xmlns:a16="http://schemas.microsoft.com/office/drawing/2014/main" id="{A0658F4B-B290-09E1-7FE0-85D49468283C}"/>
              </a:ext>
            </a:extLst>
          </p:cNvPr>
          <p:cNvCxnSpPr>
            <a:cxnSpLocks/>
            <a:stCxn id="79" idx="3"/>
            <a:endCxn id="66" idx="3"/>
          </p:cNvCxnSpPr>
          <p:nvPr/>
        </p:nvCxnSpPr>
        <p:spPr>
          <a:xfrm flipV="1">
            <a:off x="7754513" y="2440548"/>
            <a:ext cx="3626345" cy="2036036"/>
          </a:xfrm>
          <a:prstGeom prst="bentConnector3">
            <a:avLst>
              <a:gd name="adj1" fmla="val 113028"/>
            </a:avLst>
          </a:prstGeom>
          <a:ln w="19050">
            <a:solidFill>
              <a:srgbClr val="FFC000"/>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986721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2B5DAB-BD6C-9B65-4D19-CB71520CCA7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23D7936-FDF8-393B-3B57-86566963A85B}"/>
              </a:ext>
            </a:extLst>
          </p:cNvPr>
          <p:cNvSpPr>
            <a:spLocks noGrp="1"/>
          </p:cNvSpPr>
          <p:nvPr>
            <p:ph type="title"/>
          </p:nvPr>
        </p:nvSpPr>
        <p:spPr>
          <a:xfrm>
            <a:off x="414336" y="255263"/>
            <a:ext cx="9327072" cy="683629"/>
          </a:xfrm>
        </p:spPr>
        <p:txBody>
          <a:bodyPr>
            <a:normAutofit/>
          </a:bodyPr>
          <a:lstStyle/>
          <a:p>
            <a:r>
              <a:rPr lang="ja-JP" altLang="en-US" dirty="0"/>
              <a:t>実現方法－ユーザ別の属性管理（</a:t>
            </a:r>
            <a:r>
              <a:rPr lang="en-US" altLang="ja-JP" dirty="0">
                <a:solidFill>
                  <a:srgbClr val="C00000"/>
                </a:solidFill>
              </a:rPr>
              <a:t>Option</a:t>
            </a:r>
            <a:r>
              <a:rPr lang="ja-JP" altLang="en-US" dirty="0"/>
              <a:t>）</a:t>
            </a:r>
            <a:endParaRPr lang="ja-JP" altLang="en-US" dirty="0">
              <a:effectLst/>
            </a:endParaRPr>
          </a:p>
        </p:txBody>
      </p:sp>
      <p:sp>
        <p:nvSpPr>
          <p:cNvPr id="15" name="テキスト ボックス 14">
            <a:extLst>
              <a:ext uri="{FF2B5EF4-FFF2-40B4-BE49-F238E27FC236}">
                <a16:creationId xmlns:a16="http://schemas.microsoft.com/office/drawing/2014/main" id="{0B7DCF0E-0F5A-21FD-04F1-C9F6A59E73A2}"/>
              </a:ext>
            </a:extLst>
          </p:cNvPr>
          <p:cNvSpPr txBox="1"/>
          <p:nvPr/>
        </p:nvSpPr>
        <p:spPr>
          <a:xfrm>
            <a:off x="414336" y="919625"/>
            <a:ext cx="11490793" cy="5516736"/>
          </a:xfrm>
          <a:prstGeom prst="rect">
            <a:avLst/>
          </a:prstGeom>
          <a:noFill/>
          <a:ln w="9525" cap="flat" cmpd="sng" algn="ctr">
            <a:noFill/>
            <a:prstDash val="solid"/>
            <a:round/>
            <a:headEnd type="oval" w="med" len="med"/>
            <a:tailEnd type="oval" w="med" len="med"/>
          </a:ln>
        </p:spPr>
        <p:txBody>
          <a:bodyPr wrap="square" lIns="36000" tIns="36000" rIns="36000" bIns="36000" rtlCol="0" anchor="t" anchorCtr="0">
            <a:noAutofit/>
          </a:bodyPr>
          <a:lstStyle/>
          <a:p>
            <a:r>
              <a:rPr lang="en-US" altLang="ja-JP" dirty="0"/>
              <a:t>i13</a:t>
            </a:r>
            <a:r>
              <a:rPr lang="ja-JP" altLang="en-US" dirty="0"/>
              <a:t>：利用者は必要な項目に応じてビューの設定ができること。</a:t>
            </a:r>
          </a:p>
          <a:p>
            <a:r>
              <a:rPr lang="ja-JP" altLang="en-US" dirty="0"/>
              <a:t>実現方法：</a:t>
            </a:r>
            <a:endParaRPr lang="en-US" altLang="ja-JP" dirty="0"/>
          </a:p>
          <a:p>
            <a:pPr marL="285750" indent="-285750">
              <a:buFont typeface="Arial" panose="020B0604020202020204" pitchFamily="34" charset="0"/>
              <a:buChar char="•"/>
            </a:pPr>
            <a:r>
              <a:rPr lang="en-US" altLang="ja-JP" dirty="0"/>
              <a:t>Grid</a:t>
            </a:r>
            <a:r>
              <a:rPr lang="ja-JP" altLang="en-US" dirty="0"/>
              <a:t>形式の列の表示／非表示</a:t>
            </a:r>
            <a:r>
              <a:rPr lang="zh-CN" altLang="en-US" dirty="0"/>
              <a:t>，</a:t>
            </a:r>
            <a:r>
              <a:rPr lang="ja-JP" altLang="en-US" dirty="0"/>
              <a:t>表示順、幅情報が設定すること</a:t>
            </a:r>
            <a:endParaRPr lang="en-US" altLang="ja-JP" dirty="0"/>
          </a:p>
          <a:p>
            <a:pPr marL="285750" indent="-285750">
              <a:buFont typeface="Arial" panose="020B0604020202020204" pitchFamily="34" charset="0"/>
              <a:buChar char="•"/>
            </a:pPr>
            <a:r>
              <a:rPr lang="en-US" altLang="ja-JP" dirty="0"/>
              <a:t>Grid</a:t>
            </a:r>
            <a:r>
              <a:rPr lang="ja-JP" altLang="en-US" dirty="0"/>
              <a:t>ロード時、表示順、表示要否、幅は</a:t>
            </a:r>
            <a:r>
              <a:rPr lang="de-DE" altLang="ja-JP" dirty="0"/>
              <a:t>Tbl_UserProperityes</a:t>
            </a:r>
            <a:r>
              <a:rPr lang="ja-JP" altLang="en-US" dirty="0"/>
              <a:t> </a:t>
            </a:r>
            <a:r>
              <a:rPr lang="en-US" altLang="ja-JP" dirty="0"/>
              <a:t>Table</a:t>
            </a:r>
            <a:r>
              <a:rPr lang="ja-JP" altLang="en-US" dirty="0"/>
              <a:t>から取得し、動的に設定すること</a:t>
            </a:r>
            <a:endParaRPr lang="en-US" altLang="ja-JP" dirty="0"/>
          </a:p>
          <a:p>
            <a:pPr marL="285750" indent="-285750">
              <a:buFont typeface="Arial" panose="020B0604020202020204" pitchFamily="34" charset="0"/>
              <a:buChar char="•"/>
            </a:pPr>
            <a:r>
              <a:rPr lang="ja-JP" altLang="en-US" dirty="0"/>
              <a:t>ユーザは画面</a:t>
            </a:r>
            <a:r>
              <a:rPr lang="en-US" altLang="ja-JP" dirty="0"/>
              <a:t>Grid</a:t>
            </a:r>
            <a:r>
              <a:rPr lang="ja-JP" altLang="en-US" dirty="0"/>
              <a:t>毎に独自設定すること</a:t>
            </a:r>
          </a:p>
        </p:txBody>
      </p:sp>
      <p:pic>
        <p:nvPicPr>
          <p:cNvPr id="3074" name="Picture 2" descr="Data Table Icons - Free SVG &amp; PNG Data Table Images - Noun Project">
            <a:extLst>
              <a:ext uri="{FF2B5EF4-FFF2-40B4-BE49-F238E27FC236}">
                <a16:creationId xmlns:a16="http://schemas.microsoft.com/office/drawing/2014/main" id="{69C2C21A-FBE3-FD84-F152-E3DD72F198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351" y="2937002"/>
            <a:ext cx="3121660" cy="312166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4" name="表 3">
            <a:extLst>
              <a:ext uri="{FF2B5EF4-FFF2-40B4-BE49-F238E27FC236}">
                <a16:creationId xmlns:a16="http://schemas.microsoft.com/office/drawing/2014/main" id="{2C2FB96B-DE0C-9C92-17C6-D0135DE54BCB}"/>
              </a:ext>
            </a:extLst>
          </p:cNvPr>
          <p:cNvGraphicFramePr>
            <a:graphicFrameLocks noGrp="1"/>
          </p:cNvGraphicFramePr>
          <p:nvPr/>
        </p:nvGraphicFramePr>
        <p:xfrm>
          <a:off x="3797761" y="2856185"/>
          <a:ext cx="8107370" cy="3474720"/>
        </p:xfrm>
        <a:graphic>
          <a:graphicData uri="http://schemas.openxmlformats.org/drawingml/2006/table">
            <a:tbl>
              <a:tblPr firstRow="1" bandRow="1">
                <a:tableStyleId>{5C22544A-7EE6-4342-B048-85BDC9FD1C3A}</a:tableStyleId>
              </a:tblPr>
              <a:tblGrid>
                <a:gridCol w="1098160">
                  <a:extLst>
                    <a:ext uri="{9D8B030D-6E8A-4147-A177-3AD203B41FA5}">
                      <a16:colId xmlns:a16="http://schemas.microsoft.com/office/drawing/2014/main" val="2397676565"/>
                    </a:ext>
                  </a:extLst>
                </a:gridCol>
                <a:gridCol w="703477">
                  <a:extLst>
                    <a:ext uri="{9D8B030D-6E8A-4147-A177-3AD203B41FA5}">
                      <a16:colId xmlns:a16="http://schemas.microsoft.com/office/drawing/2014/main" val="671841962"/>
                    </a:ext>
                  </a:extLst>
                </a:gridCol>
                <a:gridCol w="900819">
                  <a:extLst>
                    <a:ext uri="{9D8B030D-6E8A-4147-A177-3AD203B41FA5}">
                      <a16:colId xmlns:a16="http://schemas.microsoft.com/office/drawing/2014/main" val="1281376549"/>
                    </a:ext>
                  </a:extLst>
                </a:gridCol>
                <a:gridCol w="900819">
                  <a:extLst>
                    <a:ext uri="{9D8B030D-6E8A-4147-A177-3AD203B41FA5}">
                      <a16:colId xmlns:a16="http://schemas.microsoft.com/office/drawing/2014/main" val="130658311"/>
                    </a:ext>
                  </a:extLst>
                </a:gridCol>
                <a:gridCol w="900819">
                  <a:extLst>
                    <a:ext uri="{9D8B030D-6E8A-4147-A177-3AD203B41FA5}">
                      <a16:colId xmlns:a16="http://schemas.microsoft.com/office/drawing/2014/main" val="3799252065"/>
                    </a:ext>
                  </a:extLst>
                </a:gridCol>
                <a:gridCol w="900819">
                  <a:extLst>
                    <a:ext uri="{9D8B030D-6E8A-4147-A177-3AD203B41FA5}">
                      <a16:colId xmlns:a16="http://schemas.microsoft.com/office/drawing/2014/main" val="1727719180"/>
                    </a:ext>
                  </a:extLst>
                </a:gridCol>
                <a:gridCol w="900819">
                  <a:extLst>
                    <a:ext uri="{9D8B030D-6E8A-4147-A177-3AD203B41FA5}">
                      <a16:colId xmlns:a16="http://schemas.microsoft.com/office/drawing/2014/main" val="3380522917"/>
                    </a:ext>
                  </a:extLst>
                </a:gridCol>
                <a:gridCol w="900819">
                  <a:extLst>
                    <a:ext uri="{9D8B030D-6E8A-4147-A177-3AD203B41FA5}">
                      <a16:colId xmlns:a16="http://schemas.microsoft.com/office/drawing/2014/main" val="2870809028"/>
                    </a:ext>
                  </a:extLst>
                </a:gridCol>
                <a:gridCol w="900819">
                  <a:extLst>
                    <a:ext uri="{9D8B030D-6E8A-4147-A177-3AD203B41FA5}">
                      <a16:colId xmlns:a16="http://schemas.microsoft.com/office/drawing/2014/main" val="1057143928"/>
                    </a:ext>
                  </a:extLst>
                </a:gridCol>
              </a:tblGrid>
              <a:tr h="157480">
                <a:tc>
                  <a:txBody>
                    <a:bodyPr/>
                    <a:lstStyle/>
                    <a:p>
                      <a:r>
                        <a:rPr kumimoji="1" lang="en-US" altLang="ja-JP" sz="1200" dirty="0" err="1"/>
                        <a:t>userid</a:t>
                      </a:r>
                      <a:endParaRPr kumimoji="1" lang="ja-JP" altLang="en-US" sz="1200" dirty="0"/>
                    </a:p>
                  </a:txBody>
                  <a:tcPr/>
                </a:tc>
                <a:tc>
                  <a:txBody>
                    <a:bodyPr/>
                    <a:lstStyle/>
                    <a:p>
                      <a:r>
                        <a:rPr kumimoji="1" lang="en-US" altLang="ja-JP" sz="1200" dirty="0"/>
                        <a:t>screen</a:t>
                      </a:r>
                      <a:endParaRPr kumimoji="1" lang="ja-JP" altLang="en-US" sz="1200" dirty="0"/>
                    </a:p>
                  </a:txBody>
                  <a:tcPr/>
                </a:tc>
                <a:tc>
                  <a:txBody>
                    <a:bodyPr/>
                    <a:lstStyle/>
                    <a:p>
                      <a:r>
                        <a:rPr kumimoji="1" lang="en-US" altLang="ja-JP" sz="1200" dirty="0" err="1"/>
                        <a:t>Gridid</a:t>
                      </a:r>
                      <a:endParaRPr kumimoji="1" lang="ja-JP" altLang="en-US" sz="1200" dirty="0"/>
                    </a:p>
                  </a:txBody>
                  <a:tcPr/>
                </a:tc>
                <a:tc>
                  <a:txBody>
                    <a:bodyPr/>
                    <a:lstStyle/>
                    <a:p>
                      <a:r>
                        <a:rPr kumimoji="1" lang="en-US" altLang="ja-JP" sz="1200" dirty="0"/>
                        <a:t>Col num</a:t>
                      </a:r>
                      <a:endParaRPr kumimoji="1" lang="ja-JP" altLang="en-US" sz="1200" dirty="0"/>
                    </a:p>
                  </a:txBody>
                  <a:tcPr/>
                </a:tc>
                <a:tc>
                  <a:txBody>
                    <a:bodyPr/>
                    <a:lstStyle/>
                    <a:p>
                      <a:r>
                        <a:rPr kumimoji="1" lang="en-US" altLang="ja-JP" sz="1200" dirty="0"/>
                        <a:t>Col Name</a:t>
                      </a:r>
                      <a:endParaRPr kumimoji="1" lang="ja-JP" altLang="en-US" sz="1200" dirty="0"/>
                    </a:p>
                  </a:txBody>
                  <a:tcPr/>
                </a:tc>
                <a:tc>
                  <a:txBody>
                    <a:bodyPr/>
                    <a:lstStyle/>
                    <a:p>
                      <a:r>
                        <a:rPr kumimoji="1" lang="en-US" altLang="ja-JP" sz="1200" dirty="0" err="1"/>
                        <a:t>Colwidth</a:t>
                      </a:r>
                      <a:endParaRPr kumimoji="1" lang="ja-JP" altLang="en-US" sz="1200" dirty="0"/>
                    </a:p>
                  </a:txBody>
                  <a:tcPr/>
                </a:tc>
                <a:tc>
                  <a:txBody>
                    <a:bodyPr/>
                    <a:lstStyle/>
                    <a:p>
                      <a:r>
                        <a:rPr kumimoji="1" lang="en-US" altLang="ja-JP" sz="1200" err="1"/>
                        <a:t>DispNum</a:t>
                      </a:r>
                      <a:endParaRPr kumimoji="1" lang="ja-JP" altLang="en-US" sz="1200"/>
                    </a:p>
                  </a:txBody>
                  <a:tcPr/>
                </a:tc>
                <a:tc>
                  <a:txBody>
                    <a:bodyPr/>
                    <a:lstStyle/>
                    <a:p>
                      <a:r>
                        <a:rPr kumimoji="1" lang="en-US" altLang="ja-JP" sz="1200" dirty="0" err="1"/>
                        <a:t>Colvisible</a:t>
                      </a:r>
                      <a:endParaRPr kumimoji="1" lang="ja-JP" altLang="en-US" sz="1200" dirty="0"/>
                    </a:p>
                  </a:txBody>
                  <a:tcPr/>
                </a:tc>
                <a:tc>
                  <a:txBody>
                    <a:bodyPr/>
                    <a:lstStyle/>
                    <a:p>
                      <a:r>
                        <a:rPr kumimoji="1" lang="en-US" altLang="ja-JP" sz="1200"/>
                        <a:t>…</a:t>
                      </a:r>
                      <a:endParaRPr kumimoji="1" lang="ja-JP" altLang="en-US" sz="1200"/>
                    </a:p>
                  </a:txBody>
                  <a:tcPr/>
                </a:tc>
                <a:extLst>
                  <a:ext uri="{0D108BD9-81ED-4DB2-BD59-A6C34878D82A}">
                    <a16:rowId xmlns:a16="http://schemas.microsoft.com/office/drawing/2014/main" val="3090158873"/>
                  </a:ext>
                </a:extLst>
              </a:tr>
              <a:tr h="157480">
                <a:tc>
                  <a:txBody>
                    <a:bodyPr/>
                    <a:lstStyle/>
                    <a:p>
                      <a:r>
                        <a:rPr kumimoji="1" lang="en-US" altLang="ja-JP" sz="1200" dirty="0" err="1"/>
                        <a:t>xxx@mchcgr</a:t>
                      </a:r>
                      <a:endParaRPr kumimoji="1" lang="ja-JP" altLang="en-US" sz="1200" dirty="0"/>
                    </a:p>
                  </a:txBody>
                  <a:tcPr/>
                </a:tc>
                <a:tc>
                  <a:txBody>
                    <a:bodyPr/>
                    <a:lstStyle/>
                    <a:p>
                      <a:r>
                        <a:rPr kumimoji="1" lang="en-US" altLang="ja-JP" sz="1200" dirty="0"/>
                        <a:t>XXX1</a:t>
                      </a:r>
                      <a:endParaRPr kumimoji="1" lang="ja-JP" altLang="en-US" sz="1200" dirty="0"/>
                    </a:p>
                  </a:txBody>
                  <a:tcPr/>
                </a:tc>
                <a:tc>
                  <a:txBody>
                    <a:bodyPr/>
                    <a:lstStyle/>
                    <a:p>
                      <a:r>
                        <a:rPr kumimoji="1" lang="en-US" altLang="ja-JP" sz="1200" dirty="0"/>
                        <a:t>1</a:t>
                      </a:r>
                      <a:endParaRPr kumimoji="1" lang="ja-JP" altLang="en-US" sz="1200" dirty="0"/>
                    </a:p>
                  </a:txBody>
                  <a:tcPr/>
                </a:tc>
                <a:tc>
                  <a:txBody>
                    <a:bodyPr/>
                    <a:lstStyle/>
                    <a:p>
                      <a:r>
                        <a:rPr kumimoji="1" lang="en-US" altLang="ja-JP" sz="1200" dirty="0"/>
                        <a:t>1</a:t>
                      </a:r>
                      <a:endParaRPr kumimoji="1" lang="ja-JP" altLang="en-US" sz="1200" dirty="0"/>
                    </a:p>
                  </a:txBody>
                  <a:tcPr/>
                </a:tc>
                <a:tc>
                  <a:txBody>
                    <a:bodyPr/>
                    <a:lstStyle/>
                    <a:p>
                      <a:r>
                        <a:rPr kumimoji="1" lang="en-US" altLang="ja-JP" sz="1200" dirty="0"/>
                        <a:t>ID</a:t>
                      </a:r>
                      <a:endParaRPr kumimoji="1" lang="ja-JP" altLang="en-US" sz="1200" dirty="0"/>
                    </a:p>
                  </a:txBody>
                  <a:tcPr/>
                </a:tc>
                <a:tc>
                  <a:txBody>
                    <a:bodyPr/>
                    <a:lstStyle/>
                    <a:p>
                      <a:r>
                        <a:rPr kumimoji="1" lang="en-US" altLang="ja-JP" sz="1200" dirty="0"/>
                        <a:t>150</a:t>
                      </a:r>
                      <a:endParaRPr kumimoji="1" lang="ja-JP" altLang="en-US" sz="1200" dirty="0"/>
                    </a:p>
                  </a:txBody>
                  <a:tcPr/>
                </a:tc>
                <a:tc>
                  <a:txBody>
                    <a:bodyPr/>
                    <a:lstStyle/>
                    <a:p>
                      <a:r>
                        <a:rPr kumimoji="1" lang="en-US" altLang="ja-JP" sz="1200" dirty="0"/>
                        <a:t>1</a:t>
                      </a:r>
                      <a:endParaRPr kumimoji="1" lang="ja-JP" altLang="en-US" sz="1200" dirty="0"/>
                    </a:p>
                  </a:txBody>
                  <a:tcPr/>
                </a:tc>
                <a:tc>
                  <a:txBody>
                    <a:bodyPr/>
                    <a:lstStyle/>
                    <a:p>
                      <a:r>
                        <a:rPr kumimoji="1" lang="en-US" altLang="ja-JP" sz="1200" dirty="0"/>
                        <a:t>True</a:t>
                      </a:r>
                      <a:endParaRPr kumimoji="1" lang="ja-JP" altLang="en-US"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a:t>…</a:t>
                      </a:r>
                      <a:endParaRPr kumimoji="1" lang="ja-JP" altLang="en-US" sz="1200"/>
                    </a:p>
                  </a:txBody>
                  <a:tcPr/>
                </a:tc>
                <a:extLst>
                  <a:ext uri="{0D108BD9-81ED-4DB2-BD59-A6C34878D82A}">
                    <a16:rowId xmlns:a16="http://schemas.microsoft.com/office/drawing/2014/main" val="3980125211"/>
                  </a:ext>
                </a:extLst>
              </a:tr>
              <a:tr h="157480">
                <a:tc>
                  <a:txBody>
                    <a:bodyPr/>
                    <a:lstStyle/>
                    <a:p>
                      <a:r>
                        <a:rPr kumimoji="1" lang="en-US" altLang="ja-JP" sz="1200" dirty="0" err="1"/>
                        <a:t>xxx@mchcgr</a:t>
                      </a:r>
                      <a:endParaRPr kumimoji="1" lang="ja-JP" altLang="en-US" sz="1200" dirty="0"/>
                    </a:p>
                  </a:txBody>
                  <a:tcPr/>
                </a:tc>
                <a:tc>
                  <a:txBody>
                    <a:bodyPr/>
                    <a:lstStyle/>
                    <a:p>
                      <a:r>
                        <a:rPr kumimoji="1" lang="en-US" altLang="ja-JP" sz="1200"/>
                        <a:t>XXX1</a:t>
                      </a:r>
                      <a:endParaRPr kumimoji="1" lang="ja-JP" altLang="en-US" sz="1200"/>
                    </a:p>
                  </a:txBody>
                  <a:tcPr/>
                </a:tc>
                <a:tc>
                  <a:txBody>
                    <a:bodyPr/>
                    <a:lstStyle/>
                    <a:p>
                      <a:r>
                        <a:rPr kumimoji="1" lang="en-US" altLang="ja-JP" sz="1200" dirty="0"/>
                        <a:t>1</a:t>
                      </a:r>
                      <a:endParaRPr kumimoji="1" lang="ja-JP" altLang="en-US" sz="1200" dirty="0"/>
                    </a:p>
                  </a:txBody>
                  <a:tcPr/>
                </a:tc>
                <a:tc>
                  <a:txBody>
                    <a:bodyPr/>
                    <a:lstStyle/>
                    <a:p>
                      <a:r>
                        <a:rPr kumimoji="1" lang="en-US" altLang="ja-JP" sz="1200" dirty="0"/>
                        <a:t>2</a:t>
                      </a:r>
                      <a:endParaRPr kumimoji="1" lang="ja-JP" altLang="en-US" sz="1200" dirty="0"/>
                    </a:p>
                  </a:txBody>
                  <a:tcPr/>
                </a:tc>
                <a:tc>
                  <a:txBody>
                    <a:bodyPr/>
                    <a:lstStyle/>
                    <a:p>
                      <a:r>
                        <a:rPr kumimoji="1" lang="en-US" altLang="ja-JP" sz="1200"/>
                        <a:t>name</a:t>
                      </a:r>
                      <a:endParaRPr kumimoji="1" lang="ja-JP" altLang="en-US" sz="1200"/>
                    </a:p>
                  </a:txBody>
                  <a:tcPr/>
                </a:tc>
                <a:tc>
                  <a:txBody>
                    <a:bodyPr/>
                    <a:lstStyle/>
                    <a:p>
                      <a:r>
                        <a:rPr kumimoji="1" lang="en-US" altLang="ja-JP" sz="1200" dirty="0"/>
                        <a:t>300</a:t>
                      </a:r>
                      <a:endParaRPr kumimoji="1" lang="ja-JP" altLang="en-US" sz="1200" dirty="0"/>
                    </a:p>
                  </a:txBody>
                  <a:tcPr/>
                </a:tc>
                <a:tc>
                  <a:txBody>
                    <a:bodyPr/>
                    <a:lstStyle/>
                    <a:p>
                      <a:r>
                        <a:rPr kumimoji="1" lang="en-US" altLang="ja-JP" sz="1200" dirty="0"/>
                        <a:t>3</a:t>
                      </a:r>
                      <a:endParaRPr kumimoji="1" lang="ja-JP" altLang="en-US" sz="1200" dirty="0"/>
                    </a:p>
                  </a:txBody>
                  <a:tcPr/>
                </a:tc>
                <a:tc>
                  <a:txBody>
                    <a:bodyPr/>
                    <a:lstStyle/>
                    <a:p>
                      <a:r>
                        <a:rPr kumimoji="1" lang="en-US" altLang="ja-JP" sz="1200" dirty="0"/>
                        <a:t>True</a:t>
                      </a:r>
                      <a:endParaRPr kumimoji="1" lang="ja-JP" altLang="en-US"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a:t>…</a:t>
                      </a:r>
                      <a:endParaRPr kumimoji="1" lang="ja-JP" altLang="en-US" sz="1200"/>
                    </a:p>
                  </a:txBody>
                  <a:tcPr/>
                </a:tc>
                <a:extLst>
                  <a:ext uri="{0D108BD9-81ED-4DB2-BD59-A6C34878D82A}">
                    <a16:rowId xmlns:a16="http://schemas.microsoft.com/office/drawing/2014/main" val="2054722717"/>
                  </a:ext>
                </a:extLst>
              </a:tr>
              <a:tr h="157480">
                <a:tc>
                  <a:txBody>
                    <a:bodyPr/>
                    <a:lstStyle/>
                    <a:p>
                      <a:r>
                        <a:rPr kumimoji="1" lang="en-US" altLang="ja-JP" sz="1200" err="1"/>
                        <a:t>xxx@mchcgr</a:t>
                      </a:r>
                      <a:endParaRPr kumimoji="1" lang="ja-JP" altLang="en-US" sz="1200"/>
                    </a:p>
                  </a:txBody>
                  <a:tcPr/>
                </a:tc>
                <a:tc>
                  <a:txBody>
                    <a:bodyPr/>
                    <a:lstStyle/>
                    <a:p>
                      <a:r>
                        <a:rPr kumimoji="1" lang="en-US" altLang="ja-JP" sz="1200"/>
                        <a:t>XXX1</a:t>
                      </a:r>
                      <a:endParaRPr kumimoji="1" lang="ja-JP" altLang="en-US" sz="1200"/>
                    </a:p>
                  </a:txBody>
                  <a:tcPr/>
                </a:tc>
                <a:tc>
                  <a:txBody>
                    <a:bodyPr/>
                    <a:lstStyle/>
                    <a:p>
                      <a:r>
                        <a:rPr kumimoji="1" lang="en-US" altLang="ja-JP" sz="1200" dirty="0"/>
                        <a:t>1</a:t>
                      </a:r>
                      <a:endParaRPr kumimoji="1" lang="ja-JP" altLang="en-US" sz="1200" dirty="0"/>
                    </a:p>
                  </a:txBody>
                  <a:tcPr/>
                </a:tc>
                <a:tc>
                  <a:txBody>
                    <a:bodyPr/>
                    <a:lstStyle/>
                    <a:p>
                      <a:r>
                        <a:rPr kumimoji="1" lang="en-US" altLang="ja-JP" sz="1200" dirty="0"/>
                        <a:t>3</a:t>
                      </a:r>
                      <a:endParaRPr kumimoji="1" lang="ja-JP" altLang="en-US" sz="1200" dirty="0"/>
                    </a:p>
                  </a:txBody>
                  <a:tcPr/>
                </a:tc>
                <a:tc>
                  <a:txBody>
                    <a:bodyPr/>
                    <a:lstStyle/>
                    <a:p>
                      <a:r>
                        <a:rPr kumimoji="1" lang="en-US" altLang="ja-JP" sz="1200" dirty="0"/>
                        <a:t>email</a:t>
                      </a:r>
                      <a:endParaRPr kumimoji="1" lang="ja-JP" altLang="en-US" sz="1200" dirty="0"/>
                    </a:p>
                  </a:txBody>
                  <a:tcPr/>
                </a:tc>
                <a:tc>
                  <a:txBody>
                    <a:bodyPr/>
                    <a:lstStyle/>
                    <a:p>
                      <a:r>
                        <a:rPr kumimoji="1" lang="en-US" altLang="ja-JP" sz="1200" dirty="0"/>
                        <a:t>300</a:t>
                      </a:r>
                      <a:endParaRPr kumimoji="1" lang="ja-JP" altLang="en-US" sz="1200" dirty="0"/>
                    </a:p>
                  </a:txBody>
                  <a:tcPr/>
                </a:tc>
                <a:tc>
                  <a:txBody>
                    <a:bodyPr/>
                    <a:lstStyle/>
                    <a:p>
                      <a:r>
                        <a:rPr kumimoji="1" lang="en-US" altLang="ja-JP" sz="1200" dirty="0"/>
                        <a:t>2</a:t>
                      </a:r>
                      <a:endParaRPr kumimoji="1" lang="ja-JP" altLang="en-US" sz="1200" dirty="0"/>
                    </a:p>
                  </a:txBody>
                  <a:tcPr/>
                </a:tc>
                <a:tc>
                  <a:txBody>
                    <a:bodyPr/>
                    <a:lstStyle/>
                    <a:p>
                      <a:r>
                        <a:rPr kumimoji="1" lang="en-US" altLang="ja-JP" sz="1200" dirty="0"/>
                        <a:t>True</a:t>
                      </a:r>
                      <a:endParaRPr kumimoji="1" lang="ja-JP" altLang="en-US"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dirty="0"/>
                        <a:t>…</a:t>
                      </a:r>
                      <a:endParaRPr kumimoji="1" lang="ja-JP" altLang="en-US" sz="1200" dirty="0"/>
                    </a:p>
                  </a:txBody>
                  <a:tcPr/>
                </a:tc>
                <a:extLst>
                  <a:ext uri="{0D108BD9-81ED-4DB2-BD59-A6C34878D82A}">
                    <a16:rowId xmlns:a16="http://schemas.microsoft.com/office/drawing/2014/main" val="4132914302"/>
                  </a:ext>
                </a:extLst>
              </a:tr>
              <a:tr h="157480">
                <a:tc>
                  <a:txBody>
                    <a:bodyPr/>
                    <a:lstStyle/>
                    <a:p>
                      <a:r>
                        <a:rPr kumimoji="1" lang="en-US" altLang="ja-JP" sz="1200"/>
                        <a:t>….</a:t>
                      </a:r>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dirty="0"/>
                    </a:p>
                  </a:txBody>
                  <a:tcPr/>
                </a:tc>
                <a:tc>
                  <a:txBody>
                    <a:bodyPr/>
                    <a:lstStyle/>
                    <a:p>
                      <a:endParaRPr kumimoji="1" lang="ja-JP" altLang="en-US" sz="1200" dirty="0"/>
                    </a:p>
                  </a:txBody>
                  <a:tcPr/>
                </a:tc>
                <a:tc>
                  <a:txBody>
                    <a:bodyPr/>
                    <a:lstStyle/>
                    <a:p>
                      <a:endParaRPr kumimoji="1" lang="ja-JP" altLang="en-US" sz="1200" dirty="0"/>
                    </a:p>
                  </a:txBody>
                  <a:tcPr/>
                </a:tc>
                <a:tc>
                  <a:txBody>
                    <a:bodyPr/>
                    <a:lstStyle/>
                    <a:p>
                      <a:endParaRPr kumimoji="1" lang="ja-JP" altLang="en-US" sz="1200" dirty="0"/>
                    </a:p>
                  </a:txBody>
                  <a:tcPr/>
                </a:tc>
                <a:extLst>
                  <a:ext uri="{0D108BD9-81ED-4DB2-BD59-A6C34878D82A}">
                    <a16:rowId xmlns:a16="http://schemas.microsoft.com/office/drawing/2014/main" val="463137258"/>
                  </a:ext>
                </a:extLst>
              </a:tr>
              <a:tr h="157480">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dirty="0"/>
                    </a:p>
                  </a:txBody>
                  <a:tcPr/>
                </a:tc>
                <a:extLst>
                  <a:ext uri="{0D108BD9-81ED-4DB2-BD59-A6C34878D82A}">
                    <a16:rowId xmlns:a16="http://schemas.microsoft.com/office/drawing/2014/main" val="2950397744"/>
                  </a:ext>
                </a:extLst>
              </a:tr>
              <a:tr h="157480">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dirty="0"/>
                    </a:p>
                  </a:txBody>
                  <a:tcPr/>
                </a:tc>
                <a:extLst>
                  <a:ext uri="{0D108BD9-81ED-4DB2-BD59-A6C34878D82A}">
                    <a16:rowId xmlns:a16="http://schemas.microsoft.com/office/drawing/2014/main" val="3459055392"/>
                  </a:ext>
                </a:extLst>
              </a:tr>
              <a:tr h="157480">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dirty="0"/>
                    </a:p>
                  </a:txBody>
                  <a:tcPr/>
                </a:tc>
                <a:extLst>
                  <a:ext uri="{0D108BD9-81ED-4DB2-BD59-A6C34878D82A}">
                    <a16:rowId xmlns:a16="http://schemas.microsoft.com/office/drawing/2014/main" val="2022971352"/>
                  </a:ext>
                </a:extLst>
              </a:tr>
              <a:tr h="157480">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dirty="0"/>
                    </a:p>
                  </a:txBody>
                  <a:tcPr/>
                </a:tc>
                <a:extLst>
                  <a:ext uri="{0D108BD9-81ED-4DB2-BD59-A6C34878D82A}">
                    <a16:rowId xmlns:a16="http://schemas.microsoft.com/office/drawing/2014/main" val="4249636636"/>
                  </a:ext>
                </a:extLst>
              </a:tr>
              <a:tr h="157480">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dirty="0"/>
                    </a:p>
                  </a:txBody>
                  <a:tcPr/>
                </a:tc>
                <a:extLst>
                  <a:ext uri="{0D108BD9-81ED-4DB2-BD59-A6C34878D82A}">
                    <a16:rowId xmlns:a16="http://schemas.microsoft.com/office/drawing/2014/main" val="1181908287"/>
                  </a:ext>
                </a:extLst>
              </a:tr>
              <a:tr h="157480">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dirty="0"/>
                    </a:p>
                  </a:txBody>
                  <a:tcPr/>
                </a:tc>
                <a:extLst>
                  <a:ext uri="{0D108BD9-81ED-4DB2-BD59-A6C34878D82A}">
                    <a16:rowId xmlns:a16="http://schemas.microsoft.com/office/drawing/2014/main" val="2924555285"/>
                  </a:ext>
                </a:extLst>
              </a:tr>
              <a:tr h="157480">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a:p>
                  </a:txBody>
                  <a:tcPr/>
                </a:tc>
                <a:tc>
                  <a:txBody>
                    <a:bodyPr/>
                    <a:lstStyle/>
                    <a:p>
                      <a:endParaRPr kumimoji="1" lang="ja-JP" altLang="en-US" sz="1200" dirty="0"/>
                    </a:p>
                  </a:txBody>
                  <a:tcPr/>
                </a:tc>
                <a:extLst>
                  <a:ext uri="{0D108BD9-81ED-4DB2-BD59-A6C34878D82A}">
                    <a16:rowId xmlns:a16="http://schemas.microsoft.com/office/drawing/2014/main" val="2225539358"/>
                  </a:ext>
                </a:extLst>
              </a:tr>
            </a:tbl>
          </a:graphicData>
        </a:graphic>
      </p:graphicFrame>
      <p:sp>
        <p:nvSpPr>
          <p:cNvPr id="5" name="テキスト ボックス 4">
            <a:extLst>
              <a:ext uri="{FF2B5EF4-FFF2-40B4-BE49-F238E27FC236}">
                <a16:creationId xmlns:a16="http://schemas.microsoft.com/office/drawing/2014/main" id="{01FA78C4-913A-14F0-0FF4-E29DBB57B11E}"/>
              </a:ext>
            </a:extLst>
          </p:cNvPr>
          <p:cNvSpPr txBox="1"/>
          <p:nvPr/>
        </p:nvSpPr>
        <p:spPr>
          <a:xfrm>
            <a:off x="3797761" y="2574913"/>
            <a:ext cx="2778760" cy="276999"/>
          </a:xfrm>
          <a:prstGeom prst="rect">
            <a:avLst/>
          </a:prstGeom>
          <a:noFill/>
        </p:spPr>
        <p:txBody>
          <a:bodyPr wrap="square" rtlCol="0">
            <a:spAutoFit/>
          </a:bodyPr>
          <a:lstStyle/>
          <a:p>
            <a:r>
              <a:rPr kumimoji="1" lang="en-US" altLang="ja-JP" sz="1200" b="1" dirty="0" err="1"/>
              <a:t>Tbl_UserProperityes</a:t>
            </a:r>
            <a:endParaRPr kumimoji="1" lang="ja-JP" altLang="en-US" sz="1200" b="1" dirty="0"/>
          </a:p>
        </p:txBody>
      </p:sp>
      <p:sp>
        <p:nvSpPr>
          <p:cNvPr id="6" name="矢印: 左右 5">
            <a:extLst>
              <a:ext uri="{FF2B5EF4-FFF2-40B4-BE49-F238E27FC236}">
                <a16:creationId xmlns:a16="http://schemas.microsoft.com/office/drawing/2014/main" id="{EE14C9E7-D89D-ADF6-E1C2-F048F65B1A4D}"/>
              </a:ext>
            </a:extLst>
          </p:cNvPr>
          <p:cNvSpPr/>
          <p:nvPr/>
        </p:nvSpPr>
        <p:spPr>
          <a:xfrm>
            <a:off x="2908761" y="4269231"/>
            <a:ext cx="929640" cy="457201"/>
          </a:xfrm>
          <a:prstGeom prst="leftRightArrow">
            <a:avLst>
              <a:gd name="adj1" fmla="val 50000"/>
              <a:gd name="adj2" fmla="val 3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90679503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50F81B-2386-E515-AA37-57A3E896332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3910901-1E9D-3C39-6AFD-1B92C98A5D7E}"/>
              </a:ext>
            </a:extLst>
          </p:cNvPr>
          <p:cNvSpPr>
            <a:spLocks noGrp="1"/>
          </p:cNvSpPr>
          <p:nvPr>
            <p:ph type="title"/>
          </p:nvPr>
        </p:nvSpPr>
        <p:spPr>
          <a:xfrm>
            <a:off x="414336" y="255263"/>
            <a:ext cx="9327072" cy="683629"/>
          </a:xfrm>
        </p:spPr>
        <p:txBody>
          <a:bodyPr>
            <a:normAutofit/>
          </a:bodyPr>
          <a:lstStyle/>
          <a:p>
            <a:r>
              <a:rPr lang="ja-JP" altLang="en-US"/>
              <a:t>データ移行</a:t>
            </a:r>
            <a:endParaRPr lang="ja-JP" altLang="en-US">
              <a:effectLst/>
            </a:endParaRPr>
          </a:p>
        </p:txBody>
      </p:sp>
      <p:pic>
        <p:nvPicPr>
          <p:cNvPr id="1026" name="Picture 2">
            <a:extLst>
              <a:ext uri="{FF2B5EF4-FFF2-40B4-BE49-F238E27FC236}">
                <a16:creationId xmlns:a16="http://schemas.microsoft.com/office/drawing/2014/main" id="{A1560A5C-0967-9742-7296-51AD1854C8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05560" y="3738880"/>
            <a:ext cx="2153920" cy="215392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Xml file - Free files and folders icons">
            <a:extLst>
              <a:ext uri="{FF2B5EF4-FFF2-40B4-BE49-F238E27FC236}">
                <a16:creationId xmlns:a16="http://schemas.microsoft.com/office/drawing/2014/main" id="{4114E687-9495-B0EC-F9E9-3F1674DDB81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47392" y="3782060"/>
            <a:ext cx="2067560" cy="2067560"/>
          </a:xfrm>
          <a:prstGeom prst="rect">
            <a:avLst/>
          </a:prstGeom>
          <a:noFill/>
          <a:extLst>
            <a:ext uri="{909E8E84-426E-40DD-AFC4-6F175D3DCCD1}">
              <a14:hiddenFill xmlns:a14="http://schemas.microsoft.com/office/drawing/2010/main">
                <a:solidFill>
                  <a:srgbClr val="FFFFFF"/>
                </a:solidFill>
              </a14:hiddenFill>
            </a:ext>
          </a:extLst>
        </p:spPr>
      </p:pic>
      <p:pic>
        <p:nvPicPr>
          <p:cNvPr id="7" name="図 6" descr="テーブル, カップ が含まれている画像&#10;&#10;AI によって生成されたコンテンツは間違っている可能性があります。">
            <a:extLst>
              <a:ext uri="{FF2B5EF4-FFF2-40B4-BE49-F238E27FC236}">
                <a16:creationId xmlns:a16="http://schemas.microsoft.com/office/drawing/2014/main" id="{578428C1-2427-382C-7EB5-1A479E5041E3}"/>
              </a:ext>
            </a:extLst>
          </p:cNvPr>
          <p:cNvPicPr>
            <a:picLocks noChangeAspect="1"/>
          </p:cNvPicPr>
          <p:nvPr/>
        </p:nvPicPr>
        <p:blipFill>
          <a:blip r:embed="rId5"/>
          <a:stretch>
            <a:fillRect/>
          </a:stretch>
        </p:blipFill>
        <p:spPr>
          <a:xfrm>
            <a:off x="8890002" y="4126051"/>
            <a:ext cx="1711120" cy="1379578"/>
          </a:xfrm>
          <a:prstGeom prst="rect">
            <a:avLst/>
          </a:prstGeom>
        </p:spPr>
      </p:pic>
      <p:sp>
        <p:nvSpPr>
          <p:cNvPr id="8" name="矢印: 右 7">
            <a:extLst>
              <a:ext uri="{FF2B5EF4-FFF2-40B4-BE49-F238E27FC236}">
                <a16:creationId xmlns:a16="http://schemas.microsoft.com/office/drawing/2014/main" id="{F5D5DEDB-13FA-0473-00A7-5A213AA6DA90}"/>
              </a:ext>
            </a:extLst>
          </p:cNvPr>
          <p:cNvSpPr/>
          <p:nvPr/>
        </p:nvSpPr>
        <p:spPr>
          <a:xfrm>
            <a:off x="3698240" y="4513580"/>
            <a:ext cx="1349152" cy="60452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矢印: 右 8">
            <a:extLst>
              <a:ext uri="{FF2B5EF4-FFF2-40B4-BE49-F238E27FC236}">
                <a16:creationId xmlns:a16="http://schemas.microsoft.com/office/drawing/2014/main" id="{F2D4E30B-4606-043C-7B79-40967F68B3B1}"/>
              </a:ext>
            </a:extLst>
          </p:cNvPr>
          <p:cNvSpPr/>
          <p:nvPr/>
        </p:nvSpPr>
        <p:spPr>
          <a:xfrm>
            <a:off x="7249160" y="4513580"/>
            <a:ext cx="1349152" cy="60452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7CFC232C-62C8-2DC6-3A31-9BFE4CB9075A}"/>
              </a:ext>
            </a:extLst>
          </p:cNvPr>
          <p:cNvSpPr txBox="1"/>
          <p:nvPr/>
        </p:nvSpPr>
        <p:spPr>
          <a:xfrm>
            <a:off x="1661160" y="5770880"/>
            <a:ext cx="1442720" cy="369332"/>
          </a:xfrm>
          <a:prstGeom prst="rect">
            <a:avLst/>
          </a:prstGeom>
          <a:noFill/>
        </p:spPr>
        <p:txBody>
          <a:bodyPr wrap="square" rtlCol="0">
            <a:spAutoFit/>
          </a:bodyPr>
          <a:lstStyle/>
          <a:p>
            <a:r>
              <a:rPr kumimoji="1" lang="en-US" altLang="ja-JP"/>
              <a:t>Notes DB</a:t>
            </a:r>
            <a:endParaRPr kumimoji="1" lang="ja-JP" altLang="en-US"/>
          </a:p>
        </p:txBody>
      </p:sp>
      <p:sp>
        <p:nvSpPr>
          <p:cNvPr id="11" name="テキスト ボックス 10">
            <a:extLst>
              <a:ext uri="{FF2B5EF4-FFF2-40B4-BE49-F238E27FC236}">
                <a16:creationId xmlns:a16="http://schemas.microsoft.com/office/drawing/2014/main" id="{99697F46-3762-A8D2-9F1C-F189FED10160}"/>
              </a:ext>
            </a:extLst>
          </p:cNvPr>
          <p:cNvSpPr txBox="1"/>
          <p:nvPr/>
        </p:nvSpPr>
        <p:spPr>
          <a:xfrm>
            <a:off x="3418841" y="5073829"/>
            <a:ext cx="1856328" cy="369332"/>
          </a:xfrm>
          <a:prstGeom prst="rect">
            <a:avLst/>
          </a:prstGeom>
          <a:noFill/>
        </p:spPr>
        <p:txBody>
          <a:bodyPr wrap="square" rtlCol="0">
            <a:spAutoFit/>
          </a:bodyPr>
          <a:lstStyle/>
          <a:p>
            <a:pPr algn="ctr"/>
            <a:r>
              <a:rPr lang="ja-JP" altLang="en-US" dirty="0"/>
              <a:t>エクスポート</a:t>
            </a:r>
            <a:endParaRPr kumimoji="1" lang="ja-JP" altLang="en-US" dirty="0"/>
          </a:p>
        </p:txBody>
      </p:sp>
      <p:sp>
        <p:nvSpPr>
          <p:cNvPr id="12" name="テキスト ボックス 11">
            <a:extLst>
              <a:ext uri="{FF2B5EF4-FFF2-40B4-BE49-F238E27FC236}">
                <a16:creationId xmlns:a16="http://schemas.microsoft.com/office/drawing/2014/main" id="{E5BF868F-AF23-190D-3750-915BFB328F15}"/>
              </a:ext>
            </a:extLst>
          </p:cNvPr>
          <p:cNvSpPr txBox="1"/>
          <p:nvPr/>
        </p:nvSpPr>
        <p:spPr>
          <a:xfrm>
            <a:off x="6995572" y="5070535"/>
            <a:ext cx="1856328" cy="923330"/>
          </a:xfrm>
          <a:prstGeom prst="rect">
            <a:avLst/>
          </a:prstGeom>
          <a:noFill/>
        </p:spPr>
        <p:txBody>
          <a:bodyPr wrap="square" rtlCol="0">
            <a:spAutoFit/>
          </a:bodyPr>
          <a:lstStyle/>
          <a:p>
            <a:pPr algn="ctr"/>
            <a:r>
              <a:rPr kumimoji="1" lang="en-US" altLang="ja-JP" dirty="0"/>
              <a:t>Java/Python/PowerShell</a:t>
            </a:r>
          </a:p>
          <a:p>
            <a:pPr algn="ctr"/>
            <a:r>
              <a:rPr kumimoji="1" lang="ja-JP" altLang="en-US" dirty="0"/>
              <a:t>ツール</a:t>
            </a:r>
          </a:p>
        </p:txBody>
      </p:sp>
      <p:graphicFrame>
        <p:nvGraphicFramePr>
          <p:cNvPr id="13" name="表 12">
            <a:extLst>
              <a:ext uri="{FF2B5EF4-FFF2-40B4-BE49-F238E27FC236}">
                <a16:creationId xmlns:a16="http://schemas.microsoft.com/office/drawing/2014/main" id="{E5AF1A0C-13EC-E34F-7EEE-5BE9A21849E9}"/>
              </a:ext>
            </a:extLst>
          </p:cNvPr>
          <p:cNvGraphicFramePr>
            <a:graphicFrameLocks noGrp="1"/>
          </p:cNvGraphicFramePr>
          <p:nvPr/>
        </p:nvGraphicFramePr>
        <p:xfrm>
          <a:off x="535939" y="1078051"/>
          <a:ext cx="11120121" cy="2072640"/>
        </p:xfrm>
        <a:graphic>
          <a:graphicData uri="http://schemas.openxmlformats.org/drawingml/2006/table">
            <a:tbl>
              <a:tblPr firstRow="1" bandRow="1">
                <a:tableStyleId>{7DF18680-E054-41AD-8BC1-D1AEF772440D}</a:tableStyleId>
              </a:tblPr>
              <a:tblGrid>
                <a:gridCol w="3706707">
                  <a:extLst>
                    <a:ext uri="{9D8B030D-6E8A-4147-A177-3AD203B41FA5}">
                      <a16:colId xmlns:a16="http://schemas.microsoft.com/office/drawing/2014/main" val="2649257964"/>
                    </a:ext>
                  </a:extLst>
                </a:gridCol>
                <a:gridCol w="817034">
                  <a:extLst>
                    <a:ext uri="{9D8B030D-6E8A-4147-A177-3AD203B41FA5}">
                      <a16:colId xmlns:a16="http://schemas.microsoft.com/office/drawing/2014/main" val="3843299209"/>
                    </a:ext>
                  </a:extLst>
                </a:gridCol>
                <a:gridCol w="6596380">
                  <a:extLst>
                    <a:ext uri="{9D8B030D-6E8A-4147-A177-3AD203B41FA5}">
                      <a16:colId xmlns:a16="http://schemas.microsoft.com/office/drawing/2014/main" val="3345850908"/>
                    </a:ext>
                  </a:extLst>
                </a:gridCol>
              </a:tblGrid>
              <a:tr h="204526">
                <a:tc>
                  <a:txBody>
                    <a:bodyPr/>
                    <a:lstStyle/>
                    <a:p>
                      <a:r>
                        <a:rPr kumimoji="1" lang="ja-JP" altLang="en-US" sz="1600"/>
                        <a:t>カテゴリ</a:t>
                      </a:r>
                    </a:p>
                  </a:txBody>
                  <a:tcPr/>
                </a:tc>
                <a:tc>
                  <a:txBody>
                    <a:bodyPr/>
                    <a:lstStyle/>
                    <a:p>
                      <a:r>
                        <a:rPr kumimoji="1" lang="en-US" altLang="ja-JP" sz="1600" dirty="0"/>
                        <a:t>DB</a:t>
                      </a:r>
                      <a:r>
                        <a:rPr kumimoji="1" lang="ja-JP" altLang="en-US" sz="1600" dirty="0"/>
                        <a:t>数</a:t>
                      </a:r>
                    </a:p>
                  </a:txBody>
                  <a:tcPr/>
                </a:tc>
                <a:tc>
                  <a:txBody>
                    <a:bodyPr/>
                    <a:lstStyle/>
                    <a:p>
                      <a:endParaRPr kumimoji="1" lang="ja-JP" altLang="en-US" sz="1600"/>
                    </a:p>
                  </a:txBody>
                  <a:tcPr/>
                </a:tc>
                <a:extLst>
                  <a:ext uri="{0D108BD9-81ED-4DB2-BD59-A6C34878D82A}">
                    <a16:rowId xmlns:a16="http://schemas.microsoft.com/office/drawing/2014/main" val="2208701059"/>
                  </a:ext>
                </a:extLst>
              </a:tr>
              <a:tr h="357921">
                <a:tc>
                  <a:txBody>
                    <a:bodyPr/>
                    <a:lstStyle/>
                    <a:p>
                      <a:r>
                        <a:rPr lang="ja-JP" altLang="en-US" sz="1600" kern="1200" dirty="0">
                          <a:solidFill>
                            <a:schemeClr val="dk1"/>
                          </a:solidFill>
                          <a:latin typeface="+mn-lt"/>
                          <a:ea typeface="+mn-ea"/>
                          <a:cs typeface="+mn-cs"/>
                        </a:rPr>
                        <a:t>製品仕様書管理（黄）</a:t>
                      </a:r>
                    </a:p>
                  </a:txBody>
                  <a:tcPr/>
                </a:tc>
                <a:tc>
                  <a:txBody>
                    <a:bodyPr/>
                    <a:lstStyle/>
                    <a:p>
                      <a:r>
                        <a:rPr lang="en-US" altLang="ja-JP" sz="1600" kern="1200" dirty="0">
                          <a:solidFill>
                            <a:schemeClr val="dk1"/>
                          </a:solidFill>
                          <a:latin typeface="+mn-lt"/>
                          <a:ea typeface="+mn-ea"/>
                          <a:cs typeface="+mn-cs"/>
                        </a:rPr>
                        <a:t>33</a:t>
                      </a:r>
                      <a:endParaRPr lang="ja-JP" altLang="en-US" sz="1600" kern="1200" dirty="0">
                        <a:solidFill>
                          <a:schemeClr val="dk1"/>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600" dirty="0"/>
                        <a:t>3DB</a:t>
                      </a:r>
                      <a:r>
                        <a:rPr lang="ja-JP" altLang="en-US" sz="1600" dirty="0"/>
                        <a:t>で</a:t>
                      </a:r>
                      <a:r>
                        <a:rPr lang="en-US" altLang="ja-JP" sz="1600" dirty="0"/>
                        <a:t>1</a:t>
                      </a:r>
                      <a:r>
                        <a:rPr lang="ja-JP" altLang="en-US" sz="1600" dirty="0"/>
                        <a:t>セットとなる構成（同一設計）</a:t>
                      </a:r>
                      <a:br>
                        <a:rPr lang="en-US" altLang="ja-JP" sz="1600" dirty="0"/>
                      </a:br>
                      <a:r>
                        <a:rPr lang="en-US" altLang="ja-JP" sz="1600" dirty="0"/>
                        <a:t>※</a:t>
                      </a:r>
                      <a:r>
                        <a:rPr kumimoji="1" lang="ja-JP" altLang="en-US" sz="1600" dirty="0"/>
                        <a:t>製品仕様書管理</a:t>
                      </a:r>
                      <a:r>
                        <a:rPr kumimoji="1" lang="en-US" altLang="ja-JP" sz="1600" dirty="0"/>
                        <a:t>DB/</a:t>
                      </a:r>
                      <a:r>
                        <a:rPr lang="ja-JP" altLang="en-US" sz="1600" dirty="0"/>
                        <a:t>関連文書</a:t>
                      </a:r>
                      <a:r>
                        <a:rPr lang="en-US" altLang="ja-JP" sz="1600" dirty="0"/>
                        <a:t>DB/</a:t>
                      </a:r>
                      <a:r>
                        <a:rPr kumimoji="1" lang="ja-JP" altLang="en-US" sz="1600" dirty="0"/>
                        <a:t>品質情報</a:t>
                      </a:r>
                      <a:r>
                        <a:rPr kumimoji="1" lang="en-US" altLang="ja-JP" sz="1600" dirty="0"/>
                        <a:t>M</a:t>
                      </a:r>
                    </a:p>
                  </a:txBody>
                  <a:tcPr/>
                </a:tc>
                <a:extLst>
                  <a:ext uri="{0D108BD9-81ED-4DB2-BD59-A6C34878D82A}">
                    <a16:rowId xmlns:a16="http://schemas.microsoft.com/office/drawing/2014/main" val="3179909173"/>
                  </a:ext>
                </a:extLst>
              </a:tr>
              <a:tr h="664710">
                <a:tc>
                  <a:txBody>
                    <a:bodyPr/>
                    <a:lstStyle/>
                    <a:p>
                      <a:r>
                        <a:rPr lang="en-US" altLang="ja-JP" sz="1600" kern="1200">
                          <a:solidFill>
                            <a:schemeClr val="dk1"/>
                          </a:solidFill>
                          <a:latin typeface="+mn-lt"/>
                          <a:ea typeface="+mn-ea"/>
                          <a:cs typeface="+mn-cs"/>
                        </a:rPr>
                        <a:t>【</a:t>
                      </a:r>
                      <a:r>
                        <a:rPr lang="ja-JP" altLang="en-US" sz="1600" kern="1200">
                          <a:solidFill>
                            <a:schemeClr val="dk1"/>
                          </a:solidFill>
                          <a:latin typeface="+mn-lt"/>
                          <a:ea typeface="+mn-ea"/>
                          <a:cs typeface="+mn-cs"/>
                        </a:rPr>
                        <a:t>納入仕様書管理（青）</a:t>
                      </a:r>
                      <a:r>
                        <a:rPr lang="en-US" altLang="ja-JP" sz="1600" kern="1200">
                          <a:solidFill>
                            <a:schemeClr val="dk1"/>
                          </a:solidFill>
                          <a:latin typeface="+mn-lt"/>
                          <a:ea typeface="+mn-ea"/>
                          <a:cs typeface="+mn-cs"/>
                        </a:rPr>
                        <a:t>】</a:t>
                      </a:r>
                      <a:endParaRPr lang="ja-JP" altLang="en-US" sz="1600" kern="1200">
                        <a:solidFill>
                          <a:schemeClr val="dk1"/>
                        </a:solidFill>
                        <a:latin typeface="+mn-lt"/>
                        <a:ea typeface="+mn-ea"/>
                        <a:cs typeface="+mn-cs"/>
                      </a:endParaRPr>
                    </a:p>
                  </a:txBody>
                  <a:tcPr/>
                </a:tc>
                <a:tc>
                  <a:txBody>
                    <a:bodyPr/>
                    <a:lstStyle/>
                    <a:p>
                      <a:r>
                        <a:rPr lang="en-US" altLang="ja-JP" sz="1600" kern="1200">
                          <a:solidFill>
                            <a:schemeClr val="dk1"/>
                          </a:solidFill>
                          <a:latin typeface="+mn-lt"/>
                          <a:ea typeface="+mn-ea"/>
                          <a:cs typeface="+mn-cs"/>
                        </a:rPr>
                        <a:t>12</a:t>
                      </a:r>
                      <a:endParaRPr lang="ja-JP" altLang="en-US" sz="1600" kern="1200">
                        <a:solidFill>
                          <a:schemeClr val="dk1"/>
                        </a:solidFill>
                        <a:latin typeface="+mn-lt"/>
                        <a:ea typeface="+mn-ea"/>
                        <a:cs typeface="+mn-cs"/>
                      </a:endParaRPr>
                    </a:p>
                  </a:txBody>
                  <a:tcPr/>
                </a:tc>
                <a:tc>
                  <a:txBody>
                    <a:bodyPr/>
                    <a:lstStyle/>
                    <a:p>
                      <a:pPr marL="171450" indent="-171450">
                        <a:buFont typeface="Arial" panose="020B0604020202020204" pitchFamily="34" charset="0"/>
                        <a:buChar char="•"/>
                      </a:pPr>
                      <a:r>
                        <a:rPr lang="ja-JP" altLang="en-US" sz="1600" dirty="0"/>
                        <a:t>納入仕様書管理</a:t>
                      </a:r>
                      <a:r>
                        <a:rPr lang="en-US" altLang="ja-JP" sz="1600" dirty="0"/>
                        <a:t>1DB</a:t>
                      </a:r>
                      <a:r>
                        <a:rPr lang="ja-JP" altLang="en-US" sz="1600" dirty="0"/>
                        <a:t>を複数の事業部で利用する構成（同一設計）</a:t>
                      </a:r>
                      <a:br>
                        <a:rPr lang="en-US" altLang="ja-JP" sz="1600" dirty="0"/>
                      </a:br>
                      <a:r>
                        <a:rPr lang="en-US" altLang="ja-JP" sz="1600" dirty="0"/>
                        <a:t>※</a:t>
                      </a:r>
                      <a:r>
                        <a:rPr lang="ja-JP" altLang="en-US" sz="1600" dirty="0"/>
                        <a:t>仕様書関連文書</a:t>
                      </a:r>
                      <a:r>
                        <a:rPr lang="en-US" altLang="ja-JP" sz="1600" dirty="0"/>
                        <a:t>DB/</a:t>
                      </a:r>
                      <a:r>
                        <a:rPr lang="ja-JP" altLang="en-US" sz="1600" dirty="0"/>
                        <a:t>品質情報マスター</a:t>
                      </a:r>
                      <a:endParaRPr lang="en-US" altLang="ja-JP" sz="1600" dirty="0"/>
                    </a:p>
                    <a:p>
                      <a:pPr marL="171450" indent="-171450">
                        <a:buFont typeface="Arial" panose="020B0604020202020204" pitchFamily="34" charset="0"/>
                        <a:buChar char="•"/>
                      </a:pPr>
                      <a:r>
                        <a:rPr lang="ja-JP" altLang="en-US" sz="1600" dirty="0"/>
                        <a:t>アーカイブ用の</a:t>
                      </a:r>
                      <a:r>
                        <a:rPr lang="en-US" altLang="ja-JP" sz="1600" dirty="0"/>
                        <a:t>DB</a:t>
                      </a:r>
                      <a:r>
                        <a:rPr lang="ja-JP" altLang="en-US" sz="1600" dirty="0"/>
                        <a:t>を持つ構成</a:t>
                      </a:r>
                      <a:endParaRPr lang="en-US" altLang="ja-JP" sz="1600" dirty="0"/>
                    </a:p>
                  </a:txBody>
                  <a:tcPr/>
                </a:tc>
                <a:extLst>
                  <a:ext uri="{0D108BD9-81ED-4DB2-BD59-A6C34878D82A}">
                    <a16:rowId xmlns:a16="http://schemas.microsoft.com/office/drawing/2014/main" val="3928298953"/>
                  </a:ext>
                </a:extLst>
              </a:tr>
              <a:tr h="204526">
                <a:tc>
                  <a:txBody>
                    <a:bodyPr/>
                    <a:lstStyle/>
                    <a:p>
                      <a:r>
                        <a:rPr lang="en-US" altLang="ja-JP" sz="1600" kern="1200">
                          <a:solidFill>
                            <a:schemeClr val="dk1"/>
                          </a:solidFill>
                          <a:latin typeface="+mn-lt"/>
                          <a:ea typeface="+mn-ea"/>
                          <a:cs typeface="+mn-cs"/>
                        </a:rPr>
                        <a:t>【</a:t>
                      </a:r>
                      <a:r>
                        <a:rPr lang="ja-JP" altLang="en-US" sz="1600" kern="1200">
                          <a:solidFill>
                            <a:schemeClr val="dk1"/>
                          </a:solidFill>
                          <a:latin typeface="+mn-lt"/>
                          <a:ea typeface="+mn-ea"/>
                          <a:cs typeface="+mn-cs"/>
                        </a:rPr>
                        <a:t>その他個別</a:t>
                      </a:r>
                      <a:r>
                        <a:rPr lang="en-US" altLang="ja-JP" sz="1600" kern="1200">
                          <a:solidFill>
                            <a:schemeClr val="dk1"/>
                          </a:solidFill>
                          <a:latin typeface="+mn-lt"/>
                          <a:ea typeface="+mn-ea"/>
                          <a:cs typeface="+mn-cs"/>
                        </a:rPr>
                        <a:t>DB】</a:t>
                      </a:r>
                      <a:endParaRPr lang="ja-JP" altLang="en-US" sz="1600" kern="1200">
                        <a:solidFill>
                          <a:schemeClr val="dk1"/>
                        </a:solidFill>
                        <a:latin typeface="+mn-lt"/>
                        <a:ea typeface="+mn-ea"/>
                        <a:cs typeface="+mn-cs"/>
                      </a:endParaRPr>
                    </a:p>
                  </a:txBody>
                  <a:tcPr/>
                </a:tc>
                <a:tc>
                  <a:txBody>
                    <a:bodyPr/>
                    <a:lstStyle/>
                    <a:p>
                      <a:r>
                        <a:rPr lang="en-US" altLang="ja-JP" sz="1600" kern="1200">
                          <a:solidFill>
                            <a:schemeClr val="dk1"/>
                          </a:solidFill>
                          <a:latin typeface="+mn-lt"/>
                          <a:ea typeface="+mn-ea"/>
                          <a:cs typeface="+mn-cs"/>
                        </a:rPr>
                        <a:t>8</a:t>
                      </a:r>
                      <a:endParaRPr lang="ja-JP" altLang="en-US" sz="1600" kern="1200">
                        <a:solidFill>
                          <a:schemeClr val="dk1"/>
                        </a:solidFill>
                        <a:latin typeface="+mn-lt"/>
                        <a:ea typeface="+mn-ea"/>
                        <a:cs typeface="+mn-cs"/>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600" dirty="0"/>
                        <a:t>それぞれ設計が異なり、独立した構成</a:t>
                      </a:r>
                      <a:endParaRPr lang="en-US" altLang="ja-JP" sz="1600" dirty="0"/>
                    </a:p>
                  </a:txBody>
                  <a:tcPr/>
                </a:tc>
                <a:extLst>
                  <a:ext uri="{0D108BD9-81ED-4DB2-BD59-A6C34878D82A}">
                    <a16:rowId xmlns:a16="http://schemas.microsoft.com/office/drawing/2014/main" val="1289625531"/>
                  </a:ext>
                </a:extLst>
              </a:tr>
            </a:tbl>
          </a:graphicData>
        </a:graphic>
      </p:graphicFrame>
    </p:spTree>
    <p:extLst>
      <p:ext uri="{BB962C8B-B14F-4D97-AF65-F5344CB8AC3E}">
        <p14:creationId xmlns:p14="http://schemas.microsoft.com/office/powerpoint/2010/main" val="223671005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E4P_STYLE_ID" val="35e8e40f-b990-41de-a0fc-543397efce71"/>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tatPL7yq0m3OU.Hh.tYRuw"/>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tatPL7yq0m3OU.Hh.tYRuw"/>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1_Confidential_Main template_Blue and Cool gray">
  <a:themeElements>
    <a:clrScheme name="blue and cool gray 1">
      <a:dk1>
        <a:srgbClr val="000000"/>
      </a:dk1>
      <a:lt1>
        <a:srgbClr val="FFFFFF"/>
      </a:lt1>
      <a:dk2>
        <a:srgbClr val="D6E0E5"/>
      </a:dk2>
      <a:lt2>
        <a:srgbClr val="EBEFF2"/>
      </a:lt2>
      <a:accent1>
        <a:srgbClr val="005BAB"/>
      </a:accent1>
      <a:accent2>
        <a:srgbClr val="003F7E"/>
      </a:accent2>
      <a:accent3>
        <a:srgbClr val="8A9093"/>
      </a:accent3>
      <a:accent4>
        <a:srgbClr val="B3BBBF"/>
      </a:accent4>
      <a:accent5>
        <a:srgbClr val="D7E0E5"/>
      </a:accent5>
      <a:accent6>
        <a:srgbClr val="6F92CC"/>
      </a:accent6>
      <a:hlink>
        <a:srgbClr val="005BAB"/>
      </a:hlink>
      <a:folHlink>
        <a:srgbClr val="000000"/>
      </a:folHlink>
    </a:clrScheme>
    <a:fontScheme name="游ゴシックMR＋Arial">
      <a:majorFont>
        <a:latin typeface="Arial"/>
        <a:ea typeface="游ゴシック"/>
        <a:cs typeface=""/>
      </a:majorFont>
      <a:minorFont>
        <a:latin typeface="Arial"/>
        <a:ea typeface="游ゴシック Medium"/>
        <a:cs typeface=""/>
      </a:minorFont>
    </a:fontScheme>
    <a:fmtScheme name="ホワイ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5"/>
        </a:solidFill>
        <a:ln w="6350" cap="flat" cmpd="sng" algn="ctr">
          <a:noFill/>
          <a:prstDash val="solid"/>
          <a:miter lim="800000"/>
          <a:headEnd type="none" w="med" len="med"/>
          <a:tailEnd type="none" w="med" len="med"/>
        </a:ln>
      </a:spPr>
      <a:bodyPr lIns="72000" tIns="72000" rIns="72000" bIns="72000" rtlCol="0" anchor="t" anchorCtr="0"/>
      <a:lstStyle>
        <a:defPPr marL="171450" indent="-171450" algn="l">
          <a:buFont typeface="Wingdings" panose="05000000000000000000" pitchFamily="2" charset="2"/>
          <a:buChar char="Ø"/>
          <a:defRPr kumimoji="1" sz="1200" dirty="0" smtClean="0"/>
        </a:defPPr>
      </a:lstStyle>
      <a:style>
        <a:lnRef idx="1">
          <a:schemeClr val="accent1"/>
        </a:lnRef>
        <a:fillRef idx="0">
          <a:schemeClr val="accent1"/>
        </a:fillRef>
        <a:effectRef idx="0">
          <a:schemeClr val="accent1"/>
        </a:effectRef>
        <a:fontRef idx="minor">
          <a:schemeClr val="tx1"/>
        </a:fontRef>
      </a:style>
    </a:spDef>
    <a:lnDef>
      <a:spPr>
        <a:ln w="6350" cap="flat" cmpd="sng" algn="ctr">
          <a:solidFill>
            <a:schemeClr val="tx1"/>
          </a:solidFill>
          <a:prstDash val="solid"/>
          <a:miter lim="800000"/>
          <a:headEnd type="none" w="med" len="med"/>
          <a:tailEnd type="triangle" w="med" len="med"/>
        </a:ln>
      </a:spPr>
      <a:bodyPr/>
      <a:lstStyle/>
      <a:style>
        <a:lnRef idx="1">
          <a:schemeClr val="accent1"/>
        </a:lnRef>
        <a:fillRef idx="0">
          <a:schemeClr val="accent1"/>
        </a:fillRef>
        <a:effectRef idx="0">
          <a:schemeClr val="accent1"/>
        </a:effectRef>
        <a:fontRef idx="minor">
          <a:schemeClr val="tx1"/>
        </a:fontRef>
      </a:style>
    </a:lnDef>
    <a:txDef>
      <a:spPr>
        <a:noFill/>
        <a:ln w="9525" cap="flat" cmpd="sng" algn="ctr">
          <a:solidFill>
            <a:schemeClr val="tx1"/>
          </a:solidFill>
          <a:prstDash val="solid"/>
          <a:round/>
          <a:headEnd type="oval" w="med" len="med"/>
          <a:tailEnd type="oval" w="med" len="med"/>
        </a:ln>
      </a:spPr>
      <a:bodyPr wrap="square" lIns="36000" tIns="36000" rIns="36000" bIns="36000" rtlCol="0" anchor="ctr" anchorCtr="0">
        <a:noAutofit/>
      </a:bodyPr>
      <a:lstStyle>
        <a:defPPr marL="171450" indent="-171450" algn="l">
          <a:buFont typeface="Arial" panose="020B0604020202020204" pitchFamily="34" charset="0"/>
          <a:buChar char="•"/>
          <a:defRPr kumimoji="1" sz="1200"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Main template_Blue and Cool gray">
  <a:themeElements>
    <a:clrScheme name="blue and cool gray 1">
      <a:dk1>
        <a:srgbClr val="000000"/>
      </a:dk1>
      <a:lt1>
        <a:srgbClr val="FFFFFF"/>
      </a:lt1>
      <a:dk2>
        <a:srgbClr val="D6E0E5"/>
      </a:dk2>
      <a:lt2>
        <a:srgbClr val="EBEFF2"/>
      </a:lt2>
      <a:accent1>
        <a:srgbClr val="005BAB"/>
      </a:accent1>
      <a:accent2>
        <a:srgbClr val="003F7E"/>
      </a:accent2>
      <a:accent3>
        <a:srgbClr val="8A9093"/>
      </a:accent3>
      <a:accent4>
        <a:srgbClr val="B3BBBF"/>
      </a:accent4>
      <a:accent5>
        <a:srgbClr val="D7E0E5"/>
      </a:accent5>
      <a:accent6>
        <a:srgbClr val="6F92CC"/>
      </a:accent6>
      <a:hlink>
        <a:srgbClr val="005BAB"/>
      </a:hlink>
      <a:folHlink>
        <a:srgbClr val="000000"/>
      </a:folHlink>
    </a:clrScheme>
    <a:fontScheme name="游ゴシックMR＋Arial">
      <a:majorFont>
        <a:latin typeface="Arial"/>
        <a:ea typeface="游ゴシック"/>
        <a:cs typeface=""/>
      </a:majorFont>
      <a:minorFont>
        <a:latin typeface="Arial"/>
        <a:ea typeface="游ゴシック Medium"/>
        <a:cs typeface=""/>
      </a:minorFont>
    </a:fontScheme>
    <a:fmtScheme name="ホワイ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kumimoji="1"/>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72000" rIns="234000" bIns="0" anchor="t" anchorCtr="0">
        <a:noAutofit/>
      </a:bodyPr>
      <a:lstStyle>
        <a:defPPr algn="l">
          <a:defRPr dirty="0" err="1"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DT Template_A4_J_202201">
  <a:themeElements>
    <a:clrScheme name="DT">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DT">
      <a:majorFont>
        <a:latin typeface="Calibri"/>
        <a:ea typeface="Yu Gothic UI"/>
        <a:cs typeface=""/>
      </a:majorFont>
      <a:minorFont>
        <a:latin typeface="Calibri Light"/>
        <a:ea typeface="Yu Gothic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rgbClr val="BBBCBC"/>
        </a:solidFill>
        <a:ln w="12700" algn="ctr">
          <a:solidFill>
            <a:srgbClr val="BBBCBC"/>
          </a:solidFill>
          <a:miter lim="800000"/>
        </a:ln>
      </a:spPr>
      <a:bodyPr rot="0" spcFirstLastPara="0" vertOverflow="overflow" horzOverflow="overflow" vert="horz" wrap="square" lIns="0" tIns="0" rIns="0" bIns="0" numCol="1" spcCol="0" rtlCol="0" fromWordArt="0" anchor="ctr" anchorCtr="0" forceAA="0" compatLnSpc="1">
        <a:noAutofit/>
      </a:bodyPr>
      <a:lstStyle>
        <a:defPPr marL="0" marR="0" indent="0" algn="ctr" defTabSz="990600" rtl="0" eaLnBrk="1" fontAlgn="auto" latinLnBrk="0" hangingPunct="1">
          <a:lnSpc>
            <a:spcPct val="100000"/>
          </a:lnSpc>
          <a:spcBef>
            <a:spcPts val="0"/>
          </a:spcBef>
          <a:spcAft>
            <a:spcPts val="0"/>
          </a:spcAft>
          <a:buClrTx/>
          <a:buSzPct val="100000"/>
          <a:buFont typeface="Wingdings" panose="05000000000000000000" pitchFamily="2" charset="2"/>
          <a:buNone/>
          <a:defRPr kumimoji="1" sz="1200" b="0" i="0" u="none" strike="noStrike" kern="1200" cap="none" spc="0" normalizeH="0" baseline="0" noProof="0" dirty="0" smtClean="0">
            <a:ln>
              <a:noFill/>
            </a:ln>
            <a:solidFill>
              <a:prstClr val="black"/>
            </a:solidFill>
            <a:effectLst/>
            <a:uLnTx/>
            <a:uFillTx/>
            <a:latin typeface="+mn-lt"/>
            <a:ea typeface="+mn-ea"/>
            <a:cs typeface="+mn-cs"/>
          </a:defRPr>
        </a:defPPr>
      </a:lstStyle>
    </a:spDef>
    <a:lnDef>
      <a:spPr bwMode="gray">
        <a:ln w="1270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none" lIns="0" tIns="0" rIns="0" bIns="0" rtlCol="0">
        <a:spAutoFit/>
      </a:bodyPr>
      <a:lstStyle>
        <a:defPPr marL="0" marR="0" indent="0" algn="l" defTabSz="990600" rtl="0" eaLnBrk="1" fontAlgn="auto" latinLnBrk="0" hangingPunct="1">
          <a:lnSpc>
            <a:spcPct val="100000"/>
          </a:lnSpc>
          <a:spcBef>
            <a:spcPts val="0"/>
          </a:spcBef>
          <a:spcAft>
            <a:spcPts val="0"/>
          </a:spcAft>
          <a:buClrTx/>
          <a:buSzPct val="100000"/>
          <a:buFont typeface="Wingdings" panose="05000000000000000000" pitchFamily="2" charset="2"/>
          <a:buNone/>
          <a:defRPr kumimoji="1" sz="1200" b="0" i="0" u="none" strike="noStrike" kern="1200" cap="none" spc="0" normalizeH="0" baseline="0" noProof="0" dirty="0" smtClean="0">
            <a:ln>
              <a:noFill/>
            </a:ln>
            <a:solidFill>
              <a:prstClr val="black"/>
            </a:solidFill>
            <a:effectLst/>
            <a:uLnTx/>
            <a:uFillTx/>
            <a:latin typeface="+mn-lt"/>
            <a:ea typeface="+mn-ea"/>
            <a:cs typeface="+mn-cs"/>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DT Template_16:9_J_202201">
  <a:themeElements>
    <a:clrScheme name="DT">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DT">
      <a:majorFont>
        <a:latin typeface="Calibri"/>
        <a:ea typeface="Yu Gothic UI"/>
        <a:cs typeface=""/>
      </a:majorFont>
      <a:minorFont>
        <a:latin typeface="Calibri Light"/>
        <a:ea typeface="Yu Gothic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rgbClr val="BBBCBC"/>
        </a:solidFill>
        <a:ln w="12700" algn="ctr">
          <a:solidFill>
            <a:srgbClr val="BBBCBC"/>
          </a:solidFill>
          <a:miter lim="800000"/>
        </a:ln>
      </a:spPr>
      <a:bodyPr rot="0" spcFirstLastPara="0" vertOverflow="overflow" horzOverflow="overflow" vert="horz" wrap="square" lIns="0" tIns="0" rIns="0" bIns="0" numCol="1" spcCol="0" rtlCol="0" fromWordArt="0" anchor="ctr" anchorCtr="0" forceAA="0" compatLnSpc="1">
        <a:noAutofit/>
      </a:bodyPr>
      <a:lstStyle>
        <a:defPPr marL="0" marR="0" indent="0" algn="ctr" defTabSz="990600" rtl="0" eaLnBrk="1" fontAlgn="auto" latinLnBrk="0" hangingPunct="1">
          <a:lnSpc>
            <a:spcPct val="100000"/>
          </a:lnSpc>
          <a:spcBef>
            <a:spcPts val="0"/>
          </a:spcBef>
          <a:spcAft>
            <a:spcPts val="0"/>
          </a:spcAft>
          <a:buClrTx/>
          <a:buSzPct val="100000"/>
          <a:buFont typeface="Wingdings" panose="05000000000000000000" pitchFamily="2" charset="2"/>
          <a:buNone/>
          <a:defRPr kumimoji="1" sz="1600" b="0" i="0" u="none" strike="noStrike" kern="1200" cap="none" spc="0" normalizeH="0" baseline="0" noProof="0" dirty="0" smtClean="0">
            <a:ln>
              <a:noFill/>
            </a:ln>
            <a:solidFill>
              <a:prstClr val="black"/>
            </a:solidFill>
            <a:effectLst/>
            <a:uLnTx/>
            <a:uFillTx/>
            <a:latin typeface="+mn-lt"/>
            <a:ea typeface="+mn-ea"/>
            <a:cs typeface="+mn-cs"/>
          </a:defRPr>
        </a:defPPr>
      </a:lstStyle>
    </a:spDef>
    <a:lnDef>
      <a:spPr bwMode="gray">
        <a:ln w="1270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none" lIns="0" tIns="0" rIns="0" bIns="0" rtlCol="0">
        <a:spAutoFit/>
      </a:bodyPr>
      <a:lstStyle>
        <a:defPPr marL="0" marR="0" indent="0" algn="l" defTabSz="990600" rtl="0" eaLnBrk="1" fontAlgn="auto" latinLnBrk="0" hangingPunct="1">
          <a:lnSpc>
            <a:spcPct val="100000"/>
          </a:lnSpc>
          <a:spcBef>
            <a:spcPts val="0"/>
          </a:spcBef>
          <a:spcAft>
            <a:spcPts val="0"/>
          </a:spcAft>
          <a:buClrTx/>
          <a:buSzPct val="100000"/>
          <a:buFont typeface="Wingdings" panose="05000000000000000000" pitchFamily="2" charset="2"/>
          <a:buNone/>
          <a:defRPr kumimoji="1" sz="1600" b="0" i="0" u="none" strike="noStrike" kern="1200" cap="none" spc="0" normalizeH="0" baseline="0" noProof="0" dirty="0" smtClean="0">
            <a:ln>
              <a:noFill/>
            </a:ln>
            <a:solidFill>
              <a:prstClr val="black"/>
            </a:solidFill>
            <a:effectLst/>
            <a:uLnTx/>
            <a:uFillTx/>
            <a:latin typeface="+mn-lt"/>
            <a:ea typeface="+mn-ea"/>
            <a:cs typeface="+mn-cs"/>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2_DT Template_16:9_J_202201">
  <a:themeElements>
    <a:clrScheme name="DT">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DT">
      <a:majorFont>
        <a:latin typeface="Calibri"/>
        <a:ea typeface="Yu Gothic UI"/>
        <a:cs typeface=""/>
      </a:majorFont>
      <a:minorFont>
        <a:latin typeface="Calibri Light"/>
        <a:ea typeface="Yu Gothic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rgbClr val="BBBCBC"/>
        </a:solidFill>
        <a:ln w="12700" algn="ctr">
          <a:solidFill>
            <a:srgbClr val="BBBCBC"/>
          </a:solidFill>
          <a:miter lim="800000"/>
        </a:ln>
      </a:spPr>
      <a:bodyPr rot="0" spcFirstLastPara="0" vertOverflow="overflow" horzOverflow="overflow" vert="horz" wrap="square" lIns="0" tIns="0" rIns="0" bIns="0" numCol="1" spcCol="0" rtlCol="0" fromWordArt="0" anchor="ctr" anchorCtr="0" forceAA="0" compatLnSpc="1">
        <a:noAutofit/>
      </a:bodyPr>
      <a:lstStyle>
        <a:defPPr marL="0" marR="0" indent="0" algn="ctr" defTabSz="990600" rtl="0" eaLnBrk="1" fontAlgn="auto" latinLnBrk="0" hangingPunct="1">
          <a:lnSpc>
            <a:spcPct val="100000"/>
          </a:lnSpc>
          <a:spcBef>
            <a:spcPts val="0"/>
          </a:spcBef>
          <a:spcAft>
            <a:spcPts val="0"/>
          </a:spcAft>
          <a:buClrTx/>
          <a:buSzPct val="100000"/>
          <a:buFont typeface="Wingdings" panose="05000000000000000000" pitchFamily="2" charset="2"/>
          <a:buNone/>
          <a:defRPr kumimoji="1" sz="1600" b="0" i="0" u="none" strike="noStrike" kern="1200" cap="none" spc="0" normalizeH="0" baseline="0" noProof="0" dirty="0" smtClean="0">
            <a:ln>
              <a:noFill/>
            </a:ln>
            <a:solidFill>
              <a:prstClr val="black"/>
            </a:solidFill>
            <a:effectLst/>
            <a:uLnTx/>
            <a:uFillTx/>
            <a:latin typeface="+mn-lt"/>
            <a:ea typeface="+mn-ea"/>
            <a:cs typeface="+mn-cs"/>
          </a:defRPr>
        </a:defPPr>
      </a:lstStyle>
    </a:spDef>
    <a:lnDef>
      <a:spPr bwMode="gray">
        <a:ln w="1270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none" lIns="0" tIns="0" rIns="0" bIns="0" rtlCol="0">
        <a:spAutoFit/>
      </a:bodyPr>
      <a:lstStyle>
        <a:defPPr marL="0" marR="0" indent="0" algn="l" defTabSz="990600" rtl="0" eaLnBrk="1" fontAlgn="auto" latinLnBrk="0" hangingPunct="1">
          <a:lnSpc>
            <a:spcPct val="100000"/>
          </a:lnSpc>
          <a:spcBef>
            <a:spcPts val="0"/>
          </a:spcBef>
          <a:spcAft>
            <a:spcPts val="0"/>
          </a:spcAft>
          <a:buClrTx/>
          <a:buSzPct val="100000"/>
          <a:buFont typeface="Wingdings" panose="05000000000000000000" pitchFamily="2" charset="2"/>
          <a:buNone/>
          <a:defRPr kumimoji="1" sz="1600" b="0" i="0" u="none" strike="noStrike" kern="1200" cap="none" spc="0" normalizeH="0" baseline="0" noProof="0" dirty="0" smtClean="0">
            <a:ln>
              <a:noFill/>
            </a:ln>
            <a:solidFill>
              <a:prstClr val="black"/>
            </a:solidFill>
            <a:effectLst/>
            <a:uLnTx/>
            <a:uFillTx/>
            <a:latin typeface="+mn-lt"/>
            <a:ea typeface="+mn-ea"/>
            <a:cs typeface="+mn-cs"/>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画廊">
  <a:themeElements>
    <a:clrScheme name="画廊">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画廊">
      <a:majorFont>
        <a:latin typeface="Gill Sans M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画廊">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FF8755027893A4E9210A5EC1A82EFF5" ma:contentTypeVersion="8" ma:contentTypeDescription="Create a new document." ma:contentTypeScope="" ma:versionID="edf87b1fa72454dc10dcbc6515930825">
  <xsd:schema xmlns:xsd="http://www.w3.org/2001/XMLSchema" xmlns:xs="http://www.w3.org/2001/XMLSchema" xmlns:p="http://schemas.microsoft.com/office/2006/metadata/properties" xmlns:ns2="259acf4b-b80a-47bc-9c5c-11234d21311e" targetNamespace="http://schemas.microsoft.com/office/2006/metadata/properties" ma:root="true" ma:fieldsID="c09ac35cf20a1c318ca1facae5dcb3d2" ns2:_="">
    <xsd:import namespace="259acf4b-b80a-47bc-9c5c-11234d21311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GenerationTime" minOccurs="0"/>
                <xsd:element ref="ns2:MediaServiceEventHashCode" minOccurs="0"/>
                <xsd:element ref="ns2:MediaServiceDateTake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59acf4b-b80a-47bc-9c5c-11234d21311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CB922EE-95E3-497F-8326-C2ABF66A4B77}">
  <ds:schemaRefs/>
</ds:datastoreItem>
</file>

<file path=customXml/itemProps2.xml><?xml version="1.0" encoding="utf-8"?>
<ds:datastoreItem xmlns:ds="http://schemas.openxmlformats.org/officeDocument/2006/customXml" ds:itemID="{E31EB569-1790-46AF-B846-C3C8AF03910D}">
  <ds:schemaRefs>
    <ds:schemaRef ds:uri="259acf4b-b80a-47bc-9c5c-11234d21311e"/>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4216C17B-9ACF-4273-9EF4-F7A543FAF213}">
  <ds:schemaRefs/>
</ds:datastoreItem>
</file>

<file path=docProps/app.xml><?xml version="1.0" encoding="utf-8"?>
<Properties xmlns="http://schemas.openxmlformats.org/officeDocument/2006/extended-properties" xmlns:vt="http://schemas.openxmlformats.org/officeDocument/2006/docPropsVTypes">
  <Template>MCG_jp_rev1</Template>
  <TotalTime>5483</TotalTime>
  <Words>14195</Words>
  <Application>Microsoft Office PowerPoint</Application>
  <PresentationFormat>ワイド画面</PresentationFormat>
  <Paragraphs>1691</Paragraphs>
  <Slides>37</Slides>
  <Notes>35</Notes>
  <HiddenSlides>0</HiddenSlides>
  <MMClips>0</MMClips>
  <ScaleCrop>false</ScaleCrop>
  <HeadingPairs>
    <vt:vector size="8" baseType="variant">
      <vt:variant>
        <vt:lpstr>使用されているフォント</vt:lpstr>
      </vt:variant>
      <vt:variant>
        <vt:i4>14</vt:i4>
      </vt:variant>
      <vt:variant>
        <vt:lpstr>テーマ</vt:lpstr>
      </vt:variant>
      <vt:variant>
        <vt:i4>6</vt:i4>
      </vt:variant>
      <vt:variant>
        <vt:lpstr>埋め込まれた OLE サーバー</vt:lpstr>
      </vt:variant>
      <vt:variant>
        <vt:i4>1</vt:i4>
      </vt:variant>
      <vt:variant>
        <vt:lpstr>スライド タイトル</vt:lpstr>
      </vt:variant>
      <vt:variant>
        <vt:i4>37</vt:i4>
      </vt:variant>
    </vt:vector>
  </HeadingPairs>
  <TitlesOfParts>
    <vt:vector size="58" baseType="lpstr">
      <vt:lpstr>Arial Unicode MS</vt:lpstr>
      <vt:lpstr>DengXian 本文</vt:lpstr>
      <vt:lpstr>Meiryo UI</vt:lpstr>
      <vt:lpstr>ＭＳ Ｐゴシック</vt:lpstr>
      <vt:lpstr>Yu Gothic UI</vt:lpstr>
      <vt:lpstr>游ゴシック</vt:lpstr>
      <vt:lpstr>游ゴシック 本文</vt:lpstr>
      <vt:lpstr>Arial</vt:lpstr>
      <vt:lpstr>Calibri</vt:lpstr>
      <vt:lpstr>Calibri Light</vt:lpstr>
      <vt:lpstr>Gill Sans MT</vt:lpstr>
      <vt:lpstr>Verdana</vt:lpstr>
      <vt:lpstr>Wingdings</vt:lpstr>
      <vt:lpstr>Wingdings 2</vt:lpstr>
      <vt:lpstr>1_Confidential_Main template_Blue and Cool gray</vt:lpstr>
      <vt:lpstr>2_Main template_Blue and Cool gray</vt:lpstr>
      <vt:lpstr>DT Template_A4_J_202201</vt:lpstr>
      <vt:lpstr>DT Template_16:9_J_202201</vt:lpstr>
      <vt:lpstr>2_DT Template_16:9_J_202201</vt:lpstr>
      <vt:lpstr>画廊</vt:lpstr>
      <vt:lpstr>think-cellスライド</vt:lpstr>
      <vt:lpstr>Notesアプリ刷新 （製品仕様書管理） Power Apps + AZURE Sql 提案と見積</vt:lpstr>
      <vt:lpstr>前書き</vt:lpstr>
      <vt:lpstr>目次</vt:lpstr>
      <vt:lpstr>提案の背景</vt:lpstr>
      <vt:lpstr>システム概要</vt:lpstr>
      <vt:lpstr>ストレージの選定</vt:lpstr>
      <vt:lpstr>全体アーキテクチャ</vt:lpstr>
      <vt:lpstr>要件／ソリューション－添付ファイル管理（編集含む）</vt:lpstr>
      <vt:lpstr>要件／ソリューション－一括ダウンロード機能</vt:lpstr>
      <vt:lpstr>要件／ソリューション－検索機能</vt:lpstr>
      <vt:lpstr>要件／ソリューション－パフォーマンス、HAなど</vt:lpstr>
      <vt:lpstr>要件／ソリューション－権限管理</vt:lpstr>
      <vt:lpstr>要件／ソリューション－ユーザ別の属性管理</vt:lpstr>
      <vt:lpstr>要件／ソリューションーデータ移行</vt:lpstr>
      <vt:lpstr>機能一覧※ご提示頂いた「【新アプリ】機能要件一覧 V1.1.xlsx」の中項目単位で抽出</vt:lpstr>
      <vt:lpstr>機能一覧</vt:lpstr>
      <vt:lpstr>機能一覧</vt:lpstr>
      <vt:lpstr>機能一覧</vt:lpstr>
      <vt:lpstr>プロジェクトリスク</vt:lpstr>
      <vt:lpstr>スケジュール</vt:lpstr>
      <vt:lpstr>見積もり</vt:lpstr>
      <vt:lpstr>結論</vt:lpstr>
      <vt:lpstr>備考</vt:lpstr>
      <vt:lpstr>POC範囲</vt:lpstr>
      <vt:lpstr>サポートとメンテナンス－瑕疵範囲、保守提案</vt:lpstr>
      <vt:lpstr>前回の資料 (9/22 ソリューションのみ)</vt:lpstr>
      <vt:lpstr>アーキテクチャ全体 添付ファイルはDaTAVERSE保存（案B）</vt:lpstr>
      <vt:lpstr>実現方法－文書管理機能</vt:lpstr>
      <vt:lpstr>実現方法－添付ファイル管理</vt:lpstr>
      <vt:lpstr>実現方法－オンライン編集機能</vt:lpstr>
      <vt:lpstr>実現方法－一括ダウンロード機能</vt:lpstr>
      <vt:lpstr>実現方法－検索機能１</vt:lpstr>
      <vt:lpstr>実現方法－ 検索機能２</vt:lpstr>
      <vt:lpstr>実現方法－パフォーマンス最適化</vt:lpstr>
      <vt:lpstr>実現方法－権限管理</vt:lpstr>
      <vt:lpstr>実現方法－ユーザ別の属性管理（Option）</vt:lpstr>
      <vt:lpstr>データ移行</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Administrator</dc:creator>
  <cp:lastModifiedBy>he zhendong/0494938/何　振東</cp:lastModifiedBy>
  <cp:revision>37</cp:revision>
  <dcterms:created xsi:type="dcterms:W3CDTF">2023-05-25T05:41:00Z</dcterms:created>
  <dcterms:modified xsi:type="dcterms:W3CDTF">2025-09-30T06:37:08Z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a60d57e-af5b-4752-ac57-3e4f28ca11dc_Enabled">
    <vt:lpwstr>true</vt:lpwstr>
  </property>
  <property fmtid="{D5CDD505-2E9C-101B-9397-08002B2CF9AE}" pid="3" name="MSIP_Label_ea60d57e-af5b-4752-ac57-3e4f28ca11dc_SetDate">
    <vt:lpwstr>2023-05-25T05:41:11Z</vt:lpwstr>
  </property>
  <property fmtid="{D5CDD505-2E9C-101B-9397-08002B2CF9AE}" pid="4" name="MSIP_Label_ea60d57e-af5b-4752-ac57-3e4f28ca11dc_Method">
    <vt:lpwstr>Standard</vt:lpwstr>
  </property>
  <property fmtid="{D5CDD505-2E9C-101B-9397-08002B2CF9AE}" pid="5" name="MSIP_Label_ea60d57e-af5b-4752-ac57-3e4f28ca11dc_Name">
    <vt:lpwstr>ea60d57e-af5b-4752-ac57-3e4f28ca11dc</vt:lpwstr>
  </property>
  <property fmtid="{D5CDD505-2E9C-101B-9397-08002B2CF9AE}" pid="6" name="MSIP_Label_ea60d57e-af5b-4752-ac57-3e4f28ca11dc_SiteId">
    <vt:lpwstr>36da45f1-dd2c-4d1f-af13-5abe46b99921</vt:lpwstr>
  </property>
  <property fmtid="{D5CDD505-2E9C-101B-9397-08002B2CF9AE}" pid="7" name="MSIP_Label_ea60d57e-af5b-4752-ac57-3e4f28ca11dc_ActionId">
    <vt:lpwstr>2049bfcc-162e-4d78-8c9a-b897432490f3</vt:lpwstr>
  </property>
  <property fmtid="{D5CDD505-2E9C-101B-9397-08002B2CF9AE}" pid="8" name="MSIP_Label_ea60d57e-af5b-4752-ac57-3e4f28ca11dc_ContentBits">
    <vt:lpwstr>0</vt:lpwstr>
  </property>
  <property fmtid="{D5CDD505-2E9C-101B-9397-08002B2CF9AE}" pid="9" name="MediaServiceImageTags">
    <vt:lpwstr/>
  </property>
  <property fmtid="{D5CDD505-2E9C-101B-9397-08002B2CF9AE}" pid="10" name="ContentTypeId">
    <vt:lpwstr>0x0101009FF8755027893A4E9210A5EC1A82EFF5</vt:lpwstr>
  </property>
  <property fmtid="{D5CDD505-2E9C-101B-9397-08002B2CF9AE}" pid="11" name="Order">
    <vt:r8>5977900</vt:r8>
  </property>
  <property fmtid="{D5CDD505-2E9C-101B-9397-08002B2CF9AE}" pid="12" name="xd_Signature">
    <vt:bool>false</vt:bool>
  </property>
  <property fmtid="{D5CDD505-2E9C-101B-9397-08002B2CF9AE}" pid="13" name="xd_ProgID">
    <vt:lpwstr/>
  </property>
  <property fmtid="{D5CDD505-2E9C-101B-9397-08002B2CF9AE}" pid="14" name="TriggerFlowInfo">
    <vt:lpwstr/>
  </property>
  <property fmtid="{D5CDD505-2E9C-101B-9397-08002B2CF9AE}" pid="15" name="ComplianceAssetId">
    <vt:lpwstr/>
  </property>
  <property fmtid="{D5CDD505-2E9C-101B-9397-08002B2CF9AE}" pid="16" name="TemplateUrl">
    <vt:lpwstr/>
  </property>
  <property fmtid="{D5CDD505-2E9C-101B-9397-08002B2CF9AE}" pid="17" name="_ExtendedDescription">
    <vt:lpwstr/>
  </property>
  <property fmtid="{D5CDD505-2E9C-101B-9397-08002B2CF9AE}" pid="18" name="ICV">
    <vt:lpwstr>61FD6D9CD5724BDC8EF554E0A7F685BE_12</vt:lpwstr>
  </property>
  <property fmtid="{D5CDD505-2E9C-101B-9397-08002B2CF9AE}" pid="19" name="KSOProductBuildVer">
    <vt:lpwstr>2052-12.1.0.20305</vt:lpwstr>
  </property>
</Properties>
</file>