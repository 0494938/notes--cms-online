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6.xml" ContentType="application/vnd.openxmlformats-officedocument.theme+xml"/>
  <Override PartName="/ppt/tags/tag72.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 id="2147483653" r:id="rId5"/>
    <p:sldMasterId id="2147483657" r:id="rId6"/>
    <p:sldMasterId id="2147483674" r:id="rId7"/>
    <p:sldMasterId id="2147483698" r:id="rId8"/>
    <p:sldMasterId id="2147483722" r:id="rId9"/>
  </p:sldMasterIdLst>
  <p:notesMasterIdLst>
    <p:notesMasterId r:id="rId51"/>
  </p:notesMasterIdLst>
  <p:handoutMasterIdLst>
    <p:handoutMasterId r:id="rId52"/>
  </p:handoutMasterIdLst>
  <p:sldIdLst>
    <p:sldId id="16772939" r:id="rId10"/>
    <p:sldId id="16776365" r:id="rId11"/>
    <p:sldId id="16776366" r:id="rId12"/>
    <p:sldId id="16776367" r:id="rId13"/>
    <p:sldId id="16776368" r:id="rId14"/>
    <p:sldId id="16776370" r:id="rId15"/>
    <p:sldId id="16776369" r:id="rId16"/>
    <p:sldId id="16776371" r:id="rId17"/>
    <p:sldId id="16776373" r:id="rId18"/>
    <p:sldId id="16776374" r:id="rId19"/>
    <p:sldId id="16776375" r:id="rId20"/>
    <p:sldId id="16776376" r:id="rId21"/>
    <p:sldId id="16776377" r:id="rId22"/>
    <p:sldId id="16776378" r:id="rId23"/>
    <p:sldId id="16776379" r:id="rId24"/>
    <p:sldId id="16776380" r:id="rId25"/>
    <p:sldId id="16776381" r:id="rId26"/>
    <p:sldId id="16776382" r:id="rId27"/>
    <p:sldId id="16776383" r:id="rId28"/>
    <p:sldId id="16776384" r:id="rId29"/>
    <p:sldId id="16776385" r:id="rId30"/>
    <p:sldId id="16776386" r:id="rId31"/>
    <p:sldId id="16776387" r:id="rId32"/>
    <p:sldId id="16776388" r:id="rId33"/>
    <p:sldId id="16776389" r:id="rId34"/>
    <p:sldId id="16776390" r:id="rId35"/>
    <p:sldId id="16776391" r:id="rId36"/>
    <p:sldId id="16776403" r:id="rId37"/>
    <p:sldId id="16776392" r:id="rId38"/>
    <p:sldId id="16776393" r:id="rId39"/>
    <p:sldId id="16776394" r:id="rId40"/>
    <p:sldId id="16776395" r:id="rId41"/>
    <p:sldId id="16776396" r:id="rId42"/>
    <p:sldId id="16776397" r:id="rId43"/>
    <p:sldId id="16776398" r:id="rId44"/>
    <p:sldId id="16776399" r:id="rId45"/>
    <p:sldId id="16776400" r:id="rId46"/>
    <p:sldId id="16776401" r:id="rId47"/>
    <p:sldId id="16776402" r:id="rId48"/>
    <p:sldId id="16776404" r:id="rId49"/>
    <p:sldId id="16776351" r:id="rId50"/>
  </p:sldIdLst>
  <p:sldSz cx="12192000" cy="6858000"/>
  <p:notesSz cx="6858000" cy="9144000"/>
  <p:custDataLst>
    <p:tags r:id="rId53"/>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ソリューション選定" id="{95B20763-887C-471D-AF38-718C3EA63DA8}">
          <p14:sldIdLst>
            <p14:sldId id="16772939"/>
            <p14:sldId id="16776365"/>
            <p14:sldId id="16776366"/>
            <p14:sldId id="16776367"/>
            <p14:sldId id="16776368"/>
            <p14:sldId id="16776370"/>
            <p14:sldId id="16776369"/>
            <p14:sldId id="16776371"/>
            <p14:sldId id="16776373"/>
            <p14:sldId id="16776374"/>
            <p14:sldId id="16776375"/>
            <p14:sldId id="16776376"/>
            <p14:sldId id="16776377"/>
            <p14:sldId id="16776378"/>
            <p14:sldId id="16776379"/>
            <p14:sldId id="16776380"/>
            <p14:sldId id="16776381"/>
            <p14:sldId id="16776382"/>
            <p14:sldId id="16776383"/>
            <p14:sldId id="16776384"/>
            <p14:sldId id="16776385"/>
            <p14:sldId id="16776386"/>
            <p14:sldId id="16776387"/>
            <p14:sldId id="16776388"/>
            <p14:sldId id="16776389"/>
            <p14:sldId id="16776390"/>
            <p14:sldId id="16776391"/>
            <p14:sldId id="16776403"/>
            <p14:sldId id="16776392"/>
            <p14:sldId id="16776393"/>
            <p14:sldId id="16776394"/>
            <p14:sldId id="16776395"/>
            <p14:sldId id="16776396"/>
            <p14:sldId id="16776397"/>
            <p14:sldId id="16776398"/>
            <p14:sldId id="16776399"/>
            <p14:sldId id="16776400"/>
            <p14:sldId id="16776401"/>
            <p14:sldId id="16776402"/>
            <p14:sldId id="16776404"/>
            <p14:sldId id="1677635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FFFFCC"/>
    <a:srgbClr val="B3BBBF"/>
    <a:srgbClr val="75787B"/>
    <a:srgbClr val="53565A"/>
    <a:srgbClr val="6F92CC"/>
    <a:srgbClr val="FFFF00"/>
    <a:srgbClr val="A7A8AA"/>
    <a:srgbClr val="B9B9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46C924-1DD1-4C53-A60B-7863AFF8DFAC}" v="302" dt="2025-09-18T13:56:55.737"/>
    <p1510:client id="{5C017211-4FD9-4E05-B20F-919C8812E71E}" v="34" dt="2025-09-18T09:14:00.135"/>
    <p1510:client id="{9E891F1E-6875-4812-ACD0-C456DB8467F3}" v="2673" dt="2025-09-19T06:21:32.369"/>
    <p1510:client id="{EA457363-CD3F-4774-A955-E5C512A7DBB2}" v="158" dt="2025-09-18T10:51:22.412"/>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88" d="100"/>
          <a:sy n="188" d="100"/>
        </p:scale>
        <p:origin x="514" y="139"/>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tags" Target="tags/tag1.xml"/><Relationship Id="rId58" Type="http://schemas.microsoft.com/office/2016/11/relationships/changesInfo" Target="changesInfos/changesInfo1.xml"/><Relationship Id="rId5" Type="http://schemas.openxmlformats.org/officeDocument/2006/relationships/slideMaster" Target="slideMasters/slideMaster2.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microsoft.com/office/2015/10/relationships/revisionInfo" Target="revisionInfo.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tableStyles" Target="tableStyle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 zhendong/0494938/何　振東" userId="022da341-ef73-48fb-bc20-f47322bbf998" providerId="ADAL" clId="{9E891F1E-6875-4812-ACD0-C456DB8467F3}"/>
    <pc:docChg chg="undo custSel addSld delSld modSld sldOrd modMainMaster modSection">
      <pc:chgData name="he zhendong/0494938/何　振東" userId="022da341-ef73-48fb-bc20-f47322bbf998" providerId="ADAL" clId="{9E891F1E-6875-4812-ACD0-C456DB8467F3}" dt="2025-09-19T06:21:32.369" v="6978" actId="47"/>
      <pc:docMkLst>
        <pc:docMk/>
      </pc:docMkLst>
      <pc:sldChg chg="del">
        <pc:chgData name="he zhendong/0494938/何　振東" userId="022da341-ef73-48fb-bc20-f47322bbf998" providerId="ADAL" clId="{9E891F1E-6875-4812-ACD0-C456DB8467F3}" dt="2025-09-18T15:07:34.607" v="6661" actId="47"/>
        <pc:sldMkLst>
          <pc:docMk/>
          <pc:sldMk cId="0" sldId="16772934"/>
        </pc:sldMkLst>
      </pc:sldChg>
      <pc:sldChg chg="del">
        <pc:chgData name="he zhendong/0494938/何　振東" userId="022da341-ef73-48fb-bc20-f47322bbf998" providerId="ADAL" clId="{9E891F1E-6875-4812-ACD0-C456DB8467F3}" dt="2025-09-18T15:07:34.607" v="6661" actId="47"/>
        <pc:sldMkLst>
          <pc:docMk/>
          <pc:sldMk cId="0" sldId="16772935"/>
        </pc:sldMkLst>
      </pc:sldChg>
      <pc:sldChg chg="del">
        <pc:chgData name="he zhendong/0494938/何　振東" userId="022da341-ef73-48fb-bc20-f47322bbf998" providerId="ADAL" clId="{9E891F1E-6875-4812-ACD0-C456DB8467F3}" dt="2025-09-18T15:07:34.607" v="6661" actId="47"/>
        <pc:sldMkLst>
          <pc:docMk/>
          <pc:sldMk cId="0" sldId="16772937"/>
        </pc:sldMkLst>
      </pc:sldChg>
      <pc:sldChg chg="del">
        <pc:chgData name="he zhendong/0494938/何　振東" userId="022da341-ef73-48fb-bc20-f47322bbf998" providerId="ADAL" clId="{9E891F1E-6875-4812-ACD0-C456DB8467F3}" dt="2025-09-18T15:07:34.607" v="6661" actId="47"/>
        <pc:sldMkLst>
          <pc:docMk/>
          <pc:sldMk cId="0" sldId="16772938"/>
        </pc:sldMkLst>
      </pc:sldChg>
      <pc:sldChg chg="modSp mod">
        <pc:chgData name="he zhendong/0494938/何　振東" userId="022da341-ef73-48fb-bc20-f47322bbf998" providerId="ADAL" clId="{9E891F1E-6875-4812-ACD0-C456DB8467F3}" dt="2025-09-18T16:27:24.176" v="6962" actId="20577"/>
        <pc:sldMkLst>
          <pc:docMk/>
          <pc:sldMk cId="0" sldId="16772939"/>
        </pc:sldMkLst>
        <pc:spChg chg="mod">
          <ac:chgData name="he zhendong/0494938/何　振東" userId="022da341-ef73-48fb-bc20-f47322bbf998" providerId="ADAL" clId="{9E891F1E-6875-4812-ACD0-C456DB8467F3}" dt="2025-09-18T16:27:24.176" v="6962" actId="20577"/>
          <ac:spMkLst>
            <pc:docMk/>
            <pc:sldMk cId="0" sldId="16772939"/>
            <ac:spMk id="4" creationId="{00000000-0000-0000-0000-000000000000}"/>
          </ac:spMkLst>
        </pc:spChg>
      </pc:sldChg>
      <pc:sldChg chg="delSp modSp del mod">
        <pc:chgData name="he zhendong/0494938/何　振東" userId="022da341-ef73-48fb-bc20-f47322bbf998" providerId="ADAL" clId="{9E891F1E-6875-4812-ACD0-C456DB8467F3}" dt="2025-09-19T06:21:32.369" v="6978" actId="47"/>
        <pc:sldMkLst>
          <pc:docMk/>
          <pc:sldMk cId="0" sldId="16772940"/>
        </pc:sldMkLst>
        <pc:spChg chg="mod">
          <ac:chgData name="he zhendong/0494938/何　振東" userId="022da341-ef73-48fb-bc20-f47322bbf998" providerId="ADAL" clId="{9E891F1E-6875-4812-ACD0-C456DB8467F3}" dt="2025-09-18T16:27:42.900" v="6964" actId="255"/>
          <ac:spMkLst>
            <pc:docMk/>
            <pc:sldMk cId="0" sldId="16772940"/>
            <ac:spMk id="2" creationId="{00000000-0000-0000-0000-000000000000}"/>
          </ac:spMkLst>
        </pc:spChg>
        <pc:spChg chg="del">
          <ac:chgData name="he zhendong/0494938/何　振東" userId="022da341-ef73-48fb-bc20-f47322bbf998" providerId="ADAL" clId="{9E891F1E-6875-4812-ACD0-C456DB8467F3}" dt="2025-09-18T05:58:09.164" v="2270" actId="478"/>
          <ac:spMkLst>
            <pc:docMk/>
            <pc:sldMk cId="0" sldId="16772940"/>
            <ac:spMk id="3" creationId="{D590BFAE-711F-4876-DC17-4387772F69A3}"/>
          </ac:spMkLst>
        </pc:spChg>
        <pc:spChg chg="mod">
          <ac:chgData name="he zhendong/0494938/何　振東" userId="022da341-ef73-48fb-bc20-f47322bbf998" providerId="ADAL" clId="{9E891F1E-6875-4812-ACD0-C456DB8467F3}" dt="2025-09-18T16:27:49.885" v="6966" actId="20577"/>
          <ac:spMkLst>
            <pc:docMk/>
            <pc:sldMk cId="0" sldId="16772940"/>
            <ac:spMk id="15" creationId="{00000000-0000-0000-0000-000000000000}"/>
          </ac:spMkLst>
        </pc:spChg>
      </pc:sldChg>
      <pc:sldChg chg="del">
        <pc:chgData name="he zhendong/0494938/何　振東" userId="022da341-ef73-48fb-bc20-f47322bbf998" providerId="ADAL" clId="{9E891F1E-6875-4812-ACD0-C456DB8467F3}" dt="2025-09-18T15:07:34.607" v="6661" actId="47"/>
        <pc:sldMkLst>
          <pc:docMk/>
          <pc:sldMk cId="0" sldId="16772941"/>
        </pc:sldMkLst>
      </pc:sldChg>
      <pc:sldChg chg="del">
        <pc:chgData name="he zhendong/0494938/何　振東" userId="022da341-ef73-48fb-bc20-f47322bbf998" providerId="ADAL" clId="{9E891F1E-6875-4812-ACD0-C456DB8467F3}" dt="2025-09-18T15:07:34.607" v="6661" actId="47"/>
        <pc:sldMkLst>
          <pc:docMk/>
          <pc:sldMk cId="0" sldId="16772942"/>
        </pc:sldMkLst>
      </pc:sldChg>
      <pc:sldChg chg="del">
        <pc:chgData name="he zhendong/0494938/何　振東" userId="022da341-ef73-48fb-bc20-f47322bbf998" providerId="ADAL" clId="{9E891F1E-6875-4812-ACD0-C456DB8467F3}" dt="2025-09-18T15:07:34.607" v="6661" actId="47"/>
        <pc:sldMkLst>
          <pc:docMk/>
          <pc:sldMk cId="0" sldId="16772943"/>
        </pc:sldMkLst>
      </pc:sldChg>
      <pc:sldChg chg="del">
        <pc:chgData name="he zhendong/0494938/何　振東" userId="022da341-ef73-48fb-bc20-f47322bbf998" providerId="ADAL" clId="{9E891F1E-6875-4812-ACD0-C456DB8467F3}" dt="2025-09-18T15:07:34.607" v="6661" actId="47"/>
        <pc:sldMkLst>
          <pc:docMk/>
          <pc:sldMk cId="0" sldId="16772944"/>
        </pc:sldMkLst>
      </pc:sldChg>
      <pc:sldChg chg="delSp modSp del mod">
        <pc:chgData name="he zhendong/0494938/何　振東" userId="022da341-ef73-48fb-bc20-f47322bbf998" providerId="ADAL" clId="{9E891F1E-6875-4812-ACD0-C456DB8467F3}" dt="2025-09-19T06:21:32.369" v="6978" actId="47"/>
        <pc:sldMkLst>
          <pc:docMk/>
          <pc:sldMk cId="0" sldId="16772945"/>
        </pc:sldMkLst>
        <pc:spChg chg="mod">
          <ac:chgData name="he zhendong/0494938/何　振東" userId="022da341-ef73-48fb-bc20-f47322bbf998" providerId="ADAL" clId="{9E891F1E-6875-4812-ACD0-C456DB8467F3}" dt="2025-09-18T16:27:57.552" v="6967" actId="255"/>
          <ac:spMkLst>
            <pc:docMk/>
            <pc:sldMk cId="0" sldId="16772945"/>
            <ac:spMk id="2" creationId="{00000000-0000-0000-0000-000000000000}"/>
          </ac:spMkLst>
        </pc:spChg>
        <pc:spChg chg="del">
          <ac:chgData name="he zhendong/0494938/何　振東" userId="022da341-ef73-48fb-bc20-f47322bbf998" providerId="ADAL" clId="{9E891F1E-6875-4812-ACD0-C456DB8467F3}" dt="2025-09-18T05:58:11.986" v="2271" actId="478"/>
          <ac:spMkLst>
            <pc:docMk/>
            <pc:sldMk cId="0" sldId="16772945"/>
            <ac:spMk id="3" creationId="{00000000-0000-0000-0000-000000000000}"/>
          </ac:spMkLst>
        </pc:spChg>
        <pc:spChg chg="mod">
          <ac:chgData name="he zhendong/0494938/何　振東" userId="022da341-ef73-48fb-bc20-f47322bbf998" providerId="ADAL" clId="{9E891F1E-6875-4812-ACD0-C456DB8467F3}" dt="2025-09-18T16:18:32.753" v="6897" actId="14100"/>
          <ac:spMkLst>
            <pc:docMk/>
            <pc:sldMk cId="0" sldId="16772945"/>
            <ac:spMk id="15" creationId="{00000000-0000-0000-0000-000000000000}"/>
          </ac:spMkLst>
        </pc:spChg>
      </pc:sldChg>
      <pc:sldChg chg="delSp modSp del mod">
        <pc:chgData name="he zhendong/0494938/何　振東" userId="022da341-ef73-48fb-bc20-f47322bbf998" providerId="ADAL" clId="{9E891F1E-6875-4812-ACD0-C456DB8467F3}" dt="2025-09-19T06:21:32.369" v="6978" actId="47"/>
        <pc:sldMkLst>
          <pc:docMk/>
          <pc:sldMk cId="0" sldId="16772946"/>
        </pc:sldMkLst>
        <pc:spChg chg="mod">
          <ac:chgData name="he zhendong/0494938/何　振東" userId="022da341-ef73-48fb-bc20-f47322bbf998" providerId="ADAL" clId="{9E891F1E-6875-4812-ACD0-C456DB8467F3}" dt="2025-09-18T16:28:03.036" v="6968" actId="255"/>
          <ac:spMkLst>
            <pc:docMk/>
            <pc:sldMk cId="0" sldId="16772946"/>
            <ac:spMk id="2" creationId="{00000000-0000-0000-0000-000000000000}"/>
          </ac:spMkLst>
        </pc:spChg>
        <pc:spChg chg="del">
          <ac:chgData name="he zhendong/0494938/何　振東" userId="022da341-ef73-48fb-bc20-f47322bbf998" providerId="ADAL" clId="{9E891F1E-6875-4812-ACD0-C456DB8467F3}" dt="2025-09-18T05:58:16.107" v="2272" actId="478"/>
          <ac:spMkLst>
            <pc:docMk/>
            <pc:sldMk cId="0" sldId="16772946"/>
            <ac:spMk id="3" creationId="{00000000-0000-0000-0000-000000000000}"/>
          </ac:spMkLst>
        </pc:spChg>
        <pc:spChg chg="mod">
          <ac:chgData name="he zhendong/0494938/何　振東" userId="022da341-ef73-48fb-bc20-f47322bbf998" providerId="ADAL" clId="{9E891F1E-6875-4812-ACD0-C456DB8467F3}" dt="2025-09-18T16:18:39.861" v="6898" actId="14100"/>
          <ac:spMkLst>
            <pc:docMk/>
            <pc:sldMk cId="0" sldId="16772946"/>
            <ac:spMk id="15" creationId="{00000000-0000-0000-0000-000000000000}"/>
          </ac:spMkLst>
        </pc:spChg>
      </pc:sldChg>
      <pc:sldChg chg="delSp modSp del mod">
        <pc:chgData name="he zhendong/0494938/何　振東" userId="022da341-ef73-48fb-bc20-f47322bbf998" providerId="ADAL" clId="{9E891F1E-6875-4812-ACD0-C456DB8467F3}" dt="2025-09-19T06:21:32.369" v="6978" actId="47"/>
        <pc:sldMkLst>
          <pc:docMk/>
          <pc:sldMk cId="2515339138" sldId="16772947"/>
        </pc:sldMkLst>
        <pc:spChg chg="mod">
          <ac:chgData name="he zhendong/0494938/何　振東" userId="022da341-ef73-48fb-bc20-f47322bbf998" providerId="ADAL" clId="{9E891F1E-6875-4812-ACD0-C456DB8467F3}" dt="2025-09-18T16:29:31.304" v="6976" actId="255"/>
          <ac:spMkLst>
            <pc:docMk/>
            <pc:sldMk cId="2515339138" sldId="16772947"/>
            <ac:spMk id="2" creationId="{00000000-0000-0000-0000-000000000000}"/>
          </ac:spMkLst>
        </pc:spChg>
        <pc:picChg chg="del">
          <ac:chgData name="he zhendong/0494938/何　振東" userId="022da341-ef73-48fb-bc20-f47322bbf998" providerId="ADAL" clId="{9E891F1E-6875-4812-ACD0-C456DB8467F3}" dt="2025-09-18T16:15:20.688" v="6833" actId="478"/>
          <ac:picMkLst>
            <pc:docMk/>
            <pc:sldMk cId="2515339138" sldId="16772947"/>
            <ac:picMk id="8" creationId="{00000000-0000-0000-0000-000000000000}"/>
          </ac:picMkLst>
        </pc:picChg>
      </pc:sldChg>
      <pc:sldChg chg="delSp modSp del mod">
        <pc:chgData name="he zhendong/0494938/何　振東" userId="022da341-ef73-48fb-bc20-f47322bbf998" providerId="ADAL" clId="{9E891F1E-6875-4812-ACD0-C456DB8467F3}" dt="2025-09-19T06:21:32.369" v="6978" actId="47"/>
        <pc:sldMkLst>
          <pc:docMk/>
          <pc:sldMk cId="0" sldId="16772948"/>
        </pc:sldMkLst>
        <pc:spChg chg="mod">
          <ac:chgData name="he zhendong/0494938/何　振東" userId="022da341-ef73-48fb-bc20-f47322bbf998" providerId="ADAL" clId="{9E891F1E-6875-4812-ACD0-C456DB8467F3}" dt="2025-09-18T16:28:15.842" v="6972" actId="27636"/>
          <ac:spMkLst>
            <pc:docMk/>
            <pc:sldMk cId="0" sldId="16772948"/>
            <ac:spMk id="2" creationId="{00000000-0000-0000-0000-000000000000}"/>
          </ac:spMkLst>
        </pc:spChg>
        <pc:spChg chg="del">
          <ac:chgData name="he zhendong/0494938/何　振東" userId="022da341-ef73-48fb-bc20-f47322bbf998" providerId="ADAL" clId="{9E891F1E-6875-4812-ACD0-C456DB8467F3}" dt="2025-09-18T05:58:25.611" v="2273" actId="478"/>
          <ac:spMkLst>
            <pc:docMk/>
            <pc:sldMk cId="0" sldId="16772948"/>
            <ac:spMk id="3" creationId="{00000000-0000-0000-0000-000000000000}"/>
          </ac:spMkLst>
        </pc:spChg>
        <pc:spChg chg="mod">
          <ac:chgData name="he zhendong/0494938/何　振東" userId="022da341-ef73-48fb-bc20-f47322bbf998" providerId="ADAL" clId="{9E891F1E-6875-4812-ACD0-C456DB8467F3}" dt="2025-09-18T12:20:03.617" v="6528"/>
          <ac:spMkLst>
            <pc:docMk/>
            <pc:sldMk cId="0" sldId="16772948"/>
            <ac:spMk id="15" creationId="{00000000-0000-0000-0000-000000000000}"/>
          </ac:spMkLst>
        </pc:spChg>
      </pc:sldChg>
      <pc:sldChg chg="del">
        <pc:chgData name="he zhendong/0494938/何　振東" userId="022da341-ef73-48fb-bc20-f47322bbf998" providerId="ADAL" clId="{9E891F1E-6875-4812-ACD0-C456DB8467F3}" dt="2025-09-18T15:07:34.607" v="6661" actId="47"/>
        <pc:sldMkLst>
          <pc:docMk/>
          <pc:sldMk cId="0" sldId="16772949"/>
        </pc:sldMkLst>
      </pc:sldChg>
      <pc:sldChg chg="delSp modSp del mod">
        <pc:chgData name="he zhendong/0494938/何　振東" userId="022da341-ef73-48fb-bc20-f47322bbf998" providerId="ADAL" clId="{9E891F1E-6875-4812-ACD0-C456DB8467F3}" dt="2025-09-19T06:21:32.369" v="6978" actId="47"/>
        <pc:sldMkLst>
          <pc:docMk/>
          <pc:sldMk cId="0" sldId="16772953"/>
        </pc:sldMkLst>
        <pc:spChg chg="mod">
          <ac:chgData name="he zhendong/0494938/何　振東" userId="022da341-ef73-48fb-bc20-f47322bbf998" providerId="ADAL" clId="{9E891F1E-6875-4812-ACD0-C456DB8467F3}" dt="2025-09-18T05:13:03.645" v="22" actId="6549"/>
          <ac:spMkLst>
            <pc:docMk/>
            <pc:sldMk cId="0" sldId="16772953"/>
            <ac:spMk id="15" creationId="{00000000-0000-0000-0000-000000000000}"/>
          </ac:spMkLst>
        </pc:spChg>
        <pc:spChg chg="del">
          <ac:chgData name="he zhendong/0494938/何　振東" userId="022da341-ef73-48fb-bc20-f47322bbf998" providerId="ADAL" clId="{9E891F1E-6875-4812-ACD0-C456DB8467F3}" dt="2025-09-18T05:58:28.187" v="2274" actId="478"/>
          <ac:spMkLst>
            <pc:docMk/>
            <pc:sldMk cId="0" sldId="16772953"/>
            <ac:spMk id="33" creationId="{00000000-0000-0000-0000-000000000000}"/>
          </ac:spMkLst>
        </pc:spChg>
      </pc:sldChg>
      <pc:sldChg chg="delSp modSp del mod">
        <pc:chgData name="he zhendong/0494938/何　振東" userId="022da341-ef73-48fb-bc20-f47322bbf998" providerId="ADAL" clId="{9E891F1E-6875-4812-ACD0-C456DB8467F3}" dt="2025-09-19T06:21:32.369" v="6978" actId="47"/>
        <pc:sldMkLst>
          <pc:docMk/>
          <pc:sldMk cId="0" sldId="16772954"/>
        </pc:sldMkLst>
        <pc:spChg chg="del">
          <ac:chgData name="he zhendong/0494938/何　振東" userId="022da341-ef73-48fb-bc20-f47322bbf998" providerId="ADAL" clId="{9E891F1E-6875-4812-ACD0-C456DB8467F3}" dt="2025-09-18T05:58:37.404" v="2275" actId="478"/>
          <ac:spMkLst>
            <pc:docMk/>
            <pc:sldMk cId="0" sldId="16772954"/>
            <ac:spMk id="3" creationId="{00000000-0000-0000-0000-000000000000}"/>
          </ac:spMkLst>
        </pc:spChg>
        <pc:spChg chg="mod">
          <ac:chgData name="he zhendong/0494938/何　振東" userId="022da341-ef73-48fb-bc20-f47322bbf998" providerId="ADAL" clId="{9E891F1E-6875-4812-ACD0-C456DB8467F3}" dt="2025-09-18T16:23:39.430" v="6942" actId="14100"/>
          <ac:spMkLst>
            <pc:docMk/>
            <pc:sldMk cId="0" sldId="16772954"/>
            <ac:spMk id="15" creationId="{00000000-0000-0000-0000-000000000000}"/>
          </ac:spMkLst>
        </pc:spChg>
      </pc:sldChg>
      <pc:sldChg chg="addSp delSp modSp del mod">
        <pc:chgData name="he zhendong/0494938/何　振東" userId="022da341-ef73-48fb-bc20-f47322bbf998" providerId="ADAL" clId="{9E891F1E-6875-4812-ACD0-C456DB8467F3}" dt="2025-09-19T06:21:32.369" v="6978" actId="47"/>
        <pc:sldMkLst>
          <pc:docMk/>
          <pc:sldMk cId="0" sldId="16772955"/>
        </pc:sldMkLst>
        <pc:spChg chg="del mod">
          <ac:chgData name="he zhendong/0494938/何　振東" userId="022da341-ef73-48fb-bc20-f47322bbf998" providerId="ADAL" clId="{9E891F1E-6875-4812-ACD0-C456DB8467F3}" dt="2025-09-18T05:58:42.957" v="2277" actId="478"/>
          <ac:spMkLst>
            <pc:docMk/>
            <pc:sldMk cId="0" sldId="16772955"/>
            <ac:spMk id="3" creationId="{00000000-0000-0000-0000-000000000000}"/>
          </ac:spMkLst>
        </pc:spChg>
        <pc:spChg chg="add mod">
          <ac:chgData name="he zhendong/0494938/何　振東" userId="022da341-ef73-48fb-bc20-f47322bbf998" providerId="ADAL" clId="{9E891F1E-6875-4812-ACD0-C456DB8467F3}" dt="2025-09-18T07:50:17.876" v="2684" actId="34135"/>
          <ac:spMkLst>
            <pc:docMk/>
            <pc:sldMk cId="0" sldId="16772955"/>
            <ac:spMk id="10" creationId="{611FA5FB-7620-4324-88D3-512BF9B0B1D3}"/>
          </ac:spMkLst>
        </pc:spChg>
        <pc:spChg chg="add mod">
          <ac:chgData name="he zhendong/0494938/何　振東" userId="022da341-ef73-48fb-bc20-f47322bbf998" providerId="ADAL" clId="{9E891F1E-6875-4812-ACD0-C456DB8467F3}" dt="2025-09-18T07:50:17.876" v="2684" actId="34135"/>
          <ac:spMkLst>
            <pc:docMk/>
            <pc:sldMk cId="0" sldId="16772955"/>
            <ac:spMk id="11" creationId="{A2F23E60-44C9-327D-13DD-39893E0A6278}"/>
          </ac:spMkLst>
        </pc:spChg>
        <pc:spChg chg="mod">
          <ac:chgData name="he zhendong/0494938/何　振東" userId="022da341-ef73-48fb-bc20-f47322bbf998" providerId="ADAL" clId="{9E891F1E-6875-4812-ACD0-C456DB8467F3}" dt="2025-09-18T07:50:51.949" v="2690" actId="404"/>
          <ac:spMkLst>
            <pc:docMk/>
            <pc:sldMk cId="0" sldId="16772955"/>
            <ac:spMk id="15" creationId="{00000000-0000-0000-0000-000000000000}"/>
          </ac:spMkLst>
        </pc:spChg>
        <pc:spChg chg="add mod">
          <ac:chgData name="he zhendong/0494938/何　振東" userId="022da341-ef73-48fb-bc20-f47322bbf998" providerId="ADAL" clId="{9E891F1E-6875-4812-ACD0-C456DB8467F3}" dt="2025-09-18T07:50:17.876" v="2684" actId="34135"/>
          <ac:spMkLst>
            <pc:docMk/>
            <pc:sldMk cId="0" sldId="16772955"/>
            <ac:spMk id="17" creationId="{E25D5D8D-BA9D-B4BD-6596-D534F6178AB4}"/>
          </ac:spMkLst>
        </pc:spChg>
        <pc:spChg chg="add mod">
          <ac:chgData name="he zhendong/0494938/何　振東" userId="022da341-ef73-48fb-bc20-f47322bbf998" providerId="ADAL" clId="{9E891F1E-6875-4812-ACD0-C456DB8467F3}" dt="2025-09-18T07:50:17.876" v="2684" actId="34135"/>
          <ac:spMkLst>
            <pc:docMk/>
            <pc:sldMk cId="0" sldId="16772955"/>
            <ac:spMk id="22" creationId="{1D19EB9E-8BF7-9B70-9F7B-CCD82D95FF36}"/>
          </ac:spMkLst>
        </pc:spChg>
        <pc:spChg chg="add mod">
          <ac:chgData name="he zhendong/0494938/何　振東" userId="022da341-ef73-48fb-bc20-f47322bbf998" providerId="ADAL" clId="{9E891F1E-6875-4812-ACD0-C456DB8467F3}" dt="2025-09-18T07:49:21.442" v="2644" actId="166"/>
          <ac:spMkLst>
            <pc:docMk/>
            <pc:sldMk cId="0" sldId="16772955"/>
            <ac:spMk id="26" creationId="{27C1F174-4F20-4865-36C6-ED7EB53B8202}"/>
          </ac:spMkLst>
        </pc:spChg>
        <pc:spChg chg="add mod">
          <ac:chgData name="he zhendong/0494938/何　振東" userId="022da341-ef73-48fb-bc20-f47322bbf998" providerId="ADAL" clId="{9E891F1E-6875-4812-ACD0-C456DB8467F3}" dt="2025-09-18T07:50:17.876" v="2684" actId="34135"/>
          <ac:spMkLst>
            <pc:docMk/>
            <pc:sldMk cId="0" sldId="16772955"/>
            <ac:spMk id="27" creationId="{96C6B8BA-3036-D96F-198D-7F80076030EB}"/>
          </ac:spMkLst>
        </pc:spChg>
        <pc:spChg chg="add mod">
          <ac:chgData name="he zhendong/0494938/何　振東" userId="022da341-ef73-48fb-bc20-f47322bbf998" providerId="ADAL" clId="{9E891F1E-6875-4812-ACD0-C456DB8467F3}" dt="2025-09-18T07:50:17.876" v="2684" actId="34135"/>
          <ac:spMkLst>
            <pc:docMk/>
            <pc:sldMk cId="0" sldId="16772955"/>
            <ac:spMk id="28" creationId="{1305AC61-2ABE-194F-D3B9-A88106D091EB}"/>
          </ac:spMkLst>
        </pc:spChg>
        <pc:spChg chg="add mod">
          <ac:chgData name="he zhendong/0494938/何　振東" userId="022da341-ef73-48fb-bc20-f47322bbf998" providerId="ADAL" clId="{9E891F1E-6875-4812-ACD0-C456DB8467F3}" dt="2025-09-18T07:50:17.876" v="2684" actId="34135"/>
          <ac:spMkLst>
            <pc:docMk/>
            <pc:sldMk cId="0" sldId="16772955"/>
            <ac:spMk id="33" creationId="{6FCCFBA2-80DA-DE56-16FB-27544437267B}"/>
          </ac:spMkLst>
        </pc:spChg>
        <pc:spChg chg="add mod">
          <ac:chgData name="he zhendong/0494938/何　振東" userId="022da341-ef73-48fb-bc20-f47322bbf998" providerId="ADAL" clId="{9E891F1E-6875-4812-ACD0-C456DB8467F3}" dt="2025-09-18T07:50:17.876" v="2684" actId="34135"/>
          <ac:spMkLst>
            <pc:docMk/>
            <pc:sldMk cId="0" sldId="16772955"/>
            <ac:spMk id="34" creationId="{D080D4B5-33C2-D04C-58A4-91869F64D4F8}"/>
          </ac:spMkLst>
        </pc:spChg>
        <pc:spChg chg="add mod">
          <ac:chgData name="he zhendong/0494938/何　振東" userId="022da341-ef73-48fb-bc20-f47322bbf998" providerId="ADAL" clId="{9E891F1E-6875-4812-ACD0-C456DB8467F3}" dt="2025-09-18T07:50:17.876" v="2684" actId="34135"/>
          <ac:spMkLst>
            <pc:docMk/>
            <pc:sldMk cId="0" sldId="16772955"/>
            <ac:spMk id="35" creationId="{07156DEC-D84B-AD51-E4C1-C7745FF03A88}"/>
          </ac:spMkLst>
        </pc:spChg>
        <pc:spChg chg="add mod">
          <ac:chgData name="he zhendong/0494938/何　振東" userId="022da341-ef73-48fb-bc20-f47322bbf998" providerId="ADAL" clId="{9E891F1E-6875-4812-ACD0-C456DB8467F3}" dt="2025-09-18T16:23:02.470" v="6934" actId="14100"/>
          <ac:spMkLst>
            <pc:docMk/>
            <pc:sldMk cId="0" sldId="16772955"/>
            <ac:spMk id="36" creationId="{AB4C2A2D-9240-EDBD-C317-786B2F0B439B}"/>
          </ac:spMkLst>
        </pc:spChg>
        <pc:spChg chg="add mod">
          <ac:chgData name="he zhendong/0494938/何　振東" userId="022da341-ef73-48fb-bc20-f47322bbf998" providerId="ADAL" clId="{9E891F1E-6875-4812-ACD0-C456DB8467F3}" dt="2025-09-18T08:00:35.902" v="3438" actId="14100"/>
          <ac:spMkLst>
            <pc:docMk/>
            <pc:sldMk cId="0" sldId="16772955"/>
            <ac:spMk id="37" creationId="{5C36AF81-6A27-5DF0-5677-924E9C819293}"/>
          </ac:spMkLst>
        </pc:spChg>
        <pc:spChg chg="add del mod">
          <ac:chgData name="he zhendong/0494938/何　振東" userId="022da341-ef73-48fb-bc20-f47322bbf998" providerId="ADAL" clId="{9E891F1E-6875-4812-ACD0-C456DB8467F3}" dt="2025-09-18T07:55:02.218" v="2770" actId="478"/>
          <ac:spMkLst>
            <pc:docMk/>
            <pc:sldMk cId="0" sldId="16772955"/>
            <ac:spMk id="43" creationId="{1A8EF3E1-AF68-D652-848C-2F9266A4EC52}"/>
          </ac:spMkLst>
        </pc:spChg>
        <pc:spChg chg="add del mod">
          <ac:chgData name="he zhendong/0494938/何　振東" userId="022da341-ef73-48fb-bc20-f47322bbf998" providerId="ADAL" clId="{9E891F1E-6875-4812-ACD0-C456DB8467F3}" dt="2025-09-18T07:55:36.660" v="2779" actId="1076"/>
          <ac:spMkLst>
            <pc:docMk/>
            <pc:sldMk cId="0" sldId="16772955"/>
            <ac:spMk id="45" creationId="{AC2A33F9-D23A-E1BF-8070-8A636ECDDA05}"/>
          </ac:spMkLst>
        </pc:spChg>
        <pc:spChg chg="add del mod">
          <ac:chgData name="he zhendong/0494938/何　振東" userId="022da341-ef73-48fb-bc20-f47322bbf998" providerId="ADAL" clId="{9E891F1E-6875-4812-ACD0-C456DB8467F3}" dt="2025-09-18T07:53:49.597" v="2712" actId="478"/>
          <ac:spMkLst>
            <pc:docMk/>
            <pc:sldMk cId="0" sldId="16772955"/>
            <ac:spMk id="47" creationId="{B6E7E339-BF96-3381-EAE1-311B094853BE}"/>
          </ac:spMkLst>
        </pc:spChg>
        <pc:spChg chg="add mod">
          <ac:chgData name="he zhendong/0494938/何　振東" userId="022da341-ef73-48fb-bc20-f47322bbf998" providerId="ADAL" clId="{9E891F1E-6875-4812-ACD0-C456DB8467F3}" dt="2025-09-18T07:57:08.932" v="2806" actId="1076"/>
          <ac:spMkLst>
            <pc:docMk/>
            <pc:sldMk cId="0" sldId="16772955"/>
            <ac:spMk id="49" creationId="{CC8062C9-B741-8172-DF62-932172D25746}"/>
          </ac:spMkLst>
        </pc:spChg>
        <pc:spChg chg="add mod">
          <ac:chgData name="he zhendong/0494938/何　振東" userId="022da341-ef73-48fb-bc20-f47322bbf998" providerId="ADAL" clId="{9E891F1E-6875-4812-ACD0-C456DB8467F3}" dt="2025-09-18T07:55:41.539" v="2780" actId="1076"/>
          <ac:spMkLst>
            <pc:docMk/>
            <pc:sldMk cId="0" sldId="16772955"/>
            <ac:spMk id="50" creationId="{CB0810E1-9F6F-6930-EBC0-582CD24EFC47}"/>
          </ac:spMkLst>
        </pc:spChg>
        <pc:spChg chg="add mod">
          <ac:chgData name="he zhendong/0494938/何　振東" userId="022da341-ef73-48fb-bc20-f47322bbf998" providerId="ADAL" clId="{9E891F1E-6875-4812-ACD0-C456DB8467F3}" dt="2025-09-18T07:52:54.527" v="2701" actId="1076"/>
          <ac:spMkLst>
            <pc:docMk/>
            <pc:sldMk cId="0" sldId="16772955"/>
            <ac:spMk id="52" creationId="{240366E5-522F-BED1-7E22-A83EE668803E}"/>
          </ac:spMkLst>
        </pc:spChg>
        <pc:spChg chg="add mod">
          <ac:chgData name="he zhendong/0494938/何　振東" userId="022da341-ef73-48fb-bc20-f47322bbf998" providerId="ADAL" clId="{9E891F1E-6875-4812-ACD0-C456DB8467F3}" dt="2025-09-18T07:56:42.490" v="2798" actId="1076"/>
          <ac:spMkLst>
            <pc:docMk/>
            <pc:sldMk cId="0" sldId="16772955"/>
            <ac:spMk id="53" creationId="{B2CB038B-03D1-0D8B-10DF-6400006EECF2}"/>
          </ac:spMkLst>
        </pc:spChg>
        <pc:spChg chg="add del mod">
          <ac:chgData name="he zhendong/0494938/何　振東" userId="022da341-ef73-48fb-bc20-f47322bbf998" providerId="ADAL" clId="{9E891F1E-6875-4812-ACD0-C456DB8467F3}" dt="2025-09-18T07:53:26.681" v="2708"/>
          <ac:spMkLst>
            <pc:docMk/>
            <pc:sldMk cId="0" sldId="16772955"/>
            <ac:spMk id="54" creationId="{AB9A4878-0441-8B71-147C-3E2013F5F8CE}"/>
          </ac:spMkLst>
        </pc:spChg>
        <pc:spChg chg="add mod">
          <ac:chgData name="he zhendong/0494938/何　振東" userId="022da341-ef73-48fb-bc20-f47322bbf998" providerId="ADAL" clId="{9E891F1E-6875-4812-ACD0-C456DB8467F3}" dt="2025-09-18T07:59:39.573" v="3398" actId="1076"/>
          <ac:spMkLst>
            <pc:docMk/>
            <pc:sldMk cId="0" sldId="16772955"/>
            <ac:spMk id="59" creationId="{EEA18915-2B03-2711-02B3-AA6653EB607F}"/>
          </ac:spMkLst>
        </pc:spChg>
        <pc:spChg chg="add mod">
          <ac:chgData name="he zhendong/0494938/何　振東" userId="022da341-ef73-48fb-bc20-f47322bbf998" providerId="ADAL" clId="{9E891F1E-6875-4812-ACD0-C456DB8467F3}" dt="2025-09-18T07:56:19.551" v="2792" actId="1076"/>
          <ac:spMkLst>
            <pc:docMk/>
            <pc:sldMk cId="0" sldId="16772955"/>
            <ac:spMk id="1025" creationId="{AC3B1F0B-E566-6EF5-AAC0-CDE800C734BB}"/>
          </ac:spMkLst>
        </pc:spChg>
        <pc:spChg chg="add mod">
          <ac:chgData name="he zhendong/0494938/何　振東" userId="022da341-ef73-48fb-bc20-f47322bbf998" providerId="ADAL" clId="{9E891F1E-6875-4812-ACD0-C456DB8467F3}" dt="2025-09-18T16:23:06.415" v="6940" actId="1036"/>
          <ac:spMkLst>
            <pc:docMk/>
            <pc:sldMk cId="0" sldId="16772955"/>
            <ac:spMk id="1032" creationId="{D4139182-7A25-C154-76AA-09ACC96E7A63}"/>
          </ac:spMkLst>
        </pc:spChg>
        <pc:spChg chg="add mod">
          <ac:chgData name="he zhendong/0494938/何　振東" userId="022da341-ef73-48fb-bc20-f47322bbf998" providerId="ADAL" clId="{9E891F1E-6875-4812-ACD0-C456DB8467F3}" dt="2025-09-18T08:00:33.517" v="3437" actId="1076"/>
          <ac:spMkLst>
            <pc:docMk/>
            <pc:sldMk cId="0" sldId="16772955"/>
            <ac:spMk id="1033" creationId="{AA6A1C5F-CD32-06FC-BF97-C539693B7948}"/>
          </ac:spMkLst>
        </pc:spChg>
        <pc:picChg chg="add mod">
          <ac:chgData name="he zhendong/0494938/何　振東" userId="022da341-ef73-48fb-bc20-f47322bbf998" providerId="ADAL" clId="{9E891F1E-6875-4812-ACD0-C456DB8467F3}" dt="2025-09-18T07:42:14.879" v="2442" actId="1076"/>
          <ac:picMkLst>
            <pc:docMk/>
            <pc:sldMk cId="0" sldId="16772955"/>
            <ac:picMk id="3" creationId="{ED65042F-6CBD-AA69-6B0C-CF3722A869A9}"/>
          </ac:picMkLst>
        </pc:picChg>
        <pc:picChg chg="mod">
          <ac:chgData name="he zhendong/0494938/何　振東" userId="022da341-ef73-48fb-bc20-f47322bbf998" providerId="ADAL" clId="{9E891F1E-6875-4812-ACD0-C456DB8467F3}" dt="2025-09-18T07:53:41.608" v="2711" actId="14100"/>
          <ac:picMkLst>
            <pc:docMk/>
            <pc:sldMk cId="0" sldId="16772955"/>
            <ac:picMk id="4" creationId="{00000000-0000-0000-0000-000000000000}"/>
          </ac:picMkLst>
        </pc:picChg>
        <pc:picChg chg="add mod">
          <ac:chgData name="he zhendong/0494938/何　振東" userId="022da341-ef73-48fb-bc20-f47322bbf998" providerId="ADAL" clId="{9E891F1E-6875-4812-ACD0-C456DB8467F3}" dt="2025-09-18T07:42:57.424" v="2447" actId="108"/>
          <ac:picMkLst>
            <pc:docMk/>
            <pc:sldMk cId="0" sldId="16772955"/>
            <ac:picMk id="5" creationId="{E1ACAB65-3AB2-344A-FB04-7B15DA6A0DF0}"/>
          </ac:picMkLst>
        </pc:picChg>
        <pc:picChg chg="add mod">
          <ac:chgData name="he zhendong/0494938/何　振東" userId="022da341-ef73-48fb-bc20-f47322bbf998" providerId="ADAL" clId="{9E891F1E-6875-4812-ACD0-C456DB8467F3}" dt="2025-09-18T07:43:11.362" v="2451" actId="1076"/>
          <ac:picMkLst>
            <pc:docMk/>
            <pc:sldMk cId="0" sldId="16772955"/>
            <ac:picMk id="8" creationId="{944E0A13-6EAB-94C1-BA90-E7306C49B52F}"/>
          </ac:picMkLst>
        </pc:picChg>
        <pc:picChg chg="add mod">
          <ac:chgData name="he zhendong/0494938/何　振東" userId="022da341-ef73-48fb-bc20-f47322bbf998" providerId="ADAL" clId="{9E891F1E-6875-4812-ACD0-C456DB8467F3}" dt="2025-09-18T07:43:31.962" v="2456" actId="1076"/>
          <ac:picMkLst>
            <pc:docMk/>
            <pc:sldMk cId="0" sldId="16772955"/>
            <ac:picMk id="9" creationId="{0E7B17E4-6701-30C0-DAC9-238982F9C12A}"/>
          </ac:picMkLst>
        </pc:picChg>
        <pc:picChg chg="add mod">
          <ac:chgData name="he zhendong/0494938/何　振東" userId="022da341-ef73-48fb-bc20-f47322bbf998" providerId="ADAL" clId="{9E891F1E-6875-4812-ACD0-C456DB8467F3}" dt="2025-09-18T07:51:03.080" v="2694" actId="1076"/>
          <ac:picMkLst>
            <pc:docMk/>
            <pc:sldMk cId="0" sldId="16772955"/>
            <ac:picMk id="38" creationId="{531273D5-EDE3-11B0-B91C-0D5878763265}"/>
          </ac:picMkLst>
        </pc:picChg>
        <pc:picChg chg="add del mod">
          <ac:chgData name="he zhendong/0494938/何　振東" userId="022da341-ef73-48fb-bc20-f47322bbf998" providerId="ADAL" clId="{9E891F1E-6875-4812-ACD0-C456DB8467F3}" dt="2025-09-18T07:54:52.477" v="2767" actId="478"/>
          <ac:picMkLst>
            <pc:docMk/>
            <pc:sldMk cId="0" sldId="16772955"/>
            <ac:picMk id="39" creationId="{F255F04C-44B0-E9C4-6775-7084701CA68B}"/>
          </ac:picMkLst>
        </pc:picChg>
        <pc:picChg chg="add del mod">
          <ac:chgData name="he zhendong/0494938/何　振東" userId="022da341-ef73-48fb-bc20-f47322bbf998" providerId="ADAL" clId="{9E891F1E-6875-4812-ACD0-C456DB8467F3}" dt="2025-09-18T07:54:50.349" v="2766" actId="478"/>
          <ac:picMkLst>
            <pc:docMk/>
            <pc:sldMk cId="0" sldId="16772955"/>
            <ac:picMk id="40" creationId="{0AB5B7AC-A090-4F03-2337-C68F43B9F437}"/>
          </ac:picMkLst>
        </pc:picChg>
        <pc:picChg chg="mod">
          <ac:chgData name="he zhendong/0494938/何　振東" userId="022da341-ef73-48fb-bc20-f47322bbf998" providerId="ADAL" clId="{9E891F1E-6875-4812-ACD0-C456DB8467F3}" dt="2025-09-18T07:56:35.546" v="2795" actId="1076"/>
          <ac:picMkLst>
            <pc:docMk/>
            <pc:sldMk cId="0" sldId="16772955"/>
            <ac:picMk id="41" creationId="{8E9EFDF4-2BCC-56FD-6252-F85371325FD0}"/>
          </ac:picMkLst>
        </pc:picChg>
        <pc:picChg chg="add mod">
          <ac:chgData name="he zhendong/0494938/何　振東" userId="022da341-ef73-48fb-bc20-f47322bbf998" providerId="ADAL" clId="{9E891F1E-6875-4812-ACD0-C456DB8467F3}" dt="2025-09-18T07:52:54.527" v="2701" actId="1076"/>
          <ac:picMkLst>
            <pc:docMk/>
            <pc:sldMk cId="0" sldId="16772955"/>
            <ac:picMk id="42" creationId="{A3BE9140-324E-4754-4223-7B649CE936AB}"/>
          </ac:picMkLst>
        </pc:picChg>
        <pc:picChg chg="add mod">
          <ac:chgData name="he zhendong/0494938/何　振東" userId="022da341-ef73-48fb-bc20-f47322bbf998" providerId="ADAL" clId="{9E891F1E-6875-4812-ACD0-C456DB8467F3}" dt="2025-09-18T07:56:12.677" v="2790" actId="1076"/>
          <ac:picMkLst>
            <pc:docMk/>
            <pc:sldMk cId="0" sldId="16772955"/>
            <ac:picMk id="1026" creationId="{786172C5-BE22-6FE9-70AE-74E84586039E}"/>
          </ac:picMkLst>
        </pc:picChg>
        <pc:cxnChg chg="add del mod">
          <ac:chgData name="he zhendong/0494938/何　振東" userId="022da341-ef73-48fb-bc20-f47322bbf998" providerId="ADAL" clId="{9E891F1E-6875-4812-ACD0-C456DB8467F3}" dt="2025-09-18T07:44:12.230" v="2463" actId="478"/>
          <ac:cxnSpMkLst>
            <pc:docMk/>
            <pc:sldMk cId="0" sldId="16772955"/>
            <ac:cxnSpMk id="7" creationId="{91C6F7D0-0EF1-566B-94E4-38AACCB0A744}"/>
          </ac:cxnSpMkLst>
        </pc:cxnChg>
        <pc:cxnChg chg="add mod">
          <ac:chgData name="he zhendong/0494938/何　振東" userId="022da341-ef73-48fb-bc20-f47322bbf998" providerId="ADAL" clId="{9E891F1E-6875-4812-ACD0-C456DB8467F3}" dt="2025-09-18T07:44:49.460" v="2477" actId="1038"/>
          <ac:cxnSpMkLst>
            <pc:docMk/>
            <pc:sldMk cId="0" sldId="16772955"/>
            <ac:cxnSpMk id="12" creationId="{F5C01C4D-AD2A-566A-7BED-260CDC8A9E3E}"/>
          </ac:cxnSpMkLst>
        </pc:cxnChg>
        <pc:cxnChg chg="add mod">
          <ac:chgData name="he zhendong/0494938/何　振東" userId="022da341-ef73-48fb-bc20-f47322bbf998" providerId="ADAL" clId="{9E891F1E-6875-4812-ACD0-C456DB8467F3}" dt="2025-09-18T07:46:39.469" v="2531" actId="14100"/>
          <ac:cxnSpMkLst>
            <pc:docMk/>
            <pc:sldMk cId="0" sldId="16772955"/>
            <ac:cxnSpMk id="19" creationId="{A653D454-21AE-C69A-C473-415D31E457D1}"/>
          </ac:cxnSpMkLst>
        </pc:cxnChg>
        <pc:cxnChg chg="add mod">
          <ac:chgData name="he zhendong/0494938/何　振東" userId="022da341-ef73-48fb-bc20-f47322bbf998" providerId="ADAL" clId="{9E891F1E-6875-4812-ACD0-C456DB8467F3}" dt="2025-09-18T07:45:56.829" v="2499" actId="14100"/>
          <ac:cxnSpMkLst>
            <pc:docMk/>
            <pc:sldMk cId="0" sldId="16772955"/>
            <ac:cxnSpMk id="23" creationId="{2E4EA81E-6181-E828-3E3A-321400679CF2}"/>
          </ac:cxnSpMkLst>
        </pc:cxnChg>
        <pc:cxnChg chg="add mod">
          <ac:chgData name="he zhendong/0494938/何　振東" userId="022da341-ef73-48fb-bc20-f47322bbf998" providerId="ADAL" clId="{9E891F1E-6875-4812-ACD0-C456DB8467F3}" dt="2025-09-18T07:46:56.638" v="2536" actId="692"/>
          <ac:cxnSpMkLst>
            <pc:docMk/>
            <pc:sldMk cId="0" sldId="16772955"/>
            <ac:cxnSpMk id="30" creationId="{5F8CAA34-4EE7-0779-A287-9DF13B08A437}"/>
          </ac:cxnSpMkLst>
        </pc:cxnChg>
        <pc:cxnChg chg="del mod">
          <ac:chgData name="he zhendong/0494938/何　振東" userId="022da341-ef73-48fb-bc20-f47322bbf998" providerId="ADAL" clId="{9E891F1E-6875-4812-ACD0-C456DB8467F3}" dt="2025-09-18T07:54:56.139" v="2768" actId="478"/>
          <ac:cxnSpMkLst>
            <pc:docMk/>
            <pc:sldMk cId="0" sldId="16772955"/>
            <ac:cxnSpMk id="44" creationId="{0C90DBDA-9B63-C9A4-08BC-E9AAADA4C113}"/>
          </ac:cxnSpMkLst>
        </pc:cxnChg>
        <pc:cxnChg chg="mod">
          <ac:chgData name="he zhendong/0494938/何　振東" userId="022da341-ef73-48fb-bc20-f47322bbf998" providerId="ADAL" clId="{9E891F1E-6875-4812-ACD0-C456DB8467F3}" dt="2025-09-18T07:56:54.463" v="2801" actId="14100"/>
          <ac:cxnSpMkLst>
            <pc:docMk/>
            <pc:sldMk cId="0" sldId="16772955"/>
            <ac:cxnSpMk id="46" creationId="{5B278C19-41EF-91A0-1330-9B5E1F8D5D0B}"/>
          </ac:cxnSpMkLst>
        </pc:cxnChg>
        <pc:cxnChg chg="del mod">
          <ac:chgData name="he zhendong/0494938/何　振東" userId="022da341-ef73-48fb-bc20-f47322bbf998" providerId="ADAL" clId="{9E891F1E-6875-4812-ACD0-C456DB8467F3}" dt="2025-09-18T07:55:22.527" v="2776" actId="478"/>
          <ac:cxnSpMkLst>
            <pc:docMk/>
            <pc:sldMk cId="0" sldId="16772955"/>
            <ac:cxnSpMk id="48" creationId="{083647A5-C03A-C961-F6E4-06D3EEA69907}"/>
          </ac:cxnSpMkLst>
        </pc:cxnChg>
        <pc:cxnChg chg="mod">
          <ac:chgData name="he zhendong/0494938/何　振東" userId="022da341-ef73-48fb-bc20-f47322bbf998" providerId="ADAL" clId="{9E891F1E-6875-4812-ACD0-C456DB8467F3}" dt="2025-09-18T07:56:37.918" v="2796" actId="14100"/>
          <ac:cxnSpMkLst>
            <pc:docMk/>
            <pc:sldMk cId="0" sldId="16772955"/>
            <ac:cxnSpMk id="51" creationId="{612AF02D-1591-6E53-3562-7292BCCAE86D}"/>
          </ac:cxnSpMkLst>
        </pc:cxnChg>
      </pc:sldChg>
      <pc:sldChg chg="delSp modSp del mod">
        <pc:chgData name="he zhendong/0494938/何　振東" userId="022da341-ef73-48fb-bc20-f47322bbf998" providerId="ADAL" clId="{9E891F1E-6875-4812-ACD0-C456DB8467F3}" dt="2025-09-19T06:21:32.369" v="6978" actId="47"/>
        <pc:sldMkLst>
          <pc:docMk/>
          <pc:sldMk cId="0" sldId="16772956"/>
        </pc:sldMkLst>
        <pc:spChg chg="mod">
          <ac:chgData name="he zhendong/0494938/何　振東" userId="022da341-ef73-48fb-bc20-f47322bbf998" providerId="ADAL" clId="{9E891F1E-6875-4812-ACD0-C456DB8467F3}" dt="2025-09-18T16:28:33.537" v="6974" actId="27636"/>
          <ac:spMkLst>
            <pc:docMk/>
            <pc:sldMk cId="0" sldId="16772956"/>
            <ac:spMk id="2" creationId="{00000000-0000-0000-0000-000000000000}"/>
          </ac:spMkLst>
        </pc:spChg>
        <pc:spChg chg="del">
          <ac:chgData name="he zhendong/0494938/何　振東" userId="022da341-ef73-48fb-bc20-f47322bbf998" providerId="ADAL" clId="{9E891F1E-6875-4812-ACD0-C456DB8467F3}" dt="2025-09-18T05:58:48.699" v="2278" actId="478"/>
          <ac:spMkLst>
            <pc:docMk/>
            <pc:sldMk cId="0" sldId="16772956"/>
            <ac:spMk id="7" creationId="{00000000-0000-0000-0000-000000000000}"/>
          </ac:spMkLst>
        </pc:spChg>
        <pc:spChg chg="mod">
          <ac:chgData name="he zhendong/0494938/何　振東" userId="022da341-ef73-48fb-bc20-f47322bbf998" providerId="ADAL" clId="{9E891F1E-6875-4812-ACD0-C456DB8467F3}" dt="2025-09-18T05:13:48.838" v="23" actId="404"/>
          <ac:spMkLst>
            <pc:docMk/>
            <pc:sldMk cId="0" sldId="16772956"/>
            <ac:spMk id="15" creationId="{00000000-0000-0000-0000-000000000000}"/>
          </ac:spMkLst>
        </pc:spChg>
        <pc:graphicFrameChg chg="mod modGraphic">
          <ac:chgData name="he zhendong/0494938/何　振東" userId="022da341-ef73-48fb-bc20-f47322bbf998" providerId="ADAL" clId="{9E891F1E-6875-4812-ACD0-C456DB8467F3}" dt="2025-09-18T16:07:45.130" v="6663" actId="13242"/>
          <ac:graphicFrameMkLst>
            <pc:docMk/>
            <pc:sldMk cId="0" sldId="16772956"/>
            <ac:graphicFrameMk id="6" creationId="{00000000-0000-0000-0000-000000000000}"/>
          </ac:graphicFrameMkLst>
        </pc:graphicFrameChg>
      </pc:sldChg>
      <pc:sldChg chg="delSp modSp del mod">
        <pc:chgData name="he zhendong/0494938/何　振東" userId="022da341-ef73-48fb-bc20-f47322bbf998" providerId="ADAL" clId="{9E891F1E-6875-4812-ACD0-C456DB8467F3}" dt="2025-09-19T06:21:32.369" v="6978" actId="47"/>
        <pc:sldMkLst>
          <pc:docMk/>
          <pc:sldMk cId="0" sldId="16772957"/>
        </pc:sldMkLst>
        <pc:spChg chg="mod">
          <ac:chgData name="he zhendong/0494938/何　振東" userId="022da341-ef73-48fb-bc20-f47322bbf998" providerId="ADAL" clId="{9E891F1E-6875-4812-ACD0-C456DB8467F3}" dt="2025-09-18T05:59:14.569" v="2293"/>
          <ac:spMkLst>
            <pc:docMk/>
            <pc:sldMk cId="0" sldId="16772957"/>
            <ac:spMk id="2" creationId="{00000000-0000-0000-0000-000000000000}"/>
          </ac:spMkLst>
        </pc:spChg>
        <pc:spChg chg="del">
          <ac:chgData name="he zhendong/0494938/何　振東" userId="022da341-ef73-48fb-bc20-f47322bbf998" providerId="ADAL" clId="{9E891F1E-6875-4812-ACD0-C456DB8467F3}" dt="2025-09-18T05:58:57.187" v="2280" actId="478"/>
          <ac:spMkLst>
            <pc:docMk/>
            <pc:sldMk cId="0" sldId="16772957"/>
            <ac:spMk id="3" creationId="{00000000-0000-0000-0000-000000000000}"/>
          </ac:spMkLst>
        </pc:spChg>
      </pc:sldChg>
      <pc:sldChg chg="del">
        <pc:chgData name="he zhendong/0494938/何　振東" userId="022da341-ef73-48fb-bc20-f47322bbf998" providerId="ADAL" clId="{9E891F1E-6875-4812-ACD0-C456DB8467F3}" dt="2025-09-18T15:07:34.607" v="6661" actId="47"/>
        <pc:sldMkLst>
          <pc:docMk/>
          <pc:sldMk cId="2057660554" sldId="16772958"/>
        </pc:sldMkLst>
      </pc:sldChg>
      <pc:sldChg chg="del">
        <pc:chgData name="he zhendong/0494938/何　振東" userId="022da341-ef73-48fb-bc20-f47322bbf998" providerId="ADAL" clId="{9E891F1E-6875-4812-ACD0-C456DB8467F3}" dt="2025-09-18T15:07:34.607" v="6661" actId="47"/>
        <pc:sldMkLst>
          <pc:docMk/>
          <pc:sldMk cId="282240151" sldId="16772959"/>
        </pc:sldMkLst>
      </pc:sldChg>
      <pc:sldChg chg="delSp modSp del mod">
        <pc:chgData name="he zhendong/0494938/何　振東" userId="022da341-ef73-48fb-bc20-f47322bbf998" providerId="ADAL" clId="{9E891F1E-6875-4812-ACD0-C456DB8467F3}" dt="2025-09-19T06:21:32.369" v="6978" actId="47"/>
        <pc:sldMkLst>
          <pc:docMk/>
          <pc:sldMk cId="0" sldId="16772960"/>
        </pc:sldMkLst>
        <pc:spChg chg="mod">
          <ac:chgData name="he zhendong/0494938/何　振東" userId="022da341-ef73-48fb-bc20-f47322bbf998" providerId="ADAL" clId="{9E891F1E-6875-4812-ACD0-C456DB8467F3}" dt="2025-09-18T16:29:08.804" v="6975" actId="108"/>
          <ac:spMkLst>
            <pc:docMk/>
            <pc:sldMk cId="0" sldId="16772960"/>
            <ac:spMk id="2" creationId="{00000000-0000-0000-0000-000000000000}"/>
          </ac:spMkLst>
        </pc:spChg>
        <pc:spChg chg="del">
          <ac:chgData name="he zhendong/0494938/何　振東" userId="022da341-ef73-48fb-bc20-f47322bbf998" providerId="ADAL" clId="{9E891F1E-6875-4812-ACD0-C456DB8467F3}" dt="2025-09-18T16:15:09.817" v="6832" actId="478"/>
          <ac:spMkLst>
            <pc:docMk/>
            <pc:sldMk cId="0" sldId="16772960"/>
            <ac:spMk id="3" creationId="{00000000-0000-0000-0000-000000000000}"/>
          </ac:spMkLst>
        </pc:spChg>
        <pc:spChg chg="del mod">
          <ac:chgData name="he zhendong/0494938/何　振東" userId="022da341-ef73-48fb-bc20-f47322bbf998" providerId="ADAL" clId="{9E891F1E-6875-4812-ACD0-C456DB8467F3}" dt="2025-09-18T05:19:18.492" v="1266" actId="478"/>
          <ac:spMkLst>
            <pc:docMk/>
            <pc:sldMk cId="0" sldId="16772960"/>
            <ac:spMk id="15" creationId="{00000000-0000-0000-0000-000000000000}"/>
          </ac:spMkLst>
        </pc:spChg>
        <pc:graphicFrameChg chg="mod modGraphic">
          <ac:chgData name="he zhendong/0494938/何　振東" userId="022da341-ef73-48fb-bc20-f47322bbf998" providerId="ADAL" clId="{9E891F1E-6875-4812-ACD0-C456DB8467F3}" dt="2025-09-18T05:19:23.633" v="1268" actId="14100"/>
          <ac:graphicFrameMkLst>
            <pc:docMk/>
            <pc:sldMk cId="0" sldId="16772960"/>
            <ac:graphicFrameMk id="4" creationId="{9364F8F7-8993-8F9F-93B4-950689A63292}"/>
          </ac:graphicFrameMkLst>
        </pc:graphicFrameChg>
      </pc:sldChg>
      <pc:sldChg chg="addSp delSp modSp del mod">
        <pc:chgData name="he zhendong/0494938/何　振東" userId="022da341-ef73-48fb-bc20-f47322bbf998" providerId="ADAL" clId="{9E891F1E-6875-4812-ACD0-C456DB8467F3}" dt="2025-09-19T06:21:32.369" v="6978" actId="47"/>
        <pc:sldMkLst>
          <pc:docMk/>
          <pc:sldMk cId="0" sldId="16772961"/>
        </pc:sldMkLst>
        <pc:spChg chg="add mod">
          <ac:chgData name="he zhendong/0494938/何　振東" userId="022da341-ef73-48fb-bc20-f47322bbf998" providerId="ADAL" clId="{9E891F1E-6875-4812-ACD0-C456DB8467F3}" dt="2025-09-18T06:01:55.454" v="2310" actId="692"/>
          <ac:spMkLst>
            <pc:docMk/>
            <pc:sldMk cId="0" sldId="16772961"/>
            <ac:spMk id="3" creationId="{81BD2CC8-5AF4-CBDE-B7B8-3BA5DFF36E09}"/>
          </ac:spMkLst>
        </pc:spChg>
        <pc:spChg chg="del">
          <ac:chgData name="he zhendong/0494938/何　振東" userId="022da341-ef73-48fb-bc20-f47322bbf998" providerId="ADAL" clId="{9E891F1E-6875-4812-ACD0-C456DB8467F3}" dt="2025-09-18T16:15:48.197" v="6836" actId="21"/>
          <ac:spMkLst>
            <pc:docMk/>
            <pc:sldMk cId="0" sldId="16772961"/>
            <ac:spMk id="4" creationId="{46479C0B-EF1F-FE5D-D4B2-275E40A366DC}"/>
          </ac:spMkLst>
        </pc:spChg>
        <pc:spChg chg="del">
          <ac:chgData name="he zhendong/0494938/何　振東" userId="022da341-ef73-48fb-bc20-f47322bbf998" providerId="ADAL" clId="{9E891F1E-6875-4812-ACD0-C456DB8467F3}" dt="2025-09-18T16:15:38.950" v="6835" actId="478"/>
          <ac:spMkLst>
            <pc:docMk/>
            <pc:sldMk cId="0" sldId="16772961"/>
            <ac:spMk id="5" creationId="{48C16A81-C68A-3DD7-3A10-D4B6201F7F09}"/>
          </ac:spMkLst>
        </pc:spChg>
        <pc:spChg chg="add del">
          <ac:chgData name="he zhendong/0494938/何　振東" userId="022da341-ef73-48fb-bc20-f47322bbf998" providerId="ADAL" clId="{9E891F1E-6875-4812-ACD0-C456DB8467F3}" dt="2025-09-18T09:04:37.104" v="5631" actId="478"/>
          <ac:spMkLst>
            <pc:docMk/>
            <pc:sldMk cId="0" sldId="16772961"/>
            <ac:spMk id="6" creationId="{9835B429-8BA1-DFD9-8CD2-E95B5D18373C}"/>
          </ac:spMkLst>
        </pc:spChg>
        <pc:spChg chg="add mod">
          <ac:chgData name="he zhendong/0494938/何　振東" userId="022da341-ef73-48fb-bc20-f47322bbf998" providerId="ADAL" clId="{9E891F1E-6875-4812-ACD0-C456DB8467F3}" dt="2025-09-18T12:48:45.766" v="6647" actId="1038"/>
          <ac:spMkLst>
            <pc:docMk/>
            <pc:sldMk cId="0" sldId="16772961"/>
            <ac:spMk id="7" creationId="{0156BDFD-E0EA-04DE-E6E8-55BA3E349755}"/>
          </ac:spMkLst>
        </pc:spChg>
        <pc:spChg chg="mod">
          <ac:chgData name="he zhendong/0494938/何　振東" userId="022da341-ef73-48fb-bc20-f47322bbf998" providerId="ADAL" clId="{9E891F1E-6875-4812-ACD0-C456DB8467F3}" dt="2025-09-18T16:25:43.772" v="6950" actId="14100"/>
          <ac:spMkLst>
            <pc:docMk/>
            <pc:sldMk cId="0" sldId="16772961"/>
            <ac:spMk id="10" creationId="{E44B76A0-0272-1390-DBE5-63E5B5A913F3}"/>
          </ac:spMkLst>
        </pc:spChg>
        <pc:spChg chg="mod">
          <ac:chgData name="he zhendong/0494938/何　振東" userId="022da341-ef73-48fb-bc20-f47322bbf998" providerId="ADAL" clId="{9E891F1E-6875-4812-ACD0-C456DB8467F3}" dt="2025-09-18T16:15:59.345" v="6866" actId="1035"/>
          <ac:spMkLst>
            <pc:docMk/>
            <pc:sldMk cId="0" sldId="16772961"/>
            <ac:spMk id="12" creationId="{99C8C7D3-4385-E7F7-5D50-FB6089D5BD87}"/>
          </ac:spMkLst>
        </pc:spChg>
        <pc:spChg chg="mod">
          <ac:chgData name="he zhendong/0494938/何　振東" userId="022da341-ef73-48fb-bc20-f47322bbf998" providerId="ADAL" clId="{9E891F1E-6875-4812-ACD0-C456DB8467F3}" dt="2025-09-18T16:15:59.345" v="6866" actId="1035"/>
          <ac:spMkLst>
            <pc:docMk/>
            <pc:sldMk cId="0" sldId="16772961"/>
            <ac:spMk id="13" creationId="{20F437F9-F1E3-7A6E-D183-3524B7764422}"/>
          </ac:spMkLst>
        </pc:spChg>
        <pc:spChg chg="mod">
          <ac:chgData name="he zhendong/0494938/何　振東" userId="022da341-ef73-48fb-bc20-f47322bbf998" providerId="ADAL" clId="{9E891F1E-6875-4812-ACD0-C456DB8467F3}" dt="2025-09-18T12:48:45.766" v="6647" actId="1038"/>
          <ac:spMkLst>
            <pc:docMk/>
            <pc:sldMk cId="0" sldId="16772961"/>
            <ac:spMk id="14" creationId="{42AE617F-8791-7DF1-3A74-EE8EFFB19FB9}"/>
          </ac:spMkLst>
        </pc:spChg>
        <pc:spChg chg="add mod">
          <ac:chgData name="he zhendong/0494938/何　振東" userId="022da341-ef73-48fb-bc20-f47322bbf998" providerId="ADAL" clId="{9E891F1E-6875-4812-ACD0-C456DB8467F3}" dt="2025-09-18T09:09:21.578" v="5759" actId="113"/>
          <ac:spMkLst>
            <pc:docMk/>
            <pc:sldMk cId="0" sldId="16772961"/>
            <ac:spMk id="16" creationId="{3B2AFFD5-2193-A6D2-7ED0-36818492A140}"/>
          </ac:spMkLst>
        </pc:spChg>
        <pc:spChg chg="mod">
          <ac:chgData name="he zhendong/0494938/何　振東" userId="022da341-ef73-48fb-bc20-f47322bbf998" providerId="ADAL" clId="{9E891F1E-6875-4812-ACD0-C456DB8467F3}" dt="2025-09-18T12:48:45.766" v="6647" actId="1038"/>
          <ac:spMkLst>
            <pc:docMk/>
            <pc:sldMk cId="0" sldId="16772961"/>
            <ac:spMk id="22" creationId="{EB6975E9-868C-47F9-4909-53F9D70BFA82}"/>
          </ac:spMkLst>
        </pc:spChg>
        <pc:spChg chg="mod">
          <ac:chgData name="he zhendong/0494938/何　振東" userId="022da341-ef73-48fb-bc20-f47322bbf998" providerId="ADAL" clId="{9E891F1E-6875-4812-ACD0-C456DB8467F3}" dt="2025-09-18T16:15:59.345" v="6866" actId="1035"/>
          <ac:spMkLst>
            <pc:docMk/>
            <pc:sldMk cId="0" sldId="16772961"/>
            <ac:spMk id="31" creationId="{8A4E1765-5EB8-9556-412C-EE2ACFBB11FA}"/>
          </ac:spMkLst>
        </pc:spChg>
        <pc:spChg chg="mod">
          <ac:chgData name="he zhendong/0494938/何　振東" userId="022da341-ef73-48fb-bc20-f47322bbf998" providerId="ADAL" clId="{9E891F1E-6875-4812-ACD0-C456DB8467F3}" dt="2025-09-18T12:48:45.766" v="6647" actId="1038"/>
          <ac:spMkLst>
            <pc:docMk/>
            <pc:sldMk cId="0" sldId="16772961"/>
            <ac:spMk id="32" creationId="{75D896C3-1B62-79A9-025B-DA7A49AFB8AE}"/>
          </ac:spMkLst>
        </pc:spChg>
        <pc:spChg chg="mod">
          <ac:chgData name="he zhendong/0494938/何　振東" userId="022da341-ef73-48fb-bc20-f47322bbf998" providerId="ADAL" clId="{9E891F1E-6875-4812-ACD0-C456DB8467F3}" dt="2025-09-18T12:48:45.766" v="6647" actId="1038"/>
          <ac:spMkLst>
            <pc:docMk/>
            <pc:sldMk cId="0" sldId="16772961"/>
            <ac:spMk id="33" creationId="{FDFB3CBF-574A-7598-3BE2-A3A922FB82C2}"/>
          </ac:spMkLst>
        </pc:spChg>
        <pc:spChg chg="mod">
          <ac:chgData name="he zhendong/0494938/何　振東" userId="022da341-ef73-48fb-bc20-f47322bbf998" providerId="ADAL" clId="{9E891F1E-6875-4812-ACD0-C456DB8467F3}" dt="2025-09-18T16:15:59.345" v="6866" actId="1035"/>
          <ac:spMkLst>
            <pc:docMk/>
            <pc:sldMk cId="0" sldId="16772961"/>
            <ac:spMk id="34" creationId="{ADC1CB54-7557-F51B-A295-A98362CFC3C2}"/>
          </ac:spMkLst>
        </pc:spChg>
        <pc:spChg chg="mod">
          <ac:chgData name="he zhendong/0494938/何　振東" userId="022da341-ef73-48fb-bc20-f47322bbf998" providerId="ADAL" clId="{9E891F1E-6875-4812-ACD0-C456DB8467F3}" dt="2025-09-18T05:20:22.680" v="1279" actId="255"/>
          <ac:spMkLst>
            <pc:docMk/>
            <pc:sldMk cId="0" sldId="16772961"/>
            <ac:spMk id="36" creationId="{DF6ADFB0-EEC2-C0DF-C02A-46809441BAEA}"/>
          </ac:spMkLst>
        </pc:spChg>
        <pc:spChg chg="mod">
          <ac:chgData name="he zhendong/0494938/何　振東" userId="022da341-ef73-48fb-bc20-f47322bbf998" providerId="ADAL" clId="{9E891F1E-6875-4812-ACD0-C456DB8467F3}" dt="2025-09-18T05:20:22.680" v="1279" actId="255"/>
          <ac:spMkLst>
            <pc:docMk/>
            <pc:sldMk cId="0" sldId="16772961"/>
            <ac:spMk id="37" creationId="{4AABB290-6FE3-0414-F530-6FBE6D132164}"/>
          </ac:spMkLst>
        </pc:spChg>
        <pc:spChg chg="del">
          <ac:chgData name="he zhendong/0494938/何　振東" userId="022da341-ef73-48fb-bc20-f47322bbf998" providerId="ADAL" clId="{9E891F1E-6875-4812-ACD0-C456DB8467F3}" dt="2025-09-18T12:50:08.972" v="6650" actId="478"/>
          <ac:spMkLst>
            <pc:docMk/>
            <pc:sldMk cId="0" sldId="16772961"/>
            <ac:spMk id="39" creationId="{2CF6786F-A11A-BF24-ABCC-20C0AA894223}"/>
          </ac:spMkLst>
        </pc:spChg>
        <pc:spChg chg="mod">
          <ac:chgData name="he zhendong/0494938/何　振東" userId="022da341-ef73-48fb-bc20-f47322bbf998" providerId="ADAL" clId="{9E891F1E-6875-4812-ACD0-C456DB8467F3}" dt="2025-09-18T16:15:59.345" v="6866" actId="1035"/>
          <ac:spMkLst>
            <pc:docMk/>
            <pc:sldMk cId="0" sldId="16772961"/>
            <ac:spMk id="43" creationId="{D521F013-820D-C57C-BFB9-27E05AD16713}"/>
          </ac:spMkLst>
        </pc:spChg>
        <pc:spChg chg="mod">
          <ac:chgData name="he zhendong/0494938/何　振東" userId="022da341-ef73-48fb-bc20-f47322bbf998" providerId="ADAL" clId="{9E891F1E-6875-4812-ACD0-C456DB8467F3}" dt="2025-09-18T16:25:27.163" v="6949" actId="555"/>
          <ac:spMkLst>
            <pc:docMk/>
            <pc:sldMk cId="0" sldId="16772961"/>
            <ac:spMk id="45" creationId="{B44AFE27-A04B-B1FC-53B4-85B5D558C077}"/>
          </ac:spMkLst>
        </pc:spChg>
        <pc:spChg chg="mod">
          <ac:chgData name="he zhendong/0494938/何　振東" userId="022da341-ef73-48fb-bc20-f47322bbf998" providerId="ADAL" clId="{9E891F1E-6875-4812-ACD0-C456DB8467F3}" dt="2025-09-18T16:25:27.163" v="6949" actId="555"/>
          <ac:spMkLst>
            <pc:docMk/>
            <pc:sldMk cId="0" sldId="16772961"/>
            <ac:spMk id="47" creationId="{C0F98B3F-0A08-B70D-6FDD-5CFCD5782A97}"/>
          </ac:spMkLst>
        </pc:spChg>
        <pc:spChg chg="mod">
          <ac:chgData name="he zhendong/0494938/何　振東" userId="022da341-ef73-48fb-bc20-f47322bbf998" providerId="ADAL" clId="{9E891F1E-6875-4812-ACD0-C456DB8467F3}" dt="2025-09-18T16:25:27.163" v="6949" actId="555"/>
          <ac:spMkLst>
            <pc:docMk/>
            <pc:sldMk cId="0" sldId="16772961"/>
            <ac:spMk id="49" creationId="{F13DC96F-04BE-10EA-9C42-2EB6895085A9}"/>
          </ac:spMkLst>
        </pc:spChg>
        <pc:spChg chg="mod">
          <ac:chgData name="he zhendong/0494938/何　振東" userId="022da341-ef73-48fb-bc20-f47322bbf998" providerId="ADAL" clId="{9E891F1E-6875-4812-ACD0-C456DB8467F3}" dt="2025-09-18T16:25:27.163" v="6949" actId="555"/>
          <ac:spMkLst>
            <pc:docMk/>
            <pc:sldMk cId="0" sldId="16772961"/>
            <ac:spMk id="51" creationId="{DE56DBCE-35B5-5363-D554-A7AE280BD8BB}"/>
          </ac:spMkLst>
        </pc:spChg>
        <pc:spChg chg="mod">
          <ac:chgData name="he zhendong/0494938/何　振東" userId="022da341-ef73-48fb-bc20-f47322bbf998" providerId="ADAL" clId="{9E891F1E-6875-4812-ACD0-C456DB8467F3}" dt="2025-09-18T12:49:49.657" v="6648" actId="14100"/>
          <ac:spMkLst>
            <pc:docMk/>
            <pc:sldMk cId="0" sldId="16772961"/>
            <ac:spMk id="55" creationId="{4B115AEA-6E76-3FFE-8146-C00089B179C2}"/>
          </ac:spMkLst>
        </pc:spChg>
        <pc:spChg chg="mod">
          <ac:chgData name="he zhendong/0494938/何　振東" userId="022da341-ef73-48fb-bc20-f47322bbf998" providerId="ADAL" clId="{9E891F1E-6875-4812-ACD0-C456DB8467F3}" dt="2025-09-18T12:49:52.571" v="6649" actId="14100"/>
          <ac:spMkLst>
            <pc:docMk/>
            <pc:sldMk cId="0" sldId="16772961"/>
            <ac:spMk id="56" creationId="{0B36B7ED-11D3-ABA2-07F3-E5C3B6903DB8}"/>
          </ac:spMkLst>
        </pc:spChg>
        <pc:spChg chg="mod">
          <ac:chgData name="he zhendong/0494938/何　振東" userId="022da341-ef73-48fb-bc20-f47322bbf998" providerId="ADAL" clId="{9E891F1E-6875-4812-ACD0-C456DB8467F3}" dt="2025-09-18T16:15:59.345" v="6866" actId="1035"/>
          <ac:spMkLst>
            <pc:docMk/>
            <pc:sldMk cId="0" sldId="16772961"/>
            <ac:spMk id="58" creationId="{81417237-7BCD-B6EA-422F-3FC08177AC37}"/>
          </ac:spMkLst>
        </pc:spChg>
        <pc:spChg chg="mod">
          <ac:chgData name="he zhendong/0494938/何　振東" userId="022da341-ef73-48fb-bc20-f47322bbf998" providerId="ADAL" clId="{9E891F1E-6875-4812-ACD0-C456DB8467F3}" dt="2025-09-18T16:14:01.108" v="6816" actId="242"/>
          <ac:spMkLst>
            <pc:docMk/>
            <pc:sldMk cId="0" sldId="16772961"/>
            <ac:spMk id="63" creationId="{5AB9770A-D1EA-5FD6-9999-322CC1586E80}"/>
          </ac:spMkLst>
        </pc:spChg>
        <pc:spChg chg="mod">
          <ac:chgData name="he zhendong/0494938/何　振東" userId="022da341-ef73-48fb-bc20-f47322bbf998" providerId="ADAL" clId="{9E891F1E-6875-4812-ACD0-C456DB8467F3}" dt="2025-09-18T16:14:01.108" v="6816" actId="242"/>
          <ac:spMkLst>
            <pc:docMk/>
            <pc:sldMk cId="0" sldId="16772961"/>
            <ac:spMk id="65" creationId="{4B94B9BA-AB77-F1CD-5430-C55DE238BE62}"/>
          </ac:spMkLst>
        </pc:spChg>
        <pc:spChg chg="mod">
          <ac:chgData name="he zhendong/0494938/何　振東" userId="022da341-ef73-48fb-bc20-f47322bbf998" providerId="ADAL" clId="{9E891F1E-6875-4812-ACD0-C456DB8467F3}" dt="2025-09-18T16:25:27.163" v="6949" actId="555"/>
          <ac:spMkLst>
            <pc:docMk/>
            <pc:sldMk cId="0" sldId="16772961"/>
            <ac:spMk id="67" creationId="{259D0577-A5C0-FE48-C7EE-6684D79BA595}"/>
          </ac:spMkLst>
        </pc:spChg>
        <pc:spChg chg="mod">
          <ac:chgData name="he zhendong/0494938/何　振東" userId="022da341-ef73-48fb-bc20-f47322bbf998" providerId="ADAL" clId="{9E891F1E-6875-4812-ACD0-C456DB8467F3}" dt="2025-09-18T16:25:27.163" v="6949" actId="555"/>
          <ac:spMkLst>
            <pc:docMk/>
            <pc:sldMk cId="0" sldId="16772961"/>
            <ac:spMk id="70" creationId="{445069B9-4D77-023E-84D7-7DE311C7EBEB}"/>
          </ac:spMkLst>
        </pc:spChg>
        <pc:spChg chg="mod">
          <ac:chgData name="he zhendong/0494938/何　振東" userId="022da341-ef73-48fb-bc20-f47322bbf998" providerId="ADAL" clId="{9E891F1E-6875-4812-ACD0-C456DB8467F3}" dt="2025-09-18T16:15:59.345" v="6866" actId="1035"/>
          <ac:spMkLst>
            <pc:docMk/>
            <pc:sldMk cId="0" sldId="16772961"/>
            <ac:spMk id="75" creationId="{0AABA1AE-3FCC-5B32-DB85-E4F452E1A67E}"/>
          </ac:spMkLst>
        </pc:spChg>
        <pc:graphicFrameChg chg="add del mod modGraphic">
          <ac:chgData name="he zhendong/0494938/何　振東" userId="022da341-ef73-48fb-bc20-f47322bbf998" providerId="ADAL" clId="{9E891F1E-6875-4812-ACD0-C456DB8467F3}" dt="2025-09-18T09:05:38.305" v="5646" actId="478"/>
          <ac:graphicFrameMkLst>
            <pc:docMk/>
            <pc:sldMk cId="0" sldId="16772961"/>
            <ac:graphicFrameMk id="8" creationId="{129760A7-B8D6-BB79-9734-803E92425A01}"/>
          </ac:graphicFrameMkLst>
        </pc:graphicFrameChg>
        <pc:graphicFrameChg chg="add mod modGraphic">
          <ac:chgData name="he zhendong/0494938/何　振東" userId="022da341-ef73-48fb-bc20-f47322bbf998" providerId="ADAL" clId="{9E891F1E-6875-4812-ACD0-C456DB8467F3}" dt="2025-09-18T09:08:18.845" v="5677" actId="1076"/>
          <ac:graphicFrameMkLst>
            <pc:docMk/>
            <pc:sldMk cId="0" sldId="16772961"/>
            <ac:graphicFrameMk id="9" creationId="{1B049202-C3C6-E6F7-1181-53CD19D188C8}"/>
          </ac:graphicFrameMkLst>
        </pc:graphicFrameChg>
        <pc:cxnChg chg="mod">
          <ac:chgData name="he zhendong/0494938/何　振東" userId="022da341-ef73-48fb-bc20-f47322bbf998" providerId="ADAL" clId="{9E891F1E-6875-4812-ACD0-C456DB8467F3}" dt="2025-09-18T05:19:38.098" v="1272" actId="1038"/>
          <ac:cxnSpMkLst>
            <pc:docMk/>
            <pc:sldMk cId="0" sldId="16772961"/>
            <ac:cxnSpMk id="27" creationId="{226E2F55-DA54-8165-0877-CB3D3DD429F4}"/>
          </ac:cxnSpMkLst>
        </pc:cxnChg>
        <pc:cxnChg chg="mod">
          <ac:chgData name="he zhendong/0494938/何　振東" userId="022da341-ef73-48fb-bc20-f47322bbf998" providerId="ADAL" clId="{9E891F1E-6875-4812-ACD0-C456DB8467F3}" dt="2025-09-18T16:25:09.120" v="6947" actId="1035"/>
          <ac:cxnSpMkLst>
            <pc:docMk/>
            <pc:sldMk cId="0" sldId="16772961"/>
            <ac:cxnSpMk id="44" creationId="{30EFDE1D-07E8-C61E-BC3B-5714710E8F7A}"/>
          </ac:cxnSpMkLst>
        </pc:cxnChg>
        <pc:cxnChg chg="mod">
          <ac:chgData name="he zhendong/0494938/何　振東" userId="022da341-ef73-48fb-bc20-f47322bbf998" providerId="ADAL" clId="{9E891F1E-6875-4812-ACD0-C456DB8467F3}" dt="2025-09-18T16:25:09.120" v="6947" actId="1035"/>
          <ac:cxnSpMkLst>
            <pc:docMk/>
            <pc:sldMk cId="0" sldId="16772961"/>
            <ac:cxnSpMk id="46" creationId="{B651CEE3-B5BE-6362-8B7A-A62B2B71C8D5}"/>
          </ac:cxnSpMkLst>
        </pc:cxnChg>
        <pc:cxnChg chg="mod">
          <ac:chgData name="he zhendong/0494938/何　振東" userId="022da341-ef73-48fb-bc20-f47322bbf998" providerId="ADAL" clId="{9E891F1E-6875-4812-ACD0-C456DB8467F3}" dt="2025-09-18T16:25:09.120" v="6947" actId="1035"/>
          <ac:cxnSpMkLst>
            <pc:docMk/>
            <pc:sldMk cId="0" sldId="16772961"/>
            <ac:cxnSpMk id="48" creationId="{34CDE9F9-DF4D-E328-4249-387D2BAF8AE2}"/>
          </ac:cxnSpMkLst>
        </pc:cxnChg>
        <pc:cxnChg chg="mod">
          <ac:chgData name="he zhendong/0494938/何　振東" userId="022da341-ef73-48fb-bc20-f47322bbf998" providerId="ADAL" clId="{9E891F1E-6875-4812-ACD0-C456DB8467F3}" dt="2025-09-18T16:25:09.120" v="6947" actId="1035"/>
          <ac:cxnSpMkLst>
            <pc:docMk/>
            <pc:sldMk cId="0" sldId="16772961"/>
            <ac:cxnSpMk id="50" creationId="{19F59E26-489D-FE33-1E6B-FEF5FFEE7604}"/>
          </ac:cxnSpMkLst>
        </pc:cxnChg>
        <pc:cxnChg chg="mod">
          <ac:chgData name="he zhendong/0494938/何　振東" userId="022da341-ef73-48fb-bc20-f47322bbf998" providerId="ADAL" clId="{9E891F1E-6875-4812-ACD0-C456DB8467F3}" dt="2025-09-18T16:25:09.120" v="6947" actId="1035"/>
          <ac:cxnSpMkLst>
            <pc:docMk/>
            <pc:sldMk cId="0" sldId="16772961"/>
            <ac:cxnSpMk id="66" creationId="{2202BEC9-C5D1-C6E4-FE89-52BE677DAED8}"/>
          </ac:cxnSpMkLst>
        </pc:cxnChg>
        <pc:cxnChg chg="mod">
          <ac:chgData name="he zhendong/0494938/何　振東" userId="022da341-ef73-48fb-bc20-f47322bbf998" providerId="ADAL" clId="{9E891F1E-6875-4812-ACD0-C456DB8467F3}" dt="2025-09-18T16:25:09.120" v="6947" actId="1035"/>
          <ac:cxnSpMkLst>
            <pc:docMk/>
            <pc:sldMk cId="0" sldId="16772961"/>
            <ac:cxnSpMk id="69" creationId="{034DDE8F-E097-CB07-176B-D5ED3C4A97A3}"/>
          </ac:cxnSpMkLst>
        </pc:cxnChg>
      </pc:sldChg>
      <pc:sldChg chg="delSp modSp del mod">
        <pc:chgData name="he zhendong/0494938/何　振東" userId="022da341-ef73-48fb-bc20-f47322bbf998" providerId="ADAL" clId="{9E891F1E-6875-4812-ACD0-C456DB8467F3}" dt="2025-09-19T06:21:32.369" v="6978" actId="47"/>
        <pc:sldMkLst>
          <pc:docMk/>
          <pc:sldMk cId="0" sldId="16772962"/>
        </pc:sldMkLst>
        <pc:spChg chg="del">
          <ac:chgData name="he zhendong/0494938/何　振東" userId="022da341-ef73-48fb-bc20-f47322bbf998" providerId="ADAL" clId="{9E891F1E-6875-4812-ACD0-C456DB8467F3}" dt="2025-09-18T07:28:24.023" v="2409" actId="478"/>
          <ac:spMkLst>
            <pc:docMk/>
            <pc:sldMk cId="0" sldId="16772962"/>
            <ac:spMk id="4" creationId="{00000000-0000-0000-0000-000000000000}"/>
          </ac:spMkLst>
        </pc:spChg>
        <pc:spChg chg="mod">
          <ac:chgData name="he zhendong/0494938/何　振東" userId="022da341-ef73-48fb-bc20-f47322bbf998" providerId="ADAL" clId="{9E891F1E-6875-4812-ACD0-C456DB8467F3}" dt="2025-09-18T15:05:20.483" v="6659" actId="1076"/>
          <ac:spMkLst>
            <pc:docMk/>
            <pc:sldMk cId="0" sldId="16772962"/>
            <ac:spMk id="5" creationId="{5F2B4342-4843-AA7D-BBBC-EEDC3E1CB57B}"/>
          </ac:spMkLst>
        </pc:spChg>
        <pc:graphicFrameChg chg="mod modGraphic">
          <ac:chgData name="he zhendong/0494938/何　振東" userId="022da341-ef73-48fb-bc20-f47322bbf998" providerId="ADAL" clId="{9E891F1E-6875-4812-ACD0-C456DB8467F3}" dt="2025-09-18T15:05:27.083" v="6660" actId="1076"/>
          <ac:graphicFrameMkLst>
            <pc:docMk/>
            <pc:sldMk cId="0" sldId="16772962"/>
            <ac:graphicFrameMk id="8" creationId="{EA5FED8C-15C3-BBF2-E85B-99DBE2ED9970}"/>
          </ac:graphicFrameMkLst>
        </pc:graphicFrameChg>
      </pc:sldChg>
      <pc:sldChg chg="delSp modSp del mod">
        <pc:chgData name="he zhendong/0494938/何　振東" userId="022da341-ef73-48fb-bc20-f47322bbf998" providerId="ADAL" clId="{9E891F1E-6875-4812-ACD0-C456DB8467F3}" dt="2025-09-19T06:21:32.369" v="6978" actId="47"/>
        <pc:sldMkLst>
          <pc:docMk/>
          <pc:sldMk cId="0" sldId="16772963"/>
        </pc:sldMkLst>
        <pc:spChg chg="mod">
          <ac:chgData name="he zhendong/0494938/何　振東" userId="022da341-ef73-48fb-bc20-f47322bbf998" providerId="ADAL" clId="{9E891F1E-6875-4812-ACD0-C456DB8467F3}" dt="2025-09-18T16:26:30.176" v="6959" actId="27636"/>
          <ac:spMkLst>
            <pc:docMk/>
            <pc:sldMk cId="0" sldId="16772963"/>
            <ac:spMk id="2" creationId="{00000000-0000-0000-0000-000000000000}"/>
          </ac:spMkLst>
        </pc:spChg>
        <pc:spChg chg="del">
          <ac:chgData name="he zhendong/0494938/何　振東" userId="022da341-ef73-48fb-bc20-f47322bbf998" providerId="ADAL" clId="{9E891F1E-6875-4812-ACD0-C456DB8467F3}" dt="2025-09-18T16:15:27.268" v="6834" actId="478"/>
          <ac:spMkLst>
            <pc:docMk/>
            <pc:sldMk cId="0" sldId="16772963"/>
            <ac:spMk id="3" creationId="{00000000-0000-0000-0000-000000000000}"/>
          </ac:spMkLst>
        </pc:spChg>
        <pc:spChg chg="mod">
          <ac:chgData name="he zhendong/0494938/何　振東" userId="022da341-ef73-48fb-bc20-f47322bbf998" providerId="ADAL" clId="{9E891F1E-6875-4812-ACD0-C456DB8467F3}" dt="2025-09-18T09:25:02.236" v="6524" actId="20577"/>
          <ac:spMkLst>
            <pc:docMk/>
            <pc:sldMk cId="0" sldId="16772963"/>
            <ac:spMk id="15" creationId="{00000000-0000-0000-0000-000000000000}"/>
          </ac:spMkLst>
        </pc:spChg>
      </pc:sldChg>
      <pc:sldChg chg="del">
        <pc:chgData name="he zhendong/0494938/何　振東" userId="022da341-ef73-48fb-bc20-f47322bbf998" providerId="ADAL" clId="{9E891F1E-6875-4812-ACD0-C456DB8467F3}" dt="2025-09-19T06:21:32.369" v="6978" actId="47"/>
        <pc:sldMkLst>
          <pc:docMk/>
          <pc:sldMk cId="0" sldId="16772964"/>
        </pc:sldMkLst>
      </pc:sldChg>
      <pc:sldChg chg="addSp delSp modSp del mod modClrScheme chgLayout">
        <pc:chgData name="he zhendong/0494938/何　振東" userId="022da341-ef73-48fb-bc20-f47322bbf998" providerId="ADAL" clId="{9E891F1E-6875-4812-ACD0-C456DB8467F3}" dt="2025-09-19T06:21:32.369" v="6978" actId="47"/>
        <pc:sldMkLst>
          <pc:docMk/>
          <pc:sldMk cId="0" sldId="16772966"/>
        </pc:sldMkLst>
        <pc:spChg chg="add mod ord">
          <ac:chgData name="he zhendong/0494938/何　振東" userId="022da341-ef73-48fb-bc20-f47322bbf998" providerId="ADAL" clId="{9E891F1E-6875-4812-ACD0-C456DB8467F3}" dt="2025-09-18T05:57:40.154" v="2268" actId="700"/>
          <ac:spMkLst>
            <pc:docMk/>
            <pc:sldMk cId="0" sldId="16772966"/>
            <ac:spMk id="2" creationId="{EDCC7EBC-091F-22E7-1716-7E345DA138F8}"/>
          </ac:spMkLst>
        </pc:spChg>
        <pc:spChg chg="mod ord">
          <ac:chgData name="he zhendong/0494938/何　振東" userId="022da341-ef73-48fb-bc20-f47322bbf998" providerId="ADAL" clId="{9E891F1E-6875-4812-ACD0-C456DB8467F3}" dt="2025-09-18T05:57:40.154" v="2268" actId="700"/>
          <ac:spMkLst>
            <pc:docMk/>
            <pc:sldMk cId="0" sldId="16772966"/>
            <ac:spMk id="4" creationId="{00000000-0000-0000-0000-000000000000}"/>
          </ac:spMkLst>
        </pc:spChg>
        <pc:spChg chg="del mod ord">
          <ac:chgData name="he zhendong/0494938/何　振東" userId="022da341-ef73-48fb-bc20-f47322bbf998" providerId="ADAL" clId="{9E891F1E-6875-4812-ACD0-C456DB8467F3}" dt="2025-09-18T05:57:40.154" v="2268" actId="700"/>
          <ac:spMkLst>
            <pc:docMk/>
            <pc:sldMk cId="0" sldId="16772966"/>
            <ac:spMk id="5" creationId="{00000000-0000-0000-0000-000000000000}"/>
          </ac:spMkLst>
        </pc:spChg>
        <pc:spChg chg="del">
          <ac:chgData name="he zhendong/0494938/何　振東" userId="022da341-ef73-48fb-bc20-f47322bbf998" providerId="ADAL" clId="{9E891F1E-6875-4812-ACD0-C456DB8467F3}" dt="2025-09-18T05:57:40.154" v="2268" actId="700"/>
          <ac:spMkLst>
            <pc:docMk/>
            <pc:sldMk cId="0" sldId="16772966"/>
            <ac:spMk id="6" creationId="{00000000-0000-0000-0000-000000000000}"/>
          </ac:spMkLst>
        </pc:spChg>
      </pc:sldChg>
      <pc:sldChg chg="addSp delSp modSp del mod">
        <pc:chgData name="he zhendong/0494938/何　振東" userId="022da341-ef73-48fb-bc20-f47322bbf998" providerId="ADAL" clId="{9E891F1E-6875-4812-ACD0-C456DB8467F3}" dt="2025-09-19T06:21:32.369" v="6978" actId="47"/>
        <pc:sldMkLst>
          <pc:docMk/>
          <pc:sldMk cId="0" sldId="16772967"/>
        </pc:sldMkLst>
        <pc:spChg chg="del">
          <ac:chgData name="he zhendong/0494938/何　振東" userId="022da341-ef73-48fb-bc20-f47322bbf998" providerId="ADAL" clId="{9E891F1E-6875-4812-ACD0-C456DB8467F3}" dt="2025-09-18T16:14:53.854" v="6831" actId="478"/>
          <ac:spMkLst>
            <pc:docMk/>
            <pc:sldMk cId="0" sldId="16772967"/>
            <ac:spMk id="3" creationId="{00000000-0000-0000-0000-000000000000}"/>
          </ac:spMkLst>
        </pc:spChg>
        <pc:spChg chg="del mod">
          <ac:chgData name="he zhendong/0494938/何　振東" userId="022da341-ef73-48fb-bc20-f47322bbf998" providerId="ADAL" clId="{9E891F1E-6875-4812-ACD0-C456DB8467F3}" dt="2025-09-18T16:12:30.828" v="6767" actId="478"/>
          <ac:spMkLst>
            <pc:docMk/>
            <pc:sldMk cId="0" sldId="16772967"/>
            <ac:spMk id="4" creationId="{FD7B7C3B-F900-354F-5A92-A3A6BE4F20E4}"/>
          </ac:spMkLst>
        </pc:spChg>
        <pc:spChg chg="mod">
          <ac:chgData name="he zhendong/0494938/何　振東" userId="022da341-ef73-48fb-bc20-f47322bbf998" providerId="ADAL" clId="{9E891F1E-6875-4812-ACD0-C456DB8467F3}" dt="2025-09-18T16:12:34.742" v="6768" actId="14100"/>
          <ac:spMkLst>
            <pc:docMk/>
            <pc:sldMk cId="0" sldId="16772967"/>
            <ac:spMk id="5" creationId="{6C29B304-7A3F-09EF-C13B-7D77794E56F3}"/>
          </ac:spMkLst>
        </pc:spChg>
        <pc:spChg chg="add del mod">
          <ac:chgData name="he zhendong/0494938/何　振東" userId="022da341-ef73-48fb-bc20-f47322bbf998" providerId="ADAL" clId="{9E891F1E-6875-4812-ACD0-C456DB8467F3}" dt="2025-09-18T08:23:17.618" v="3973" actId="478"/>
          <ac:spMkLst>
            <pc:docMk/>
            <pc:sldMk cId="0" sldId="16772967"/>
            <ac:spMk id="6" creationId="{7D1EE383-16C5-CD25-4DF2-4A95BAA26D5E}"/>
          </ac:spMkLst>
        </pc:spChg>
        <pc:spChg chg="add mod ord">
          <ac:chgData name="he zhendong/0494938/何　振東" userId="022da341-ef73-48fb-bc20-f47322bbf998" providerId="ADAL" clId="{9E891F1E-6875-4812-ACD0-C456DB8467F3}" dt="2025-09-18T16:13:09.268" v="6774" actId="167"/>
          <ac:spMkLst>
            <pc:docMk/>
            <pc:sldMk cId="0" sldId="16772967"/>
            <ac:spMk id="6" creationId="{98D86839-7B62-FBD9-DF67-D2C21F56F170}"/>
          </ac:spMkLst>
        </pc:spChg>
        <pc:spChg chg="del">
          <ac:chgData name="he zhendong/0494938/何　振東" userId="022da341-ef73-48fb-bc20-f47322bbf998" providerId="ADAL" clId="{9E891F1E-6875-4812-ACD0-C456DB8467F3}" dt="2025-09-18T08:23:23.514" v="3975" actId="478"/>
          <ac:spMkLst>
            <pc:docMk/>
            <pc:sldMk cId="0" sldId="16772967"/>
            <ac:spMk id="7" creationId="{7F1288D6-17CF-7F26-7B7C-6F1904821208}"/>
          </ac:spMkLst>
        </pc:spChg>
        <pc:spChg chg="add del mod">
          <ac:chgData name="he zhendong/0494938/何　振東" userId="022da341-ef73-48fb-bc20-f47322bbf998" providerId="ADAL" clId="{9E891F1E-6875-4812-ACD0-C456DB8467F3}" dt="2025-09-18T08:23:14.544" v="3972" actId="478"/>
          <ac:spMkLst>
            <pc:docMk/>
            <pc:sldMk cId="0" sldId="16772967"/>
            <ac:spMk id="8" creationId="{CADC1762-8DF9-2C28-4F91-82C359620445}"/>
          </ac:spMkLst>
        </pc:spChg>
        <pc:spChg chg="del">
          <ac:chgData name="he zhendong/0494938/何　振東" userId="022da341-ef73-48fb-bc20-f47322bbf998" providerId="ADAL" clId="{9E891F1E-6875-4812-ACD0-C456DB8467F3}" dt="2025-09-18T08:21:48.132" v="3894" actId="478"/>
          <ac:spMkLst>
            <pc:docMk/>
            <pc:sldMk cId="0" sldId="16772967"/>
            <ac:spMk id="9" creationId="{C57500BA-5918-F921-1451-66B2E909CFCD}"/>
          </ac:spMkLst>
        </pc:spChg>
        <pc:spChg chg="del">
          <ac:chgData name="he zhendong/0494938/何　振東" userId="022da341-ef73-48fb-bc20-f47322bbf998" providerId="ADAL" clId="{9E891F1E-6875-4812-ACD0-C456DB8467F3}" dt="2025-09-18T08:21:48.132" v="3894" actId="478"/>
          <ac:spMkLst>
            <pc:docMk/>
            <pc:sldMk cId="0" sldId="16772967"/>
            <ac:spMk id="10" creationId="{A33B08A8-E086-F95A-F07D-920E52B64272}"/>
          </ac:spMkLst>
        </pc:spChg>
        <pc:spChg chg="mod">
          <ac:chgData name="he zhendong/0494938/何　振東" userId="022da341-ef73-48fb-bc20-f47322bbf998" providerId="ADAL" clId="{9E891F1E-6875-4812-ACD0-C456DB8467F3}" dt="2025-09-18T16:08:13.158" v="6665" actId="207"/>
          <ac:spMkLst>
            <pc:docMk/>
            <pc:sldMk cId="0" sldId="16772967"/>
            <ac:spMk id="11" creationId="{35698CB4-E2D6-2A48-32D6-594CFE09BAB9}"/>
          </ac:spMkLst>
        </pc:spChg>
        <pc:spChg chg="mod">
          <ac:chgData name="he zhendong/0494938/何　振東" userId="022da341-ef73-48fb-bc20-f47322bbf998" providerId="ADAL" clId="{9E891F1E-6875-4812-ACD0-C456DB8467F3}" dt="2025-09-18T16:08:13.158" v="6665" actId="207"/>
          <ac:spMkLst>
            <pc:docMk/>
            <pc:sldMk cId="0" sldId="16772967"/>
            <ac:spMk id="14" creationId="{C619B2BD-96F3-7969-74B0-FBF772A968C3}"/>
          </ac:spMkLst>
        </pc:spChg>
        <pc:spChg chg="mod">
          <ac:chgData name="he zhendong/0494938/何　振東" userId="022da341-ef73-48fb-bc20-f47322bbf998" providerId="ADAL" clId="{9E891F1E-6875-4812-ACD0-C456DB8467F3}" dt="2025-09-18T08:59:55.305" v="5466" actId="20577"/>
          <ac:spMkLst>
            <pc:docMk/>
            <pc:sldMk cId="0" sldId="16772967"/>
            <ac:spMk id="15" creationId="{00000000-0000-0000-0000-000000000000}"/>
          </ac:spMkLst>
        </pc:spChg>
        <pc:spChg chg="mod">
          <ac:chgData name="he zhendong/0494938/何　振東" userId="022da341-ef73-48fb-bc20-f47322bbf998" providerId="ADAL" clId="{9E891F1E-6875-4812-ACD0-C456DB8467F3}" dt="2025-09-18T16:13:31.057" v="6811" actId="207"/>
          <ac:spMkLst>
            <pc:docMk/>
            <pc:sldMk cId="0" sldId="16772967"/>
            <ac:spMk id="16" creationId="{4F9C7350-8C5D-89A3-92DB-F76D9AF22889}"/>
          </ac:spMkLst>
        </pc:spChg>
        <pc:spChg chg="mod">
          <ac:chgData name="he zhendong/0494938/何　振東" userId="022da341-ef73-48fb-bc20-f47322bbf998" providerId="ADAL" clId="{9E891F1E-6875-4812-ACD0-C456DB8467F3}" dt="2025-09-18T16:08:13.158" v="6665" actId="207"/>
          <ac:spMkLst>
            <pc:docMk/>
            <pc:sldMk cId="0" sldId="16772967"/>
            <ac:spMk id="17" creationId="{3186FC23-8812-E63C-825D-E93E9D1DD8DA}"/>
          </ac:spMkLst>
        </pc:spChg>
        <pc:spChg chg="add del mod">
          <ac:chgData name="he zhendong/0494938/何　振東" userId="022da341-ef73-48fb-bc20-f47322bbf998" providerId="ADAL" clId="{9E891F1E-6875-4812-ACD0-C456DB8467F3}" dt="2025-09-18T08:21:48.132" v="3894" actId="478"/>
          <ac:spMkLst>
            <pc:docMk/>
            <pc:sldMk cId="0" sldId="16772967"/>
            <ac:spMk id="18" creationId="{10799D13-FB62-A2E6-A357-E7F637B093F6}"/>
          </ac:spMkLst>
        </pc:spChg>
        <pc:spChg chg="mod ord">
          <ac:chgData name="he zhendong/0494938/何　振東" userId="022da341-ef73-48fb-bc20-f47322bbf998" providerId="ADAL" clId="{9E891F1E-6875-4812-ACD0-C456DB8467F3}" dt="2025-09-18T16:08:13.158" v="6665" actId="207"/>
          <ac:spMkLst>
            <pc:docMk/>
            <pc:sldMk cId="0" sldId="16772967"/>
            <ac:spMk id="19" creationId="{C33C9F49-7C0B-A526-21E9-DCD4A14C952D}"/>
          </ac:spMkLst>
        </pc:spChg>
        <pc:spChg chg="add mod">
          <ac:chgData name="he zhendong/0494938/何　振東" userId="022da341-ef73-48fb-bc20-f47322bbf998" providerId="ADAL" clId="{9E891F1E-6875-4812-ACD0-C456DB8467F3}" dt="2025-09-18T08:34:57.490" v="4232" actId="1035"/>
          <ac:spMkLst>
            <pc:docMk/>
            <pc:sldMk cId="0" sldId="16772967"/>
            <ac:spMk id="20" creationId="{EF1FCE24-8F04-1445-02A7-C0675E828A81}"/>
          </ac:spMkLst>
        </pc:spChg>
        <pc:spChg chg="add del mod">
          <ac:chgData name="he zhendong/0494938/何　振東" userId="022da341-ef73-48fb-bc20-f47322bbf998" providerId="ADAL" clId="{9E891F1E-6875-4812-ACD0-C456DB8467F3}" dt="2025-09-18T08:22:25.256" v="3944" actId="478"/>
          <ac:spMkLst>
            <pc:docMk/>
            <pc:sldMk cId="0" sldId="16772967"/>
            <ac:spMk id="21" creationId="{56BEBBCA-5EAB-D7D0-5B95-146B2C956D62}"/>
          </ac:spMkLst>
        </pc:spChg>
        <pc:spChg chg="del">
          <ac:chgData name="he zhendong/0494938/何　振東" userId="022da341-ef73-48fb-bc20-f47322bbf998" providerId="ADAL" clId="{9E891F1E-6875-4812-ACD0-C456DB8467F3}" dt="2025-09-18T08:21:48.132" v="3894" actId="478"/>
          <ac:spMkLst>
            <pc:docMk/>
            <pc:sldMk cId="0" sldId="16772967"/>
            <ac:spMk id="22" creationId="{276172D1-24EF-E595-1469-30918F2F41D4}"/>
          </ac:spMkLst>
        </pc:spChg>
        <pc:spChg chg="mod">
          <ac:chgData name="he zhendong/0494938/何　振東" userId="022da341-ef73-48fb-bc20-f47322bbf998" providerId="ADAL" clId="{9E891F1E-6875-4812-ACD0-C456DB8467F3}" dt="2025-09-18T16:13:31.057" v="6811" actId="207"/>
          <ac:spMkLst>
            <pc:docMk/>
            <pc:sldMk cId="0" sldId="16772967"/>
            <ac:spMk id="26" creationId="{D87EEE08-DCA0-0224-A834-F844C15ADB88}"/>
          </ac:spMkLst>
        </pc:spChg>
        <pc:spChg chg="del">
          <ac:chgData name="he zhendong/0494938/何　振東" userId="022da341-ef73-48fb-bc20-f47322bbf998" providerId="ADAL" clId="{9E891F1E-6875-4812-ACD0-C456DB8467F3}" dt="2025-09-18T08:21:48.132" v="3894" actId="478"/>
          <ac:spMkLst>
            <pc:docMk/>
            <pc:sldMk cId="0" sldId="16772967"/>
            <ac:spMk id="32" creationId="{5D0CB7AA-7A0A-97A0-8044-7AF4E22548E4}"/>
          </ac:spMkLst>
        </pc:spChg>
        <pc:spChg chg="del">
          <ac:chgData name="he zhendong/0494938/何　振東" userId="022da341-ef73-48fb-bc20-f47322bbf998" providerId="ADAL" clId="{9E891F1E-6875-4812-ACD0-C456DB8467F3}" dt="2025-09-18T08:21:48.132" v="3894" actId="478"/>
          <ac:spMkLst>
            <pc:docMk/>
            <pc:sldMk cId="0" sldId="16772967"/>
            <ac:spMk id="33" creationId="{688D756C-B1E7-B89F-AA79-ACAF86290586}"/>
          </ac:spMkLst>
        </pc:spChg>
        <pc:spChg chg="del">
          <ac:chgData name="he zhendong/0494938/何　振東" userId="022da341-ef73-48fb-bc20-f47322bbf998" providerId="ADAL" clId="{9E891F1E-6875-4812-ACD0-C456DB8467F3}" dt="2025-09-18T08:21:48.132" v="3894" actId="478"/>
          <ac:spMkLst>
            <pc:docMk/>
            <pc:sldMk cId="0" sldId="16772967"/>
            <ac:spMk id="34" creationId="{85828890-F1FA-3FCD-4BBA-A891C470E02C}"/>
          </ac:spMkLst>
        </pc:spChg>
        <pc:spChg chg="add mod">
          <ac:chgData name="he zhendong/0494938/何　振東" userId="022da341-ef73-48fb-bc20-f47322bbf998" providerId="ADAL" clId="{9E891F1E-6875-4812-ACD0-C456DB8467F3}" dt="2025-09-18T16:08:13.158" v="6665" actId="207"/>
          <ac:spMkLst>
            <pc:docMk/>
            <pc:sldMk cId="0" sldId="16772967"/>
            <ac:spMk id="38" creationId="{20EF2802-EBB0-9D14-50D5-BD230FB16E81}"/>
          </ac:spMkLst>
        </pc:spChg>
        <pc:spChg chg="del">
          <ac:chgData name="he zhendong/0494938/何　振東" userId="022da341-ef73-48fb-bc20-f47322bbf998" providerId="ADAL" clId="{9E891F1E-6875-4812-ACD0-C456DB8467F3}" dt="2025-09-18T08:23:14.544" v="3972" actId="478"/>
          <ac:spMkLst>
            <pc:docMk/>
            <pc:sldMk cId="0" sldId="16772967"/>
            <ac:spMk id="39" creationId="{6147C24C-FE0A-5E6A-BAA3-EDF7DB122521}"/>
          </ac:spMkLst>
        </pc:spChg>
        <pc:spChg chg="add del">
          <ac:chgData name="he zhendong/0494938/何　振東" userId="022da341-ef73-48fb-bc20-f47322bbf998" providerId="ADAL" clId="{9E891F1E-6875-4812-ACD0-C456DB8467F3}" dt="2025-09-18T08:25:00.439" v="3989" actId="478"/>
          <ac:spMkLst>
            <pc:docMk/>
            <pc:sldMk cId="0" sldId="16772967"/>
            <ac:spMk id="42" creationId="{43BE6F8C-619B-0BBF-ECB8-2622EA61D253}"/>
          </ac:spMkLst>
        </pc:spChg>
        <pc:spChg chg="mod">
          <ac:chgData name="he zhendong/0494938/何　振東" userId="022da341-ef73-48fb-bc20-f47322bbf998" providerId="ADAL" clId="{9E891F1E-6875-4812-ACD0-C456DB8467F3}" dt="2025-09-18T08:34:22.605" v="4189" actId="14100"/>
          <ac:spMkLst>
            <pc:docMk/>
            <pc:sldMk cId="0" sldId="16772967"/>
            <ac:spMk id="44" creationId="{DE5AEA04-EC2F-281D-F0B5-532542F90ABB}"/>
          </ac:spMkLst>
        </pc:spChg>
        <pc:spChg chg="add mod">
          <ac:chgData name="he zhendong/0494938/何　振東" userId="022da341-ef73-48fb-bc20-f47322bbf998" providerId="ADAL" clId="{9E891F1E-6875-4812-ACD0-C456DB8467F3}" dt="2025-09-18T08:25:49.658" v="4144" actId="1038"/>
          <ac:spMkLst>
            <pc:docMk/>
            <pc:sldMk cId="0" sldId="16772967"/>
            <ac:spMk id="45" creationId="{77751E55-859F-58C0-6B2F-B1F341C9D7ED}"/>
          </ac:spMkLst>
        </pc:spChg>
        <pc:spChg chg="mod">
          <ac:chgData name="he zhendong/0494938/何　振東" userId="022da341-ef73-48fb-bc20-f47322bbf998" providerId="ADAL" clId="{9E891F1E-6875-4812-ACD0-C456DB8467F3}" dt="2025-09-18T16:08:13.158" v="6665" actId="207"/>
          <ac:spMkLst>
            <pc:docMk/>
            <pc:sldMk cId="0" sldId="16772967"/>
            <ac:spMk id="46" creationId="{018BD0A1-CEB9-21DD-5B28-2DE99F8FDC1A}"/>
          </ac:spMkLst>
        </pc:spChg>
        <pc:spChg chg="del">
          <ac:chgData name="he zhendong/0494938/何　振東" userId="022da341-ef73-48fb-bc20-f47322bbf998" providerId="ADAL" clId="{9E891F1E-6875-4812-ACD0-C456DB8467F3}" dt="2025-09-18T08:38:10.699" v="4309" actId="478"/>
          <ac:spMkLst>
            <pc:docMk/>
            <pc:sldMk cId="0" sldId="16772967"/>
            <ac:spMk id="48" creationId="{B5F59BA3-FBDA-CC77-F83D-186881568A80}"/>
          </ac:spMkLst>
        </pc:spChg>
        <pc:spChg chg="mod">
          <ac:chgData name="he zhendong/0494938/何　振東" userId="022da341-ef73-48fb-bc20-f47322bbf998" providerId="ADAL" clId="{9E891F1E-6875-4812-ACD0-C456DB8467F3}" dt="2025-09-18T08:44:26.056" v="4401" actId="1037"/>
          <ac:spMkLst>
            <pc:docMk/>
            <pc:sldMk cId="0" sldId="16772967"/>
            <ac:spMk id="49" creationId="{970617A0-69DF-6A58-69A8-8DD19417D1EC}"/>
          </ac:spMkLst>
        </pc:spChg>
        <pc:spChg chg="add mod">
          <ac:chgData name="he zhendong/0494938/何　振東" userId="022da341-ef73-48fb-bc20-f47322bbf998" providerId="ADAL" clId="{9E891F1E-6875-4812-ACD0-C456DB8467F3}" dt="2025-09-18T08:44:26.056" v="4401" actId="1037"/>
          <ac:spMkLst>
            <pc:docMk/>
            <pc:sldMk cId="0" sldId="16772967"/>
            <ac:spMk id="50" creationId="{57FB4B99-EB80-1D68-8E2D-CF0381CFC192}"/>
          </ac:spMkLst>
        </pc:spChg>
        <pc:spChg chg="mod">
          <ac:chgData name="he zhendong/0494938/何　振東" userId="022da341-ef73-48fb-bc20-f47322bbf998" providerId="ADAL" clId="{9E891F1E-6875-4812-ACD0-C456DB8467F3}" dt="2025-09-18T08:34:57.490" v="4232" actId="1035"/>
          <ac:spMkLst>
            <pc:docMk/>
            <pc:sldMk cId="0" sldId="16772967"/>
            <ac:spMk id="52" creationId="{F7A1DDF0-E55C-E11C-C97B-E4BE12900487}"/>
          </ac:spMkLst>
        </pc:spChg>
        <pc:spChg chg="add del mod">
          <ac:chgData name="he zhendong/0494938/何　振東" userId="022da341-ef73-48fb-bc20-f47322bbf998" providerId="ADAL" clId="{9E891F1E-6875-4812-ACD0-C456DB8467F3}" dt="2025-09-18T08:24:21.248" v="3984" actId="478"/>
          <ac:spMkLst>
            <pc:docMk/>
            <pc:sldMk cId="0" sldId="16772967"/>
            <ac:spMk id="59" creationId="{3A1A9F74-752F-9676-BF33-6EBE11145B30}"/>
          </ac:spMkLst>
        </pc:spChg>
        <pc:spChg chg="del">
          <ac:chgData name="he zhendong/0494938/何　振東" userId="022da341-ef73-48fb-bc20-f47322bbf998" providerId="ADAL" clId="{9E891F1E-6875-4812-ACD0-C456DB8467F3}" dt="2025-09-18T08:21:48.132" v="3894" actId="478"/>
          <ac:spMkLst>
            <pc:docMk/>
            <pc:sldMk cId="0" sldId="16772967"/>
            <ac:spMk id="60" creationId="{A44C240B-99BF-DC43-6C5B-3C46B8196061}"/>
          </ac:spMkLst>
        </pc:spChg>
        <pc:spChg chg="del">
          <ac:chgData name="he zhendong/0494938/何　振東" userId="022da341-ef73-48fb-bc20-f47322bbf998" providerId="ADAL" clId="{9E891F1E-6875-4812-ACD0-C456DB8467F3}" dt="2025-09-18T08:21:48.132" v="3894" actId="478"/>
          <ac:spMkLst>
            <pc:docMk/>
            <pc:sldMk cId="0" sldId="16772967"/>
            <ac:spMk id="61" creationId="{65FB0837-7167-8973-3D72-80F256E77649}"/>
          </ac:spMkLst>
        </pc:spChg>
        <pc:spChg chg="del">
          <ac:chgData name="he zhendong/0494938/何　振東" userId="022da341-ef73-48fb-bc20-f47322bbf998" providerId="ADAL" clId="{9E891F1E-6875-4812-ACD0-C456DB8467F3}" dt="2025-09-18T08:21:48.132" v="3894" actId="478"/>
          <ac:spMkLst>
            <pc:docMk/>
            <pc:sldMk cId="0" sldId="16772967"/>
            <ac:spMk id="62" creationId="{27E27587-69DB-49B1-7316-217118F78F95}"/>
          </ac:spMkLst>
        </pc:spChg>
        <pc:spChg chg="del">
          <ac:chgData name="he zhendong/0494938/何　振東" userId="022da341-ef73-48fb-bc20-f47322bbf998" providerId="ADAL" clId="{9E891F1E-6875-4812-ACD0-C456DB8467F3}" dt="2025-09-18T08:22:43.142" v="3955" actId="478"/>
          <ac:spMkLst>
            <pc:docMk/>
            <pc:sldMk cId="0" sldId="16772967"/>
            <ac:spMk id="63" creationId="{D60AB718-E842-73AE-D666-4B2526D927BD}"/>
          </ac:spMkLst>
        </pc:spChg>
        <pc:spChg chg="del">
          <ac:chgData name="he zhendong/0494938/何　振東" userId="022da341-ef73-48fb-bc20-f47322bbf998" providerId="ADAL" clId="{9E891F1E-6875-4812-ACD0-C456DB8467F3}" dt="2025-09-18T08:23:53.361" v="3979" actId="478"/>
          <ac:spMkLst>
            <pc:docMk/>
            <pc:sldMk cId="0" sldId="16772967"/>
            <ac:spMk id="64" creationId="{F0FECF35-6556-3A84-A85A-316920327CA1}"/>
          </ac:spMkLst>
        </pc:spChg>
        <pc:spChg chg="mod">
          <ac:chgData name="he zhendong/0494938/何　振東" userId="022da341-ef73-48fb-bc20-f47322bbf998" providerId="ADAL" clId="{9E891F1E-6875-4812-ACD0-C456DB8467F3}" dt="2025-09-18T08:44:26.056" v="4401" actId="1037"/>
          <ac:spMkLst>
            <pc:docMk/>
            <pc:sldMk cId="0" sldId="16772967"/>
            <ac:spMk id="66" creationId="{729ACF5A-6C08-9321-59AC-2A95FA462070}"/>
          </ac:spMkLst>
        </pc:spChg>
        <pc:spChg chg="mod">
          <ac:chgData name="he zhendong/0494938/何　振東" userId="022da341-ef73-48fb-bc20-f47322bbf998" providerId="ADAL" clId="{9E891F1E-6875-4812-ACD0-C456DB8467F3}" dt="2025-09-18T08:44:26.056" v="4401" actId="1037"/>
          <ac:spMkLst>
            <pc:docMk/>
            <pc:sldMk cId="0" sldId="16772967"/>
            <ac:spMk id="67" creationId="{0159BF61-3FDE-05DE-EC82-2289BBED6EF8}"/>
          </ac:spMkLst>
        </pc:spChg>
        <pc:spChg chg="del">
          <ac:chgData name="he zhendong/0494938/何　振東" userId="022da341-ef73-48fb-bc20-f47322bbf998" providerId="ADAL" clId="{9E891F1E-6875-4812-ACD0-C456DB8467F3}" dt="2025-09-18T08:23:14.544" v="3972" actId="478"/>
          <ac:spMkLst>
            <pc:docMk/>
            <pc:sldMk cId="0" sldId="16772967"/>
            <ac:spMk id="68" creationId="{1438B89A-5822-DD47-F072-1B947F8D6298}"/>
          </ac:spMkLst>
        </pc:spChg>
        <pc:spChg chg="del">
          <ac:chgData name="he zhendong/0494938/何　振東" userId="022da341-ef73-48fb-bc20-f47322bbf998" providerId="ADAL" clId="{9E891F1E-6875-4812-ACD0-C456DB8467F3}" dt="2025-09-18T08:22:38.976" v="3954" actId="478"/>
          <ac:spMkLst>
            <pc:docMk/>
            <pc:sldMk cId="0" sldId="16772967"/>
            <ac:spMk id="70" creationId="{666F27B6-AA2D-A8A4-3ADE-5CB91D86A1CD}"/>
          </ac:spMkLst>
        </pc:spChg>
        <pc:spChg chg="del">
          <ac:chgData name="he zhendong/0494938/何　振東" userId="022da341-ef73-48fb-bc20-f47322bbf998" providerId="ADAL" clId="{9E891F1E-6875-4812-ACD0-C456DB8467F3}" dt="2025-09-18T08:22:38.103" v="3953" actId="478"/>
          <ac:spMkLst>
            <pc:docMk/>
            <pc:sldMk cId="0" sldId="16772967"/>
            <ac:spMk id="71" creationId="{A2ABED4D-BB96-53F9-291D-28ECCC5A9F50}"/>
          </ac:spMkLst>
        </pc:spChg>
        <pc:spChg chg="mod">
          <ac:chgData name="he zhendong/0494938/何　振東" userId="022da341-ef73-48fb-bc20-f47322bbf998" providerId="ADAL" clId="{9E891F1E-6875-4812-ACD0-C456DB8467F3}" dt="2025-09-18T12:23:43.011" v="6551" actId="6549"/>
          <ac:spMkLst>
            <pc:docMk/>
            <pc:sldMk cId="0" sldId="16772967"/>
            <ac:spMk id="72" creationId="{45CC9BA9-20E2-E49C-E046-3B3B031AC814}"/>
          </ac:spMkLst>
        </pc:spChg>
        <pc:spChg chg="del">
          <ac:chgData name="he zhendong/0494938/何　振東" userId="022da341-ef73-48fb-bc20-f47322bbf998" providerId="ADAL" clId="{9E891F1E-6875-4812-ACD0-C456DB8467F3}" dt="2025-09-18T08:25:15.515" v="4017" actId="478"/>
          <ac:spMkLst>
            <pc:docMk/>
            <pc:sldMk cId="0" sldId="16772967"/>
            <ac:spMk id="73" creationId="{89FA8172-F1DC-B153-DB7A-8D0EFA0148C7}"/>
          </ac:spMkLst>
        </pc:spChg>
        <pc:spChg chg="mod">
          <ac:chgData name="he zhendong/0494938/何　振東" userId="022da341-ef73-48fb-bc20-f47322bbf998" providerId="ADAL" clId="{9E891F1E-6875-4812-ACD0-C456DB8467F3}" dt="2025-09-18T08:36:15.940" v="4244" actId="1076"/>
          <ac:spMkLst>
            <pc:docMk/>
            <pc:sldMk cId="0" sldId="16772967"/>
            <ac:spMk id="74" creationId="{E4BF100E-DCF3-6932-F379-D576C6718375}"/>
          </ac:spMkLst>
        </pc:spChg>
        <pc:spChg chg="add del mod">
          <ac:chgData name="he zhendong/0494938/何　振東" userId="022da341-ef73-48fb-bc20-f47322bbf998" providerId="ADAL" clId="{9E891F1E-6875-4812-ACD0-C456DB8467F3}" dt="2025-09-18T08:25:07.068" v="3991" actId="478"/>
          <ac:spMkLst>
            <pc:docMk/>
            <pc:sldMk cId="0" sldId="16772967"/>
            <ac:spMk id="75" creationId="{CBFEE290-0A5D-2782-B54E-C518BA56E096}"/>
          </ac:spMkLst>
        </pc:spChg>
        <pc:spChg chg="del">
          <ac:chgData name="he zhendong/0494938/何　振東" userId="022da341-ef73-48fb-bc20-f47322bbf998" providerId="ADAL" clId="{9E891F1E-6875-4812-ACD0-C456DB8467F3}" dt="2025-09-18T08:37:17.609" v="4254" actId="478"/>
          <ac:spMkLst>
            <pc:docMk/>
            <pc:sldMk cId="0" sldId="16772967"/>
            <ac:spMk id="77" creationId="{7C197B49-4B98-596B-F65A-B5A094F4A8B0}"/>
          </ac:spMkLst>
        </pc:spChg>
        <pc:spChg chg="mod">
          <ac:chgData name="he zhendong/0494938/何　振東" userId="022da341-ef73-48fb-bc20-f47322bbf998" providerId="ADAL" clId="{9E891F1E-6875-4812-ACD0-C456DB8467F3}" dt="2025-09-18T08:44:26.056" v="4401" actId="1037"/>
          <ac:spMkLst>
            <pc:docMk/>
            <pc:sldMk cId="0" sldId="16772967"/>
            <ac:spMk id="78" creationId="{67838BC0-8257-718E-D0B6-C3B63BA60C8F}"/>
          </ac:spMkLst>
        </pc:spChg>
        <pc:spChg chg="mod">
          <ac:chgData name="he zhendong/0494938/何　振東" userId="022da341-ef73-48fb-bc20-f47322bbf998" providerId="ADAL" clId="{9E891F1E-6875-4812-ACD0-C456DB8467F3}" dt="2025-09-18T16:13:45.506" v="6815" actId="5793"/>
          <ac:spMkLst>
            <pc:docMk/>
            <pc:sldMk cId="0" sldId="16772967"/>
            <ac:spMk id="79" creationId="{117F2DB8-735C-AB14-0186-227D6C4F9863}"/>
          </ac:spMkLst>
        </pc:spChg>
        <pc:spChg chg="del">
          <ac:chgData name="he zhendong/0494938/何　振東" userId="022da341-ef73-48fb-bc20-f47322bbf998" providerId="ADAL" clId="{9E891F1E-6875-4812-ACD0-C456DB8467F3}" dt="2025-09-18T08:20:39.336" v="3871" actId="478"/>
          <ac:spMkLst>
            <pc:docMk/>
            <pc:sldMk cId="0" sldId="16772967"/>
            <ac:spMk id="80" creationId="{5E66E3B7-25AD-C2F1-C05A-EA892A802886}"/>
          </ac:spMkLst>
        </pc:spChg>
        <pc:spChg chg="del">
          <ac:chgData name="he zhendong/0494938/何　振東" userId="022da341-ef73-48fb-bc20-f47322bbf998" providerId="ADAL" clId="{9E891F1E-6875-4812-ACD0-C456DB8467F3}" dt="2025-09-18T08:23:14.544" v="3972" actId="478"/>
          <ac:spMkLst>
            <pc:docMk/>
            <pc:sldMk cId="0" sldId="16772967"/>
            <ac:spMk id="81" creationId="{A89A3CC2-3AFB-E2FF-BD57-D827D60EBE46}"/>
          </ac:spMkLst>
        </pc:spChg>
        <pc:spChg chg="del">
          <ac:chgData name="he zhendong/0494938/何　振東" userId="022da341-ef73-48fb-bc20-f47322bbf998" providerId="ADAL" clId="{9E891F1E-6875-4812-ACD0-C456DB8467F3}" dt="2025-09-18T08:23:14.544" v="3972" actId="478"/>
          <ac:spMkLst>
            <pc:docMk/>
            <pc:sldMk cId="0" sldId="16772967"/>
            <ac:spMk id="82" creationId="{A219B74B-B483-D6D7-8472-63CC6DC3ACDF}"/>
          </ac:spMkLst>
        </pc:spChg>
        <pc:spChg chg="del">
          <ac:chgData name="he zhendong/0494938/何　振東" userId="022da341-ef73-48fb-bc20-f47322bbf998" providerId="ADAL" clId="{9E891F1E-6875-4812-ACD0-C456DB8467F3}" dt="2025-09-18T08:23:14.544" v="3972" actId="478"/>
          <ac:spMkLst>
            <pc:docMk/>
            <pc:sldMk cId="0" sldId="16772967"/>
            <ac:spMk id="83" creationId="{767ED971-203C-B543-9C42-FD8EBFB5AC7E}"/>
          </ac:spMkLst>
        </pc:spChg>
        <pc:spChg chg="del">
          <ac:chgData name="he zhendong/0494938/何　振東" userId="022da341-ef73-48fb-bc20-f47322bbf998" providerId="ADAL" clId="{9E891F1E-6875-4812-ACD0-C456DB8467F3}" dt="2025-09-18T08:23:14.544" v="3972" actId="478"/>
          <ac:spMkLst>
            <pc:docMk/>
            <pc:sldMk cId="0" sldId="16772967"/>
            <ac:spMk id="84" creationId="{73DCB070-4611-2A78-47B1-539FA5CD396A}"/>
          </ac:spMkLst>
        </pc:spChg>
        <pc:spChg chg="del">
          <ac:chgData name="he zhendong/0494938/何　振東" userId="022da341-ef73-48fb-bc20-f47322bbf998" providerId="ADAL" clId="{9E891F1E-6875-4812-ACD0-C456DB8467F3}" dt="2025-09-18T08:23:14.544" v="3972" actId="478"/>
          <ac:spMkLst>
            <pc:docMk/>
            <pc:sldMk cId="0" sldId="16772967"/>
            <ac:spMk id="85" creationId="{1AD6DDBC-C236-9701-40D8-717387236CDF}"/>
          </ac:spMkLst>
        </pc:spChg>
        <pc:spChg chg="del">
          <ac:chgData name="he zhendong/0494938/何　振東" userId="022da341-ef73-48fb-bc20-f47322bbf998" providerId="ADAL" clId="{9E891F1E-6875-4812-ACD0-C456DB8467F3}" dt="2025-09-18T08:23:21.974" v="3974" actId="478"/>
          <ac:spMkLst>
            <pc:docMk/>
            <pc:sldMk cId="0" sldId="16772967"/>
            <ac:spMk id="87" creationId="{9573A456-D610-DB7E-9417-5F0E85DDB9EF}"/>
          </ac:spMkLst>
        </pc:spChg>
        <pc:spChg chg="del">
          <ac:chgData name="he zhendong/0494938/何　振東" userId="022da341-ef73-48fb-bc20-f47322bbf998" providerId="ADAL" clId="{9E891F1E-6875-4812-ACD0-C456DB8467F3}" dt="2025-09-18T08:21:12.125" v="3889" actId="478"/>
          <ac:spMkLst>
            <pc:docMk/>
            <pc:sldMk cId="0" sldId="16772967"/>
            <ac:spMk id="88" creationId="{C6EE7EC3-F4AB-0D4C-95F9-26DFA5835843}"/>
          </ac:spMkLst>
        </pc:spChg>
        <pc:spChg chg="add mod">
          <ac:chgData name="he zhendong/0494938/何　振東" userId="022da341-ef73-48fb-bc20-f47322bbf998" providerId="ADAL" clId="{9E891F1E-6875-4812-ACD0-C456DB8467F3}" dt="2025-09-18T16:08:13.158" v="6665" actId="207"/>
          <ac:spMkLst>
            <pc:docMk/>
            <pc:sldMk cId="0" sldId="16772967"/>
            <ac:spMk id="96" creationId="{601F555D-9479-AED5-4FAC-5A364D2637CD}"/>
          </ac:spMkLst>
        </pc:spChg>
        <pc:cxnChg chg="mod">
          <ac:chgData name="he zhendong/0494938/何　振東" userId="022da341-ef73-48fb-bc20-f47322bbf998" providerId="ADAL" clId="{9E891F1E-6875-4812-ACD0-C456DB8467F3}" dt="2025-09-18T08:40:37.720" v="4362" actId="1038"/>
          <ac:cxnSpMkLst>
            <pc:docMk/>
            <pc:sldMk cId="0" sldId="16772967"/>
            <ac:cxnSpMk id="12" creationId="{9E45B141-258E-B087-8B9B-B2E1A62F2966}"/>
          </ac:cxnSpMkLst>
        </pc:cxnChg>
        <pc:cxnChg chg="mod">
          <ac:chgData name="he zhendong/0494938/何　振東" userId="022da341-ef73-48fb-bc20-f47322bbf998" providerId="ADAL" clId="{9E891F1E-6875-4812-ACD0-C456DB8467F3}" dt="2025-09-18T08:35:21.383" v="4235" actId="12789"/>
          <ac:cxnSpMkLst>
            <pc:docMk/>
            <pc:sldMk cId="0" sldId="16772967"/>
            <ac:cxnSpMk id="13" creationId="{11B4CD0B-EC79-5C9F-3A86-9E0B06AD825C}"/>
          </ac:cxnSpMkLst>
        </pc:cxnChg>
        <pc:cxnChg chg="mod">
          <ac:chgData name="he zhendong/0494938/何　振東" userId="022da341-ef73-48fb-bc20-f47322bbf998" providerId="ADAL" clId="{9E891F1E-6875-4812-ACD0-C456DB8467F3}" dt="2025-09-18T08:35:11.162" v="4234" actId="14100"/>
          <ac:cxnSpMkLst>
            <pc:docMk/>
            <pc:sldMk cId="0" sldId="16772967"/>
            <ac:cxnSpMk id="24" creationId="{1B9626BA-8FCE-E813-819B-1FAC803F9087}"/>
          </ac:cxnSpMkLst>
        </pc:cxnChg>
        <pc:cxnChg chg="del mod">
          <ac:chgData name="he zhendong/0494938/何　振東" userId="022da341-ef73-48fb-bc20-f47322bbf998" providerId="ADAL" clId="{9E891F1E-6875-4812-ACD0-C456DB8467F3}" dt="2025-09-18T08:21:51.433" v="3897" actId="478"/>
          <ac:cxnSpMkLst>
            <pc:docMk/>
            <pc:sldMk cId="0" sldId="16772967"/>
            <ac:cxnSpMk id="25" creationId="{872DA4F5-1A57-3976-2E35-075CD3BBC430}"/>
          </ac:cxnSpMkLst>
        </pc:cxnChg>
        <pc:cxnChg chg="mod">
          <ac:chgData name="he zhendong/0494938/何　振東" userId="022da341-ef73-48fb-bc20-f47322bbf998" providerId="ADAL" clId="{9E891F1E-6875-4812-ACD0-C456DB8467F3}" dt="2025-09-18T08:40:37.720" v="4362" actId="1038"/>
          <ac:cxnSpMkLst>
            <pc:docMk/>
            <pc:sldMk cId="0" sldId="16772967"/>
            <ac:cxnSpMk id="27" creationId="{FF5D66F0-ED55-C441-D779-A68168BA0F73}"/>
          </ac:cxnSpMkLst>
        </pc:cxnChg>
        <pc:cxnChg chg="del mod">
          <ac:chgData name="he zhendong/0494938/何　振東" userId="022da341-ef73-48fb-bc20-f47322bbf998" providerId="ADAL" clId="{9E891F1E-6875-4812-ACD0-C456DB8467F3}" dt="2025-09-18T08:21:50.802" v="3896" actId="478"/>
          <ac:cxnSpMkLst>
            <pc:docMk/>
            <pc:sldMk cId="0" sldId="16772967"/>
            <ac:cxnSpMk id="28" creationId="{488A4BEC-D8E8-1166-A459-33243FA2BEDE}"/>
          </ac:cxnSpMkLst>
        </pc:cxnChg>
        <pc:cxnChg chg="del mod">
          <ac:chgData name="he zhendong/0494938/何　振東" userId="022da341-ef73-48fb-bc20-f47322bbf998" providerId="ADAL" clId="{9E891F1E-6875-4812-ACD0-C456DB8467F3}" dt="2025-09-18T08:21:49.755" v="3895" actId="478"/>
          <ac:cxnSpMkLst>
            <pc:docMk/>
            <pc:sldMk cId="0" sldId="16772967"/>
            <ac:cxnSpMk id="29" creationId="{07AA6A18-C79C-6D8D-8C99-3BAF00E140AC}"/>
          </ac:cxnSpMkLst>
        </pc:cxnChg>
        <pc:cxnChg chg="mod">
          <ac:chgData name="he zhendong/0494938/何　振東" userId="022da341-ef73-48fb-bc20-f47322bbf998" providerId="ADAL" clId="{9E891F1E-6875-4812-ACD0-C456DB8467F3}" dt="2025-09-18T08:34:57.490" v="4232" actId="1035"/>
          <ac:cxnSpMkLst>
            <pc:docMk/>
            <pc:sldMk cId="0" sldId="16772967"/>
            <ac:cxnSpMk id="30" creationId="{4DEFCB05-6372-E348-929B-20757232D221}"/>
          </ac:cxnSpMkLst>
        </pc:cxnChg>
        <pc:cxnChg chg="del mod">
          <ac:chgData name="he zhendong/0494938/何　振東" userId="022da341-ef73-48fb-bc20-f47322bbf998" providerId="ADAL" clId="{9E891F1E-6875-4812-ACD0-C456DB8467F3}" dt="2025-09-18T08:24:04.314" v="3982" actId="478"/>
          <ac:cxnSpMkLst>
            <pc:docMk/>
            <pc:sldMk cId="0" sldId="16772967"/>
            <ac:cxnSpMk id="31" creationId="{A5257BC9-B5E2-4070-6A8F-358042B7178D}"/>
          </ac:cxnSpMkLst>
        </pc:cxnChg>
        <pc:cxnChg chg="del mod">
          <ac:chgData name="he zhendong/0494938/何　振東" userId="022da341-ef73-48fb-bc20-f47322bbf998" providerId="ADAL" clId="{9E891F1E-6875-4812-ACD0-C456DB8467F3}" dt="2025-09-18T08:23:51.737" v="3978" actId="478"/>
          <ac:cxnSpMkLst>
            <pc:docMk/>
            <pc:sldMk cId="0" sldId="16772967"/>
            <ac:cxnSpMk id="40" creationId="{2F74BD6D-A8A8-BD63-A9BD-8AD8A512361C}"/>
          </ac:cxnSpMkLst>
        </pc:cxnChg>
        <pc:cxnChg chg="del mod">
          <ac:chgData name="he zhendong/0494938/何　振東" userId="022da341-ef73-48fb-bc20-f47322bbf998" providerId="ADAL" clId="{9E891F1E-6875-4812-ACD0-C456DB8467F3}" dt="2025-09-18T08:19:59.916" v="3812" actId="478"/>
          <ac:cxnSpMkLst>
            <pc:docMk/>
            <pc:sldMk cId="0" sldId="16772967"/>
            <ac:cxnSpMk id="41" creationId="{C4B30541-8B19-5BB0-7485-36DFA3F3A835}"/>
          </ac:cxnSpMkLst>
        </pc:cxnChg>
        <pc:cxnChg chg="add del mod">
          <ac:chgData name="he zhendong/0494938/何　振東" userId="022da341-ef73-48fb-bc20-f47322bbf998" providerId="ADAL" clId="{9E891F1E-6875-4812-ACD0-C456DB8467F3}" dt="2025-09-18T08:25:03.845" v="3990" actId="478"/>
          <ac:cxnSpMkLst>
            <pc:docMk/>
            <pc:sldMk cId="0" sldId="16772967"/>
            <ac:cxnSpMk id="43" creationId="{EB86B02C-112A-D77C-78BD-1E9AAB62DAB8}"/>
          </ac:cxnSpMkLst>
        </pc:cxnChg>
        <pc:cxnChg chg="mod">
          <ac:chgData name="he zhendong/0494938/何　振東" userId="022da341-ef73-48fb-bc20-f47322bbf998" providerId="ADAL" clId="{9E891F1E-6875-4812-ACD0-C456DB8467F3}" dt="2025-09-18T08:35:21.383" v="4235" actId="12789"/>
          <ac:cxnSpMkLst>
            <pc:docMk/>
            <pc:sldMk cId="0" sldId="16772967"/>
            <ac:cxnSpMk id="47" creationId="{CFB1942F-9A15-314C-5CD5-964EAFF8DA24}"/>
          </ac:cxnSpMkLst>
        </pc:cxnChg>
        <pc:cxnChg chg="mod">
          <ac:chgData name="he zhendong/0494938/何　振東" userId="022da341-ef73-48fb-bc20-f47322bbf998" providerId="ADAL" clId="{9E891F1E-6875-4812-ACD0-C456DB8467F3}" dt="2025-09-18T08:35:21.383" v="4235" actId="12789"/>
          <ac:cxnSpMkLst>
            <pc:docMk/>
            <pc:sldMk cId="0" sldId="16772967"/>
            <ac:cxnSpMk id="51" creationId="{368FA122-369C-C9E5-E801-F33B823A2D47}"/>
          </ac:cxnSpMkLst>
        </pc:cxnChg>
        <pc:cxnChg chg="mod">
          <ac:chgData name="he zhendong/0494938/何　振東" userId="022da341-ef73-48fb-bc20-f47322bbf998" providerId="ADAL" clId="{9E891F1E-6875-4812-ACD0-C456DB8467F3}" dt="2025-09-18T08:25:49.658" v="4144" actId="1038"/>
          <ac:cxnSpMkLst>
            <pc:docMk/>
            <pc:sldMk cId="0" sldId="16772967"/>
            <ac:cxnSpMk id="53" creationId="{285763A7-1F61-684C-B8ED-4013DD0D3BB4}"/>
          </ac:cxnSpMkLst>
        </pc:cxnChg>
        <pc:cxnChg chg="del mod">
          <ac:chgData name="he zhendong/0494938/何　振東" userId="022da341-ef73-48fb-bc20-f47322bbf998" providerId="ADAL" clId="{9E891F1E-6875-4812-ACD0-C456DB8467F3}" dt="2025-09-18T08:25:55.344" v="4145" actId="478"/>
          <ac:cxnSpMkLst>
            <pc:docMk/>
            <pc:sldMk cId="0" sldId="16772967"/>
            <ac:cxnSpMk id="54" creationId="{850D592F-CAB3-BF4B-F87C-F9B40252BE35}"/>
          </ac:cxnSpMkLst>
        </pc:cxnChg>
        <pc:cxnChg chg="mod">
          <ac:chgData name="he zhendong/0494938/何　振東" userId="022da341-ef73-48fb-bc20-f47322bbf998" providerId="ADAL" clId="{9E891F1E-6875-4812-ACD0-C456DB8467F3}" dt="2025-09-18T08:25:10.592" v="4016" actId="1035"/>
          <ac:cxnSpMkLst>
            <pc:docMk/>
            <pc:sldMk cId="0" sldId="16772967"/>
            <ac:cxnSpMk id="55" creationId="{485E4F7D-96B6-4A9A-15A4-BAB4817221B8}"/>
          </ac:cxnSpMkLst>
        </pc:cxnChg>
        <pc:cxnChg chg="mod">
          <ac:chgData name="he zhendong/0494938/何　振東" userId="022da341-ef73-48fb-bc20-f47322bbf998" providerId="ADAL" clId="{9E891F1E-6875-4812-ACD0-C456DB8467F3}" dt="2025-09-18T08:35:21.383" v="4235" actId="12789"/>
          <ac:cxnSpMkLst>
            <pc:docMk/>
            <pc:sldMk cId="0" sldId="16772967"/>
            <ac:cxnSpMk id="56" creationId="{3F861241-9381-374C-CC34-E526F15D5EEC}"/>
          </ac:cxnSpMkLst>
        </pc:cxnChg>
        <pc:cxnChg chg="del mod">
          <ac:chgData name="he zhendong/0494938/何　振東" userId="022da341-ef73-48fb-bc20-f47322bbf998" providerId="ADAL" clId="{9E891F1E-6875-4812-ACD0-C456DB8467F3}" dt="2025-09-18T08:23:21.974" v="3974" actId="478"/>
          <ac:cxnSpMkLst>
            <pc:docMk/>
            <pc:sldMk cId="0" sldId="16772967"/>
            <ac:cxnSpMk id="57" creationId="{559B2202-DA05-C46C-924A-3E78F963E80E}"/>
          </ac:cxnSpMkLst>
        </pc:cxnChg>
        <pc:cxnChg chg="mod">
          <ac:chgData name="he zhendong/0494938/何　振東" userId="022da341-ef73-48fb-bc20-f47322bbf998" providerId="ADAL" clId="{9E891F1E-6875-4812-ACD0-C456DB8467F3}" dt="2025-09-18T08:39:31.046" v="4333" actId="14100"/>
          <ac:cxnSpMkLst>
            <pc:docMk/>
            <pc:sldMk cId="0" sldId="16772967"/>
            <ac:cxnSpMk id="58" creationId="{D0C51975-B43C-A1EF-CFDD-420654B1A2E7}"/>
          </ac:cxnSpMkLst>
        </pc:cxnChg>
        <pc:cxnChg chg="mod">
          <ac:chgData name="he zhendong/0494938/何　振東" userId="022da341-ef73-48fb-bc20-f47322bbf998" providerId="ADAL" clId="{9E891F1E-6875-4812-ACD0-C456DB8467F3}" dt="2025-09-18T08:35:32.721" v="4237" actId="14100"/>
          <ac:cxnSpMkLst>
            <pc:docMk/>
            <pc:sldMk cId="0" sldId="16772967"/>
            <ac:cxnSpMk id="65" creationId="{D5CE732D-32E5-5B0D-A7E7-BEE2405C60C8}"/>
          </ac:cxnSpMkLst>
        </pc:cxnChg>
        <pc:cxnChg chg="del mod">
          <ac:chgData name="he zhendong/0494938/何　振東" userId="022da341-ef73-48fb-bc20-f47322bbf998" providerId="ADAL" clId="{9E891F1E-6875-4812-ACD0-C456DB8467F3}" dt="2025-09-18T08:20:39.336" v="3871" actId="478"/>
          <ac:cxnSpMkLst>
            <pc:docMk/>
            <pc:sldMk cId="0" sldId="16772967"/>
            <ac:cxnSpMk id="69" creationId="{9AEA17E0-6906-3272-B29A-30476916F78B}"/>
          </ac:cxnSpMkLst>
        </pc:cxnChg>
        <pc:cxnChg chg="add del mod">
          <ac:chgData name="he zhendong/0494938/何　振東" userId="022da341-ef73-48fb-bc20-f47322bbf998" providerId="ADAL" clId="{9E891F1E-6875-4812-ACD0-C456DB8467F3}" dt="2025-09-18T08:36:26.514" v="4247" actId="14100"/>
          <ac:cxnSpMkLst>
            <pc:docMk/>
            <pc:sldMk cId="0" sldId="16772967"/>
            <ac:cxnSpMk id="76" creationId="{C861C588-DA30-1FE8-CCC2-9EE5332D0F22}"/>
          </ac:cxnSpMkLst>
        </pc:cxnChg>
        <pc:cxnChg chg="del mod">
          <ac:chgData name="he zhendong/0494938/何　振東" userId="022da341-ef73-48fb-bc20-f47322bbf998" providerId="ADAL" clId="{9E891F1E-6875-4812-ACD0-C456DB8467F3}" dt="2025-09-18T08:38:09.056" v="4308" actId="478"/>
          <ac:cxnSpMkLst>
            <pc:docMk/>
            <pc:sldMk cId="0" sldId="16772967"/>
            <ac:cxnSpMk id="86" creationId="{14EED942-D808-516D-557B-E45E688E7C82}"/>
          </ac:cxnSpMkLst>
        </pc:cxnChg>
        <pc:cxnChg chg="mod">
          <ac:chgData name="he zhendong/0494938/何　振東" userId="022da341-ef73-48fb-bc20-f47322bbf998" providerId="ADAL" clId="{9E891F1E-6875-4812-ACD0-C456DB8467F3}" dt="2025-09-18T08:40:45.821" v="4363" actId="14100"/>
          <ac:cxnSpMkLst>
            <pc:docMk/>
            <pc:sldMk cId="0" sldId="16772967"/>
            <ac:cxnSpMk id="89" creationId="{93561D37-214F-DEC0-23A2-48D9B0114278}"/>
          </ac:cxnSpMkLst>
        </pc:cxnChg>
        <pc:cxnChg chg="mod">
          <ac:chgData name="he zhendong/0494938/何　振東" userId="022da341-ef73-48fb-bc20-f47322bbf998" providerId="ADAL" clId="{9E891F1E-6875-4812-ACD0-C456DB8467F3}" dt="2025-09-18T08:40:45.821" v="4363" actId="14100"/>
          <ac:cxnSpMkLst>
            <pc:docMk/>
            <pc:sldMk cId="0" sldId="16772967"/>
            <ac:cxnSpMk id="90" creationId="{98DDB7CD-16A1-C017-C049-A18F2B9BB2F0}"/>
          </ac:cxnSpMkLst>
        </pc:cxnChg>
        <pc:cxnChg chg="add mod">
          <ac:chgData name="he zhendong/0494938/何　振東" userId="022da341-ef73-48fb-bc20-f47322bbf998" providerId="ADAL" clId="{9E891F1E-6875-4812-ACD0-C456DB8467F3}" dt="2025-09-18T08:37:02.969" v="4251" actId="14100"/>
          <ac:cxnSpMkLst>
            <pc:docMk/>
            <pc:sldMk cId="0" sldId="16772967"/>
            <ac:cxnSpMk id="125" creationId="{B9F154C0-D8FD-96EE-6CA3-38DFD74F4A53}"/>
          </ac:cxnSpMkLst>
        </pc:cxnChg>
        <pc:cxnChg chg="add mod">
          <ac:chgData name="he zhendong/0494938/何　振東" userId="022da341-ef73-48fb-bc20-f47322bbf998" providerId="ADAL" clId="{9E891F1E-6875-4812-ACD0-C456DB8467F3}" dt="2025-09-18T08:39:27.639" v="4332" actId="14100"/>
          <ac:cxnSpMkLst>
            <pc:docMk/>
            <pc:sldMk cId="0" sldId="16772967"/>
            <ac:cxnSpMk id="129" creationId="{878B4B2B-E57A-E011-D899-D3E9A43D1DCA}"/>
          </ac:cxnSpMkLst>
        </pc:cxnChg>
        <pc:cxnChg chg="add mod">
          <ac:chgData name="he zhendong/0494938/何　振東" userId="022da341-ef73-48fb-bc20-f47322bbf998" providerId="ADAL" clId="{9E891F1E-6875-4812-ACD0-C456DB8467F3}" dt="2025-09-18T08:41:33.890" v="4373" actId="14100"/>
          <ac:cxnSpMkLst>
            <pc:docMk/>
            <pc:sldMk cId="0" sldId="16772967"/>
            <ac:cxnSpMk id="141" creationId="{965E2D9E-AD9F-B7FA-B172-327035324BDF}"/>
          </ac:cxnSpMkLst>
        </pc:cxnChg>
        <pc:cxnChg chg="add mod">
          <ac:chgData name="he zhendong/0494938/何　振東" userId="022da341-ef73-48fb-bc20-f47322bbf998" providerId="ADAL" clId="{9E891F1E-6875-4812-ACD0-C456DB8467F3}" dt="2025-09-18T08:41:47.307" v="4378" actId="14100"/>
          <ac:cxnSpMkLst>
            <pc:docMk/>
            <pc:sldMk cId="0" sldId="16772967"/>
            <ac:cxnSpMk id="145" creationId="{CA808C40-634C-E3C4-7471-1D593035914D}"/>
          </ac:cxnSpMkLst>
        </pc:cxnChg>
      </pc:sldChg>
      <pc:sldChg chg="modSp del mod">
        <pc:chgData name="he zhendong/0494938/何　振東" userId="022da341-ef73-48fb-bc20-f47322bbf998" providerId="ADAL" clId="{9E891F1E-6875-4812-ACD0-C456DB8467F3}" dt="2025-09-19T06:21:32.369" v="6978" actId="47"/>
        <pc:sldMkLst>
          <pc:docMk/>
          <pc:sldMk cId="0" sldId="16772968"/>
        </pc:sldMkLst>
        <pc:graphicFrameChg chg="modGraphic">
          <ac:chgData name="he zhendong/0494938/何　振東" userId="022da341-ef73-48fb-bc20-f47322bbf998" providerId="ADAL" clId="{9E891F1E-6875-4812-ACD0-C456DB8467F3}" dt="2025-09-18T12:24:58.132" v="6555" actId="20577"/>
          <ac:graphicFrameMkLst>
            <pc:docMk/>
            <pc:sldMk cId="0" sldId="16772968"/>
            <ac:graphicFrameMk id="13" creationId="{CCEE3F59-435C-2042-9CB5-81A93BE17519}"/>
          </ac:graphicFrameMkLst>
        </pc:graphicFrameChg>
      </pc:sldChg>
      <pc:sldChg chg="del">
        <pc:chgData name="he zhendong/0494938/何　振東" userId="022da341-ef73-48fb-bc20-f47322bbf998" providerId="ADAL" clId="{9E891F1E-6875-4812-ACD0-C456DB8467F3}" dt="2025-09-18T12:46:18.637" v="6587" actId="47"/>
        <pc:sldMkLst>
          <pc:docMk/>
          <pc:sldMk cId="3996305701" sldId="16772969"/>
        </pc:sldMkLst>
      </pc:sldChg>
      <pc:sldChg chg="addSp delSp modSp del mod">
        <pc:chgData name="he zhendong/0494938/何　振東" userId="022da341-ef73-48fb-bc20-f47322bbf998" providerId="ADAL" clId="{9E891F1E-6875-4812-ACD0-C456DB8467F3}" dt="2025-09-19T06:21:32.369" v="6978" actId="47"/>
        <pc:sldMkLst>
          <pc:docMk/>
          <pc:sldMk cId="1024482199" sldId="16772970"/>
        </pc:sldMkLst>
        <pc:spChg chg="del">
          <ac:chgData name="he zhendong/0494938/何　振東" userId="022da341-ef73-48fb-bc20-f47322bbf998" providerId="ADAL" clId="{9E891F1E-6875-4812-ACD0-C456DB8467F3}" dt="2025-09-18T09:16:45.432" v="5771" actId="478"/>
          <ac:spMkLst>
            <pc:docMk/>
            <pc:sldMk cId="1024482199" sldId="16772970"/>
            <ac:spMk id="3" creationId="{00000000-0000-0000-0000-000000000000}"/>
          </ac:spMkLst>
        </pc:spChg>
        <pc:spChg chg="add del mod">
          <ac:chgData name="he zhendong/0494938/何　振東" userId="022da341-ef73-48fb-bc20-f47322bbf998" providerId="ADAL" clId="{9E891F1E-6875-4812-ACD0-C456DB8467F3}" dt="2025-09-18T09:18:58.295" v="5933" actId="478"/>
          <ac:spMkLst>
            <pc:docMk/>
            <pc:sldMk cId="1024482199" sldId="16772970"/>
            <ac:spMk id="15" creationId="{00000000-0000-0000-0000-000000000000}"/>
          </ac:spMkLst>
        </pc:spChg>
        <pc:graphicFrameChg chg="add del mod modGraphic">
          <ac:chgData name="he zhendong/0494938/何　振東" userId="022da341-ef73-48fb-bc20-f47322bbf998" providerId="ADAL" clId="{9E891F1E-6875-4812-ACD0-C456DB8467F3}" dt="2025-09-18T16:26:19.602" v="6957" actId="108"/>
          <ac:graphicFrameMkLst>
            <pc:docMk/>
            <pc:sldMk cId="1024482199" sldId="16772970"/>
            <ac:graphicFrameMk id="4" creationId="{7A494E27-83EC-A0A3-2082-E9A9D75C64D6}"/>
          </ac:graphicFrameMkLst>
        </pc:graphicFrameChg>
      </pc:sldChg>
      <pc:sldChg chg="modSp del mod">
        <pc:chgData name="he zhendong/0494938/何　振東" userId="022da341-ef73-48fb-bc20-f47322bbf998" providerId="ADAL" clId="{9E891F1E-6875-4812-ACD0-C456DB8467F3}" dt="2025-09-19T06:21:32.369" v="6978" actId="47"/>
        <pc:sldMkLst>
          <pc:docMk/>
          <pc:sldMk cId="0" sldId="16772971"/>
        </pc:sldMkLst>
        <pc:spChg chg="mod">
          <ac:chgData name="he zhendong/0494938/何　振東" userId="022da341-ef73-48fb-bc20-f47322bbf998" providerId="ADAL" clId="{9E891F1E-6875-4812-ACD0-C456DB8467F3}" dt="2025-09-18T16:27:35.434" v="6963" actId="255"/>
          <ac:spMkLst>
            <pc:docMk/>
            <pc:sldMk cId="0" sldId="16772971"/>
            <ac:spMk id="2" creationId="{00000000-0000-0000-0000-000000000000}"/>
          </ac:spMkLst>
        </pc:spChg>
        <pc:spChg chg="mod">
          <ac:chgData name="he zhendong/0494938/何　振東" userId="022da341-ef73-48fb-bc20-f47322bbf998" providerId="ADAL" clId="{9E891F1E-6875-4812-ACD0-C456DB8467F3}" dt="2025-09-18T16:18:58.108" v="6902" actId="14100"/>
          <ac:spMkLst>
            <pc:docMk/>
            <pc:sldMk cId="0" sldId="16772971"/>
            <ac:spMk id="15" creationId="{00000000-0000-0000-0000-000000000000}"/>
          </ac:spMkLst>
        </pc:spChg>
      </pc:sldChg>
      <pc:sldChg chg="modSp del mod">
        <pc:chgData name="he zhendong/0494938/何　振東" userId="022da341-ef73-48fb-bc20-f47322bbf998" providerId="ADAL" clId="{9E891F1E-6875-4812-ACD0-C456DB8467F3}" dt="2025-09-19T06:21:32.369" v="6978" actId="47"/>
        <pc:sldMkLst>
          <pc:docMk/>
          <pc:sldMk cId="0" sldId="16772972"/>
        </pc:sldMkLst>
        <pc:spChg chg="mod">
          <ac:chgData name="he zhendong/0494938/何　振東" userId="022da341-ef73-48fb-bc20-f47322bbf998" providerId="ADAL" clId="{9E891F1E-6875-4812-ACD0-C456DB8467F3}" dt="2025-09-18T16:28:10.586" v="6969" actId="255"/>
          <ac:spMkLst>
            <pc:docMk/>
            <pc:sldMk cId="0" sldId="16772972"/>
            <ac:spMk id="2" creationId="{00000000-0000-0000-0000-000000000000}"/>
          </ac:spMkLst>
        </pc:spChg>
        <pc:spChg chg="mod">
          <ac:chgData name="he zhendong/0494938/何　振東" userId="022da341-ef73-48fb-bc20-f47322bbf998" providerId="ADAL" clId="{9E891F1E-6875-4812-ACD0-C456DB8467F3}" dt="2025-09-18T16:18:07.695" v="6895" actId="14100"/>
          <ac:spMkLst>
            <pc:docMk/>
            <pc:sldMk cId="0" sldId="16772972"/>
            <ac:spMk id="5" creationId="{E49F7716-4ADD-887A-C09D-8DE5CD82D2E4}"/>
          </ac:spMkLst>
        </pc:spChg>
        <pc:spChg chg="mod">
          <ac:chgData name="he zhendong/0494938/何　振東" userId="022da341-ef73-48fb-bc20-f47322bbf998" providerId="ADAL" clId="{9E891F1E-6875-4812-ACD0-C456DB8467F3}" dt="2025-09-18T07:38:59.969" v="2427" actId="1035"/>
          <ac:spMkLst>
            <pc:docMk/>
            <pc:sldMk cId="0" sldId="16772972"/>
            <ac:spMk id="49" creationId="{00000000-0000-0000-0000-000000000000}"/>
          </ac:spMkLst>
        </pc:spChg>
        <pc:spChg chg="mod">
          <ac:chgData name="he zhendong/0494938/何　振東" userId="022da341-ef73-48fb-bc20-f47322bbf998" providerId="ADAL" clId="{9E891F1E-6875-4812-ACD0-C456DB8467F3}" dt="2025-09-18T07:38:59.969" v="2427" actId="1035"/>
          <ac:spMkLst>
            <pc:docMk/>
            <pc:sldMk cId="0" sldId="16772972"/>
            <ac:spMk id="51" creationId="{00000000-0000-0000-0000-000000000000}"/>
          </ac:spMkLst>
        </pc:spChg>
        <pc:spChg chg="mod">
          <ac:chgData name="he zhendong/0494938/何　振東" userId="022da341-ef73-48fb-bc20-f47322bbf998" providerId="ADAL" clId="{9E891F1E-6875-4812-ACD0-C456DB8467F3}" dt="2025-09-18T07:39:08.973" v="2428" actId="1076"/>
          <ac:spMkLst>
            <pc:docMk/>
            <pc:sldMk cId="0" sldId="16772972"/>
            <ac:spMk id="1057" creationId="{00000000-0000-0000-0000-000000000000}"/>
          </ac:spMkLst>
        </pc:spChg>
        <pc:picChg chg="mod">
          <ac:chgData name="he zhendong/0494938/何　振東" userId="022da341-ef73-48fb-bc20-f47322bbf998" providerId="ADAL" clId="{9E891F1E-6875-4812-ACD0-C456DB8467F3}" dt="2025-09-18T07:38:59.969" v="2427" actId="1035"/>
          <ac:picMkLst>
            <pc:docMk/>
            <pc:sldMk cId="0" sldId="16772972"/>
            <ac:picMk id="10" creationId="{00000000-0000-0000-0000-000000000000}"/>
          </ac:picMkLst>
        </pc:picChg>
        <pc:cxnChg chg="mod">
          <ac:chgData name="he zhendong/0494938/何　振東" userId="022da341-ef73-48fb-bc20-f47322bbf998" providerId="ADAL" clId="{9E891F1E-6875-4812-ACD0-C456DB8467F3}" dt="2025-09-18T07:38:59.969" v="2427" actId="1035"/>
          <ac:cxnSpMkLst>
            <pc:docMk/>
            <pc:sldMk cId="0" sldId="16772972"/>
            <ac:cxnSpMk id="22" creationId="{00000000-0000-0000-0000-000000000000}"/>
          </ac:cxnSpMkLst>
        </pc:cxnChg>
        <pc:cxnChg chg="mod">
          <ac:chgData name="he zhendong/0494938/何　振東" userId="022da341-ef73-48fb-bc20-f47322bbf998" providerId="ADAL" clId="{9E891F1E-6875-4812-ACD0-C456DB8467F3}" dt="2025-09-18T07:38:59.969" v="2427" actId="1035"/>
          <ac:cxnSpMkLst>
            <pc:docMk/>
            <pc:sldMk cId="0" sldId="16772972"/>
            <ac:cxnSpMk id="32" creationId="{00000000-0000-0000-0000-000000000000}"/>
          </ac:cxnSpMkLst>
        </pc:cxnChg>
        <pc:cxnChg chg="mod">
          <ac:chgData name="he zhendong/0494938/何　振東" userId="022da341-ef73-48fb-bc20-f47322bbf998" providerId="ADAL" clId="{9E891F1E-6875-4812-ACD0-C456DB8467F3}" dt="2025-09-18T16:17:50.816" v="6893" actId="14100"/>
          <ac:cxnSpMkLst>
            <pc:docMk/>
            <pc:sldMk cId="0" sldId="16772972"/>
            <ac:cxnSpMk id="39" creationId="{00000000-0000-0000-0000-000000000000}"/>
          </ac:cxnSpMkLst>
        </pc:cxnChg>
        <pc:cxnChg chg="mod">
          <ac:chgData name="he zhendong/0494938/何　振東" userId="022da341-ef73-48fb-bc20-f47322bbf998" providerId="ADAL" clId="{9E891F1E-6875-4812-ACD0-C456DB8467F3}" dt="2025-09-18T07:38:59.969" v="2427" actId="1035"/>
          <ac:cxnSpMkLst>
            <pc:docMk/>
            <pc:sldMk cId="0" sldId="16772972"/>
            <ac:cxnSpMk id="47" creationId="{00000000-0000-0000-0000-000000000000}"/>
          </ac:cxnSpMkLst>
        </pc:cxnChg>
        <pc:cxnChg chg="mod">
          <ac:chgData name="he zhendong/0494938/何　振東" userId="022da341-ef73-48fb-bc20-f47322bbf998" providerId="ADAL" clId="{9E891F1E-6875-4812-ACD0-C456DB8467F3}" dt="2025-09-18T07:38:59.969" v="2427" actId="1035"/>
          <ac:cxnSpMkLst>
            <pc:docMk/>
            <pc:sldMk cId="0" sldId="16772972"/>
            <ac:cxnSpMk id="50" creationId="{00000000-0000-0000-0000-000000000000}"/>
          </ac:cxnSpMkLst>
        </pc:cxnChg>
      </pc:sldChg>
      <pc:sldChg chg="del">
        <pc:chgData name="he zhendong/0494938/何　振東" userId="022da341-ef73-48fb-bc20-f47322bbf998" providerId="ADAL" clId="{9E891F1E-6875-4812-ACD0-C456DB8467F3}" dt="2025-09-18T15:07:34.607" v="6661" actId="47"/>
        <pc:sldMkLst>
          <pc:docMk/>
          <pc:sldMk cId="0" sldId="16772973"/>
        </pc:sldMkLst>
      </pc:sldChg>
      <pc:sldChg chg="del">
        <pc:chgData name="he zhendong/0494938/何　振東" userId="022da341-ef73-48fb-bc20-f47322bbf998" providerId="ADAL" clId="{9E891F1E-6875-4812-ACD0-C456DB8467F3}" dt="2025-09-18T15:07:34.607" v="6661" actId="47"/>
        <pc:sldMkLst>
          <pc:docMk/>
          <pc:sldMk cId="0" sldId="16776351"/>
        </pc:sldMkLst>
      </pc:sldChg>
      <pc:sldChg chg="addSp delSp modSp del mod">
        <pc:chgData name="he zhendong/0494938/何　振東" userId="022da341-ef73-48fb-bc20-f47322bbf998" providerId="ADAL" clId="{9E891F1E-6875-4812-ACD0-C456DB8467F3}" dt="2025-09-19T06:21:32.369" v="6978" actId="47"/>
        <pc:sldMkLst>
          <pc:docMk/>
          <pc:sldMk cId="0" sldId="16776352"/>
        </pc:sldMkLst>
        <pc:spChg chg="mod">
          <ac:chgData name="he zhendong/0494938/何　振東" userId="022da341-ef73-48fb-bc20-f47322bbf998" providerId="ADAL" clId="{9E891F1E-6875-4812-ACD0-C456DB8467F3}" dt="2025-09-18T16:27:11.017" v="6961" actId="20577"/>
          <ac:spMkLst>
            <pc:docMk/>
            <pc:sldMk cId="0" sldId="16776352"/>
            <ac:spMk id="2" creationId="{00000000-0000-0000-0000-000000000000}"/>
          </ac:spMkLst>
        </pc:spChg>
        <pc:spChg chg="add mod">
          <ac:chgData name="he zhendong/0494938/何　振東" userId="022da341-ef73-48fb-bc20-f47322bbf998" providerId="ADAL" clId="{9E891F1E-6875-4812-ACD0-C456DB8467F3}" dt="2025-09-18T16:11:54.673" v="6755" actId="1037"/>
          <ac:spMkLst>
            <pc:docMk/>
            <pc:sldMk cId="0" sldId="16776352"/>
            <ac:spMk id="6" creationId="{178FCCE8-4792-2D25-DA6F-82A527D5F1FA}"/>
          </ac:spMkLst>
        </pc:spChg>
        <pc:spChg chg="del">
          <ac:chgData name="he zhendong/0494938/何　振東" userId="022da341-ef73-48fb-bc20-f47322bbf998" providerId="ADAL" clId="{9E891F1E-6875-4812-ACD0-C456DB8467F3}" dt="2025-09-18T05:58:52.389" v="2279" actId="478"/>
          <ac:spMkLst>
            <pc:docMk/>
            <pc:sldMk cId="0" sldId="16776352"/>
            <ac:spMk id="7" creationId="{00000000-0000-0000-0000-000000000000}"/>
          </ac:spMkLst>
        </pc:spChg>
        <pc:spChg chg="add mod">
          <ac:chgData name="he zhendong/0494938/何　振東" userId="022da341-ef73-48fb-bc20-f47322bbf998" providerId="ADAL" clId="{9E891F1E-6875-4812-ACD0-C456DB8467F3}" dt="2025-09-18T16:12:11.212" v="6766" actId="14100"/>
          <ac:spMkLst>
            <pc:docMk/>
            <pc:sldMk cId="0" sldId="16776352"/>
            <ac:spMk id="7" creationId="{D37A1C8A-CE1F-BE36-7865-1CB2C53DCC46}"/>
          </ac:spMkLst>
        </pc:spChg>
        <pc:spChg chg="add del mod">
          <ac:chgData name="he zhendong/0494938/何　振東" userId="022da341-ef73-48fb-bc20-f47322bbf998" providerId="ADAL" clId="{9E891F1E-6875-4812-ACD0-C456DB8467F3}" dt="2025-09-18T08:03:32.628" v="3499" actId="478"/>
          <ac:spMkLst>
            <pc:docMk/>
            <pc:sldMk cId="0" sldId="16776352"/>
            <ac:spMk id="7" creationId="{F2A8E43D-94D0-7186-101D-6E90E831649D}"/>
          </ac:spMkLst>
        </pc:spChg>
        <pc:spChg chg="add mod">
          <ac:chgData name="he zhendong/0494938/何　振東" userId="022da341-ef73-48fb-bc20-f47322bbf998" providerId="ADAL" clId="{9E891F1E-6875-4812-ACD0-C456DB8467F3}" dt="2025-09-18T16:11:54.673" v="6755" actId="1037"/>
          <ac:spMkLst>
            <pc:docMk/>
            <pc:sldMk cId="0" sldId="16776352"/>
            <ac:spMk id="11" creationId="{26130295-4BA5-2BD7-6A42-E8D957747847}"/>
          </ac:spMkLst>
        </pc:spChg>
        <pc:spChg chg="mod">
          <ac:chgData name="he zhendong/0494938/何　振東" userId="022da341-ef73-48fb-bc20-f47322bbf998" providerId="ADAL" clId="{9E891F1E-6875-4812-ACD0-C456DB8467F3}" dt="2025-09-18T08:01:16.841" v="3444" actId="404"/>
          <ac:spMkLst>
            <pc:docMk/>
            <pc:sldMk cId="0" sldId="16776352"/>
            <ac:spMk id="15" creationId="{00000000-0000-0000-0000-000000000000}"/>
          </ac:spMkLst>
        </pc:spChg>
        <pc:spChg chg="add mod">
          <ac:chgData name="he zhendong/0494938/何　振東" userId="022da341-ef73-48fb-bc20-f47322bbf998" providerId="ADAL" clId="{9E891F1E-6875-4812-ACD0-C456DB8467F3}" dt="2025-09-18T16:11:54.673" v="6755" actId="1037"/>
          <ac:spMkLst>
            <pc:docMk/>
            <pc:sldMk cId="0" sldId="16776352"/>
            <ac:spMk id="19" creationId="{CE75689F-796A-9AA2-93B7-9CAA7765CEC1}"/>
          </ac:spMkLst>
        </pc:spChg>
        <pc:spChg chg="add mod">
          <ac:chgData name="he zhendong/0494938/何　振東" userId="022da341-ef73-48fb-bc20-f47322bbf998" providerId="ADAL" clId="{9E891F1E-6875-4812-ACD0-C456DB8467F3}" dt="2025-09-18T16:11:54.673" v="6755" actId="1037"/>
          <ac:spMkLst>
            <pc:docMk/>
            <pc:sldMk cId="0" sldId="16776352"/>
            <ac:spMk id="39" creationId="{617DB24C-6360-A48E-3E41-4A96593FC94F}"/>
          </ac:spMkLst>
        </pc:spChg>
        <pc:spChg chg="add del mod">
          <ac:chgData name="he zhendong/0494938/何　振東" userId="022da341-ef73-48fb-bc20-f47322bbf998" providerId="ADAL" clId="{9E891F1E-6875-4812-ACD0-C456DB8467F3}" dt="2025-09-18T16:11:38.854" v="6727" actId="478"/>
          <ac:spMkLst>
            <pc:docMk/>
            <pc:sldMk cId="0" sldId="16776352"/>
            <ac:spMk id="48" creationId="{CE3EA390-5740-436D-28B9-09C986BD2B2C}"/>
          </ac:spMkLst>
        </pc:spChg>
        <pc:picChg chg="add mod">
          <ac:chgData name="he zhendong/0494938/何　振東" userId="022da341-ef73-48fb-bc20-f47322bbf998" providerId="ADAL" clId="{9E891F1E-6875-4812-ACD0-C456DB8467F3}" dt="2025-09-18T16:11:54.673" v="6755" actId="1037"/>
          <ac:picMkLst>
            <pc:docMk/>
            <pc:sldMk cId="0" sldId="16776352"/>
            <ac:picMk id="3" creationId="{782386FB-898C-0717-BDB7-73A999872525}"/>
          </ac:picMkLst>
        </pc:picChg>
        <pc:picChg chg="add mod">
          <ac:chgData name="he zhendong/0494938/何　振東" userId="022da341-ef73-48fb-bc20-f47322bbf998" providerId="ADAL" clId="{9E891F1E-6875-4812-ACD0-C456DB8467F3}" dt="2025-09-18T16:11:54.673" v="6755" actId="1037"/>
          <ac:picMkLst>
            <pc:docMk/>
            <pc:sldMk cId="0" sldId="16776352"/>
            <ac:picMk id="4" creationId="{269F6357-5908-BEC3-1B53-CE426C0999BC}"/>
          </ac:picMkLst>
        </pc:picChg>
        <pc:picChg chg="add mod">
          <ac:chgData name="he zhendong/0494938/何　振東" userId="022da341-ef73-48fb-bc20-f47322bbf998" providerId="ADAL" clId="{9E891F1E-6875-4812-ACD0-C456DB8467F3}" dt="2025-09-18T16:11:54.673" v="6755" actId="1037"/>
          <ac:picMkLst>
            <pc:docMk/>
            <pc:sldMk cId="0" sldId="16776352"/>
            <ac:picMk id="5" creationId="{CD476A42-664A-A687-6190-EEA8F871DBF0}"/>
          </ac:picMkLst>
        </pc:picChg>
        <pc:picChg chg="add del mod">
          <ac:chgData name="he zhendong/0494938/何　振東" userId="022da341-ef73-48fb-bc20-f47322bbf998" providerId="ADAL" clId="{9E891F1E-6875-4812-ACD0-C456DB8467F3}" dt="2025-09-18T08:04:03.471" v="3506" actId="478"/>
          <ac:picMkLst>
            <pc:docMk/>
            <pc:sldMk cId="0" sldId="16776352"/>
            <ac:picMk id="10" creationId="{0971A8B8-887A-B081-1660-DD56BCB57618}"/>
          </ac:picMkLst>
        </pc:picChg>
        <pc:picChg chg="add mod">
          <ac:chgData name="he zhendong/0494938/何　振東" userId="022da341-ef73-48fb-bc20-f47322bbf998" providerId="ADAL" clId="{9E891F1E-6875-4812-ACD0-C456DB8467F3}" dt="2025-09-18T16:11:54.673" v="6755" actId="1037"/>
          <ac:picMkLst>
            <pc:docMk/>
            <pc:sldMk cId="0" sldId="16776352"/>
            <ac:picMk id="20" creationId="{36492227-8BCD-FE3A-26B9-76411D651CEA}"/>
          </ac:picMkLst>
        </pc:picChg>
        <pc:picChg chg="add del mod">
          <ac:chgData name="he zhendong/0494938/何　振東" userId="022da341-ef73-48fb-bc20-f47322bbf998" providerId="ADAL" clId="{9E891F1E-6875-4812-ACD0-C456DB8467F3}" dt="2025-09-18T16:10:26.045" v="6673" actId="478"/>
          <ac:picMkLst>
            <pc:docMk/>
            <pc:sldMk cId="0" sldId="16776352"/>
            <ac:picMk id="47" creationId="{6E75CB1C-50E2-60C7-707A-0CFFDB5C3D5C}"/>
          </ac:picMkLst>
        </pc:picChg>
        <pc:picChg chg="add mod">
          <ac:chgData name="he zhendong/0494938/何　振東" userId="022da341-ef73-48fb-bc20-f47322bbf998" providerId="ADAL" clId="{9E891F1E-6875-4812-ACD0-C456DB8467F3}" dt="2025-09-18T16:11:54.673" v="6755" actId="1037"/>
          <ac:picMkLst>
            <pc:docMk/>
            <pc:sldMk cId="0" sldId="16776352"/>
            <ac:picMk id="2050" creationId="{43295ADE-FC47-FFA1-997D-4CE580DDFC81}"/>
          </ac:picMkLst>
        </pc:picChg>
        <pc:cxnChg chg="add mod">
          <ac:chgData name="he zhendong/0494938/何　振東" userId="022da341-ef73-48fb-bc20-f47322bbf998" providerId="ADAL" clId="{9E891F1E-6875-4812-ACD0-C456DB8467F3}" dt="2025-09-18T08:08:53.780" v="3705" actId="14100"/>
          <ac:cxnSpMkLst>
            <pc:docMk/>
            <pc:sldMk cId="0" sldId="16776352"/>
            <ac:cxnSpMk id="9" creationId="{309FC341-0A55-57C8-568A-ADF49AF1D0A9}"/>
          </ac:cxnSpMkLst>
        </pc:cxnChg>
        <pc:cxnChg chg="add mod">
          <ac:chgData name="he zhendong/0494938/何　振東" userId="022da341-ef73-48fb-bc20-f47322bbf998" providerId="ADAL" clId="{9E891F1E-6875-4812-ACD0-C456DB8467F3}" dt="2025-09-18T08:08:36.591" v="3703" actId="1036"/>
          <ac:cxnSpMkLst>
            <pc:docMk/>
            <pc:sldMk cId="0" sldId="16776352"/>
            <ac:cxnSpMk id="12" creationId="{BEB9D20D-36A3-33BF-2564-ACAC6A4335A0}"/>
          </ac:cxnSpMkLst>
        </pc:cxnChg>
        <pc:cxnChg chg="add">
          <ac:chgData name="he zhendong/0494938/何　振東" userId="022da341-ef73-48fb-bc20-f47322bbf998" providerId="ADAL" clId="{9E891F1E-6875-4812-ACD0-C456DB8467F3}" dt="2025-09-18T08:07:17.729" v="3652" actId="11529"/>
          <ac:cxnSpMkLst>
            <pc:docMk/>
            <pc:sldMk cId="0" sldId="16776352"/>
            <ac:cxnSpMk id="22" creationId="{A514F95F-2C0F-795C-1F2C-4D0E58CD9B08}"/>
          </ac:cxnSpMkLst>
        </pc:cxnChg>
        <pc:cxnChg chg="add mod">
          <ac:chgData name="he zhendong/0494938/何　振東" userId="022da341-ef73-48fb-bc20-f47322bbf998" providerId="ADAL" clId="{9E891F1E-6875-4812-ACD0-C456DB8467F3}" dt="2025-09-18T08:08:28.675" v="3689" actId="465"/>
          <ac:cxnSpMkLst>
            <pc:docMk/>
            <pc:sldMk cId="0" sldId="16776352"/>
            <ac:cxnSpMk id="24" creationId="{FA57C126-002E-5304-45D5-EE9FBE4FD342}"/>
          </ac:cxnSpMkLst>
        </pc:cxnChg>
        <pc:cxnChg chg="add mod">
          <ac:chgData name="he zhendong/0494938/何　振東" userId="022da341-ef73-48fb-bc20-f47322bbf998" providerId="ADAL" clId="{9E891F1E-6875-4812-ACD0-C456DB8467F3}" dt="2025-09-18T08:11:52.368" v="3769" actId="692"/>
          <ac:cxnSpMkLst>
            <pc:docMk/>
            <pc:sldMk cId="0" sldId="16776352"/>
            <ac:cxnSpMk id="27" creationId="{B680A17E-0D76-24FF-D1DF-F363484CC77C}"/>
          </ac:cxnSpMkLst>
        </pc:cxnChg>
        <pc:cxnChg chg="add mod">
          <ac:chgData name="he zhendong/0494938/何　振東" userId="022da341-ef73-48fb-bc20-f47322bbf998" providerId="ADAL" clId="{9E891F1E-6875-4812-ACD0-C456DB8467F3}" dt="2025-09-18T08:08:17.808" v="3688" actId="1036"/>
          <ac:cxnSpMkLst>
            <pc:docMk/>
            <pc:sldMk cId="0" sldId="16776352"/>
            <ac:cxnSpMk id="30" creationId="{6F6993E4-A9A6-94E1-A556-126067F85DA0}"/>
          </ac:cxnSpMkLst>
        </pc:cxnChg>
        <pc:cxnChg chg="add mod">
          <ac:chgData name="he zhendong/0494938/何　振東" userId="022da341-ef73-48fb-bc20-f47322bbf998" providerId="ADAL" clId="{9E891F1E-6875-4812-ACD0-C456DB8467F3}" dt="2025-09-18T08:10:45.289" v="3713" actId="1076"/>
          <ac:cxnSpMkLst>
            <pc:docMk/>
            <pc:sldMk cId="0" sldId="16776352"/>
            <ac:cxnSpMk id="33" creationId="{795FF30D-DB80-CB33-286A-0ECBEC243CDB}"/>
          </ac:cxnSpMkLst>
        </pc:cxnChg>
        <pc:cxnChg chg="add mod">
          <ac:chgData name="he zhendong/0494938/何　振東" userId="022da341-ef73-48fb-bc20-f47322bbf998" providerId="ADAL" clId="{9E891F1E-6875-4812-ACD0-C456DB8467F3}" dt="2025-09-18T08:12:08.923" v="3781" actId="1037"/>
          <ac:cxnSpMkLst>
            <pc:docMk/>
            <pc:sldMk cId="0" sldId="16776352"/>
            <ac:cxnSpMk id="40" creationId="{BD20209A-CAB3-3DB2-13C7-8449EC82A657}"/>
          </ac:cxnSpMkLst>
        </pc:cxnChg>
        <pc:cxnChg chg="add mod">
          <ac:chgData name="he zhendong/0494938/何　振東" userId="022da341-ef73-48fb-bc20-f47322bbf998" providerId="ADAL" clId="{9E891F1E-6875-4812-ACD0-C456DB8467F3}" dt="2025-09-18T08:12:08.923" v="3781" actId="1037"/>
          <ac:cxnSpMkLst>
            <pc:docMk/>
            <pc:sldMk cId="0" sldId="16776352"/>
            <ac:cxnSpMk id="43" creationId="{F3370940-4D84-9F8D-5781-4C738154AA47}"/>
          </ac:cxnSpMkLst>
        </pc:cxnChg>
      </pc:sldChg>
      <pc:sldChg chg="modSp del mod">
        <pc:chgData name="he zhendong/0494938/何　振東" userId="022da341-ef73-48fb-bc20-f47322bbf998" providerId="ADAL" clId="{9E891F1E-6875-4812-ACD0-C456DB8467F3}" dt="2025-09-19T06:21:32.369" v="6978" actId="47"/>
        <pc:sldMkLst>
          <pc:docMk/>
          <pc:sldMk cId="490570015" sldId="16776353"/>
        </pc:sldMkLst>
        <pc:graphicFrameChg chg="mod">
          <ac:chgData name="he zhendong/0494938/何　振東" userId="022da341-ef73-48fb-bc20-f47322bbf998" providerId="ADAL" clId="{9E891F1E-6875-4812-ACD0-C456DB8467F3}" dt="2025-09-18T16:16:32.361" v="6871" actId="1076"/>
          <ac:graphicFrameMkLst>
            <pc:docMk/>
            <pc:sldMk cId="490570015" sldId="16776353"/>
            <ac:graphicFrameMk id="7" creationId="{12C87BA9-C0B9-D7F8-6EC4-F7BD151BE9A3}"/>
          </ac:graphicFrameMkLst>
        </pc:graphicFrameChg>
      </pc:sldChg>
      <pc:sldChg chg="modSp del mod">
        <pc:chgData name="he zhendong/0494938/何　振東" userId="022da341-ef73-48fb-bc20-f47322bbf998" providerId="ADAL" clId="{9E891F1E-6875-4812-ACD0-C456DB8467F3}" dt="2025-09-19T06:21:32.369" v="6978" actId="47"/>
        <pc:sldMkLst>
          <pc:docMk/>
          <pc:sldMk cId="670289832" sldId="16776354"/>
        </pc:sldMkLst>
        <pc:graphicFrameChg chg="mod">
          <ac:chgData name="he zhendong/0494938/何　振東" userId="022da341-ef73-48fb-bc20-f47322bbf998" providerId="ADAL" clId="{9E891F1E-6875-4812-ACD0-C456DB8467F3}" dt="2025-09-18T16:16:26.824" v="6870" actId="1076"/>
          <ac:graphicFrameMkLst>
            <pc:docMk/>
            <pc:sldMk cId="670289832" sldId="16776354"/>
            <ac:graphicFrameMk id="5" creationId="{0972F7E1-D324-7C95-AAA8-6DD6247E2C6E}"/>
          </ac:graphicFrameMkLst>
        </pc:graphicFrameChg>
      </pc:sldChg>
      <pc:sldChg chg="modSp del mod">
        <pc:chgData name="he zhendong/0494938/何　振東" userId="022da341-ef73-48fb-bc20-f47322bbf998" providerId="ADAL" clId="{9E891F1E-6875-4812-ACD0-C456DB8467F3}" dt="2025-09-19T06:21:32.369" v="6978" actId="47"/>
        <pc:sldMkLst>
          <pc:docMk/>
          <pc:sldMk cId="3766533062" sldId="16776355"/>
        </pc:sldMkLst>
        <pc:graphicFrameChg chg="mod">
          <ac:chgData name="he zhendong/0494938/何　振東" userId="022da341-ef73-48fb-bc20-f47322bbf998" providerId="ADAL" clId="{9E891F1E-6875-4812-ACD0-C456DB8467F3}" dt="2025-09-18T16:16:19.891" v="6869" actId="1076"/>
          <ac:graphicFrameMkLst>
            <pc:docMk/>
            <pc:sldMk cId="3766533062" sldId="16776355"/>
            <ac:graphicFrameMk id="6" creationId="{222F90E7-C603-055B-C149-663D0397BE88}"/>
          </ac:graphicFrameMkLst>
        </pc:graphicFrameChg>
      </pc:sldChg>
      <pc:sldChg chg="modSp del mod">
        <pc:chgData name="he zhendong/0494938/何　振東" userId="022da341-ef73-48fb-bc20-f47322bbf998" providerId="ADAL" clId="{9E891F1E-6875-4812-ACD0-C456DB8467F3}" dt="2025-09-19T06:21:32.369" v="6978" actId="47"/>
        <pc:sldMkLst>
          <pc:docMk/>
          <pc:sldMk cId="2578704490" sldId="16776356"/>
        </pc:sldMkLst>
        <pc:graphicFrameChg chg="mod modGraphic">
          <ac:chgData name="he zhendong/0494938/何　振東" userId="022da341-ef73-48fb-bc20-f47322bbf998" providerId="ADAL" clId="{9E891F1E-6875-4812-ACD0-C456DB8467F3}" dt="2025-09-18T16:16:11.720" v="6868" actId="14100"/>
          <ac:graphicFrameMkLst>
            <pc:docMk/>
            <pc:sldMk cId="2578704490" sldId="16776356"/>
            <ac:graphicFrameMk id="5" creationId="{79886BEB-E96A-6CDA-3769-DFDFF7A883AA}"/>
          </ac:graphicFrameMkLst>
        </pc:graphicFrameChg>
      </pc:sldChg>
      <pc:sldChg chg="del">
        <pc:chgData name="he zhendong/0494938/何　振東" userId="022da341-ef73-48fb-bc20-f47322bbf998" providerId="ADAL" clId="{9E891F1E-6875-4812-ACD0-C456DB8467F3}" dt="2025-09-18T15:07:34.607" v="6661" actId="47"/>
        <pc:sldMkLst>
          <pc:docMk/>
          <pc:sldMk cId="1813203543" sldId="16776357"/>
        </pc:sldMkLst>
      </pc:sldChg>
      <pc:sldChg chg="delSp mod">
        <pc:chgData name="he zhendong/0494938/何　振東" userId="022da341-ef73-48fb-bc20-f47322bbf998" providerId="ADAL" clId="{9E891F1E-6875-4812-ACD0-C456DB8467F3}" dt="2025-09-18T07:28:36.676" v="2410" actId="478"/>
        <pc:sldMkLst>
          <pc:docMk/>
          <pc:sldMk cId="1363248825" sldId="16776359"/>
        </pc:sldMkLst>
        <pc:spChg chg="del">
          <ac:chgData name="he zhendong/0494938/何　振東" userId="022da341-ef73-48fb-bc20-f47322bbf998" providerId="ADAL" clId="{9E891F1E-6875-4812-ACD0-C456DB8467F3}" dt="2025-09-18T07:28:36.676" v="2410" actId="478"/>
          <ac:spMkLst>
            <pc:docMk/>
            <pc:sldMk cId="1363248825" sldId="16776359"/>
            <ac:spMk id="4" creationId="{C5058F42-8AFD-4182-1357-8602C1BBB01F}"/>
          </ac:spMkLst>
        </pc:spChg>
        <pc:spChg chg="del">
          <ac:chgData name="he zhendong/0494938/何　振東" userId="022da341-ef73-48fb-bc20-f47322bbf998" providerId="ADAL" clId="{9E891F1E-6875-4812-ACD0-C456DB8467F3}" dt="2025-09-18T07:28:36.676" v="2410" actId="478"/>
          <ac:spMkLst>
            <pc:docMk/>
            <pc:sldMk cId="1363248825" sldId="16776359"/>
            <ac:spMk id="9" creationId="{16F23AE7-E6A9-D16A-0F93-35862BD2378D}"/>
          </ac:spMkLst>
        </pc:spChg>
        <pc:spChg chg="del">
          <ac:chgData name="he zhendong/0494938/何　振東" userId="022da341-ef73-48fb-bc20-f47322bbf998" providerId="ADAL" clId="{9E891F1E-6875-4812-ACD0-C456DB8467F3}" dt="2025-09-18T07:28:36.676" v="2410" actId="478"/>
          <ac:spMkLst>
            <pc:docMk/>
            <pc:sldMk cId="1363248825" sldId="16776359"/>
            <ac:spMk id="25" creationId="{B470982F-B661-0746-3E94-8A8B330D7CE3}"/>
          </ac:spMkLst>
        </pc:spChg>
      </pc:sldChg>
      <pc:sldChg chg="del">
        <pc:chgData name="he zhendong/0494938/何　振東" userId="022da341-ef73-48fb-bc20-f47322bbf998" providerId="ADAL" clId="{9E891F1E-6875-4812-ACD0-C456DB8467F3}" dt="2025-09-18T15:07:34.607" v="6661" actId="47"/>
        <pc:sldMkLst>
          <pc:docMk/>
          <pc:sldMk cId="1268909425" sldId="16776362"/>
        </pc:sldMkLst>
      </pc:sldChg>
      <pc:sldChg chg="addSp delSp modSp del mod ord modClrScheme chgLayout">
        <pc:chgData name="he zhendong/0494938/何　振東" userId="022da341-ef73-48fb-bc20-f47322bbf998" providerId="ADAL" clId="{9E891F1E-6875-4812-ACD0-C456DB8467F3}" dt="2025-09-18T15:07:34.607" v="6661" actId="47"/>
        <pc:sldMkLst>
          <pc:docMk/>
          <pc:sldMk cId="2881211015" sldId="16776363"/>
        </pc:sldMkLst>
        <pc:spChg chg="add mod ord">
          <ac:chgData name="he zhendong/0494938/何　振東" userId="022da341-ef73-48fb-bc20-f47322bbf998" providerId="ADAL" clId="{9E891F1E-6875-4812-ACD0-C456DB8467F3}" dt="2025-09-18T05:57:47.567" v="2269" actId="700"/>
          <ac:spMkLst>
            <pc:docMk/>
            <pc:sldMk cId="2881211015" sldId="16776363"/>
            <ac:spMk id="2" creationId="{58E6BDEA-FC83-811B-2716-9CBF9335B9BA}"/>
          </ac:spMkLst>
        </pc:spChg>
        <pc:spChg chg="mod ord">
          <ac:chgData name="he zhendong/0494938/何　振東" userId="022da341-ef73-48fb-bc20-f47322bbf998" providerId="ADAL" clId="{9E891F1E-6875-4812-ACD0-C456DB8467F3}" dt="2025-09-18T05:57:47.567" v="2269" actId="700"/>
          <ac:spMkLst>
            <pc:docMk/>
            <pc:sldMk cId="2881211015" sldId="16776363"/>
            <ac:spMk id="4" creationId="{891E8B8E-8486-09C3-9D96-58B3ABABEB25}"/>
          </ac:spMkLst>
        </pc:spChg>
        <pc:spChg chg="del mod ord">
          <ac:chgData name="he zhendong/0494938/何　振東" userId="022da341-ef73-48fb-bc20-f47322bbf998" providerId="ADAL" clId="{9E891F1E-6875-4812-ACD0-C456DB8467F3}" dt="2025-09-18T05:57:47.567" v="2269" actId="700"/>
          <ac:spMkLst>
            <pc:docMk/>
            <pc:sldMk cId="2881211015" sldId="16776363"/>
            <ac:spMk id="5" creationId="{0E153B27-3C44-BC5F-66F9-750D2846250C}"/>
          </ac:spMkLst>
        </pc:spChg>
        <pc:spChg chg="del">
          <ac:chgData name="he zhendong/0494938/何　振東" userId="022da341-ef73-48fb-bc20-f47322bbf998" providerId="ADAL" clId="{9E891F1E-6875-4812-ACD0-C456DB8467F3}" dt="2025-09-18T05:57:47.567" v="2269" actId="700"/>
          <ac:spMkLst>
            <pc:docMk/>
            <pc:sldMk cId="2881211015" sldId="16776363"/>
            <ac:spMk id="6" creationId="{2EDA2163-E56A-11CA-3654-4831D328FDC5}"/>
          </ac:spMkLst>
        </pc:spChg>
      </pc:sldChg>
      <pc:sldChg chg="addSp delSp modSp add del mod">
        <pc:chgData name="he zhendong/0494938/何　振東" userId="022da341-ef73-48fb-bc20-f47322bbf998" providerId="ADAL" clId="{9E891F1E-6875-4812-ACD0-C456DB8467F3}" dt="2025-09-19T06:21:32.369" v="6978" actId="47"/>
        <pc:sldMkLst>
          <pc:docMk/>
          <pc:sldMk cId="1737784919" sldId="16776364"/>
        </pc:sldMkLst>
        <pc:spChg chg="mod">
          <ac:chgData name="he zhendong/0494938/何　振東" userId="022da341-ef73-48fb-bc20-f47322bbf998" providerId="ADAL" clId="{9E891F1E-6875-4812-ACD0-C456DB8467F3}" dt="2025-09-18T08:49:17.047" v="4448" actId="20577"/>
          <ac:spMkLst>
            <pc:docMk/>
            <pc:sldMk cId="1737784919" sldId="16776364"/>
            <ac:spMk id="2" creationId="{E4E7DFC3-2567-C19D-011B-FF966B155ACC}"/>
          </ac:spMkLst>
        </pc:spChg>
        <pc:spChg chg="del">
          <ac:chgData name="he zhendong/0494938/何　振東" userId="022da341-ef73-48fb-bc20-f47322bbf998" providerId="ADAL" clId="{9E891F1E-6875-4812-ACD0-C456DB8467F3}" dt="2025-09-18T16:08:25.800" v="6671" actId="478"/>
          <ac:spMkLst>
            <pc:docMk/>
            <pc:sldMk cId="1737784919" sldId="16776364"/>
            <ac:spMk id="3" creationId="{266040C3-99F6-688E-F0C0-9A7AB40BB3E6}"/>
          </ac:spMkLst>
        </pc:spChg>
        <pc:spChg chg="del">
          <ac:chgData name="he zhendong/0494938/何　振東" userId="022da341-ef73-48fb-bc20-f47322bbf998" providerId="ADAL" clId="{9E891F1E-6875-4812-ACD0-C456DB8467F3}" dt="2025-09-18T08:45:37.057" v="4403" actId="478"/>
          <ac:spMkLst>
            <pc:docMk/>
            <pc:sldMk cId="1737784919" sldId="16776364"/>
            <ac:spMk id="3" creationId="{AB617290-9E2F-04E9-22B4-96CE819B95A6}"/>
          </ac:spMkLst>
        </pc:spChg>
        <pc:spChg chg="add mod">
          <ac:chgData name="he zhendong/0494938/何　振東" userId="022da341-ef73-48fb-bc20-f47322bbf998" providerId="ADAL" clId="{9E891F1E-6875-4812-ACD0-C456DB8467F3}" dt="2025-09-18T08:58:10.338" v="5155" actId="1076"/>
          <ac:spMkLst>
            <pc:docMk/>
            <pc:sldMk cId="1737784919" sldId="16776364"/>
            <ac:spMk id="5" creationId="{07BD27C6-F2DC-7472-D127-616D54BFA62E}"/>
          </ac:spMkLst>
        </pc:spChg>
        <pc:spChg chg="add mod">
          <ac:chgData name="he zhendong/0494938/何　振東" userId="022da341-ef73-48fb-bc20-f47322bbf998" providerId="ADAL" clId="{9E891F1E-6875-4812-ACD0-C456DB8467F3}" dt="2025-09-18T16:17:24.248" v="6892" actId="1076"/>
          <ac:spMkLst>
            <pc:docMk/>
            <pc:sldMk cId="1737784919" sldId="16776364"/>
            <ac:spMk id="6" creationId="{9AFC5A8A-1F4E-61BF-A8DA-B444B8655B2C}"/>
          </ac:spMkLst>
        </pc:spChg>
        <pc:spChg chg="mod">
          <ac:chgData name="he zhendong/0494938/何　振東" userId="022da341-ef73-48fb-bc20-f47322bbf998" providerId="ADAL" clId="{9E891F1E-6875-4812-ACD0-C456DB8467F3}" dt="2025-09-18T16:16:45.758" v="6873" actId="14100"/>
          <ac:spMkLst>
            <pc:docMk/>
            <pc:sldMk cId="1737784919" sldId="16776364"/>
            <ac:spMk id="15" creationId="{3FD1C739-5DD0-ADCD-D9FB-6440AEDE687F}"/>
          </ac:spMkLst>
        </pc:spChg>
        <pc:graphicFrameChg chg="add mod modGraphic">
          <ac:chgData name="he zhendong/0494938/何　振東" userId="022da341-ef73-48fb-bc20-f47322bbf998" providerId="ADAL" clId="{9E891F1E-6875-4812-ACD0-C456DB8467F3}" dt="2025-09-18T16:17:18.153" v="6891" actId="20577"/>
          <ac:graphicFrameMkLst>
            <pc:docMk/>
            <pc:sldMk cId="1737784919" sldId="16776364"/>
            <ac:graphicFrameMk id="4" creationId="{83EDAD6E-DA98-32A4-512A-FC93FEBFEFD1}"/>
          </ac:graphicFrameMkLst>
        </pc:graphicFrameChg>
        <pc:picChg chg="add mod">
          <ac:chgData name="he zhendong/0494938/何　振東" userId="022da341-ef73-48fb-bc20-f47322bbf998" providerId="ADAL" clId="{9E891F1E-6875-4812-ACD0-C456DB8467F3}" dt="2025-09-18T08:58:13.815" v="5157" actId="1076"/>
          <ac:picMkLst>
            <pc:docMk/>
            <pc:sldMk cId="1737784919" sldId="16776364"/>
            <ac:picMk id="3074" creationId="{2F5C4424-93FB-92F0-8866-02FE9EBA1073}"/>
          </ac:picMkLst>
        </pc:picChg>
      </pc:sldChg>
      <pc:sldChg chg="add">
        <pc:chgData name="he zhendong/0494938/何　振東" userId="022da341-ef73-48fb-bc20-f47322bbf998" providerId="ADAL" clId="{9E891F1E-6875-4812-ACD0-C456DB8467F3}" dt="2025-09-19T06:21:18.702" v="6977"/>
        <pc:sldMkLst>
          <pc:docMk/>
          <pc:sldMk cId="0" sldId="16776365"/>
        </pc:sldMkLst>
      </pc:sldChg>
      <pc:sldChg chg="add">
        <pc:chgData name="he zhendong/0494938/何　振東" userId="022da341-ef73-48fb-bc20-f47322bbf998" providerId="ADAL" clId="{9E891F1E-6875-4812-ACD0-C456DB8467F3}" dt="2025-09-19T06:21:18.702" v="6977"/>
        <pc:sldMkLst>
          <pc:docMk/>
          <pc:sldMk cId="0" sldId="16776366"/>
        </pc:sldMkLst>
      </pc:sldChg>
      <pc:sldChg chg="add">
        <pc:chgData name="he zhendong/0494938/何　振東" userId="022da341-ef73-48fb-bc20-f47322bbf998" providerId="ADAL" clId="{9E891F1E-6875-4812-ACD0-C456DB8467F3}" dt="2025-09-19T06:21:18.702" v="6977"/>
        <pc:sldMkLst>
          <pc:docMk/>
          <pc:sldMk cId="0" sldId="16776367"/>
        </pc:sldMkLst>
      </pc:sldChg>
      <pc:sldChg chg="add">
        <pc:chgData name="he zhendong/0494938/何　振東" userId="022da341-ef73-48fb-bc20-f47322bbf998" providerId="ADAL" clId="{9E891F1E-6875-4812-ACD0-C456DB8467F3}" dt="2025-09-19T06:21:18.702" v="6977"/>
        <pc:sldMkLst>
          <pc:docMk/>
          <pc:sldMk cId="0" sldId="16776368"/>
        </pc:sldMkLst>
      </pc:sldChg>
      <pc:sldChg chg="add">
        <pc:chgData name="he zhendong/0494938/何　振東" userId="022da341-ef73-48fb-bc20-f47322bbf998" providerId="ADAL" clId="{9E891F1E-6875-4812-ACD0-C456DB8467F3}" dt="2025-09-19T06:21:18.702" v="6977"/>
        <pc:sldMkLst>
          <pc:docMk/>
          <pc:sldMk cId="0" sldId="16776369"/>
        </pc:sldMkLst>
      </pc:sldChg>
      <pc:sldChg chg="add">
        <pc:chgData name="he zhendong/0494938/何　振東" userId="022da341-ef73-48fb-bc20-f47322bbf998" providerId="ADAL" clId="{9E891F1E-6875-4812-ACD0-C456DB8467F3}" dt="2025-09-19T06:21:18.702" v="6977"/>
        <pc:sldMkLst>
          <pc:docMk/>
          <pc:sldMk cId="0" sldId="16776370"/>
        </pc:sldMkLst>
      </pc:sldChg>
      <pc:sldChg chg="add">
        <pc:chgData name="he zhendong/0494938/何　振東" userId="022da341-ef73-48fb-bc20-f47322bbf998" providerId="ADAL" clId="{9E891F1E-6875-4812-ACD0-C456DB8467F3}" dt="2025-09-19T06:21:18.702" v="6977"/>
        <pc:sldMkLst>
          <pc:docMk/>
          <pc:sldMk cId="0" sldId="16776371"/>
        </pc:sldMkLst>
      </pc:sldChg>
      <pc:sldChg chg="add">
        <pc:chgData name="he zhendong/0494938/何　振東" userId="022da341-ef73-48fb-bc20-f47322bbf998" providerId="ADAL" clId="{9E891F1E-6875-4812-ACD0-C456DB8467F3}" dt="2025-09-19T06:21:18.702" v="6977"/>
        <pc:sldMkLst>
          <pc:docMk/>
          <pc:sldMk cId="0" sldId="16776372"/>
        </pc:sldMkLst>
      </pc:sldChg>
      <pc:sldChg chg="add">
        <pc:chgData name="he zhendong/0494938/何　振東" userId="022da341-ef73-48fb-bc20-f47322bbf998" providerId="ADAL" clId="{9E891F1E-6875-4812-ACD0-C456DB8467F3}" dt="2025-09-19T06:21:18.702" v="6977"/>
        <pc:sldMkLst>
          <pc:docMk/>
          <pc:sldMk cId="0" sldId="16776373"/>
        </pc:sldMkLst>
      </pc:sldChg>
      <pc:sldChg chg="add">
        <pc:chgData name="he zhendong/0494938/何　振東" userId="022da341-ef73-48fb-bc20-f47322bbf998" providerId="ADAL" clId="{9E891F1E-6875-4812-ACD0-C456DB8467F3}" dt="2025-09-19T06:21:18.702" v="6977"/>
        <pc:sldMkLst>
          <pc:docMk/>
          <pc:sldMk cId="0" sldId="16776374"/>
        </pc:sldMkLst>
      </pc:sldChg>
      <pc:sldChg chg="add">
        <pc:chgData name="he zhendong/0494938/何　振東" userId="022da341-ef73-48fb-bc20-f47322bbf998" providerId="ADAL" clId="{9E891F1E-6875-4812-ACD0-C456DB8467F3}" dt="2025-09-19T06:21:18.702" v="6977"/>
        <pc:sldMkLst>
          <pc:docMk/>
          <pc:sldMk cId="0" sldId="16776375"/>
        </pc:sldMkLst>
      </pc:sldChg>
      <pc:sldChg chg="add">
        <pc:chgData name="he zhendong/0494938/何　振東" userId="022da341-ef73-48fb-bc20-f47322bbf998" providerId="ADAL" clId="{9E891F1E-6875-4812-ACD0-C456DB8467F3}" dt="2025-09-19T06:21:18.702" v="6977"/>
        <pc:sldMkLst>
          <pc:docMk/>
          <pc:sldMk cId="0" sldId="16776376"/>
        </pc:sldMkLst>
      </pc:sldChg>
      <pc:sldChg chg="add">
        <pc:chgData name="he zhendong/0494938/何　振東" userId="022da341-ef73-48fb-bc20-f47322bbf998" providerId="ADAL" clId="{9E891F1E-6875-4812-ACD0-C456DB8467F3}" dt="2025-09-19T06:21:18.702" v="6977"/>
        <pc:sldMkLst>
          <pc:docMk/>
          <pc:sldMk cId="0" sldId="16776377"/>
        </pc:sldMkLst>
      </pc:sldChg>
      <pc:sldChg chg="add">
        <pc:chgData name="he zhendong/0494938/何　振東" userId="022da341-ef73-48fb-bc20-f47322bbf998" providerId="ADAL" clId="{9E891F1E-6875-4812-ACD0-C456DB8467F3}" dt="2025-09-19T06:21:18.702" v="6977"/>
        <pc:sldMkLst>
          <pc:docMk/>
          <pc:sldMk cId="3119632059" sldId="16776378"/>
        </pc:sldMkLst>
      </pc:sldChg>
      <pc:sldChg chg="add">
        <pc:chgData name="he zhendong/0494938/何　振東" userId="022da341-ef73-48fb-bc20-f47322bbf998" providerId="ADAL" clId="{9E891F1E-6875-4812-ACD0-C456DB8467F3}" dt="2025-09-19T06:21:18.702" v="6977"/>
        <pc:sldMkLst>
          <pc:docMk/>
          <pc:sldMk cId="0" sldId="16776379"/>
        </pc:sldMkLst>
      </pc:sldChg>
      <pc:sldChg chg="add">
        <pc:chgData name="he zhendong/0494938/何　振東" userId="022da341-ef73-48fb-bc20-f47322bbf998" providerId="ADAL" clId="{9E891F1E-6875-4812-ACD0-C456DB8467F3}" dt="2025-09-19T06:21:18.702" v="6977"/>
        <pc:sldMkLst>
          <pc:docMk/>
          <pc:sldMk cId="1614550565" sldId="16776380"/>
        </pc:sldMkLst>
      </pc:sldChg>
      <pc:sldChg chg="add">
        <pc:chgData name="he zhendong/0494938/何　振東" userId="022da341-ef73-48fb-bc20-f47322bbf998" providerId="ADAL" clId="{9E891F1E-6875-4812-ACD0-C456DB8467F3}" dt="2025-09-19T06:21:18.702" v="6977"/>
        <pc:sldMkLst>
          <pc:docMk/>
          <pc:sldMk cId="1279511676" sldId="16776381"/>
        </pc:sldMkLst>
      </pc:sldChg>
      <pc:sldChg chg="add">
        <pc:chgData name="he zhendong/0494938/何　振東" userId="022da341-ef73-48fb-bc20-f47322bbf998" providerId="ADAL" clId="{9E891F1E-6875-4812-ACD0-C456DB8467F3}" dt="2025-09-19T06:21:18.702" v="6977"/>
        <pc:sldMkLst>
          <pc:docMk/>
          <pc:sldMk cId="922828371" sldId="16776382"/>
        </pc:sldMkLst>
      </pc:sldChg>
      <pc:sldChg chg="add">
        <pc:chgData name="he zhendong/0494938/何　振東" userId="022da341-ef73-48fb-bc20-f47322bbf998" providerId="ADAL" clId="{9E891F1E-6875-4812-ACD0-C456DB8467F3}" dt="2025-09-19T06:21:18.702" v="6977"/>
        <pc:sldMkLst>
          <pc:docMk/>
          <pc:sldMk cId="1293496054" sldId="16776383"/>
        </pc:sldMkLst>
      </pc:sldChg>
      <pc:sldChg chg="add">
        <pc:chgData name="he zhendong/0494938/何　振東" userId="022da341-ef73-48fb-bc20-f47322bbf998" providerId="ADAL" clId="{9E891F1E-6875-4812-ACD0-C456DB8467F3}" dt="2025-09-19T06:21:18.702" v="6977"/>
        <pc:sldMkLst>
          <pc:docMk/>
          <pc:sldMk cId="0" sldId="16776384"/>
        </pc:sldMkLst>
      </pc:sldChg>
      <pc:sldChg chg="add">
        <pc:chgData name="he zhendong/0494938/何　振東" userId="022da341-ef73-48fb-bc20-f47322bbf998" providerId="ADAL" clId="{9E891F1E-6875-4812-ACD0-C456DB8467F3}" dt="2025-09-19T06:21:18.702" v="6977"/>
        <pc:sldMkLst>
          <pc:docMk/>
          <pc:sldMk cId="0" sldId="16776385"/>
        </pc:sldMkLst>
      </pc:sldChg>
      <pc:sldChg chg="add">
        <pc:chgData name="he zhendong/0494938/何　振東" userId="022da341-ef73-48fb-bc20-f47322bbf998" providerId="ADAL" clId="{9E891F1E-6875-4812-ACD0-C456DB8467F3}" dt="2025-09-19T06:21:18.702" v="6977"/>
        <pc:sldMkLst>
          <pc:docMk/>
          <pc:sldMk cId="0" sldId="16776386"/>
        </pc:sldMkLst>
      </pc:sldChg>
      <pc:sldChg chg="add">
        <pc:chgData name="he zhendong/0494938/何　振東" userId="022da341-ef73-48fb-bc20-f47322bbf998" providerId="ADAL" clId="{9E891F1E-6875-4812-ACD0-C456DB8467F3}" dt="2025-09-19T06:21:18.702" v="6977"/>
        <pc:sldMkLst>
          <pc:docMk/>
          <pc:sldMk cId="0" sldId="16776387"/>
        </pc:sldMkLst>
      </pc:sldChg>
      <pc:sldChg chg="add">
        <pc:chgData name="he zhendong/0494938/何　振東" userId="022da341-ef73-48fb-bc20-f47322bbf998" providerId="ADAL" clId="{9E891F1E-6875-4812-ACD0-C456DB8467F3}" dt="2025-09-19T06:21:18.702" v="6977"/>
        <pc:sldMkLst>
          <pc:docMk/>
          <pc:sldMk cId="0" sldId="16776388"/>
        </pc:sldMkLst>
      </pc:sldChg>
      <pc:sldChg chg="add">
        <pc:chgData name="he zhendong/0494938/何　振東" userId="022da341-ef73-48fb-bc20-f47322bbf998" providerId="ADAL" clId="{9E891F1E-6875-4812-ACD0-C456DB8467F3}" dt="2025-09-19T06:21:18.702" v="6977"/>
        <pc:sldMkLst>
          <pc:docMk/>
          <pc:sldMk cId="2965009188" sldId="16776389"/>
        </pc:sldMkLst>
      </pc:sldChg>
      <pc:sldChg chg="add">
        <pc:chgData name="he zhendong/0494938/何　振東" userId="022da341-ef73-48fb-bc20-f47322bbf998" providerId="ADAL" clId="{9E891F1E-6875-4812-ACD0-C456DB8467F3}" dt="2025-09-19T06:21:18.702" v="6977"/>
        <pc:sldMkLst>
          <pc:docMk/>
          <pc:sldMk cId="3084720929" sldId="16776390"/>
        </pc:sldMkLst>
      </pc:sldChg>
      <pc:sldChg chg="add">
        <pc:chgData name="he zhendong/0494938/何　振東" userId="022da341-ef73-48fb-bc20-f47322bbf998" providerId="ADAL" clId="{9E891F1E-6875-4812-ACD0-C456DB8467F3}" dt="2025-09-19T06:21:18.702" v="6977"/>
        <pc:sldMkLst>
          <pc:docMk/>
          <pc:sldMk cId="0" sldId="16776391"/>
        </pc:sldMkLst>
      </pc:sldChg>
      <pc:sldMasterChg chg="addSp modSp mod">
        <pc:chgData name="he zhendong/0494938/何　振東" userId="022da341-ef73-48fb-bc20-f47322bbf998" providerId="ADAL" clId="{9E891F1E-6875-4812-ACD0-C456DB8467F3}" dt="2025-09-18T16:20:55.234" v="6931" actId="255"/>
        <pc:sldMasterMkLst>
          <pc:docMk/>
          <pc:sldMasterMk cId="0" sldId="2147483648"/>
        </pc:sldMasterMkLst>
        <pc:spChg chg="add mod">
          <ac:chgData name="he zhendong/0494938/何　振東" userId="022da341-ef73-48fb-bc20-f47322bbf998" providerId="ADAL" clId="{9E891F1E-6875-4812-ACD0-C456DB8467F3}" dt="2025-09-18T16:20:51.021" v="6930" actId="403"/>
          <ac:spMkLst>
            <pc:docMk/>
            <pc:sldMasterMk cId="0" sldId="2147483648"/>
            <ac:spMk id="2" creationId="{764A59F0-2069-F9E9-40A7-A1BBAD6E4EFB}"/>
          </ac:spMkLst>
        </pc:spChg>
        <pc:spChg chg="add mod">
          <ac:chgData name="he zhendong/0494938/何　振東" userId="022da341-ef73-48fb-bc20-f47322bbf998" providerId="ADAL" clId="{9E891F1E-6875-4812-ACD0-C456DB8467F3}" dt="2025-09-18T16:20:55.234" v="6931" actId="255"/>
          <ac:spMkLst>
            <pc:docMk/>
            <pc:sldMasterMk cId="0" sldId="2147483648"/>
            <ac:spMk id="4" creationId="{2D5E64BD-8D93-ABED-1728-9D31E5A8E063}"/>
          </ac:spMkLst>
        </pc:spChg>
        <pc:spChg chg="mod">
          <ac:chgData name="he zhendong/0494938/何　振東" userId="022da341-ef73-48fb-bc20-f47322bbf998" providerId="ADAL" clId="{9E891F1E-6875-4812-ACD0-C456DB8467F3}" dt="2025-09-18T16:20:37.955" v="6912" actId="14100"/>
          <ac:spMkLst>
            <pc:docMk/>
            <pc:sldMasterMk cId="0" sldId="2147483648"/>
            <ac:spMk id="5" creationId="{00000000-0000-0000-0000-000000000000}"/>
          </ac:spMkLst>
        </pc:spChg>
        <pc:spChg chg="mod">
          <ac:chgData name="he zhendong/0494938/何　振東" userId="022da341-ef73-48fb-bc20-f47322bbf998" providerId="ADAL" clId="{9E891F1E-6875-4812-ACD0-C456DB8467F3}" dt="2025-09-18T16:20:37.955" v="6912" actId="14100"/>
          <ac:spMkLst>
            <pc:docMk/>
            <pc:sldMasterMk cId="0" sldId="2147483648"/>
            <ac:spMk id="6" creationId="{00000000-0000-0000-0000-000000000000}"/>
          </ac:spMkLst>
        </pc:spChg>
      </pc:sldMasterChg>
      <pc:sldMasterChg chg="addSp modSp delSldLayout">
        <pc:chgData name="he zhendong/0494938/何　振東" userId="022da341-ef73-48fb-bc20-f47322bbf998" providerId="ADAL" clId="{9E891F1E-6875-4812-ACD0-C456DB8467F3}" dt="2025-09-18T16:21:08.467" v="6932"/>
        <pc:sldMasterMkLst>
          <pc:docMk/>
          <pc:sldMasterMk cId="0" sldId="2147483722"/>
        </pc:sldMasterMkLst>
        <pc:spChg chg="add mod">
          <ac:chgData name="he zhendong/0494938/何　振東" userId="022da341-ef73-48fb-bc20-f47322bbf998" providerId="ADAL" clId="{9E891F1E-6875-4812-ACD0-C456DB8467F3}" dt="2025-09-18T16:21:08.467" v="6932"/>
          <ac:spMkLst>
            <pc:docMk/>
            <pc:sldMasterMk cId="0" sldId="2147483722"/>
            <ac:spMk id="11" creationId="{8C885B16-9EFC-FFAE-15EC-36CF30048766}"/>
          </ac:spMkLst>
        </pc:spChg>
        <pc:spChg chg="add mod">
          <ac:chgData name="he zhendong/0494938/何　振東" userId="022da341-ef73-48fb-bc20-f47322bbf998" providerId="ADAL" clId="{9E891F1E-6875-4812-ACD0-C456DB8467F3}" dt="2025-09-18T16:21:08.467" v="6932"/>
          <ac:spMkLst>
            <pc:docMk/>
            <pc:sldMasterMk cId="0" sldId="2147483722"/>
            <ac:spMk id="12" creationId="{DF920A77-A912-E3F9-5C1A-6B4FFC7124D3}"/>
          </ac:spMkLst>
        </pc:spChg>
        <pc:sldLayoutChg chg="del">
          <pc:chgData name="he zhendong/0494938/何　振東" userId="022da341-ef73-48fb-bc20-f47322bbf998" providerId="ADAL" clId="{9E891F1E-6875-4812-ACD0-C456DB8467F3}" dt="2025-09-18T15:07:34.607" v="6661" actId="47"/>
          <pc:sldLayoutMkLst>
            <pc:docMk/>
            <pc:sldMasterMk cId="0" sldId="2147483722"/>
            <pc:sldLayoutMk cId="0" sldId="2147483734"/>
          </pc:sldLayoutMkLst>
        </pc:sldLayoutChg>
      </pc:sldMasterChg>
    </pc:docChg>
  </pc:docChgLst>
  <pc:docChgLst>
    <pc:chgData name="higashiya naoki/0897279/東谷　直樹" userId="ab4885b7-8773-4471-b98b-f744550e344e" providerId="ADAL" clId="{76E4468A-B54F-4416-9B82-E603C92EB1A3}"/>
    <pc:docChg chg="undo custSel modSld">
      <pc:chgData name="higashiya naoki/0897279/東谷　直樹" userId="ab4885b7-8773-4471-b98b-f744550e344e" providerId="ADAL" clId="{76E4468A-B54F-4416-9B82-E603C92EB1A3}" dt="2025-09-18T10:52:08.355" v="161"/>
      <pc:docMkLst>
        <pc:docMk/>
      </pc:docMkLst>
      <pc:sldChg chg="modSp">
        <pc:chgData name="higashiya naoki/0897279/東谷　直樹" userId="ab4885b7-8773-4471-b98b-f744550e344e" providerId="ADAL" clId="{76E4468A-B54F-4416-9B82-E603C92EB1A3}" dt="2025-09-18T05:24:05.920" v="14"/>
        <pc:sldMkLst>
          <pc:docMk/>
          <pc:sldMk cId="0" sldId="16772937"/>
        </pc:sldMkLst>
        <pc:spChg chg="mod">
          <ac:chgData name="higashiya naoki/0897279/東谷　直樹" userId="ab4885b7-8773-4471-b98b-f744550e344e" providerId="ADAL" clId="{76E4468A-B54F-4416-9B82-E603C92EB1A3}" dt="2025-09-18T05:24:05.920" v="14"/>
          <ac:spMkLst>
            <pc:docMk/>
            <pc:sldMk cId="0" sldId="16772937"/>
            <ac:spMk id="5" creationId="{00000000-0000-0000-0000-000000000000}"/>
          </ac:spMkLst>
        </pc:spChg>
      </pc:sldChg>
      <pc:sldChg chg="modSp mod">
        <pc:chgData name="higashiya naoki/0897279/東谷　直樹" userId="ab4885b7-8773-4471-b98b-f744550e344e" providerId="ADAL" clId="{76E4468A-B54F-4416-9B82-E603C92EB1A3}" dt="2025-09-18T10:51:11.834" v="158"/>
        <pc:sldMkLst>
          <pc:docMk/>
          <pc:sldMk cId="0" sldId="16772939"/>
        </pc:sldMkLst>
        <pc:spChg chg="mod">
          <ac:chgData name="higashiya naoki/0897279/東谷　直樹" userId="ab4885b7-8773-4471-b98b-f744550e344e" providerId="ADAL" clId="{76E4468A-B54F-4416-9B82-E603C92EB1A3}" dt="2025-09-18T10:51:11.834" v="158"/>
          <ac:spMkLst>
            <pc:docMk/>
            <pc:sldMk cId="0" sldId="16772939"/>
            <ac:spMk id="4" creationId="{00000000-0000-0000-0000-000000000000}"/>
          </ac:spMkLst>
        </pc:spChg>
      </pc:sldChg>
      <pc:sldChg chg="modSp mod">
        <pc:chgData name="higashiya naoki/0897279/東谷　直樹" userId="ab4885b7-8773-4471-b98b-f744550e344e" providerId="ADAL" clId="{76E4468A-B54F-4416-9B82-E603C92EB1A3}" dt="2025-09-18T05:17:03.935" v="13" actId="20577"/>
        <pc:sldMkLst>
          <pc:docMk/>
          <pc:sldMk cId="0" sldId="16772940"/>
        </pc:sldMkLst>
        <pc:spChg chg="mod">
          <ac:chgData name="higashiya naoki/0897279/東谷　直樹" userId="ab4885b7-8773-4471-b98b-f744550e344e" providerId="ADAL" clId="{76E4468A-B54F-4416-9B82-E603C92EB1A3}" dt="2025-09-18T05:17:03.935" v="13" actId="20577"/>
          <ac:spMkLst>
            <pc:docMk/>
            <pc:sldMk cId="0" sldId="16772940"/>
            <ac:spMk id="15" creationId="{00000000-0000-0000-0000-000000000000}"/>
          </ac:spMkLst>
        </pc:spChg>
      </pc:sldChg>
      <pc:sldChg chg="modSp mod">
        <pc:chgData name="higashiya naoki/0897279/東谷　直樹" userId="ab4885b7-8773-4471-b98b-f744550e344e" providerId="ADAL" clId="{76E4468A-B54F-4416-9B82-E603C92EB1A3}" dt="2025-09-18T05:25:13.093" v="57" actId="6549"/>
        <pc:sldMkLst>
          <pc:docMk/>
          <pc:sldMk cId="0" sldId="16772945"/>
        </pc:sldMkLst>
        <pc:spChg chg="mod">
          <ac:chgData name="higashiya naoki/0897279/東谷　直樹" userId="ab4885b7-8773-4471-b98b-f744550e344e" providerId="ADAL" clId="{76E4468A-B54F-4416-9B82-E603C92EB1A3}" dt="2025-09-18T05:25:13.093" v="57" actId="6549"/>
          <ac:spMkLst>
            <pc:docMk/>
            <pc:sldMk cId="0" sldId="16772945"/>
            <ac:spMk id="15" creationId="{00000000-0000-0000-0000-000000000000}"/>
          </ac:spMkLst>
        </pc:spChg>
      </pc:sldChg>
      <pc:sldChg chg="modSp mod">
        <pc:chgData name="higashiya naoki/0897279/東谷　直樹" userId="ab4885b7-8773-4471-b98b-f744550e344e" providerId="ADAL" clId="{76E4468A-B54F-4416-9B82-E603C92EB1A3}" dt="2025-09-18T05:30:01.337" v="106" actId="1076"/>
        <pc:sldMkLst>
          <pc:docMk/>
          <pc:sldMk cId="0" sldId="16772946"/>
        </pc:sldMkLst>
        <pc:spChg chg="mod">
          <ac:chgData name="higashiya naoki/0897279/東谷　直樹" userId="ab4885b7-8773-4471-b98b-f744550e344e" providerId="ADAL" clId="{76E4468A-B54F-4416-9B82-E603C92EB1A3}" dt="2025-09-18T05:30:01.337" v="106" actId="1076"/>
          <ac:spMkLst>
            <pc:docMk/>
            <pc:sldMk cId="0" sldId="16772946"/>
            <ac:spMk id="3" creationId="{00000000-0000-0000-0000-000000000000}"/>
          </ac:spMkLst>
        </pc:spChg>
        <pc:spChg chg="mod">
          <ac:chgData name="higashiya naoki/0897279/東谷　直樹" userId="ab4885b7-8773-4471-b98b-f744550e344e" providerId="ADAL" clId="{76E4468A-B54F-4416-9B82-E603C92EB1A3}" dt="2025-09-18T05:29:19.516" v="105" actId="20577"/>
          <ac:spMkLst>
            <pc:docMk/>
            <pc:sldMk cId="0" sldId="16772946"/>
            <ac:spMk id="15" creationId="{00000000-0000-0000-0000-000000000000}"/>
          </ac:spMkLst>
        </pc:spChg>
      </pc:sldChg>
      <pc:sldChg chg="modSp">
        <pc:chgData name="higashiya naoki/0897279/東谷　直樹" userId="ab4885b7-8773-4471-b98b-f744550e344e" providerId="ADAL" clId="{76E4468A-B54F-4416-9B82-E603C92EB1A3}" dt="2025-09-18T05:24:05.920" v="14"/>
        <pc:sldMkLst>
          <pc:docMk/>
          <pc:sldMk cId="2515339138" sldId="16772947"/>
        </pc:sldMkLst>
        <pc:spChg chg="mod">
          <ac:chgData name="higashiya naoki/0897279/東谷　直樹" userId="ab4885b7-8773-4471-b98b-f744550e344e" providerId="ADAL" clId="{76E4468A-B54F-4416-9B82-E603C92EB1A3}" dt="2025-09-18T05:24:05.920" v="14"/>
          <ac:spMkLst>
            <pc:docMk/>
            <pc:sldMk cId="2515339138" sldId="16772947"/>
            <ac:spMk id="55" creationId="{00000000-0000-0000-0000-000000000000}"/>
          </ac:spMkLst>
        </pc:spChg>
      </pc:sldChg>
      <pc:sldChg chg="modSp mod">
        <pc:chgData name="higashiya naoki/0897279/東谷　直樹" userId="ab4885b7-8773-4471-b98b-f744550e344e" providerId="ADAL" clId="{76E4468A-B54F-4416-9B82-E603C92EB1A3}" dt="2025-09-18T05:45:05.975" v="135" actId="6549"/>
        <pc:sldMkLst>
          <pc:docMk/>
          <pc:sldMk cId="0" sldId="16772953"/>
        </pc:sldMkLst>
        <pc:spChg chg="mod">
          <ac:chgData name="higashiya naoki/0897279/東谷　直樹" userId="ab4885b7-8773-4471-b98b-f744550e344e" providerId="ADAL" clId="{76E4468A-B54F-4416-9B82-E603C92EB1A3}" dt="2025-09-18T05:45:05.975" v="135" actId="6549"/>
          <ac:spMkLst>
            <pc:docMk/>
            <pc:sldMk cId="0" sldId="16772953"/>
            <ac:spMk id="15" creationId="{00000000-0000-0000-0000-000000000000}"/>
          </ac:spMkLst>
        </pc:spChg>
      </pc:sldChg>
      <pc:sldChg chg="modSp mod">
        <pc:chgData name="higashiya naoki/0897279/東谷　直樹" userId="ab4885b7-8773-4471-b98b-f744550e344e" providerId="ADAL" clId="{76E4468A-B54F-4416-9B82-E603C92EB1A3}" dt="2025-09-18T05:46:54.227" v="141" actId="6549"/>
        <pc:sldMkLst>
          <pc:docMk/>
          <pc:sldMk cId="0" sldId="16772956"/>
        </pc:sldMkLst>
        <pc:spChg chg="mod">
          <ac:chgData name="higashiya naoki/0897279/東谷　直樹" userId="ab4885b7-8773-4471-b98b-f744550e344e" providerId="ADAL" clId="{76E4468A-B54F-4416-9B82-E603C92EB1A3}" dt="2025-09-18T05:46:54.227" v="141" actId="6549"/>
          <ac:spMkLst>
            <pc:docMk/>
            <pc:sldMk cId="0" sldId="16772956"/>
            <ac:spMk id="15" creationId="{00000000-0000-0000-0000-000000000000}"/>
          </ac:spMkLst>
        </pc:spChg>
      </pc:sldChg>
      <pc:sldChg chg="modSp mod">
        <pc:chgData name="higashiya naoki/0897279/東谷　直樹" userId="ab4885b7-8773-4471-b98b-f744550e344e" providerId="ADAL" clId="{76E4468A-B54F-4416-9B82-E603C92EB1A3}" dt="2025-09-18T05:52:51.598" v="154"/>
        <pc:sldMkLst>
          <pc:docMk/>
          <pc:sldMk cId="0" sldId="16772960"/>
        </pc:sldMkLst>
        <pc:graphicFrameChg chg="mod modGraphic">
          <ac:chgData name="higashiya naoki/0897279/東谷　直樹" userId="ab4885b7-8773-4471-b98b-f744550e344e" providerId="ADAL" clId="{76E4468A-B54F-4416-9B82-E603C92EB1A3}" dt="2025-09-18T05:52:51.598" v="154"/>
          <ac:graphicFrameMkLst>
            <pc:docMk/>
            <pc:sldMk cId="0" sldId="16772960"/>
            <ac:graphicFrameMk id="4" creationId="{9364F8F7-8993-8F9F-93B4-950689A63292}"/>
          </ac:graphicFrameMkLst>
        </pc:graphicFrameChg>
      </pc:sldChg>
      <pc:sldChg chg="modSp">
        <pc:chgData name="higashiya naoki/0897279/東谷　直樹" userId="ab4885b7-8773-4471-b98b-f744550e344e" providerId="ADAL" clId="{76E4468A-B54F-4416-9B82-E603C92EB1A3}" dt="2025-09-18T05:52:51.598" v="154"/>
        <pc:sldMkLst>
          <pc:docMk/>
          <pc:sldMk cId="0" sldId="16772961"/>
        </pc:sldMkLst>
        <pc:spChg chg="mod">
          <ac:chgData name="higashiya naoki/0897279/東谷　直樹" userId="ab4885b7-8773-4471-b98b-f744550e344e" providerId="ADAL" clId="{76E4468A-B54F-4416-9B82-E603C92EB1A3}" dt="2025-09-18T05:52:51.598" v="154"/>
          <ac:spMkLst>
            <pc:docMk/>
            <pc:sldMk cId="0" sldId="16772961"/>
            <ac:spMk id="13" creationId="{20F437F9-F1E3-7A6E-D183-3524B7764422}"/>
          </ac:spMkLst>
        </pc:spChg>
        <pc:spChg chg="mod">
          <ac:chgData name="higashiya naoki/0897279/東谷　直樹" userId="ab4885b7-8773-4471-b98b-f744550e344e" providerId="ADAL" clId="{76E4468A-B54F-4416-9B82-E603C92EB1A3}" dt="2025-09-18T05:24:05.920" v="14"/>
          <ac:spMkLst>
            <pc:docMk/>
            <pc:sldMk cId="0" sldId="16772961"/>
            <ac:spMk id="21" creationId="{0185A894-7F68-5B0F-70C1-8F0154D2E469}"/>
          </ac:spMkLst>
        </pc:spChg>
      </pc:sldChg>
      <pc:sldChg chg="modSp">
        <pc:chgData name="higashiya naoki/0897279/東谷　直樹" userId="ab4885b7-8773-4471-b98b-f744550e344e" providerId="ADAL" clId="{76E4468A-B54F-4416-9B82-E603C92EB1A3}" dt="2025-09-18T05:24:05.920" v="14"/>
        <pc:sldMkLst>
          <pc:docMk/>
          <pc:sldMk cId="0" sldId="16772967"/>
        </pc:sldMkLst>
        <pc:spChg chg="mod">
          <ac:chgData name="higashiya naoki/0897279/東谷　直樹" userId="ab4885b7-8773-4471-b98b-f744550e344e" providerId="ADAL" clId="{76E4468A-B54F-4416-9B82-E603C92EB1A3}" dt="2025-09-18T05:24:05.920" v="14"/>
          <ac:spMkLst>
            <pc:docMk/>
            <pc:sldMk cId="0" sldId="16772967"/>
            <ac:spMk id="15" creationId="{00000000-0000-0000-0000-000000000000}"/>
          </ac:spMkLst>
        </pc:spChg>
      </pc:sldChg>
      <pc:sldChg chg="modSp mod">
        <pc:chgData name="higashiya naoki/0897279/東谷　直樹" userId="ab4885b7-8773-4471-b98b-f744550e344e" providerId="ADAL" clId="{76E4468A-B54F-4416-9B82-E603C92EB1A3}" dt="2025-09-18T10:52:08.355" v="161"/>
        <pc:sldMkLst>
          <pc:docMk/>
          <pc:sldMk cId="0" sldId="16772971"/>
        </pc:sldMkLst>
        <pc:spChg chg="mod">
          <ac:chgData name="higashiya naoki/0897279/東谷　直樹" userId="ab4885b7-8773-4471-b98b-f744550e344e" providerId="ADAL" clId="{76E4468A-B54F-4416-9B82-E603C92EB1A3}" dt="2025-09-18T10:52:08.355" v="161"/>
          <ac:spMkLst>
            <pc:docMk/>
            <pc:sldMk cId="0" sldId="16772971"/>
            <ac:spMk id="15" creationId="{00000000-0000-0000-0000-000000000000}"/>
          </ac:spMkLst>
        </pc:spChg>
      </pc:sldChg>
      <pc:sldChg chg="modSp mod">
        <pc:chgData name="higashiya naoki/0897279/東谷　直樹" userId="ab4885b7-8773-4471-b98b-f744550e344e" providerId="ADAL" clId="{76E4468A-B54F-4416-9B82-E603C92EB1A3}" dt="2025-09-18T05:42:14.474" v="134" actId="6549"/>
        <pc:sldMkLst>
          <pc:docMk/>
          <pc:sldMk cId="0" sldId="16772972"/>
        </pc:sldMkLst>
        <pc:spChg chg="mod">
          <ac:chgData name="higashiya naoki/0897279/東谷　直樹" userId="ab4885b7-8773-4471-b98b-f744550e344e" providerId="ADAL" clId="{76E4468A-B54F-4416-9B82-E603C92EB1A3}" dt="2025-09-18T05:41:52.963" v="133" actId="20577"/>
          <ac:spMkLst>
            <pc:docMk/>
            <pc:sldMk cId="0" sldId="16772972"/>
            <ac:spMk id="37" creationId="{7086AD1C-5573-3AA1-6075-7C3D6A53A5E2}"/>
          </ac:spMkLst>
        </pc:spChg>
        <pc:spChg chg="mod">
          <ac:chgData name="higashiya naoki/0897279/東谷　直樹" userId="ab4885b7-8773-4471-b98b-f744550e344e" providerId="ADAL" clId="{76E4468A-B54F-4416-9B82-E603C92EB1A3}" dt="2025-09-18T05:24:05.920" v="14"/>
          <ac:spMkLst>
            <pc:docMk/>
            <pc:sldMk cId="0" sldId="16772972"/>
            <ac:spMk id="55" creationId="{00000000-0000-0000-0000-000000000000}"/>
          </ac:spMkLst>
        </pc:spChg>
        <pc:spChg chg="mod">
          <ac:chgData name="higashiya naoki/0897279/東谷　直樹" userId="ab4885b7-8773-4471-b98b-f744550e344e" providerId="ADAL" clId="{76E4468A-B54F-4416-9B82-E603C92EB1A3}" dt="2025-09-18T05:42:14.474" v="134" actId="6549"/>
          <ac:spMkLst>
            <pc:docMk/>
            <pc:sldMk cId="0" sldId="16772972"/>
            <ac:spMk id="61" creationId="{895BE663-160F-5FA8-247A-EE062F96F349}"/>
          </ac:spMkLst>
        </pc:spChg>
      </pc:sldChg>
      <pc:sldChg chg="modSp mod">
        <pc:chgData name="higashiya naoki/0897279/東谷　直樹" userId="ab4885b7-8773-4471-b98b-f744550e344e" providerId="ADAL" clId="{76E4468A-B54F-4416-9B82-E603C92EB1A3}" dt="2025-09-18T05:47:59.481" v="150" actId="20577"/>
        <pc:sldMkLst>
          <pc:docMk/>
          <pc:sldMk cId="0" sldId="16776352"/>
        </pc:sldMkLst>
        <pc:spChg chg="mod">
          <ac:chgData name="higashiya naoki/0897279/東谷　直樹" userId="ab4885b7-8773-4471-b98b-f744550e344e" providerId="ADAL" clId="{76E4468A-B54F-4416-9B82-E603C92EB1A3}" dt="2025-09-18T05:47:59.481" v="150" actId="20577"/>
          <ac:spMkLst>
            <pc:docMk/>
            <pc:sldMk cId="0" sldId="16776352"/>
            <ac:spMk id="15" creationId="{00000000-0000-0000-0000-000000000000}"/>
          </ac:spMkLst>
        </pc:spChg>
      </pc:sldChg>
    </pc:docChg>
  </pc:docChgLst>
  <pc:docChgLst>
    <pc:chgData name="he zhendong/0494938/何　振東" userId="S::0494938@mchcgr.com::022da341-ef73-48fb-bc20-f47322bbf998" providerId="AD" clId="Web-{5C017211-4FD9-4E05-B20F-919C8812E71E}"/>
    <pc:docChg chg="modSld">
      <pc:chgData name="he zhendong/0494938/何　振東" userId="S::0494938@mchcgr.com::022da341-ef73-48fb-bc20-f47322bbf998" providerId="AD" clId="Web-{5C017211-4FD9-4E05-B20F-919C8812E71E}" dt="2025-09-18T09:13:58.291" v="17" actId="20577"/>
      <pc:docMkLst>
        <pc:docMk/>
      </pc:docMkLst>
      <pc:sldChg chg="modSp">
        <pc:chgData name="he zhendong/0494938/何　振東" userId="S::0494938@mchcgr.com::022da341-ef73-48fb-bc20-f47322bbf998" providerId="AD" clId="Web-{5C017211-4FD9-4E05-B20F-919C8812E71E}" dt="2025-09-18T09:13:58.291" v="17" actId="20577"/>
        <pc:sldMkLst>
          <pc:docMk/>
          <pc:sldMk cId="0" sldId="16772972"/>
        </pc:sldMkLst>
        <pc:spChg chg="mod">
          <ac:chgData name="he zhendong/0494938/何　振東" userId="S::0494938@mchcgr.com::022da341-ef73-48fb-bc20-f47322bbf998" providerId="AD" clId="Web-{5C017211-4FD9-4E05-B20F-919C8812E71E}" dt="2025-09-18T09:13:58.291" v="17" actId="20577"/>
          <ac:spMkLst>
            <pc:docMk/>
            <pc:sldMk cId="0" sldId="16772972"/>
            <ac:spMk id="55" creationId="{00000000-0000-0000-0000-000000000000}"/>
          </ac:spMkLst>
        </pc:spChg>
      </pc:sldChg>
    </pc:docChg>
  </pc:docChgLst>
  <pc:docChgLst>
    <pc:chgData name="zhang lei/0897280/張　磊" userId="da02d54a-4a7c-4aa9-8f53-f33a19c6b65f" providerId="ADAL" clId="{1AAB3108-9881-428E-AC54-A8A160C47117}"/>
    <pc:docChg chg="undo redo custSel delSld modSld modSection">
      <pc:chgData name="zhang lei/0897280/張　磊" userId="da02d54a-4a7c-4aa9-8f53-f33a19c6b65f" providerId="ADAL" clId="{1AAB3108-9881-428E-AC54-A8A160C47117}" dt="2025-09-18T13:58:56.242" v="724" actId="207"/>
      <pc:docMkLst>
        <pc:docMk/>
      </pc:docMkLst>
      <pc:sldChg chg="modSp mod">
        <pc:chgData name="zhang lei/0897280/張　磊" userId="da02d54a-4a7c-4aa9-8f53-f33a19c6b65f" providerId="ADAL" clId="{1AAB3108-9881-428E-AC54-A8A160C47117}" dt="2025-09-18T05:22:35.985" v="12" actId="20577"/>
        <pc:sldMkLst>
          <pc:docMk/>
          <pc:sldMk cId="0" sldId="16772939"/>
        </pc:sldMkLst>
        <pc:spChg chg="mod">
          <ac:chgData name="zhang lei/0897280/張　磊" userId="da02d54a-4a7c-4aa9-8f53-f33a19c6b65f" providerId="ADAL" clId="{1AAB3108-9881-428E-AC54-A8A160C47117}" dt="2025-09-18T05:22:35.985" v="12" actId="20577"/>
          <ac:spMkLst>
            <pc:docMk/>
            <pc:sldMk cId="0" sldId="16772939"/>
            <ac:spMk id="5" creationId="{00000000-0000-0000-0000-000000000000}"/>
          </ac:spMkLst>
        </pc:spChg>
      </pc:sldChg>
      <pc:sldChg chg="modSp mod">
        <pc:chgData name="zhang lei/0897280/張　磊" userId="da02d54a-4a7c-4aa9-8f53-f33a19c6b65f" providerId="ADAL" clId="{1AAB3108-9881-428E-AC54-A8A160C47117}" dt="2025-09-18T13:58:56.242" v="724" actId="207"/>
        <pc:sldMkLst>
          <pc:docMk/>
          <pc:sldMk cId="0" sldId="16772962"/>
        </pc:sldMkLst>
        <pc:spChg chg="mod">
          <ac:chgData name="zhang lei/0897280/張　磊" userId="da02d54a-4a7c-4aa9-8f53-f33a19c6b65f" providerId="ADAL" clId="{1AAB3108-9881-428E-AC54-A8A160C47117}" dt="2025-09-18T13:58:56.242" v="724" actId="207"/>
          <ac:spMkLst>
            <pc:docMk/>
            <pc:sldMk cId="0" sldId="16772962"/>
            <ac:spMk id="5" creationId="{5F2B4342-4843-AA7D-BBBC-EEDC3E1CB57B}"/>
          </ac:spMkLst>
        </pc:spChg>
        <pc:graphicFrameChg chg="mod modGraphic">
          <ac:chgData name="zhang lei/0897280/張　磊" userId="da02d54a-4a7c-4aa9-8f53-f33a19c6b65f" providerId="ADAL" clId="{1AAB3108-9881-428E-AC54-A8A160C47117}" dt="2025-09-18T13:58:01.825" v="712" actId="20577"/>
          <ac:graphicFrameMkLst>
            <pc:docMk/>
            <pc:sldMk cId="0" sldId="16772962"/>
            <ac:graphicFrameMk id="8" creationId="{EA5FED8C-15C3-BBF2-E85B-99DBE2ED9970}"/>
          </ac:graphicFrameMkLst>
        </pc:graphicFrameChg>
      </pc:sldChg>
      <pc:sldChg chg="delSp modSp mod">
        <pc:chgData name="zhang lei/0897280/張　磊" userId="da02d54a-4a7c-4aa9-8f53-f33a19c6b65f" providerId="ADAL" clId="{1AAB3108-9881-428E-AC54-A8A160C47117}" dt="2025-09-18T13:20:08.921" v="400" actId="478"/>
        <pc:sldMkLst>
          <pc:docMk/>
          <pc:sldMk cId="490570015" sldId="16776353"/>
        </pc:sldMkLst>
        <pc:spChg chg="mod">
          <ac:chgData name="zhang lei/0897280/張　磊" userId="da02d54a-4a7c-4aa9-8f53-f33a19c6b65f" providerId="ADAL" clId="{1AAB3108-9881-428E-AC54-A8A160C47117}" dt="2025-09-18T13:19:40.002" v="399" actId="6549"/>
          <ac:spMkLst>
            <pc:docMk/>
            <pc:sldMk cId="490570015" sldId="16776353"/>
            <ac:spMk id="2" creationId="{1E0A3B2A-7E2F-F016-3731-A5F75381D9F3}"/>
          </ac:spMkLst>
        </pc:spChg>
        <pc:spChg chg="del">
          <ac:chgData name="zhang lei/0897280/張　磊" userId="da02d54a-4a7c-4aa9-8f53-f33a19c6b65f" providerId="ADAL" clId="{1AAB3108-9881-428E-AC54-A8A160C47117}" dt="2025-09-18T13:20:08.921" v="400" actId="478"/>
          <ac:spMkLst>
            <pc:docMk/>
            <pc:sldMk cId="490570015" sldId="16776353"/>
            <ac:spMk id="3" creationId="{57EFF51B-B165-8973-04EF-F6D6F76C8E95}"/>
          </ac:spMkLst>
        </pc:spChg>
      </pc:sldChg>
      <pc:sldChg chg="delSp mod">
        <pc:chgData name="zhang lei/0897280/張　磊" userId="da02d54a-4a7c-4aa9-8f53-f33a19c6b65f" providerId="ADAL" clId="{1AAB3108-9881-428E-AC54-A8A160C47117}" dt="2025-09-18T13:20:12.367" v="401" actId="478"/>
        <pc:sldMkLst>
          <pc:docMk/>
          <pc:sldMk cId="670289832" sldId="16776354"/>
        </pc:sldMkLst>
        <pc:spChg chg="del">
          <ac:chgData name="zhang lei/0897280/張　磊" userId="da02d54a-4a7c-4aa9-8f53-f33a19c6b65f" providerId="ADAL" clId="{1AAB3108-9881-428E-AC54-A8A160C47117}" dt="2025-09-18T13:20:12.367" v="401" actId="478"/>
          <ac:spMkLst>
            <pc:docMk/>
            <pc:sldMk cId="670289832" sldId="16776354"/>
            <ac:spMk id="3" creationId="{7631236C-2F20-0ED4-8559-6FCBCD4FF640}"/>
          </ac:spMkLst>
        </pc:spChg>
      </pc:sldChg>
      <pc:sldChg chg="delSp mod">
        <pc:chgData name="zhang lei/0897280/張　磊" userId="da02d54a-4a7c-4aa9-8f53-f33a19c6b65f" providerId="ADAL" clId="{1AAB3108-9881-428E-AC54-A8A160C47117}" dt="2025-09-18T13:20:15.738" v="402" actId="478"/>
        <pc:sldMkLst>
          <pc:docMk/>
          <pc:sldMk cId="3766533062" sldId="16776355"/>
        </pc:sldMkLst>
        <pc:spChg chg="del">
          <ac:chgData name="zhang lei/0897280/張　磊" userId="da02d54a-4a7c-4aa9-8f53-f33a19c6b65f" providerId="ADAL" clId="{1AAB3108-9881-428E-AC54-A8A160C47117}" dt="2025-09-18T13:20:15.738" v="402" actId="478"/>
          <ac:spMkLst>
            <pc:docMk/>
            <pc:sldMk cId="3766533062" sldId="16776355"/>
            <ac:spMk id="3" creationId="{91479D9C-11AA-081A-7A98-032B1F1E7D68}"/>
          </ac:spMkLst>
        </pc:spChg>
      </pc:sldChg>
      <pc:sldChg chg="delSp mod">
        <pc:chgData name="zhang lei/0897280/張　磊" userId="da02d54a-4a7c-4aa9-8f53-f33a19c6b65f" providerId="ADAL" clId="{1AAB3108-9881-428E-AC54-A8A160C47117}" dt="2025-09-18T13:20:38.072" v="403" actId="478"/>
        <pc:sldMkLst>
          <pc:docMk/>
          <pc:sldMk cId="2578704490" sldId="16776356"/>
        </pc:sldMkLst>
        <pc:spChg chg="del">
          <ac:chgData name="zhang lei/0897280/張　磊" userId="da02d54a-4a7c-4aa9-8f53-f33a19c6b65f" providerId="ADAL" clId="{1AAB3108-9881-428E-AC54-A8A160C47117}" dt="2025-09-18T13:20:38.072" v="403" actId="478"/>
          <ac:spMkLst>
            <pc:docMk/>
            <pc:sldMk cId="2578704490" sldId="16776356"/>
            <ac:spMk id="3" creationId="{B617B8EE-3C4C-D766-4A28-7FB6BD2D32DD}"/>
          </ac:spMkLst>
        </pc:spChg>
      </pc:sldChg>
      <pc:sldChg chg="addSp delSp modSp del mod">
        <pc:chgData name="zhang lei/0897280/張　磊" userId="da02d54a-4a7c-4aa9-8f53-f33a19c6b65f" providerId="ADAL" clId="{1AAB3108-9881-428E-AC54-A8A160C47117}" dt="2025-09-18T13:44:32.654" v="460" actId="47"/>
        <pc:sldMkLst>
          <pc:docMk/>
          <pc:sldMk cId="1363248825" sldId="16776359"/>
        </pc:sldMkLst>
        <pc:spChg chg="mod">
          <ac:chgData name="zhang lei/0897280/張　磊" userId="da02d54a-4a7c-4aa9-8f53-f33a19c6b65f" providerId="ADAL" clId="{1AAB3108-9881-428E-AC54-A8A160C47117}" dt="2025-09-18T05:42:47.095" v="42" actId="1076"/>
          <ac:spMkLst>
            <pc:docMk/>
            <pc:sldMk cId="1363248825" sldId="16776359"/>
            <ac:spMk id="2" creationId="{B6B9867A-62C0-BEA9-3502-CE7ABBD69C4C}"/>
          </ac:spMkLst>
        </pc:spChg>
        <pc:spChg chg="mod">
          <ac:chgData name="zhang lei/0897280/張　磊" userId="da02d54a-4a7c-4aa9-8f53-f33a19c6b65f" providerId="ADAL" clId="{1AAB3108-9881-428E-AC54-A8A160C47117}" dt="2025-09-18T05:45:25.247" v="60" actId="1076"/>
          <ac:spMkLst>
            <pc:docMk/>
            <pc:sldMk cId="1363248825" sldId="16776359"/>
            <ac:spMk id="4" creationId="{C5058F42-8AFD-4182-1357-8602C1BBB01F}"/>
          </ac:spMkLst>
        </pc:spChg>
        <pc:spChg chg="mod">
          <ac:chgData name="zhang lei/0897280/張　磊" userId="da02d54a-4a7c-4aa9-8f53-f33a19c6b65f" providerId="ADAL" clId="{1AAB3108-9881-428E-AC54-A8A160C47117}" dt="2025-09-18T05:41:14.828" v="26" actId="1076"/>
          <ac:spMkLst>
            <pc:docMk/>
            <pc:sldMk cId="1363248825" sldId="16776359"/>
            <ac:spMk id="9" creationId="{16F23AE7-E6A9-D16A-0F93-35862BD2378D}"/>
          </ac:spMkLst>
        </pc:spChg>
        <pc:spChg chg="add mod">
          <ac:chgData name="zhang lei/0897280/張　磊" userId="da02d54a-4a7c-4aa9-8f53-f33a19c6b65f" providerId="ADAL" clId="{1AAB3108-9881-428E-AC54-A8A160C47117}" dt="2025-09-18T05:42:54.872" v="58"/>
          <ac:spMkLst>
            <pc:docMk/>
            <pc:sldMk cId="1363248825" sldId="16776359"/>
            <ac:spMk id="13" creationId="{FC011250-1A6B-467E-FBD1-9101488E2647}"/>
          </ac:spMkLst>
        </pc:spChg>
        <pc:spChg chg="add mod">
          <ac:chgData name="zhang lei/0897280/張　磊" userId="da02d54a-4a7c-4aa9-8f53-f33a19c6b65f" providerId="ADAL" clId="{1AAB3108-9881-428E-AC54-A8A160C47117}" dt="2025-09-18T05:56:15.031" v="106" actId="1076"/>
          <ac:spMkLst>
            <pc:docMk/>
            <pc:sldMk cId="1363248825" sldId="16776359"/>
            <ac:spMk id="18" creationId="{3BD1E701-6E02-6916-CFB0-C265881F5A76}"/>
          </ac:spMkLst>
        </pc:spChg>
        <pc:spChg chg="add mod">
          <ac:chgData name="zhang lei/0897280/張　磊" userId="da02d54a-4a7c-4aa9-8f53-f33a19c6b65f" providerId="ADAL" clId="{1AAB3108-9881-428E-AC54-A8A160C47117}" dt="2025-09-18T06:09:13.682" v="148"/>
          <ac:spMkLst>
            <pc:docMk/>
            <pc:sldMk cId="1363248825" sldId="16776359"/>
            <ac:spMk id="24" creationId="{57A1C24C-4317-D323-6D03-BE0C2F0CF743}"/>
          </ac:spMkLst>
        </pc:spChg>
        <pc:spChg chg="add mod">
          <ac:chgData name="zhang lei/0897280/張　磊" userId="da02d54a-4a7c-4aa9-8f53-f33a19c6b65f" providerId="ADAL" clId="{1AAB3108-9881-428E-AC54-A8A160C47117}" dt="2025-09-18T06:09:27.968" v="150" actId="1076"/>
          <ac:spMkLst>
            <pc:docMk/>
            <pc:sldMk cId="1363248825" sldId="16776359"/>
            <ac:spMk id="25" creationId="{B470982F-B661-0746-3E94-8A8B330D7CE3}"/>
          </ac:spMkLst>
        </pc:spChg>
        <pc:graphicFrameChg chg="add mod">
          <ac:chgData name="zhang lei/0897280/張　磊" userId="da02d54a-4a7c-4aa9-8f53-f33a19c6b65f" providerId="ADAL" clId="{1AAB3108-9881-428E-AC54-A8A160C47117}" dt="2025-09-18T05:40:53.587" v="18"/>
          <ac:graphicFrameMkLst>
            <pc:docMk/>
            <pc:sldMk cId="1363248825" sldId="16776359"/>
            <ac:graphicFrameMk id="3" creationId="{BC398D31-BA34-FB93-ADE4-A546EEC0E64D}"/>
          </ac:graphicFrameMkLst>
        </pc:graphicFrameChg>
        <pc:graphicFrameChg chg="add del mod modGraphic">
          <ac:chgData name="zhang lei/0897280/張　磊" userId="da02d54a-4a7c-4aa9-8f53-f33a19c6b65f" providerId="ADAL" clId="{1AAB3108-9881-428E-AC54-A8A160C47117}" dt="2025-09-18T05:41:40.391" v="28" actId="478"/>
          <ac:graphicFrameMkLst>
            <pc:docMk/>
            <pc:sldMk cId="1363248825" sldId="16776359"/>
            <ac:graphicFrameMk id="5" creationId="{5BF77998-F346-D5A6-6620-570ACBA2B13F}"/>
          </ac:graphicFrameMkLst>
        </pc:graphicFrameChg>
        <pc:graphicFrameChg chg="del">
          <ac:chgData name="zhang lei/0897280/張　磊" userId="da02d54a-4a7c-4aa9-8f53-f33a19c6b65f" providerId="ADAL" clId="{1AAB3108-9881-428E-AC54-A8A160C47117}" dt="2025-09-18T05:40:52.071" v="17" actId="478"/>
          <ac:graphicFrameMkLst>
            <pc:docMk/>
            <pc:sldMk cId="1363248825" sldId="16776359"/>
            <ac:graphicFrameMk id="6" creationId="{97CF48F6-2B44-FA45-9017-8712DBF52F9F}"/>
          </ac:graphicFrameMkLst>
        </pc:graphicFrameChg>
        <pc:graphicFrameChg chg="add mod">
          <ac:chgData name="zhang lei/0897280/張　磊" userId="da02d54a-4a7c-4aa9-8f53-f33a19c6b65f" providerId="ADAL" clId="{1AAB3108-9881-428E-AC54-A8A160C47117}" dt="2025-09-18T05:41:41.368" v="29"/>
          <ac:graphicFrameMkLst>
            <pc:docMk/>
            <pc:sldMk cId="1363248825" sldId="16776359"/>
            <ac:graphicFrameMk id="7" creationId="{AD34BA58-DB37-0B1F-9D9A-309191DA180F}"/>
          </ac:graphicFrameMkLst>
        </pc:graphicFrameChg>
        <pc:graphicFrameChg chg="add del mod">
          <ac:chgData name="zhang lei/0897280/張　磊" userId="da02d54a-4a7c-4aa9-8f53-f33a19c6b65f" providerId="ADAL" clId="{1AAB3108-9881-428E-AC54-A8A160C47117}" dt="2025-09-18T05:42:15.296" v="32" actId="478"/>
          <ac:graphicFrameMkLst>
            <pc:docMk/>
            <pc:sldMk cId="1363248825" sldId="16776359"/>
            <ac:graphicFrameMk id="8" creationId="{9926EC64-A4BC-25F3-B676-48558163404F}"/>
          </ac:graphicFrameMkLst>
        </pc:graphicFrameChg>
        <pc:graphicFrameChg chg="del mod">
          <ac:chgData name="zhang lei/0897280/張　磊" userId="da02d54a-4a7c-4aa9-8f53-f33a19c6b65f" providerId="ADAL" clId="{1AAB3108-9881-428E-AC54-A8A160C47117}" dt="2025-09-18T05:45:28.419" v="61" actId="478"/>
          <ac:graphicFrameMkLst>
            <pc:docMk/>
            <pc:sldMk cId="1363248825" sldId="16776359"/>
            <ac:graphicFrameMk id="10" creationId="{B8830024-49FD-84AB-228E-FBAE1232EF4F}"/>
          </ac:graphicFrameMkLst>
        </pc:graphicFrameChg>
        <pc:graphicFrameChg chg="add mod">
          <ac:chgData name="zhang lei/0897280/張　磊" userId="da02d54a-4a7c-4aa9-8f53-f33a19c6b65f" providerId="ADAL" clId="{1AAB3108-9881-428E-AC54-A8A160C47117}" dt="2025-09-18T05:42:17.081" v="33"/>
          <ac:graphicFrameMkLst>
            <pc:docMk/>
            <pc:sldMk cId="1363248825" sldId="16776359"/>
            <ac:graphicFrameMk id="11" creationId="{F19D4691-CC40-E63E-F459-09CB1594FEB2}"/>
          </ac:graphicFrameMkLst>
        </pc:graphicFrameChg>
        <pc:graphicFrameChg chg="add del mod modGraphic">
          <ac:chgData name="zhang lei/0897280/張　磊" userId="da02d54a-4a7c-4aa9-8f53-f33a19c6b65f" providerId="ADAL" clId="{1AAB3108-9881-428E-AC54-A8A160C47117}" dt="2025-09-18T05:55:20.409" v="95" actId="478"/>
          <ac:graphicFrameMkLst>
            <pc:docMk/>
            <pc:sldMk cId="1363248825" sldId="16776359"/>
            <ac:graphicFrameMk id="12" creationId="{CA883945-F808-3F6A-03EC-360C8D3A7602}"/>
          </ac:graphicFrameMkLst>
        </pc:graphicFrameChg>
        <pc:graphicFrameChg chg="add del mod">
          <ac:chgData name="zhang lei/0897280/張　磊" userId="da02d54a-4a7c-4aa9-8f53-f33a19c6b65f" providerId="ADAL" clId="{1AAB3108-9881-428E-AC54-A8A160C47117}" dt="2025-09-18T05:47:09.250" v="63" actId="478"/>
          <ac:graphicFrameMkLst>
            <pc:docMk/>
            <pc:sldMk cId="1363248825" sldId="16776359"/>
            <ac:graphicFrameMk id="14" creationId="{3F84E19F-9402-F53E-25BE-E7DA2E2C18E4}"/>
          </ac:graphicFrameMkLst>
        </pc:graphicFrameChg>
        <pc:graphicFrameChg chg="add mod">
          <ac:chgData name="zhang lei/0897280/張　磊" userId="da02d54a-4a7c-4aa9-8f53-f33a19c6b65f" providerId="ADAL" clId="{1AAB3108-9881-428E-AC54-A8A160C47117}" dt="2025-09-18T05:47:14.528" v="66" actId="1076"/>
          <ac:graphicFrameMkLst>
            <pc:docMk/>
            <pc:sldMk cId="1363248825" sldId="16776359"/>
            <ac:graphicFrameMk id="15" creationId="{727B4619-CC18-EC8B-27F0-198EC0084543}"/>
          </ac:graphicFrameMkLst>
        </pc:graphicFrameChg>
        <pc:graphicFrameChg chg="add mod">
          <ac:chgData name="zhang lei/0897280/張　磊" userId="da02d54a-4a7c-4aa9-8f53-f33a19c6b65f" providerId="ADAL" clId="{1AAB3108-9881-428E-AC54-A8A160C47117}" dt="2025-09-18T05:47:15.794" v="67"/>
          <ac:graphicFrameMkLst>
            <pc:docMk/>
            <pc:sldMk cId="1363248825" sldId="16776359"/>
            <ac:graphicFrameMk id="16" creationId="{BE89AC76-495E-938F-8B49-28A84165E1F1}"/>
          </ac:graphicFrameMkLst>
        </pc:graphicFrameChg>
        <pc:graphicFrameChg chg="add mod modGraphic">
          <ac:chgData name="zhang lei/0897280/張　磊" userId="da02d54a-4a7c-4aa9-8f53-f33a19c6b65f" providerId="ADAL" clId="{1AAB3108-9881-428E-AC54-A8A160C47117}" dt="2025-09-18T05:56:10.515" v="104" actId="255"/>
          <ac:graphicFrameMkLst>
            <pc:docMk/>
            <pc:sldMk cId="1363248825" sldId="16776359"/>
            <ac:graphicFrameMk id="17" creationId="{BF817830-24F0-6F66-6161-A058AF789B31}"/>
          </ac:graphicFrameMkLst>
        </pc:graphicFrameChg>
        <pc:graphicFrameChg chg="add mod">
          <ac:chgData name="zhang lei/0897280/張　磊" userId="da02d54a-4a7c-4aa9-8f53-f33a19c6b65f" providerId="ADAL" clId="{1AAB3108-9881-428E-AC54-A8A160C47117}" dt="2025-09-18T05:55:21.733" v="96"/>
          <ac:graphicFrameMkLst>
            <pc:docMk/>
            <pc:sldMk cId="1363248825" sldId="16776359"/>
            <ac:graphicFrameMk id="19" creationId="{45F37A75-2A01-0C59-57EF-5308941CD83B}"/>
          </ac:graphicFrameMkLst>
        </pc:graphicFrameChg>
        <pc:graphicFrameChg chg="add mod modGraphic">
          <ac:chgData name="zhang lei/0897280/張　磊" userId="da02d54a-4a7c-4aa9-8f53-f33a19c6b65f" providerId="ADAL" clId="{1AAB3108-9881-428E-AC54-A8A160C47117}" dt="2025-09-18T05:56:07.183" v="103" actId="255"/>
          <ac:graphicFrameMkLst>
            <pc:docMk/>
            <pc:sldMk cId="1363248825" sldId="16776359"/>
            <ac:graphicFrameMk id="20" creationId="{96D562C3-A786-E870-61D8-369E792AF00A}"/>
          </ac:graphicFrameMkLst>
        </pc:graphicFrameChg>
        <pc:graphicFrameChg chg="add mod">
          <ac:chgData name="zhang lei/0897280/張　磊" userId="da02d54a-4a7c-4aa9-8f53-f33a19c6b65f" providerId="ADAL" clId="{1AAB3108-9881-428E-AC54-A8A160C47117}" dt="2025-09-18T06:07:58.744" v="107"/>
          <ac:graphicFrameMkLst>
            <pc:docMk/>
            <pc:sldMk cId="1363248825" sldId="16776359"/>
            <ac:graphicFrameMk id="21" creationId="{EEE32097-24D8-C9BC-E2D7-1DC6BC212A4A}"/>
          </ac:graphicFrameMkLst>
        </pc:graphicFrameChg>
        <pc:graphicFrameChg chg="add mod">
          <ac:chgData name="zhang lei/0897280/張　磊" userId="da02d54a-4a7c-4aa9-8f53-f33a19c6b65f" providerId="ADAL" clId="{1AAB3108-9881-428E-AC54-A8A160C47117}" dt="2025-09-18T06:08:29.196" v="108"/>
          <ac:graphicFrameMkLst>
            <pc:docMk/>
            <pc:sldMk cId="1363248825" sldId="16776359"/>
            <ac:graphicFrameMk id="22" creationId="{8A09421D-333A-2767-4BD5-FFEA5551D7A0}"/>
          </ac:graphicFrameMkLst>
        </pc:graphicFrameChg>
        <pc:graphicFrameChg chg="add mod modGraphic">
          <ac:chgData name="zhang lei/0897280/張　磊" userId="da02d54a-4a7c-4aa9-8f53-f33a19c6b65f" providerId="ADAL" clId="{1AAB3108-9881-428E-AC54-A8A160C47117}" dt="2025-09-18T06:09:03.575" v="114" actId="1076"/>
          <ac:graphicFrameMkLst>
            <pc:docMk/>
            <pc:sldMk cId="1363248825" sldId="16776359"/>
            <ac:graphicFrameMk id="23" creationId="{3306E5EF-AE46-5DBC-E850-DDED2E4D8E2B}"/>
          </ac:graphicFrameMkLst>
        </pc:graphicFrameChg>
      </pc:sldChg>
      <pc:sldChg chg="del">
        <pc:chgData name="zhang lei/0897280/張　磊" userId="da02d54a-4a7c-4aa9-8f53-f33a19c6b65f" providerId="ADAL" clId="{1AAB3108-9881-428E-AC54-A8A160C47117}" dt="2025-09-18T06:09:34.130" v="151" actId="47"/>
        <pc:sldMkLst>
          <pc:docMk/>
          <pc:sldMk cId="38579905" sldId="16776361"/>
        </pc:sldMkLst>
      </pc:sldChg>
      <pc:sldChg chg="addSp modSp mod">
        <pc:chgData name="zhang lei/0897280/張　磊" userId="da02d54a-4a7c-4aa9-8f53-f33a19c6b65f" providerId="ADAL" clId="{1AAB3108-9881-428E-AC54-A8A160C47117}" dt="2025-09-18T13:14:41.786" v="349" actId="14100"/>
        <pc:sldMkLst>
          <pc:docMk/>
          <pc:sldMk cId="1737784919" sldId="16776364"/>
        </pc:sldMkLst>
        <pc:spChg chg="add mod">
          <ac:chgData name="zhang lei/0897280/張　磊" userId="da02d54a-4a7c-4aa9-8f53-f33a19c6b65f" providerId="ADAL" clId="{1AAB3108-9881-428E-AC54-A8A160C47117}" dt="2025-09-18T13:14:41.786" v="349" actId="14100"/>
          <ac:spMkLst>
            <pc:docMk/>
            <pc:sldMk cId="1737784919" sldId="16776364"/>
            <ac:spMk id="3" creationId="{266040C3-99F6-688E-F0C0-9A7AB40BB3E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02A3B7-46B2-E94A-9EF8-D8D874E780F7}" type="datetimeFigureOut">
              <a:rPr kumimoji="1" lang="ja-JP" altLang="en-US" smtClean="0"/>
              <a:t>2025/9/29</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A6C1043-B07B-A34C-A6AD-E266C03B38C1}" type="slidenum">
              <a:rPr kumimoji="1" lang="ja-JP" altLang="en-US" smtClean="0"/>
              <a:t>‹#›</a:t>
            </a:fld>
            <a:endParaRPr kumimoji="1"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2F1F98-6922-D549-90B4-4FEE2DCA453F}" type="datetimeFigureOut">
              <a:rPr kumimoji="1" lang="ja-JP" altLang="en-US" smtClean="0"/>
              <a:t>2025/9/29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9B8F7-F11D-7247-854D-760B01224C6A}"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a:t>
            </a:fld>
            <a:endParaRPr kumimoji="1" lang="ja-JP" altLang="en-US"/>
          </a:p>
        </p:txBody>
      </p:sp>
    </p:spTree>
    <p:extLst>
      <p:ext uri="{BB962C8B-B14F-4D97-AF65-F5344CB8AC3E}">
        <p14:creationId xmlns:p14="http://schemas.microsoft.com/office/powerpoint/2010/main" val="1072502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3</a:t>
            </a:fld>
            <a:endParaRPr kumimoji="1"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4</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目的</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システム全体像を提示し、技術方案の基盤を説明。</a:t>
            </a: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5</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1" dirty="0"/>
              <a:t>１</a:t>
            </a:r>
            <a:r>
              <a:rPr lang="en-US" altLang="ja-JP" b="1" dirty="0"/>
              <a:t>. </a:t>
            </a:r>
            <a:r>
              <a:rPr lang="ja-JP" altLang="en-US" b="1" dirty="0"/>
              <a:t>ネイティブ全文検索</a:t>
            </a:r>
          </a:p>
          <a:p>
            <a:r>
              <a:rPr lang="ja-JP" altLang="en-US" b="1" dirty="0">
                <a:effectLst/>
              </a:rPr>
              <a:t>定義</a:t>
            </a:r>
            <a:r>
              <a:rPr lang="ja-JP" altLang="en-US" dirty="0">
                <a:effectLst/>
              </a:rPr>
              <a:t>：データベースエンジン内で提供される、テキストデータの高速かつ柔軟な検索機能。ドキュメントやテキストフィールド（例</a:t>
            </a:r>
            <a:r>
              <a:rPr lang="en-US" altLang="ja-JP" dirty="0">
                <a:effectLst/>
              </a:rPr>
              <a:t>: PDF</a:t>
            </a:r>
            <a:r>
              <a:rPr lang="ja-JP" altLang="en-US" dirty="0">
                <a:effectLst/>
              </a:rPr>
              <a:t>、</a:t>
            </a:r>
            <a:r>
              <a:rPr lang="en-US" altLang="ja-JP" dirty="0">
                <a:effectLst/>
              </a:rPr>
              <a:t>Word</a:t>
            </a:r>
            <a:r>
              <a:rPr lang="ja-JP" altLang="en-US" dirty="0">
                <a:effectLst/>
              </a:rPr>
              <a:t>ファイルの内容、</a:t>
            </a:r>
            <a:r>
              <a:rPr lang="en-US" altLang="ja-JP" dirty="0">
                <a:effectLst/>
              </a:rPr>
              <a:t>VARCHAR</a:t>
            </a:r>
            <a:r>
              <a:rPr lang="ja-JP" altLang="en-US" dirty="0">
                <a:effectLst/>
              </a:rPr>
              <a:t>列）内の単語やフレーズを検索し、インデックスを利用して効率的に結果を返す。</a:t>
            </a:r>
          </a:p>
          <a:p>
            <a:br>
              <a:rPr kumimoji="1" lang="en-US" altLang="ja-JP" dirty="0">
                <a:latin typeface="Yu Gothic UI" panose="020B0500000000000000" pitchFamily="50" charset="-128"/>
                <a:ea typeface="Yu Gothic UI" panose="020B0500000000000000" pitchFamily="50" charset="-128"/>
              </a:rPr>
            </a:br>
            <a:r>
              <a:rPr lang="en-US" altLang="ja-JP" b="1" dirty="0"/>
              <a:t>2. </a:t>
            </a:r>
            <a:r>
              <a:rPr lang="ja-JP" altLang="en-US" b="1" dirty="0"/>
              <a:t>テキスト抽出機能</a:t>
            </a:r>
          </a:p>
          <a:p>
            <a:r>
              <a:rPr lang="ja-JP" altLang="en-US" b="1" dirty="0">
                <a:effectLst/>
              </a:rPr>
              <a:t>定義</a:t>
            </a:r>
            <a:r>
              <a:rPr lang="ja-JP" altLang="en-US" dirty="0">
                <a:effectLst/>
              </a:rPr>
              <a:t>：添付ファイル（例</a:t>
            </a:r>
            <a:r>
              <a:rPr lang="en-US" altLang="ja-JP" dirty="0">
                <a:effectLst/>
              </a:rPr>
              <a:t>: PDF</a:t>
            </a:r>
            <a:r>
              <a:rPr lang="ja-JP" altLang="en-US" dirty="0">
                <a:effectLst/>
              </a:rPr>
              <a:t>、画像、</a:t>
            </a:r>
            <a:r>
              <a:rPr lang="en-US" altLang="ja-JP" dirty="0">
                <a:effectLst/>
              </a:rPr>
              <a:t>Word</a:t>
            </a:r>
            <a:r>
              <a:rPr lang="ja-JP" altLang="en-US" dirty="0">
                <a:effectLst/>
              </a:rPr>
              <a:t>）からテキストやメタデータを自動的に抽出し、データベース内で検索や分析に利用できるようにする機能。</a:t>
            </a:r>
          </a:p>
          <a:p>
            <a:br>
              <a:rPr kumimoji="1" lang="en-US" altLang="ja-JP" dirty="0">
                <a:latin typeface="Yu Gothic UI" panose="020B0500000000000000" pitchFamily="50" charset="-128"/>
                <a:ea typeface="Yu Gothic UI" panose="020B0500000000000000" pitchFamily="50" charset="-128"/>
              </a:rPr>
            </a:br>
            <a:r>
              <a:rPr lang="en-US" altLang="ja-JP" b="1" dirty="0"/>
              <a:t>3. </a:t>
            </a:r>
            <a:r>
              <a:rPr lang="ja-JP" altLang="en-US" b="1" dirty="0"/>
              <a:t>非テキスト検索</a:t>
            </a:r>
          </a:p>
          <a:p>
            <a:r>
              <a:rPr lang="ja-JP" altLang="en-US" b="1" dirty="0">
                <a:effectLst/>
              </a:rPr>
              <a:t>定義</a:t>
            </a:r>
            <a:r>
              <a:rPr lang="ja-JP" altLang="en-US" dirty="0">
                <a:effectLst/>
              </a:rPr>
              <a:t>：テキスト以外のデータ（例</a:t>
            </a:r>
            <a:r>
              <a:rPr lang="en-US" altLang="ja-JP" dirty="0">
                <a:effectLst/>
              </a:rPr>
              <a:t>: </a:t>
            </a:r>
            <a:r>
              <a:rPr lang="ja-JP" altLang="en-US" dirty="0">
                <a:effectLst/>
              </a:rPr>
              <a:t>画像、動画、音声、バイナリファイル）やそのメタデータ（例</a:t>
            </a:r>
            <a:r>
              <a:rPr lang="en-US" altLang="ja-JP" dirty="0">
                <a:effectLst/>
              </a:rPr>
              <a:t>: </a:t>
            </a:r>
            <a:r>
              <a:rPr lang="ja-JP" altLang="en-US" dirty="0">
                <a:effectLst/>
              </a:rPr>
              <a:t>タグ、ファイル属性）を対象とした検索。画像内のオブジェクト認識やバイナリデータのハッシュ検索なども含む。</a:t>
            </a: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6</a:t>
            </a:fld>
            <a:endParaRPr kumimoji="1" lang="ja-JP"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目的</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システム全体像を提示し、技術方案の基盤を説明。</a:t>
            </a:r>
            <a:endParaRPr kumimoji="1" lang="en-US" altLang="ja-JP">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図</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アーキテクチャ図を挿入（</a:t>
            </a:r>
            <a:r>
              <a:rPr kumimoji="1" lang="en-US" altLang="ja-JP">
                <a:latin typeface="Yu Gothic UI" panose="020B0500000000000000" pitchFamily="50" charset="-128"/>
                <a:ea typeface="Yu Gothic UI" panose="020B0500000000000000" pitchFamily="50" charset="-128"/>
              </a:rPr>
              <a:t>PowerApps → Dataverse/SQL Server → SharePoint → Office 365</a:t>
            </a:r>
            <a:r>
              <a:rPr kumimoji="1" lang="ja-JP" altLang="en-US">
                <a:latin typeface="Yu Gothic UI" panose="020B0500000000000000" pitchFamily="50" charset="-128"/>
                <a:ea typeface="Yu Gothic UI" panose="020B0500000000000000" pitchFamily="50" charset="-128"/>
              </a:rPr>
              <a:t>）。</a:t>
            </a:r>
            <a:endParaRPr lang="en-US" altLang="ja-JP">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br>
              <a:rPr kumimoji="1" lang="en-US" altLang="ja-JP">
                <a:latin typeface="Yu Gothic UI" panose="020B0500000000000000" pitchFamily="50" charset="-128"/>
                <a:ea typeface="Yu Gothic UI" panose="020B0500000000000000" pitchFamily="50" charset="-128"/>
              </a:rPr>
            </a:br>
            <a:r>
              <a:rPr kumimoji="1" lang="ja-JP" altLang="en-US">
                <a:latin typeface="Yu Gothic UI" panose="020B0500000000000000" pitchFamily="50" charset="-128"/>
                <a:ea typeface="Yu Gothic UI" panose="020B0500000000000000" pitchFamily="50" charset="-128"/>
              </a:rPr>
              <a:t>なぜ添付ファイルは</a:t>
            </a:r>
            <a:r>
              <a:rPr kumimoji="1" lang="en-US" altLang="ja-JP" err="1">
                <a:latin typeface="Yu Gothic UI" panose="020B0500000000000000" pitchFamily="50" charset="-128"/>
                <a:ea typeface="Yu Gothic UI" panose="020B0500000000000000" pitchFamily="50" charset="-128"/>
              </a:rPr>
              <a:t>ShraePoint</a:t>
            </a:r>
            <a:r>
              <a:rPr kumimoji="1" lang="ja-JP" altLang="en-US">
                <a:latin typeface="Yu Gothic UI" panose="020B0500000000000000" pitchFamily="50" charset="-128"/>
                <a:ea typeface="Yu Gothic UI" panose="020B0500000000000000" pitchFamily="50" charset="-128"/>
              </a:rPr>
              <a:t>にお薦めなのか：</a:t>
            </a:r>
            <a:br>
              <a:rPr kumimoji="1" lang="en-US" altLang="ja-JP">
                <a:latin typeface="Yu Gothic UI" panose="020B0500000000000000" pitchFamily="50" charset="-128"/>
                <a:ea typeface="Yu Gothic UI" panose="020B0500000000000000" pitchFamily="50" charset="-128"/>
              </a:rPr>
            </a:br>
            <a:r>
              <a:rPr kumimoji="1" lang="ja-JP" altLang="en-US">
                <a:latin typeface="Yu Gothic UI" panose="020B0500000000000000" pitchFamily="50" charset="-128"/>
                <a:ea typeface="Yu Gothic UI" panose="020B0500000000000000" pitchFamily="50" charset="-128"/>
              </a:rPr>
              <a:t>１．</a:t>
            </a:r>
            <a:r>
              <a:rPr kumimoji="1" lang="en-US" altLang="ja-JP">
                <a:latin typeface="Yu Gothic UI" panose="020B0500000000000000" pitchFamily="50" charset="-128"/>
                <a:ea typeface="Yu Gothic UI" panose="020B0500000000000000" pitchFamily="50" charset="-128"/>
              </a:rPr>
              <a:t>SPO</a:t>
            </a:r>
            <a:r>
              <a:rPr kumimoji="1" lang="ja-JP" altLang="en-US">
                <a:latin typeface="Yu Gothic UI" panose="020B0500000000000000" pitchFamily="50" charset="-128"/>
                <a:ea typeface="Yu Gothic UI" panose="020B0500000000000000" pitchFamily="50" charset="-128"/>
              </a:rPr>
              <a:t>の検索機能を利用し、添付ファイルの検索は自然的にできる。（</a:t>
            </a:r>
            <a:r>
              <a:rPr kumimoji="1" lang="en-US" altLang="ja-JP" err="1">
                <a:latin typeface="Yu Gothic UI" panose="020B0500000000000000" pitchFamily="50" charset="-128"/>
                <a:ea typeface="Yu Gothic UI" panose="020B0500000000000000" pitchFamily="50" charset="-128"/>
              </a:rPr>
              <a:t>A.GraphAPI</a:t>
            </a:r>
            <a:r>
              <a:rPr kumimoji="1" lang="ja-JP" altLang="en-US">
                <a:latin typeface="Yu Gothic UI" panose="020B0500000000000000" pitchFamily="50" charset="-128"/>
                <a:ea typeface="Yu Gothic UI" panose="020B0500000000000000" pitchFamily="50" charset="-128"/>
              </a:rPr>
              <a:t>経由で必要 </a:t>
            </a:r>
            <a:r>
              <a:rPr kumimoji="1" lang="en-US" altLang="ja-JP">
                <a:latin typeface="Yu Gothic UI" panose="020B0500000000000000" pitchFamily="50" charset="-128"/>
                <a:ea typeface="Yu Gothic UI" panose="020B0500000000000000" pitchFamily="50" charset="-128"/>
              </a:rPr>
              <a:t>B.</a:t>
            </a:r>
            <a:r>
              <a:rPr kumimoji="1" lang="ja-JP" altLang="en-US">
                <a:latin typeface="Yu Gothic UI" panose="020B0500000000000000" pitchFamily="50" charset="-128"/>
                <a:ea typeface="Yu Gothic UI" panose="020B0500000000000000" pitchFamily="50" charset="-128"/>
              </a:rPr>
              <a:t>）</a:t>
            </a:r>
            <a:endParaRPr kumimoji="1" lang="en-US" altLang="ja-JP">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２．</a:t>
            </a:r>
            <a:r>
              <a:rPr kumimoji="1" lang="en-US" altLang="zh-CN" err="1">
                <a:latin typeface="Yu Gothic UI" panose="020B0500000000000000" pitchFamily="50" charset="-128"/>
                <a:ea typeface="Yu Gothic UI" panose="020B0500000000000000" pitchFamily="50" charset="-128"/>
              </a:rPr>
              <a:t>Sqlserver</a:t>
            </a:r>
            <a:r>
              <a:rPr kumimoji="1" lang="ja-JP" altLang="en-US">
                <a:latin typeface="Yu Gothic UI" panose="020B0500000000000000" pitchFamily="50" charset="-128"/>
                <a:ea typeface="Yu Gothic UI" panose="020B0500000000000000" pitchFamily="50" charset="-128"/>
              </a:rPr>
              <a:t>もファイル内容を検索する機能をサポートしていますが、実案件の利用経験がないため、全面</a:t>
            </a:r>
            <a:r>
              <a:rPr kumimoji="1" lang="en-US" altLang="ja-JP">
                <a:latin typeface="Yu Gothic UI" panose="020B0500000000000000" pitchFamily="50" charset="-128"/>
                <a:ea typeface="Yu Gothic UI" panose="020B0500000000000000" pitchFamily="50" charset="-128"/>
              </a:rPr>
              <a:t>t</a:t>
            </a:r>
            <a:r>
              <a:rPr kumimoji="1" lang="ja-JP" altLang="en-US">
                <a:latin typeface="Yu Gothic UI" panose="020B0500000000000000" pitchFamily="50" charset="-128"/>
                <a:ea typeface="Yu Gothic UI" panose="020B0500000000000000" pitchFamily="50" charset="-128"/>
              </a:rPr>
              <a:t>的に検証が必要。</a:t>
            </a:r>
            <a:r>
              <a:rPr kumimoji="1" lang="en-US" altLang="ja-JP">
                <a:latin typeface="Yu Gothic UI" panose="020B0500000000000000" pitchFamily="50" charset="-128"/>
                <a:ea typeface="Yu Gothic UI" panose="020B0500000000000000" pitchFamily="50" charset="-128"/>
              </a:rPr>
              <a:t>POC</a:t>
            </a:r>
            <a:r>
              <a:rPr kumimoji="1" lang="ja-JP" altLang="en-US">
                <a:latin typeface="Yu Gothic UI" panose="020B0500000000000000" pitchFamily="50" charset="-128"/>
                <a:ea typeface="Yu Gothic UI" panose="020B0500000000000000" pitchFamily="50" charset="-128"/>
              </a:rPr>
              <a:t>の作業範囲が広がる、性能などの考慮・評価は複雑</a:t>
            </a: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7</a:t>
            </a:fld>
            <a:endParaRPr kumimoji="1" lang="ja-JP"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8</a:t>
            </a:fld>
            <a:endParaRPr kumimoji="1" lang="ja-JP"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9</a:t>
            </a:fld>
            <a:endParaRPr kumimoji="1" lang="ja-JP"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10</a:t>
            </a:fld>
            <a:endParaRPr kumimoji="1" lang="ja-JP"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dirty="0" err="1">
                <a:latin typeface="Yu Gothic UI" panose="020B0500000000000000" pitchFamily="50" charset="-128"/>
                <a:ea typeface="Yu Gothic UI" panose="020B0500000000000000" pitchFamily="50" charset="-128"/>
              </a:rPr>
              <a:t>SharePont</a:t>
            </a:r>
            <a:r>
              <a:rPr kumimoji="1" lang="ja-JP" altLang="en-US" dirty="0">
                <a:latin typeface="Yu Gothic UI" panose="020B0500000000000000" pitchFamily="50" charset="-128"/>
                <a:ea typeface="Yu Gothic UI" panose="020B0500000000000000" pitchFamily="50" charset="-128"/>
              </a:rPr>
              <a:t>の権限</a:t>
            </a: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11</a:t>
            </a:fld>
            <a:endParaRPr kumimoji="1" lang="ja-JP"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12</a:t>
            </a:fld>
            <a:endParaRPr kumimoji="1" lang="ja-JP"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13</a:t>
            </a:fld>
            <a:endParaRPr kumimoji="1" lang="ja-JP"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FE80B-DA65-9819-E89B-3EB874C362D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8CC1B4F-15BC-366C-3953-09260CE6EC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C1D6E36-1AE6-00A0-904D-0AF050AE45F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A7EC5943-97B4-7319-9235-AC91DAFB5D10}"/>
              </a:ext>
            </a:extLst>
          </p:cNvPr>
          <p:cNvSpPr>
            <a:spLocks noGrp="1"/>
          </p:cNvSpPr>
          <p:nvPr>
            <p:ph type="sldNum" sz="quarter" idx="5"/>
          </p:nvPr>
        </p:nvSpPr>
        <p:spPr/>
        <p:txBody>
          <a:bodyPr/>
          <a:lstStyle/>
          <a:p>
            <a:fld id="{C3E9B8F7-F11D-7247-854D-760B01224C6A}" type="slidenum">
              <a:rPr kumimoji="1" lang="ja-JP" altLang="en-US" smtClean="0"/>
              <a:t>14</a:t>
            </a:fld>
            <a:endParaRPr kumimoji="1" lang="ja-JP" altLang="en-US"/>
          </a:p>
        </p:txBody>
      </p:sp>
    </p:spTree>
    <p:extLst>
      <p:ext uri="{BB962C8B-B14F-4D97-AF65-F5344CB8AC3E}">
        <p14:creationId xmlns:p14="http://schemas.microsoft.com/office/powerpoint/2010/main" val="15053004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15</a:t>
            </a:fld>
            <a:endParaRPr kumimoji="1" lang="ja-JP"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2BE7A-3C1E-9A27-A2F6-50CD11243B5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6904EF-56EB-9A0B-B830-0D83ECFDAE7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16E471-B3B9-FC93-63F0-F1DA4A80F659}"/>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69D541E9-F7A5-B336-66A3-026D0C49E825}"/>
              </a:ext>
            </a:extLst>
          </p:cNvPr>
          <p:cNvSpPr>
            <a:spLocks noGrp="1"/>
          </p:cNvSpPr>
          <p:nvPr>
            <p:ph type="sldNum" sz="quarter" idx="5"/>
          </p:nvPr>
        </p:nvSpPr>
        <p:spPr/>
        <p:txBody>
          <a:bodyPr/>
          <a:lstStyle/>
          <a:p>
            <a:fld id="{C3E9B8F7-F11D-7247-854D-760B01224C6A}" type="slidenum">
              <a:rPr kumimoji="1" lang="ja-JP" altLang="en-US" smtClean="0"/>
              <a:t>16</a:t>
            </a:fld>
            <a:endParaRPr kumimoji="1" lang="ja-JP" altLang="en-US"/>
          </a:p>
        </p:txBody>
      </p:sp>
    </p:spTree>
    <p:extLst>
      <p:ext uri="{BB962C8B-B14F-4D97-AF65-F5344CB8AC3E}">
        <p14:creationId xmlns:p14="http://schemas.microsoft.com/office/powerpoint/2010/main" val="462589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1E99A-065A-53FB-B12C-86B3C4D07D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6AF1F1-8381-54D6-0E16-CF6BAEAEFFA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181877-2622-72DC-060B-FF82D2E9E2EC}"/>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349C3147-29AC-D045-6432-1C879D945198}"/>
              </a:ext>
            </a:extLst>
          </p:cNvPr>
          <p:cNvSpPr>
            <a:spLocks noGrp="1"/>
          </p:cNvSpPr>
          <p:nvPr>
            <p:ph type="sldNum" sz="quarter" idx="5"/>
          </p:nvPr>
        </p:nvSpPr>
        <p:spPr/>
        <p:txBody>
          <a:bodyPr/>
          <a:lstStyle/>
          <a:p>
            <a:fld id="{C3E9B8F7-F11D-7247-854D-760B01224C6A}" type="slidenum">
              <a:rPr kumimoji="1" lang="ja-JP" altLang="en-US" smtClean="0"/>
              <a:t>17</a:t>
            </a:fld>
            <a:endParaRPr kumimoji="1" lang="ja-JP" altLang="en-US"/>
          </a:p>
        </p:txBody>
      </p:sp>
    </p:spTree>
    <p:extLst>
      <p:ext uri="{BB962C8B-B14F-4D97-AF65-F5344CB8AC3E}">
        <p14:creationId xmlns:p14="http://schemas.microsoft.com/office/powerpoint/2010/main" val="9479503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F5477-B9C5-968F-8267-C2722AF412F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81F8CEE-F089-E7D4-4B8F-5A86B257C82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EB8F5C9-8CC9-63C1-BA40-5CEC62274C2F}"/>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1F7B5F1B-CF62-86D7-B33B-1AEF7EE1D0E7}"/>
              </a:ext>
            </a:extLst>
          </p:cNvPr>
          <p:cNvSpPr>
            <a:spLocks noGrp="1"/>
          </p:cNvSpPr>
          <p:nvPr>
            <p:ph type="sldNum" sz="quarter" idx="5"/>
          </p:nvPr>
        </p:nvSpPr>
        <p:spPr/>
        <p:txBody>
          <a:bodyPr/>
          <a:lstStyle/>
          <a:p>
            <a:fld id="{C3E9B8F7-F11D-7247-854D-760B01224C6A}" type="slidenum">
              <a:rPr kumimoji="1" lang="ja-JP" altLang="en-US" smtClean="0"/>
              <a:t>18</a:t>
            </a:fld>
            <a:endParaRPr kumimoji="1" lang="ja-JP" altLang="en-US"/>
          </a:p>
        </p:txBody>
      </p:sp>
    </p:spTree>
    <p:extLst>
      <p:ext uri="{BB962C8B-B14F-4D97-AF65-F5344CB8AC3E}">
        <p14:creationId xmlns:p14="http://schemas.microsoft.com/office/powerpoint/2010/main" val="35856412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F1E50-EC1A-D8DF-4FF3-368A7A33B6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AD0F3-5045-CDA6-7FC3-4849CEFD811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0F9E384-5044-AC7D-8004-E99519885718}"/>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7B00E4D0-281F-5A87-1DC2-3EF8459EBBE5}"/>
              </a:ext>
            </a:extLst>
          </p:cNvPr>
          <p:cNvSpPr>
            <a:spLocks noGrp="1"/>
          </p:cNvSpPr>
          <p:nvPr>
            <p:ph type="sldNum" sz="quarter" idx="5"/>
          </p:nvPr>
        </p:nvSpPr>
        <p:spPr/>
        <p:txBody>
          <a:bodyPr/>
          <a:lstStyle/>
          <a:p>
            <a:fld id="{C3E9B8F7-F11D-7247-854D-760B01224C6A}" type="slidenum">
              <a:rPr kumimoji="1" lang="ja-JP" altLang="en-US" smtClean="0"/>
              <a:t>19</a:t>
            </a:fld>
            <a:endParaRPr kumimoji="1" lang="ja-JP" altLang="en-US"/>
          </a:p>
        </p:txBody>
      </p:sp>
    </p:spTree>
    <p:extLst>
      <p:ext uri="{BB962C8B-B14F-4D97-AF65-F5344CB8AC3E}">
        <p14:creationId xmlns:p14="http://schemas.microsoft.com/office/powerpoint/2010/main" val="32828585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20</a:t>
            </a:fld>
            <a:endParaRPr kumimoji="1" lang="ja-JP"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21</a:t>
            </a:fld>
            <a:endParaRPr kumimoji="1" lang="ja-JP"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22</a:t>
            </a:fld>
            <a:endParaRPr kumimoji="1" lang="ja-JP"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23</a:t>
            </a:fld>
            <a:endParaRPr kumimoji="1" lang="ja-JP"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25</a:t>
            </a:fld>
            <a:endParaRPr kumimoji="1" lang="ja-JP" altLang="en-US"/>
          </a:p>
        </p:txBody>
      </p:sp>
    </p:spTree>
    <p:extLst>
      <p:ext uri="{BB962C8B-B14F-4D97-AF65-F5344CB8AC3E}">
        <p14:creationId xmlns:p14="http://schemas.microsoft.com/office/powerpoint/2010/main" val="38132605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26</a:t>
            </a:fld>
            <a:endParaRPr kumimoji="1" lang="ja-JP" altLang="en-US"/>
          </a:p>
        </p:txBody>
      </p:sp>
    </p:spTree>
    <p:extLst>
      <p:ext uri="{BB962C8B-B14F-4D97-AF65-F5344CB8AC3E}">
        <p14:creationId xmlns:p14="http://schemas.microsoft.com/office/powerpoint/2010/main" val="8930628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27</a:t>
            </a:fld>
            <a:endParaRPr kumimoji="1" lang="ja-JP"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C01D9-A0A5-8B24-08C2-8B032F9425D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9E9B677-7066-2F01-20DD-1FCF55386A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7B98AC-B424-D8DF-8A78-76E3012B6C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目的</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システム全体像を提示し、技術方案の基盤を説明。</a:t>
            </a:r>
            <a:endParaRPr kumimoji="1" lang="en-US" altLang="ja-JP">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図</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アーキテクチャ図を挿入（</a:t>
            </a:r>
            <a:r>
              <a:rPr kumimoji="1" lang="en-US" altLang="ja-JP">
                <a:latin typeface="Yu Gothic UI" panose="020B0500000000000000" pitchFamily="50" charset="-128"/>
                <a:ea typeface="Yu Gothic UI" panose="020B0500000000000000" pitchFamily="50" charset="-128"/>
              </a:rPr>
              <a:t>PowerApps → Dataverse/SQL Server → SharePoint → Office 365</a:t>
            </a:r>
            <a:r>
              <a:rPr kumimoji="1" lang="ja-JP" altLang="en-US">
                <a:latin typeface="Yu Gothic UI" panose="020B0500000000000000" pitchFamily="50" charset="-128"/>
                <a:ea typeface="Yu Gothic UI" panose="020B0500000000000000" pitchFamily="50" charset="-128"/>
              </a:rPr>
              <a:t>）。</a:t>
            </a:r>
            <a:endParaRPr lang="en-US" altLang="ja-JP">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br>
              <a:rPr kumimoji="1" lang="en-US" altLang="ja-JP">
                <a:latin typeface="Yu Gothic UI" panose="020B0500000000000000" pitchFamily="50" charset="-128"/>
                <a:ea typeface="Yu Gothic UI" panose="020B0500000000000000" pitchFamily="50" charset="-128"/>
              </a:rPr>
            </a:br>
            <a:r>
              <a:rPr kumimoji="1" lang="ja-JP" altLang="en-US">
                <a:latin typeface="Yu Gothic UI" panose="020B0500000000000000" pitchFamily="50" charset="-128"/>
                <a:ea typeface="Yu Gothic UI" panose="020B0500000000000000" pitchFamily="50" charset="-128"/>
              </a:rPr>
              <a:t>なぜ添付ファイルは</a:t>
            </a:r>
            <a:r>
              <a:rPr kumimoji="1" lang="en-US" altLang="ja-JP" err="1">
                <a:latin typeface="Yu Gothic UI" panose="020B0500000000000000" pitchFamily="50" charset="-128"/>
                <a:ea typeface="Yu Gothic UI" panose="020B0500000000000000" pitchFamily="50" charset="-128"/>
              </a:rPr>
              <a:t>ShraePoint</a:t>
            </a:r>
            <a:r>
              <a:rPr kumimoji="1" lang="ja-JP" altLang="en-US">
                <a:latin typeface="Yu Gothic UI" panose="020B0500000000000000" pitchFamily="50" charset="-128"/>
                <a:ea typeface="Yu Gothic UI" panose="020B0500000000000000" pitchFamily="50" charset="-128"/>
              </a:rPr>
              <a:t>にお薦めなのか：</a:t>
            </a:r>
            <a:br>
              <a:rPr kumimoji="1" lang="en-US" altLang="ja-JP">
                <a:latin typeface="Yu Gothic UI" panose="020B0500000000000000" pitchFamily="50" charset="-128"/>
                <a:ea typeface="Yu Gothic UI" panose="020B0500000000000000" pitchFamily="50" charset="-128"/>
              </a:rPr>
            </a:br>
            <a:r>
              <a:rPr kumimoji="1" lang="ja-JP" altLang="en-US">
                <a:latin typeface="Yu Gothic UI" panose="020B0500000000000000" pitchFamily="50" charset="-128"/>
                <a:ea typeface="Yu Gothic UI" panose="020B0500000000000000" pitchFamily="50" charset="-128"/>
              </a:rPr>
              <a:t>１．</a:t>
            </a:r>
            <a:r>
              <a:rPr kumimoji="1" lang="en-US" altLang="ja-JP">
                <a:latin typeface="Yu Gothic UI" panose="020B0500000000000000" pitchFamily="50" charset="-128"/>
                <a:ea typeface="Yu Gothic UI" panose="020B0500000000000000" pitchFamily="50" charset="-128"/>
              </a:rPr>
              <a:t>SPO</a:t>
            </a:r>
            <a:r>
              <a:rPr kumimoji="1" lang="ja-JP" altLang="en-US">
                <a:latin typeface="Yu Gothic UI" panose="020B0500000000000000" pitchFamily="50" charset="-128"/>
                <a:ea typeface="Yu Gothic UI" panose="020B0500000000000000" pitchFamily="50" charset="-128"/>
              </a:rPr>
              <a:t>の検索機能を利用し、添付ファイルの検索は自然的にできる。（</a:t>
            </a:r>
            <a:r>
              <a:rPr kumimoji="1" lang="en-US" altLang="ja-JP" err="1">
                <a:latin typeface="Yu Gothic UI" panose="020B0500000000000000" pitchFamily="50" charset="-128"/>
                <a:ea typeface="Yu Gothic UI" panose="020B0500000000000000" pitchFamily="50" charset="-128"/>
              </a:rPr>
              <a:t>A.GraphAPI</a:t>
            </a:r>
            <a:r>
              <a:rPr kumimoji="1" lang="ja-JP" altLang="en-US">
                <a:latin typeface="Yu Gothic UI" panose="020B0500000000000000" pitchFamily="50" charset="-128"/>
                <a:ea typeface="Yu Gothic UI" panose="020B0500000000000000" pitchFamily="50" charset="-128"/>
              </a:rPr>
              <a:t>経由で必要 </a:t>
            </a:r>
            <a:r>
              <a:rPr kumimoji="1" lang="en-US" altLang="ja-JP">
                <a:latin typeface="Yu Gothic UI" panose="020B0500000000000000" pitchFamily="50" charset="-128"/>
                <a:ea typeface="Yu Gothic UI" panose="020B0500000000000000" pitchFamily="50" charset="-128"/>
              </a:rPr>
              <a:t>B.</a:t>
            </a:r>
            <a:r>
              <a:rPr kumimoji="1" lang="ja-JP" altLang="en-US">
                <a:latin typeface="Yu Gothic UI" panose="020B0500000000000000" pitchFamily="50" charset="-128"/>
                <a:ea typeface="Yu Gothic UI" panose="020B0500000000000000" pitchFamily="50" charset="-128"/>
              </a:rPr>
              <a:t>）</a:t>
            </a:r>
            <a:endParaRPr kumimoji="1" lang="en-US" altLang="ja-JP">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２．</a:t>
            </a:r>
            <a:r>
              <a:rPr kumimoji="1" lang="en-US" altLang="zh-CN" err="1">
                <a:latin typeface="Yu Gothic UI" panose="020B0500000000000000" pitchFamily="50" charset="-128"/>
                <a:ea typeface="Yu Gothic UI" panose="020B0500000000000000" pitchFamily="50" charset="-128"/>
              </a:rPr>
              <a:t>Sqlserver</a:t>
            </a:r>
            <a:r>
              <a:rPr kumimoji="1" lang="ja-JP" altLang="en-US">
                <a:latin typeface="Yu Gothic UI" panose="020B0500000000000000" pitchFamily="50" charset="-128"/>
                <a:ea typeface="Yu Gothic UI" panose="020B0500000000000000" pitchFamily="50" charset="-128"/>
              </a:rPr>
              <a:t>もファイル内容を検索する機能をサポートしていますが、実案件の利用経験がないため、全面</a:t>
            </a:r>
            <a:r>
              <a:rPr kumimoji="1" lang="en-US" altLang="ja-JP">
                <a:latin typeface="Yu Gothic UI" panose="020B0500000000000000" pitchFamily="50" charset="-128"/>
                <a:ea typeface="Yu Gothic UI" panose="020B0500000000000000" pitchFamily="50" charset="-128"/>
              </a:rPr>
              <a:t>t</a:t>
            </a:r>
            <a:r>
              <a:rPr kumimoji="1" lang="ja-JP" altLang="en-US">
                <a:latin typeface="Yu Gothic UI" panose="020B0500000000000000" pitchFamily="50" charset="-128"/>
                <a:ea typeface="Yu Gothic UI" panose="020B0500000000000000" pitchFamily="50" charset="-128"/>
              </a:rPr>
              <a:t>的に検証が必要。</a:t>
            </a:r>
            <a:r>
              <a:rPr kumimoji="1" lang="en-US" altLang="ja-JP">
                <a:latin typeface="Yu Gothic UI" panose="020B0500000000000000" pitchFamily="50" charset="-128"/>
                <a:ea typeface="Yu Gothic UI" panose="020B0500000000000000" pitchFamily="50" charset="-128"/>
              </a:rPr>
              <a:t>POC</a:t>
            </a:r>
            <a:r>
              <a:rPr kumimoji="1" lang="ja-JP" altLang="en-US">
                <a:latin typeface="Yu Gothic UI" panose="020B0500000000000000" pitchFamily="50" charset="-128"/>
                <a:ea typeface="Yu Gothic UI" panose="020B0500000000000000" pitchFamily="50" charset="-128"/>
              </a:rPr>
              <a:t>の作業範囲が広がる、性能などの考慮・評価は複雑</a:t>
            </a: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897513DE-9A11-9927-BFED-228AFF0C5A5E}"/>
              </a:ext>
            </a:extLst>
          </p:cNvPr>
          <p:cNvSpPr>
            <a:spLocks noGrp="1"/>
          </p:cNvSpPr>
          <p:nvPr>
            <p:ph type="sldNum" sz="quarter" idx="5"/>
          </p:nvPr>
        </p:nvSpPr>
        <p:spPr/>
        <p:txBody>
          <a:bodyPr/>
          <a:lstStyle/>
          <a:p>
            <a:fld id="{C3E9B8F7-F11D-7247-854D-760B01224C6A}" type="slidenum">
              <a:rPr kumimoji="1" lang="ja-JP" altLang="en-US" smtClean="0"/>
              <a:t>29</a:t>
            </a:fld>
            <a:endParaRPr kumimoji="1" lang="ja-JP" altLang="en-US"/>
          </a:p>
        </p:txBody>
      </p:sp>
    </p:spTree>
    <p:extLst>
      <p:ext uri="{BB962C8B-B14F-4D97-AF65-F5344CB8AC3E}">
        <p14:creationId xmlns:p14="http://schemas.microsoft.com/office/powerpoint/2010/main" val="36342766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F42B9-7C8C-DA96-F45B-07132E4CB2D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0E1872-356F-77A7-D991-9D4A0A70D6F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54E4875-54FD-DC25-CECE-422EF828A6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B559C1D6-6594-6F85-9B3B-6C55DA521FAA}"/>
              </a:ext>
            </a:extLst>
          </p:cNvPr>
          <p:cNvSpPr>
            <a:spLocks noGrp="1"/>
          </p:cNvSpPr>
          <p:nvPr>
            <p:ph type="sldNum" sz="quarter" idx="5"/>
          </p:nvPr>
        </p:nvSpPr>
        <p:spPr/>
        <p:txBody>
          <a:bodyPr/>
          <a:lstStyle/>
          <a:p>
            <a:fld id="{C3E9B8F7-F11D-7247-854D-760B01224C6A}" type="slidenum">
              <a:rPr kumimoji="1" lang="ja-JP" altLang="en-US" smtClean="0"/>
              <a:t>30</a:t>
            </a:fld>
            <a:endParaRPr kumimoji="1" lang="ja-JP" altLang="en-US"/>
          </a:p>
        </p:txBody>
      </p:sp>
    </p:spTree>
    <p:extLst>
      <p:ext uri="{BB962C8B-B14F-4D97-AF65-F5344CB8AC3E}">
        <p14:creationId xmlns:p14="http://schemas.microsoft.com/office/powerpoint/2010/main" val="9632957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362E5-4871-7464-E76E-7EBBD249C37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3064D67-DEB4-2391-EB01-3D2A079324B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7F9907-5BFD-1DB3-76A8-78330D1EA4E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B72D7A7E-BE9F-1988-8883-8126098DE607}"/>
              </a:ext>
            </a:extLst>
          </p:cNvPr>
          <p:cNvSpPr>
            <a:spLocks noGrp="1"/>
          </p:cNvSpPr>
          <p:nvPr>
            <p:ph type="sldNum" sz="quarter" idx="5"/>
          </p:nvPr>
        </p:nvSpPr>
        <p:spPr/>
        <p:txBody>
          <a:bodyPr/>
          <a:lstStyle/>
          <a:p>
            <a:fld id="{C3E9B8F7-F11D-7247-854D-760B01224C6A}" type="slidenum">
              <a:rPr kumimoji="1" lang="ja-JP" altLang="en-US" smtClean="0"/>
              <a:t>31</a:t>
            </a:fld>
            <a:endParaRPr kumimoji="1" lang="ja-JP" altLang="en-US"/>
          </a:p>
        </p:txBody>
      </p:sp>
    </p:spTree>
    <p:extLst>
      <p:ext uri="{BB962C8B-B14F-4D97-AF65-F5344CB8AC3E}">
        <p14:creationId xmlns:p14="http://schemas.microsoft.com/office/powerpoint/2010/main" val="17797590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14940-466A-11D8-218A-C6657DAB0E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2B41076-8E73-249E-ABDB-FBE7C3E0FFA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20DD9E5-5AD0-1F1F-D305-8F8E5DA4C2F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DF4685A3-20D4-9B05-53A4-2D257F3FEC25}"/>
              </a:ext>
            </a:extLst>
          </p:cNvPr>
          <p:cNvSpPr>
            <a:spLocks noGrp="1"/>
          </p:cNvSpPr>
          <p:nvPr>
            <p:ph type="sldNum" sz="quarter" idx="5"/>
          </p:nvPr>
        </p:nvSpPr>
        <p:spPr/>
        <p:txBody>
          <a:bodyPr/>
          <a:lstStyle/>
          <a:p>
            <a:fld id="{C3E9B8F7-F11D-7247-854D-760B01224C6A}" type="slidenum">
              <a:rPr kumimoji="1" lang="ja-JP" altLang="en-US" smtClean="0"/>
              <a:t>32</a:t>
            </a:fld>
            <a:endParaRPr kumimoji="1" lang="ja-JP" altLang="en-US"/>
          </a:p>
        </p:txBody>
      </p:sp>
    </p:spTree>
    <p:extLst>
      <p:ext uri="{BB962C8B-B14F-4D97-AF65-F5344CB8AC3E}">
        <p14:creationId xmlns:p14="http://schemas.microsoft.com/office/powerpoint/2010/main" val="3593749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84240-8CA6-86C3-8942-6EBC170CF5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753FEA-BE07-31C7-074A-E4B3F78112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6DB7DF9-F30E-6CBC-B622-6B25C6FA5D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0B701767-6879-95AC-9312-13A76FCF7227}"/>
              </a:ext>
            </a:extLst>
          </p:cNvPr>
          <p:cNvSpPr>
            <a:spLocks noGrp="1"/>
          </p:cNvSpPr>
          <p:nvPr>
            <p:ph type="sldNum" sz="quarter" idx="5"/>
          </p:nvPr>
        </p:nvSpPr>
        <p:spPr/>
        <p:txBody>
          <a:bodyPr/>
          <a:lstStyle/>
          <a:p>
            <a:fld id="{C3E9B8F7-F11D-7247-854D-760B01224C6A}" type="slidenum">
              <a:rPr kumimoji="1" lang="ja-JP" altLang="en-US" smtClean="0"/>
              <a:t>33</a:t>
            </a:fld>
            <a:endParaRPr kumimoji="1" lang="ja-JP" altLang="en-US"/>
          </a:p>
        </p:txBody>
      </p:sp>
    </p:spTree>
    <p:extLst>
      <p:ext uri="{BB962C8B-B14F-4D97-AF65-F5344CB8AC3E}">
        <p14:creationId xmlns:p14="http://schemas.microsoft.com/office/powerpoint/2010/main" val="24387458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96A8D-14B0-C798-DA08-6D476153AFC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E258D0-936E-8FF3-0D07-8AA5F529E82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F94882F-46C0-8C0B-791A-4E63CE44588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9AE44012-F0A5-434F-1C13-C2109E402383}"/>
              </a:ext>
            </a:extLst>
          </p:cNvPr>
          <p:cNvSpPr>
            <a:spLocks noGrp="1"/>
          </p:cNvSpPr>
          <p:nvPr>
            <p:ph type="sldNum" sz="quarter" idx="5"/>
          </p:nvPr>
        </p:nvSpPr>
        <p:spPr/>
        <p:txBody>
          <a:bodyPr/>
          <a:lstStyle/>
          <a:p>
            <a:fld id="{C3E9B8F7-F11D-7247-854D-760B01224C6A}" type="slidenum">
              <a:rPr kumimoji="1" lang="ja-JP" altLang="en-US" smtClean="0"/>
              <a:t>34</a:t>
            </a:fld>
            <a:endParaRPr kumimoji="1" lang="ja-JP" altLang="en-US"/>
          </a:p>
        </p:txBody>
      </p:sp>
    </p:spTree>
    <p:extLst>
      <p:ext uri="{BB962C8B-B14F-4D97-AF65-F5344CB8AC3E}">
        <p14:creationId xmlns:p14="http://schemas.microsoft.com/office/powerpoint/2010/main" val="16120079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22DEF-6B2A-24BC-0DF9-E741C829346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D93B81C-4F80-BACC-D0FC-005D522CF75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3E690B8-C38A-F85C-9E64-A9348D4F4D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dirty="0" err="1">
                <a:latin typeface="Yu Gothic UI" panose="020B0500000000000000" pitchFamily="50" charset="-128"/>
                <a:ea typeface="Yu Gothic UI" panose="020B0500000000000000" pitchFamily="50" charset="-128"/>
              </a:rPr>
              <a:t>SharePont</a:t>
            </a:r>
            <a:r>
              <a:rPr kumimoji="1" lang="ja-JP" altLang="en-US" dirty="0">
                <a:latin typeface="Yu Gothic UI" panose="020B0500000000000000" pitchFamily="50" charset="-128"/>
                <a:ea typeface="Yu Gothic UI" panose="020B0500000000000000" pitchFamily="50" charset="-128"/>
              </a:rPr>
              <a:t>の権限</a:t>
            </a: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81D82D4A-100C-02EA-90B2-0F17465E86DB}"/>
              </a:ext>
            </a:extLst>
          </p:cNvPr>
          <p:cNvSpPr>
            <a:spLocks noGrp="1"/>
          </p:cNvSpPr>
          <p:nvPr>
            <p:ph type="sldNum" sz="quarter" idx="5"/>
          </p:nvPr>
        </p:nvSpPr>
        <p:spPr/>
        <p:txBody>
          <a:bodyPr/>
          <a:lstStyle/>
          <a:p>
            <a:fld id="{C3E9B8F7-F11D-7247-854D-760B01224C6A}" type="slidenum">
              <a:rPr kumimoji="1" lang="ja-JP" altLang="en-US" smtClean="0"/>
              <a:t>35</a:t>
            </a:fld>
            <a:endParaRPr kumimoji="1" lang="ja-JP" altLang="en-US"/>
          </a:p>
        </p:txBody>
      </p:sp>
    </p:spTree>
    <p:extLst>
      <p:ext uri="{BB962C8B-B14F-4D97-AF65-F5344CB8AC3E}">
        <p14:creationId xmlns:p14="http://schemas.microsoft.com/office/powerpoint/2010/main" val="23478408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6C2F0-DB98-8850-D7B8-2B10C5AF46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16B8738-439E-BF4B-C4EA-C26A30073F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D58C4D-63B9-0D5B-9AB1-58ECD0A9C0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D4FC7D84-3E58-37E1-553A-CB56DA191924}"/>
              </a:ext>
            </a:extLst>
          </p:cNvPr>
          <p:cNvSpPr>
            <a:spLocks noGrp="1"/>
          </p:cNvSpPr>
          <p:nvPr>
            <p:ph type="sldNum" sz="quarter" idx="5"/>
          </p:nvPr>
        </p:nvSpPr>
        <p:spPr/>
        <p:txBody>
          <a:bodyPr/>
          <a:lstStyle/>
          <a:p>
            <a:fld id="{C3E9B8F7-F11D-7247-854D-760B01224C6A}" type="slidenum">
              <a:rPr kumimoji="1" lang="ja-JP" altLang="en-US" smtClean="0"/>
              <a:t>36</a:t>
            </a:fld>
            <a:endParaRPr kumimoji="1" lang="ja-JP" altLang="en-US"/>
          </a:p>
        </p:txBody>
      </p:sp>
    </p:spTree>
    <p:extLst>
      <p:ext uri="{BB962C8B-B14F-4D97-AF65-F5344CB8AC3E}">
        <p14:creationId xmlns:p14="http://schemas.microsoft.com/office/powerpoint/2010/main" val="29368888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F1F27-8204-D00B-96CB-3B463C41386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F4DFF3-5113-931D-B4B6-D217D8728BE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FE867B-3586-4F08-D552-314C77903D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A6B741F5-0052-7977-A1DD-DCC941A5891D}"/>
              </a:ext>
            </a:extLst>
          </p:cNvPr>
          <p:cNvSpPr>
            <a:spLocks noGrp="1"/>
          </p:cNvSpPr>
          <p:nvPr>
            <p:ph type="sldNum" sz="quarter" idx="5"/>
          </p:nvPr>
        </p:nvSpPr>
        <p:spPr/>
        <p:txBody>
          <a:bodyPr/>
          <a:lstStyle/>
          <a:p>
            <a:fld id="{C3E9B8F7-F11D-7247-854D-760B01224C6A}" type="slidenum">
              <a:rPr kumimoji="1" lang="ja-JP" altLang="en-US" smtClean="0"/>
              <a:t>37</a:t>
            </a:fld>
            <a:endParaRPr kumimoji="1" lang="ja-JP" altLang="en-US"/>
          </a:p>
        </p:txBody>
      </p:sp>
    </p:spTree>
    <p:extLst>
      <p:ext uri="{BB962C8B-B14F-4D97-AF65-F5344CB8AC3E}">
        <p14:creationId xmlns:p14="http://schemas.microsoft.com/office/powerpoint/2010/main" val="17487272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ACDAE-8A20-B4A8-7F82-532E6504A8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B507A45-E7BE-7DDA-7653-3DFF9CA33F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E845254-1FEB-C636-55BC-D96F85A9E8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B55ECC65-C19B-790F-AF32-79453886436C}"/>
              </a:ext>
            </a:extLst>
          </p:cNvPr>
          <p:cNvSpPr>
            <a:spLocks noGrp="1"/>
          </p:cNvSpPr>
          <p:nvPr>
            <p:ph type="sldNum" sz="quarter" idx="5"/>
          </p:nvPr>
        </p:nvSpPr>
        <p:spPr/>
        <p:txBody>
          <a:bodyPr/>
          <a:lstStyle/>
          <a:p>
            <a:fld id="{C3E9B8F7-F11D-7247-854D-760B01224C6A}" type="slidenum">
              <a:rPr kumimoji="1" lang="ja-JP" altLang="en-US" smtClean="0"/>
              <a:t>38</a:t>
            </a:fld>
            <a:endParaRPr kumimoji="1" lang="ja-JP" altLang="en-US"/>
          </a:p>
        </p:txBody>
      </p:sp>
    </p:spTree>
    <p:extLst>
      <p:ext uri="{BB962C8B-B14F-4D97-AF65-F5344CB8AC3E}">
        <p14:creationId xmlns:p14="http://schemas.microsoft.com/office/powerpoint/2010/main" val="16056198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CFDE2-613A-974F-A925-9B3A7030626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C1B383-0C34-89D2-D60C-C9BCD6BD97D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81244CE-266C-B514-4A3F-D30EAD6CC8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81356CC1-2DE3-F188-2429-200B7AAB3BCB}"/>
              </a:ext>
            </a:extLst>
          </p:cNvPr>
          <p:cNvSpPr>
            <a:spLocks noGrp="1"/>
          </p:cNvSpPr>
          <p:nvPr>
            <p:ph type="sldNum" sz="quarter" idx="5"/>
          </p:nvPr>
        </p:nvSpPr>
        <p:spPr/>
        <p:txBody>
          <a:bodyPr/>
          <a:lstStyle/>
          <a:p>
            <a:fld id="{C3E9B8F7-F11D-7247-854D-760B01224C6A}" type="slidenum">
              <a:rPr kumimoji="1" lang="ja-JP" altLang="en-US" smtClean="0"/>
              <a:t>39</a:t>
            </a:fld>
            <a:endParaRPr kumimoji="1" lang="ja-JP" altLang="en-US"/>
          </a:p>
        </p:txBody>
      </p:sp>
    </p:spTree>
    <p:extLst>
      <p:ext uri="{BB962C8B-B14F-4D97-AF65-F5344CB8AC3E}">
        <p14:creationId xmlns:p14="http://schemas.microsoft.com/office/powerpoint/2010/main" val="3823616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41</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6.xml"/><Relationship Id="rId5" Type="http://schemas.openxmlformats.org/officeDocument/2006/relationships/image" Target="../media/image6.png"/><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7.xml"/><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8.xml"/><Relationship Id="rId5" Type="http://schemas.openxmlformats.org/officeDocument/2006/relationships/image" Target="../media/image7.png"/><Relationship Id="rId4"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9.xml"/><Relationship Id="rId4"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10.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3.xml"/><Relationship Id="rId1" Type="http://schemas.openxmlformats.org/officeDocument/2006/relationships/tags" Target="../tags/tag12.xml"/><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17.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3.xml"/><Relationship Id="rId1" Type="http://schemas.openxmlformats.org/officeDocument/2006/relationships/tags" Target="../tags/tag19.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3.xml"/><Relationship Id="rId1" Type="http://schemas.openxmlformats.org/officeDocument/2006/relationships/tags" Target="../tags/tag20.x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image" Target="../media/image3.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3.xml"/><Relationship Id="rId1" Type="http://schemas.openxmlformats.org/officeDocument/2006/relationships/tags" Target="../tags/tag21.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3.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4.xml"/><Relationship Id="rId1" Type="http://schemas.openxmlformats.org/officeDocument/2006/relationships/tags" Target="../tags/tag23.xml"/><Relationship Id="rId5" Type="http://schemas.openxmlformats.org/officeDocument/2006/relationships/image" Target="../media/image6.png"/><Relationship Id="rId4" Type="http://schemas.openxmlformats.org/officeDocument/2006/relationships/image" Target="../media/image1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4.xml"/><Relationship Id="rId1" Type="http://schemas.openxmlformats.org/officeDocument/2006/relationships/tags" Target="../tags/tag24.xml"/><Relationship Id="rId4" Type="http://schemas.openxmlformats.org/officeDocument/2006/relationships/image" Target="../media/image1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4.xml"/><Relationship Id="rId1" Type="http://schemas.openxmlformats.org/officeDocument/2006/relationships/tags" Target="../tags/tag25.xml"/><Relationship Id="rId5" Type="http://schemas.openxmlformats.org/officeDocument/2006/relationships/image" Target="../media/image7.png"/><Relationship Id="rId4" Type="http://schemas.openxmlformats.org/officeDocument/2006/relationships/image" Target="../media/image12.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4.xml"/><Relationship Id="rId1" Type="http://schemas.openxmlformats.org/officeDocument/2006/relationships/tags" Target="../tags/tag26.xml"/><Relationship Id="rId4" Type="http://schemas.openxmlformats.org/officeDocument/2006/relationships/image" Target="../media/image12.emf"/></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12.emf"/><Relationship Id="rId4" Type="http://schemas.openxmlformats.org/officeDocument/2006/relationships/oleObject" Target="../embeddings/oleObject26.bin"/></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4.xml"/><Relationship Id="rId1" Type="http://schemas.openxmlformats.org/officeDocument/2006/relationships/tags" Target="../tags/tag29.xml"/><Relationship Id="rId4" Type="http://schemas.openxmlformats.org/officeDocument/2006/relationships/image" Target="../media/image12.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4.xml"/><Relationship Id="rId1" Type="http://schemas.openxmlformats.org/officeDocument/2006/relationships/tags" Target="../tags/tag30.xml"/><Relationship Id="rId4" Type="http://schemas.openxmlformats.org/officeDocument/2006/relationships/image" Target="../media/image12.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31.xml"/><Relationship Id="rId4" Type="http://schemas.openxmlformats.org/officeDocument/2006/relationships/image" Target="../media/image12.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4.xml"/><Relationship Id="rId1" Type="http://schemas.openxmlformats.org/officeDocument/2006/relationships/tags" Target="../tags/tag32.xml"/><Relationship Id="rId4" Type="http://schemas.openxmlformats.org/officeDocument/2006/relationships/image" Target="../media/image12.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4.xml"/><Relationship Id="rId1" Type="http://schemas.openxmlformats.org/officeDocument/2006/relationships/tags" Target="../tags/tag33.xml"/><Relationship Id="rId4" Type="http://schemas.openxmlformats.org/officeDocument/2006/relationships/image" Target="../media/image12.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34.xml"/><Relationship Id="rId4" Type="http://schemas.openxmlformats.org/officeDocument/2006/relationships/image" Target="../media/image12.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12.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4.xml"/><Relationship Id="rId1" Type="http://schemas.openxmlformats.org/officeDocument/2006/relationships/tags" Target="../tags/tag36.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4.xml"/><Relationship Id="rId1" Type="http://schemas.openxmlformats.org/officeDocument/2006/relationships/tags" Target="../tags/tag37.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4.xml"/><Relationship Id="rId1" Type="http://schemas.openxmlformats.org/officeDocument/2006/relationships/tags" Target="../tags/tag38.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4.xml"/><Relationship Id="rId1" Type="http://schemas.openxmlformats.org/officeDocument/2006/relationships/tags" Target="../tags/tag39.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4.xml"/><Relationship Id="rId1" Type="http://schemas.openxmlformats.org/officeDocument/2006/relationships/tags" Target="../tags/tag40.xml"/><Relationship Id="rId4" Type="http://schemas.openxmlformats.org/officeDocument/2006/relationships/image" Target="../media/image3.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4.xml"/><Relationship Id="rId1" Type="http://schemas.openxmlformats.org/officeDocument/2006/relationships/tags" Target="../tags/tag41.xml"/><Relationship Id="rId4" Type="http://schemas.openxmlformats.org/officeDocument/2006/relationships/image" Target="../media/image3.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3.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4.xml"/><Relationship Id="rId1" Type="http://schemas.openxmlformats.org/officeDocument/2006/relationships/tags" Target="../tags/tag43.xml"/><Relationship Id="rId4" Type="http://schemas.openxmlformats.org/officeDocument/2006/relationships/image" Target="../media/image3.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4.xml"/><Relationship Id="rId1" Type="http://schemas.openxmlformats.org/officeDocument/2006/relationships/tags" Target="../tags/tag44.xml"/><Relationship Id="rId4" Type="http://schemas.openxmlformats.org/officeDocument/2006/relationships/image" Target="../media/image3.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4.xml"/><Relationship Id="rId1" Type="http://schemas.openxmlformats.org/officeDocument/2006/relationships/tags" Target="../tags/tag45.xml"/><Relationship Id="rId4" Type="http://schemas.openxmlformats.org/officeDocument/2006/relationships/image" Target="../media/image3.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44.bin"/><Relationship Id="rId7" Type="http://schemas.openxmlformats.org/officeDocument/2006/relationships/image" Target="../media/image15.jpeg"/><Relationship Id="rId2" Type="http://schemas.openxmlformats.org/officeDocument/2006/relationships/slideMaster" Target="../slideMasters/slideMaster4.xml"/><Relationship Id="rId1" Type="http://schemas.openxmlformats.org/officeDocument/2006/relationships/tags" Target="../tags/tag4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5.xml"/><Relationship Id="rId1" Type="http://schemas.openxmlformats.org/officeDocument/2006/relationships/tags" Target="../tags/tag48.xml"/><Relationship Id="rId5" Type="http://schemas.openxmlformats.org/officeDocument/2006/relationships/image" Target="../media/image6.png"/><Relationship Id="rId4" Type="http://schemas.openxmlformats.org/officeDocument/2006/relationships/image" Target="../media/image12.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Master" Target="../slideMasters/slideMaster5.xml"/><Relationship Id="rId1" Type="http://schemas.openxmlformats.org/officeDocument/2006/relationships/tags" Target="../tags/tag49.xml"/><Relationship Id="rId4" Type="http://schemas.openxmlformats.org/officeDocument/2006/relationships/image" Target="../media/image12.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5.xml"/><Relationship Id="rId1" Type="http://schemas.openxmlformats.org/officeDocument/2006/relationships/tags" Target="../tags/tag50.xml"/><Relationship Id="rId5" Type="http://schemas.openxmlformats.org/officeDocument/2006/relationships/image" Target="../media/image7.png"/><Relationship Id="rId4" Type="http://schemas.openxmlformats.org/officeDocument/2006/relationships/image" Target="../media/image12.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2.emf"/></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2.emf"/><Relationship Id="rId4" Type="http://schemas.openxmlformats.org/officeDocument/2006/relationships/oleObject" Target="../embeddings/oleObject50.bin"/></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2.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5.xml"/><Relationship Id="rId1" Type="http://schemas.openxmlformats.org/officeDocument/2006/relationships/tags" Target="../tags/tag55.xml"/><Relationship Id="rId4" Type="http://schemas.openxmlformats.org/officeDocument/2006/relationships/image" Target="../media/image12.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Master" Target="../slideMasters/slideMaster5.xml"/><Relationship Id="rId1" Type="http://schemas.openxmlformats.org/officeDocument/2006/relationships/tags" Target="../tags/tag56.xml"/><Relationship Id="rId4" Type="http://schemas.openxmlformats.org/officeDocument/2006/relationships/image" Target="../media/image12.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Master" Target="../slideMasters/slideMaster5.xml"/><Relationship Id="rId1" Type="http://schemas.openxmlformats.org/officeDocument/2006/relationships/tags" Target="../tags/tag57.xml"/><Relationship Id="rId4" Type="http://schemas.openxmlformats.org/officeDocument/2006/relationships/image" Target="../media/image12.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5.xml"/><Relationship Id="rId1" Type="http://schemas.openxmlformats.org/officeDocument/2006/relationships/tags" Target="../tags/tag58.xml"/><Relationship Id="rId4" Type="http://schemas.openxmlformats.org/officeDocument/2006/relationships/image" Target="../media/image12.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5.xml"/><Relationship Id="rId1" Type="http://schemas.openxmlformats.org/officeDocument/2006/relationships/tags" Target="../tags/tag59.xml"/><Relationship Id="rId4" Type="http://schemas.openxmlformats.org/officeDocument/2006/relationships/image" Target="../media/image12.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5.xml"/><Relationship Id="rId1" Type="http://schemas.openxmlformats.org/officeDocument/2006/relationships/tags" Target="../tags/tag60.xml"/><Relationship Id="rId4" Type="http://schemas.openxmlformats.org/officeDocument/2006/relationships/image" Target="../media/image12.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5.xml"/><Relationship Id="rId1" Type="http://schemas.openxmlformats.org/officeDocument/2006/relationships/tags" Target="../tags/tag6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5.xml"/><Relationship Id="rId1" Type="http://schemas.openxmlformats.org/officeDocument/2006/relationships/tags" Target="../tags/tag62.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Master" Target="../slideMasters/slideMaster5.xml"/><Relationship Id="rId1" Type="http://schemas.openxmlformats.org/officeDocument/2006/relationships/tags" Target="../tags/tag63.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5.xml"/><Relationship Id="rId1" Type="http://schemas.openxmlformats.org/officeDocument/2006/relationships/tags" Target="../tags/tag64.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Master" Target="../slideMasters/slideMaster5.xml"/><Relationship Id="rId1" Type="http://schemas.openxmlformats.org/officeDocument/2006/relationships/tags" Target="../tags/tag65.xml"/><Relationship Id="rId4" Type="http://schemas.openxmlformats.org/officeDocument/2006/relationships/image" Target="../media/image3.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Master" Target="../slideMasters/slideMaster5.xml"/><Relationship Id="rId1" Type="http://schemas.openxmlformats.org/officeDocument/2006/relationships/tags" Target="../tags/tag66.xml"/><Relationship Id="rId4" Type="http://schemas.openxmlformats.org/officeDocument/2006/relationships/image" Target="../media/image3.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Master" Target="../slideMasters/slideMaster5.xml"/><Relationship Id="rId1" Type="http://schemas.openxmlformats.org/officeDocument/2006/relationships/tags" Target="../tags/tag67.xml"/><Relationship Id="rId4" Type="http://schemas.openxmlformats.org/officeDocument/2006/relationships/image" Target="../media/image3.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5.xml"/><Relationship Id="rId1" Type="http://schemas.openxmlformats.org/officeDocument/2006/relationships/tags" Target="../tags/tag68.xml"/><Relationship Id="rId4" Type="http://schemas.openxmlformats.org/officeDocument/2006/relationships/image" Target="../media/image3.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5.xml"/><Relationship Id="rId1" Type="http://schemas.openxmlformats.org/officeDocument/2006/relationships/tags" Target="../tags/tag69.xml"/><Relationship Id="rId4" Type="http://schemas.openxmlformats.org/officeDocument/2006/relationships/image" Target="../media/image3.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5.xml"/><Relationship Id="rId1" Type="http://schemas.openxmlformats.org/officeDocument/2006/relationships/tags" Target="../tags/tag70.xml"/><Relationship Id="rId4" Type="http://schemas.openxmlformats.org/officeDocument/2006/relationships/image" Target="../media/image3.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68.bin"/><Relationship Id="rId7" Type="http://schemas.openxmlformats.org/officeDocument/2006/relationships/image" Target="../media/image15.jpeg"/><Relationship Id="rId2" Type="http://schemas.openxmlformats.org/officeDocument/2006/relationships/slideMaster" Target="../slideMasters/slideMaster5.xml"/><Relationship Id="rId1" Type="http://schemas.openxmlformats.org/officeDocument/2006/relationships/tags" Target="../tags/tag7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115">
              <a:lnSpc>
                <a:spcPct val="100000"/>
              </a:lnSpc>
              <a:spcBef>
                <a:spcPts val="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sp>
        <p:nvSpPr>
          <p:cNvPr id="13" name="テキスト ボックス 12"/>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02344" y="117337"/>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115">
              <a:lnSpc>
                <a:spcPct val="100000"/>
              </a:lnSpc>
              <a:spcBef>
                <a:spcPts val="50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sp>
        <p:nvSpPr>
          <p:cNvPr id="2" name="テキスト ボックス 1"/>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3"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45290" y="117337"/>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57251"/>
            <a:ext cx="11550650" cy="5380038"/>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sp>
        <p:nvSpPr>
          <p:cNvPr id="5" name="テキスト ボックス 4"/>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037340" y="133192"/>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Power Library &amp; Appendix</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115">
              <a:lnSpc>
                <a:spcPct val="100000"/>
              </a:lnSpc>
              <a:spcBef>
                <a:spcPts val="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pic>
        <p:nvPicPr>
          <p:cNvPr id="3" name="図 2" descr="テキスト&#10;&#10;中程度の精度で自動的に生成された説明"/>
          <p:cNvPicPr>
            <a:picLocks noChangeAspect="1"/>
          </p:cNvPicPr>
          <p:nvPr userDrawn="1"/>
        </p:nvPicPr>
        <p:blipFill>
          <a:blip r:embed="rId2"/>
          <a:stretch>
            <a:fillRect/>
          </a:stretch>
        </p:blipFill>
        <p:spPr>
          <a:xfrm>
            <a:off x="9930034" y="66263"/>
            <a:ext cx="2182024" cy="6624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115">
              <a:lnSpc>
                <a:spcPct val="100000"/>
              </a:lnSpc>
              <a:spcBef>
                <a:spcPts val="50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pic>
        <p:nvPicPr>
          <p:cNvPr id="5" name="図 4" descr="テキスト&#10;&#10;中程度の精度で自動的に生成された説明"/>
          <p:cNvPicPr>
            <a:picLocks noChangeAspect="1"/>
          </p:cNvPicPr>
          <p:nvPr userDrawn="1"/>
        </p:nvPicPr>
        <p:blipFill>
          <a:blip r:embed="rId2"/>
          <a:stretch>
            <a:fillRect/>
          </a:stretch>
        </p:blipFill>
        <p:spPr>
          <a:xfrm>
            <a:off x="9930034" y="66263"/>
            <a:ext cx="2182024" cy="6624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65415"/>
            <a:ext cx="11550650" cy="5371874"/>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pic>
        <p:nvPicPr>
          <p:cNvPr id="3" name="図 2" descr="アイコン&#10;&#10;低い精度で自動的に生成された説明"/>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tx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6000" y="396000"/>
            <a:ext cx="5582769" cy="676800"/>
          </a:xfrm>
          <a:prstGeom prst="rect">
            <a:avLst/>
          </a:prstGeom>
        </p:spPr>
        <p:txBody>
          <a:bodyPr lIns="0">
            <a:normAutofit/>
          </a:bodyPr>
          <a:lstStyle>
            <a:lvl1pPr algn="r">
              <a:lnSpc>
                <a:spcPct val="100000"/>
              </a:lnSpc>
              <a:spcBef>
                <a:spcPts val="0"/>
              </a:spcBef>
              <a:defRPr sz="2200" baseline="0">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7" name="図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512610" y="432000"/>
            <a:ext cx="2304000" cy="587972"/>
          </a:xfrm>
          <a:prstGeom prst="rect">
            <a:avLst/>
          </a:prstGeom>
        </p:spPr>
      </p:pic>
      <p:sp>
        <p:nvSpPr>
          <p:cNvPr id="6" name="日付プレースホルダー 5"/>
          <p:cNvSpPr>
            <a:spLocks noGrp="1"/>
          </p:cNvSpPr>
          <p:nvPr>
            <p:ph type="dt" sz="half" idx="13"/>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tx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bg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6000" y="396000"/>
            <a:ext cx="5582769" cy="676800"/>
          </a:xfrm>
          <a:prstGeom prst="rect">
            <a:avLst/>
          </a:prstGeom>
        </p:spPr>
        <p:txBody>
          <a:bodyPr lIns="0">
            <a:normAutofit/>
          </a:bodyPr>
          <a:lstStyle>
            <a:lvl1pPr algn="r">
              <a:lnSpc>
                <a:spcPct val="100000"/>
              </a:lnSpc>
              <a:spcBef>
                <a:spcPts val="0"/>
              </a:spcBef>
              <a:defRPr sz="2200" baseline="0">
                <a:solidFill>
                  <a:schemeClr val="bg1"/>
                </a:solidFill>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513969" y="432000"/>
            <a:ext cx="2304000" cy="581488"/>
          </a:xfrm>
          <a:prstGeom prst="rect">
            <a:avLst/>
          </a:prstGeom>
        </p:spPr>
      </p:pic>
      <p:sp>
        <p:nvSpPr>
          <p:cNvPr id="6" name="日付プレースホルダー 5"/>
          <p:cNvSpPr>
            <a:spLocks noGrp="1"/>
          </p:cNvSpPr>
          <p:nvPr>
            <p:ph type="dt" sz="half" idx="13"/>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bg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基本版） 目次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3" y="1476000"/>
            <a:ext cx="5361231" cy="4824000"/>
          </a:xfrm>
          <a:prstGeom prst="rect">
            <a:avLst/>
          </a:prstGeom>
        </p:spPr>
        <p:txBody>
          <a:bodyPr/>
          <a:lstStyle>
            <a:lvl1pPr>
              <a:lnSpc>
                <a:spcPct val="110000"/>
              </a:lnSpc>
              <a:spcBef>
                <a:spcPts val="600"/>
              </a:spcBef>
              <a:tabLst>
                <a:tab pos="5448300" algn="r"/>
              </a:tabLst>
              <a:defRPr sz="1200">
                <a:latin typeface="+mn-lt"/>
                <a:ea typeface="+mn-ea"/>
                <a:cs typeface="+mn-cs"/>
                <a:sym typeface="+mn-lt"/>
              </a:defRPr>
            </a:lvl1pPr>
            <a:lvl2pPr>
              <a:lnSpc>
                <a:spcPct val="110000"/>
              </a:lnSpc>
              <a:spcBef>
                <a:spcPts val="600"/>
              </a:spcBef>
              <a:tabLst>
                <a:tab pos="5448300" algn="r"/>
              </a:tabLst>
              <a:defRPr sz="1200">
                <a:latin typeface="+mn-lt"/>
                <a:ea typeface="+mn-ea"/>
                <a:cs typeface="+mn-cs"/>
                <a:sym typeface="+mn-lt"/>
              </a:defRPr>
            </a:lvl2pPr>
            <a:lvl3pPr>
              <a:lnSpc>
                <a:spcPct val="110000"/>
              </a:lnSpc>
              <a:spcBef>
                <a:spcPts val="600"/>
              </a:spcBef>
              <a:tabLst>
                <a:tab pos="5448300" algn="r"/>
              </a:tabLst>
              <a:defRPr sz="1200">
                <a:latin typeface="+mn-lt"/>
                <a:ea typeface="+mn-ea"/>
                <a:cs typeface="+mn-cs"/>
                <a:sym typeface="+mn-lt"/>
              </a:defRPr>
            </a:lvl3pPr>
            <a:lvl4pPr>
              <a:lnSpc>
                <a:spcPct val="110000"/>
              </a:lnSpc>
              <a:spcBef>
                <a:spcPts val="600"/>
              </a:spcBef>
              <a:tabLst>
                <a:tab pos="5448300" algn="r"/>
              </a:tabLst>
              <a:defRPr sz="1200">
                <a:latin typeface="+mn-lt"/>
                <a:ea typeface="+mn-ea"/>
                <a:cs typeface="+mn-cs"/>
                <a:sym typeface="+mn-lt"/>
              </a:defRPr>
            </a:lvl4pPr>
            <a:lvl5pPr>
              <a:tabLst>
                <a:tab pos="5448300"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600"/>
              </a:spcBef>
              <a:tabLst>
                <a:tab pos="5448300" algn="r"/>
              </a:tabLst>
              <a:defRPr sz="1200">
                <a:latin typeface="+mn-lt"/>
                <a:ea typeface="+mn-ea"/>
                <a:cs typeface="+mn-cs"/>
                <a:sym typeface="+mn-lt"/>
              </a:defRPr>
            </a:lvl1pPr>
            <a:lvl2pPr>
              <a:lnSpc>
                <a:spcPct val="110000"/>
              </a:lnSpc>
              <a:spcBef>
                <a:spcPts val="600"/>
              </a:spcBef>
              <a:tabLst>
                <a:tab pos="5448300" algn="r"/>
              </a:tabLst>
              <a:defRPr sz="1200">
                <a:latin typeface="+mn-lt"/>
                <a:ea typeface="+mn-ea"/>
                <a:cs typeface="+mn-cs"/>
                <a:sym typeface="+mn-lt"/>
              </a:defRPr>
            </a:lvl2pPr>
            <a:lvl3pPr>
              <a:lnSpc>
                <a:spcPct val="110000"/>
              </a:lnSpc>
              <a:spcBef>
                <a:spcPts val="600"/>
              </a:spcBef>
              <a:tabLst>
                <a:tab pos="5448300" algn="r"/>
              </a:tabLst>
              <a:defRPr sz="1200">
                <a:latin typeface="+mn-lt"/>
                <a:ea typeface="+mn-ea"/>
                <a:cs typeface="+mn-cs"/>
                <a:sym typeface="+mn-lt"/>
              </a:defRPr>
            </a:lvl3pPr>
            <a:lvl4pPr>
              <a:lnSpc>
                <a:spcPct val="110000"/>
              </a:lnSpc>
              <a:spcBef>
                <a:spcPts val="600"/>
              </a:spcBef>
              <a:tabLst>
                <a:tab pos="5448300" algn="r"/>
              </a:tabLst>
              <a:defRPr sz="1200">
                <a:latin typeface="+mn-lt"/>
                <a:ea typeface="+mn-ea"/>
                <a:cs typeface="+mn-cs"/>
                <a:sym typeface="+mn-lt"/>
              </a:defRPr>
            </a:lvl4pPr>
            <a:lvl5pPr>
              <a:tabLst>
                <a:tab pos="5448300"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基本版） 白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latin typeface="+mn-lt"/>
                <a:ea typeface="+mn-ea"/>
                <a:cs typeface="+mn-cs"/>
                <a:sym typeface="+mn-lt"/>
              </a:defRPr>
            </a:lvl1pPr>
          </a:lstStyle>
          <a:p>
            <a:r>
              <a:rPr lang="en-GB" altLang="en-GB"/>
              <a:t>DT Template A4</a:t>
            </a:r>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基本版） 中表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基本版） タイトルのみ_Header上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3231" y="180000"/>
            <a:ext cx="11165538" cy="360000"/>
          </a:xfrm>
          <a:prstGeom prst="rect">
            <a:avLst/>
          </a:prstGeom>
        </p:spPr>
        <p:txBody>
          <a:bodyPr wrap="none" anchor="t" anchorCtr="0">
            <a:noAutofit/>
          </a:bodyPr>
          <a:lstStyle>
            <a:lvl1pPr>
              <a:lnSpc>
                <a:spcPct val="100000"/>
              </a:lnSpc>
              <a:spcBef>
                <a:spcPts val="0"/>
              </a:spcBef>
              <a:defRPr sz="2100" b="1" baseline="0">
                <a:solidFill>
                  <a:schemeClr val="tx1"/>
                </a:solidFill>
                <a:latin typeface="+mj-lt"/>
                <a:ea typeface="+mj-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512611" y="684000"/>
            <a:ext cx="11165538" cy="615600"/>
          </a:xfrm>
        </p:spPr>
        <p:txBody>
          <a:bodyPr vert="horz" anchor="t"/>
          <a:lstStyle>
            <a:lvl1pPr>
              <a:defRPr sz="1800" b="0" baseline="0">
                <a:latin typeface="+mn-lt"/>
                <a:ea typeface="+mn-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marR="0" indent="-14414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200" baseline="0">
                <a:latin typeface="+mn-lt"/>
                <a:ea typeface="+mn-ea"/>
                <a:cs typeface="+mn-cs"/>
                <a:sym typeface="+mn-lt"/>
              </a:defRPr>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0822A2BF-4EE5-45F6-88E1-9AA10A8C672A}" type="slidenum">
              <a:rPr lang="ja-JP" altLang="en-US" smtClean="0"/>
              <a:t>‹#›</a:t>
            </a:fld>
            <a:endParaRPr lang="ja-JP" altLang="en-US"/>
          </a:p>
        </p:txBody>
      </p:sp>
      <p:sp>
        <p:nvSpPr>
          <p:cNvPr id="8" name="フッター プレースホルダ 7"/>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3" name="テキスト プレースホルダー 2"/>
          <p:cNvSpPr>
            <a:spLocks noGrp="1"/>
          </p:cNvSpPr>
          <p:nvPr>
            <p:ph type="body" sz="quarter" idx="12"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marR="0" indent="-14414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indent="-144145">
              <a:lnSpc>
                <a:spcPct val="110000"/>
              </a:lnSpc>
              <a:spcBef>
                <a:spcPts val="600"/>
              </a:spcBef>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基本版） コンテンツ全面_レベル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600"/>
              </a:spcBef>
              <a:buFont typeface="Arial" panose="020B0604020202020204" pitchFamily="34" charset="0"/>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indent="-144145">
              <a:lnSpc>
                <a:spcPct val="110000"/>
              </a:lnSpc>
              <a:spcBef>
                <a:spcPts val="600"/>
              </a:spcBef>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latin typeface="+mn-lt"/>
                <a:cs typeface="+mn-cs"/>
                <a:sym typeface="+mn-lt"/>
              </a:rPr>
              <a:t>Member of</a:t>
            </a:r>
            <a:br>
              <a:rPr kumimoji="1" lang="en-US" altLang="ja-JP" sz="800">
                <a:latin typeface="+mn-lt"/>
                <a:cs typeface="+mn-cs"/>
                <a:sym typeface="+mn-lt"/>
              </a:rPr>
            </a:br>
            <a:r>
              <a:rPr kumimoji="1" lang="en-US" altLang="ja-JP" sz="800" b="1">
                <a:latin typeface="+mn-lt"/>
                <a:cs typeface="+mn-cs"/>
                <a:sym typeface="+mn-lt"/>
              </a:rPr>
              <a:t>Deloitte Touche Tohmatsu Limited</a:t>
            </a:r>
            <a:endParaRPr kumimoji="1" lang="ja-JP" altLang="en-US" sz="800" b="1">
              <a:latin typeface="+mn-lt"/>
              <a:cs typeface="+mn-cs"/>
              <a:sym typeface="+mn-lt"/>
            </a:endParaRPr>
          </a:p>
        </p:txBody>
      </p:sp>
      <p:sp>
        <p:nvSpPr>
          <p:cNvPr id="14"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8" name="図 1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513969" y="432000"/>
            <a:ext cx="2304000" cy="587972"/>
          </a:xfrm>
          <a:prstGeom prst="rect">
            <a:avLst/>
          </a:prstGeom>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4" name="図 3"/>
          <p:cNvPicPr>
            <a:picLocks noChangeAspect="1"/>
          </p:cNvPicPr>
          <p:nvPr userDrawn="1"/>
        </p:nvPicPr>
        <p:blipFill>
          <a:blip r:embed="rId6"/>
          <a:stretch>
            <a:fillRect/>
          </a:stretch>
        </p:blipFill>
        <p:spPr bwMode="gray">
          <a:xfrm>
            <a:off x="9908831" y="5472511"/>
            <a:ext cx="1772308" cy="873777"/>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11"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513971" y="432000"/>
            <a:ext cx="2302096" cy="586800"/>
          </a:xfrm>
          <a:prstGeom prst="rect">
            <a:avLst/>
          </a:prstGeom>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6" name="図 5"/>
          <p:cNvPicPr>
            <a:picLocks noChangeAspect="1"/>
          </p:cNvPicPr>
          <p:nvPr userDrawn="1"/>
        </p:nvPicPr>
        <p:blipFill>
          <a:blip r:embed="rId6"/>
          <a:stretch>
            <a:fillRect/>
          </a:stretch>
        </p:blipFill>
        <p:spPr bwMode="gray">
          <a:xfrm>
            <a:off x="9908831" y="5472506"/>
            <a:ext cx="1772308" cy="873777"/>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latin typeface="+mn-lt"/>
                <a:cs typeface="+mn-cs"/>
                <a:sym typeface="+mn-lt"/>
              </a:rPr>
              <a:t>Member of</a:t>
            </a:r>
            <a:br>
              <a:rPr kumimoji="1" lang="en-US" altLang="ja-JP" sz="800">
                <a:latin typeface="+mn-lt"/>
                <a:cs typeface="+mn-cs"/>
                <a:sym typeface="+mn-lt"/>
              </a:rPr>
            </a:br>
            <a:r>
              <a:rPr kumimoji="1" lang="en-US" altLang="ja-JP" sz="800" b="1">
                <a:latin typeface="+mn-lt"/>
                <a:cs typeface="+mn-cs"/>
                <a:sym typeface="+mn-lt"/>
              </a:rPr>
              <a:t>Deloitte Touche Tohmatsu Limited</a:t>
            </a:r>
            <a:endParaRPr kumimoji="1" lang="ja-JP" altLang="en-US" sz="800" b="1">
              <a:latin typeface="+mn-lt"/>
              <a:cs typeface="+mn-cs"/>
              <a:sym typeface="+mn-lt"/>
            </a:endParaRPr>
          </a:p>
        </p:txBody>
      </p:sp>
      <p:sp>
        <p:nvSpPr>
          <p:cNvPr id="10"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3" name="図 12"/>
          <p:cNvPicPr>
            <a:picLocks noChangeAspect="1"/>
          </p:cNvPicPr>
          <p:nvPr userDrawn="1"/>
        </p:nvPicPr>
        <p:blipFill rotWithShape="1">
          <a:blip r:embed="rId5">
            <a:extLst>
              <a:ext uri="{28A0092B-C50C-407E-A947-70E740481C1C}">
                <a14:useLocalDpi xmlns:a14="http://schemas.microsoft.com/office/drawing/2010/main" val="0"/>
              </a:ext>
            </a:extLst>
          </a:blip>
          <a:srcRect/>
          <a:stretch>
            <a:fillRect/>
          </a:stretch>
        </p:blipFill>
        <p:spPr bwMode="gray">
          <a:xfrm>
            <a:off x="512610" y="431005"/>
            <a:ext cx="4243429" cy="586800"/>
          </a:xfrm>
          <a:prstGeom prst="rect">
            <a:avLst/>
          </a:prstGeom>
          <a:noFill/>
          <a:ln>
            <a:noFill/>
          </a:ln>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12" name="図 11"/>
          <p:cNvPicPr>
            <a:picLocks noChangeAspect="1"/>
          </p:cNvPicPr>
          <p:nvPr userDrawn="1"/>
        </p:nvPicPr>
        <p:blipFill>
          <a:blip r:embed="rId6"/>
          <a:stretch>
            <a:fillRect/>
          </a:stretch>
        </p:blipFill>
        <p:spPr bwMode="gray">
          <a:xfrm>
            <a:off x="9908831" y="5472511"/>
            <a:ext cx="1772308" cy="873777"/>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10"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p:cNvPicPr>
            <a:picLocks noChangeAspect="1"/>
          </p:cNvPicPr>
          <p:nvPr userDrawn="1"/>
        </p:nvPicPr>
        <p:blipFill rotWithShape="1">
          <a:blip r:embed="rId5">
            <a:extLst>
              <a:ext uri="{28A0092B-C50C-407E-A947-70E740481C1C}">
                <a14:useLocalDpi xmlns:a14="http://schemas.microsoft.com/office/drawing/2010/main" val="0"/>
              </a:ext>
            </a:extLst>
          </a:blip>
          <a:stretch>
            <a:fillRect/>
          </a:stretch>
        </p:blipFill>
        <p:spPr bwMode="gray">
          <a:xfrm>
            <a:off x="513969" y="432000"/>
            <a:ext cx="4246090" cy="586076"/>
          </a:xfrm>
          <a:prstGeom prst="rect">
            <a:avLst/>
          </a:prstGeom>
        </p:spPr>
      </p:pic>
      <p:sp>
        <p:nvSpPr>
          <p:cNvPr id="9"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12" name="図 11"/>
          <p:cNvPicPr>
            <a:picLocks noChangeAspect="1"/>
          </p:cNvPicPr>
          <p:nvPr userDrawn="1"/>
        </p:nvPicPr>
        <p:blipFill>
          <a:blip r:embed="rId6"/>
          <a:stretch>
            <a:fillRect/>
          </a:stretch>
        </p:blipFill>
        <p:spPr bwMode="gray">
          <a:xfrm>
            <a:off x="9908831" y="5472506"/>
            <a:ext cx="1772308" cy="873777"/>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黒_（基本版） 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黒_（基本版） 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基本版） 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7620" imgH="7620" progId="TCLayout.ActiveDocument.1">
                  <p:embed/>
                </p:oleObj>
              </mc:Choice>
              <mc:Fallback>
                <p:oleObj name="think-cellスライド" r:id="rId4" imgW="7620" imgH="7620" progId="TCLayout.ActiveDocument.1">
                  <p:embed/>
                  <p:pic>
                    <p:nvPicPr>
                      <p:cNvPr id="3" name="オブジェクト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正方形/長方形 4" hidden="1"/>
          <p:cNvSpPr/>
          <p:nvPr userDrawn="1">
            <p:custDataLst>
              <p:tags r:id="rId2"/>
            </p:custDataLst>
          </p:nvPr>
        </p:nvSpPr>
        <p:spPr bwMode="gray">
          <a:xfrm>
            <a:off x="0" y="0"/>
            <a:ext cx="158750" cy="158750"/>
          </a:xfrm>
          <a:prstGeom prst="rect">
            <a:avLst/>
          </a:prstGeom>
          <a:solidFill>
            <a:srgbClr val="BBBCBC"/>
          </a:solidFill>
          <a:ln w="12700" algn="ctr">
            <a:solidFill>
              <a:srgbClr val="BBBCBC"/>
            </a:solidFill>
            <a:miter lim="800000"/>
          </a:ln>
        </p:spPr>
        <p:txBody>
          <a:bodyPr rot="0" spcFirstLastPara="0" vertOverflow="overflow" horzOverflow="overflow" vert="horz" wrap="none" lIns="0" tIns="0" rIns="0" bIns="0" numCol="1" spcCol="0" rtlCol="0" fromWordArt="0" anchor="ctr" anchorCtr="0" forceAA="0" compatLnSpc="1">
            <a:noAutofit/>
          </a:bodyPr>
          <a:lstStyle/>
          <a:p>
            <a:pPr marL="0" marR="0" lvl="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pPr>
            <a:endParaRPr kumimoji="1" lang="ja-JP" altLang="en-US" sz="2400" b="1" i="0" u="none" strike="noStrike" kern="1200" cap="none" spc="0" normalizeH="0" baseline="0" noProof="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13" name="Content Placeholder 3"/>
          <p:cNvSpPr>
            <a:spLocks noGrp="1"/>
          </p:cNvSpPr>
          <p:nvPr>
            <p:ph sz="quarter" idx="10"/>
          </p:nvPr>
        </p:nvSpPr>
        <p:spPr bwMode="gray">
          <a:xfrm>
            <a:off x="480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a:lstStyle>
            <a:lvl1pPr>
              <a:defRPr baseline="0">
                <a:latin typeface="+mj-lt"/>
                <a:ea typeface="+mj-ea"/>
              </a:defRPr>
            </a:lvl1pPr>
          </a:lstStyle>
          <a:p>
            <a:r>
              <a:rPr kumimoji="1" lang="ja-JP" altLang="en-US"/>
              <a:t>マスター タイトルの書式設定</a:t>
            </a:r>
          </a:p>
        </p:txBody>
      </p:sp>
    </p:spTree>
  </p:cSld>
  <p:clrMapOvr>
    <a:masterClrMapping/>
  </p:clrMapOvr>
  <p:hf hdr="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基本版） 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p:cNvSpPr>
            <a:spLocks noGrp="1"/>
          </p:cNvSpPr>
          <p:nvPr>
            <p:ph type="sldNum" sz="quarter" idx="11"/>
          </p:nvPr>
        </p:nvSpPr>
        <p:spPr bwMode="gray"/>
        <p:txBody>
          <a:bodyPr/>
          <a:lstStyle>
            <a:lvl1pPr>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defRPr>
            </a:lvl1pPr>
          </a:lstStyle>
          <a:p>
            <a:pPr lvl="0"/>
            <a:r>
              <a:rPr kumimoji="1" lang="ja-JP" altLang="en-US"/>
              <a:t>マスター テキストの書式設定</a:t>
            </a:r>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基本版） 中表紙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基本版） タイトルのみ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a:lnSpc>
                <a:spcPct val="100000"/>
              </a:lnSpc>
              <a:spcBef>
                <a:spcPts val="0"/>
              </a:spcBef>
              <a:defRPr sz="1800" b="1">
                <a:solidFill>
                  <a:schemeClr val="accent1"/>
                </a:solidFill>
              </a:defRPr>
            </a:lvl1pPr>
          </a:lstStyle>
          <a:p>
            <a:pPr lvl="0"/>
            <a:r>
              <a:rPr kumimoji="1" lang="en-US" altLang="ja-JP"/>
              <a:t>Header</a:t>
            </a:r>
            <a:r>
              <a:rPr kumimoji="1" lang="ja-JP" altLang="en-US"/>
              <a:t>を入力（スライドタイトル）</a:t>
            </a:r>
          </a:p>
        </p:txBody>
      </p:sp>
      <p:sp>
        <p:nvSpPr>
          <p:cNvPr id="7" name="タイトル 6"/>
          <p:cNvSpPr>
            <a:spLocks noGrp="1"/>
          </p:cNvSpPr>
          <p:nvPr>
            <p:ph type="title"/>
          </p:nvPr>
        </p:nvSpPr>
        <p:spPr/>
        <p:txBody>
          <a:bodyPr/>
          <a:lstStyle/>
          <a:p>
            <a:r>
              <a:rPr kumimoji="1" lang="ja-JP" altLang="en-US"/>
              <a:t>マスター タイトルの書式設定</a:t>
            </a:r>
          </a:p>
        </p:txBody>
      </p:sp>
      <p:sp>
        <p:nvSpPr>
          <p:cNvPr id="24" name="スライド番号プレースホルダー 23"/>
          <p:cNvSpPr>
            <a:spLocks noGrp="1"/>
          </p:cNvSpPr>
          <p:nvPr>
            <p:ph type="sldNum" sz="quarter" idx="18"/>
          </p:nvPr>
        </p:nvSpPr>
        <p:spPr/>
        <p:txBody>
          <a:body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基本版） タイトルのみ_Header上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478798" y="180000"/>
            <a:ext cx="11232000" cy="369332"/>
          </a:xfrm>
          <a:prstGeom prst="rect">
            <a:avLst/>
          </a:prstGeom>
        </p:spPr>
        <p:txBody>
          <a:bodyPr wrap="none" tIns="0" anchor="t" anchorCtr="0">
            <a:noAutofit/>
          </a:bodyPr>
          <a:lstStyle>
            <a:lvl1pPr>
              <a:lnSpc>
                <a:spcPct val="100000"/>
              </a:lnSpc>
              <a:spcBef>
                <a:spcPts val="0"/>
              </a:spcBef>
              <a:defRPr sz="2400" b="1" baseline="0">
                <a:solidFill>
                  <a:schemeClr val="tx1"/>
                </a:solidFill>
                <a:latin typeface="+mj-lt"/>
                <a:ea typeface="+mj-ea"/>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480000" y="684000"/>
            <a:ext cx="11232000" cy="576000"/>
          </a:xfrm>
        </p:spPr>
        <p:txBody>
          <a:bodyPr vert="horz" anchor="t" anchorCtr="0">
            <a:noAutofit/>
          </a:bodyPr>
          <a:lstStyle>
            <a:lvl1pPr>
              <a:defRPr sz="1800" b="0" baseline="0">
                <a:latin typeface="+mn-lt"/>
                <a:ea typeface="+mn-ea"/>
              </a:defRPr>
            </a:lvl1p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defRPr>
            </a:lvl1pPr>
          </a:lstStyle>
          <a:p>
            <a:fld id="{0822A2BF-4EE5-45F6-88E1-9AA10A8C672A}" type="slidenum">
              <a:rPr lang="ja-JP" altLang="en-US" smtClean="0"/>
              <a:t>‹#›</a:t>
            </a:fld>
            <a:endParaRPr lang="ja-JP" altLang="en-US"/>
          </a:p>
        </p:txBody>
      </p:sp>
      <p:sp>
        <p:nvSpPr>
          <p:cNvPr id="3" name="テキスト プレースホルダー 2"/>
          <p:cNvSpPr>
            <a:spLocks noGrp="1"/>
          </p:cNvSpPr>
          <p:nvPr>
            <p:ph type="body" sz="quarter" idx="12"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276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defRPr>
            </a:lvl1pPr>
          </a:lstStyle>
          <a:p>
            <a:fld id="{A3EB1B23-9AF8-425B-BAD7-B9FA00F18833}" type="slidenum">
              <a:rPr lang="ja-JP" altLang="en-US" smtClean="0"/>
              <a:t>‹#›</a:t>
            </a:fld>
            <a:endParaRPr lang="ja-JP" altLang="en-US"/>
          </a:p>
        </p:txBody>
      </p:sp>
      <p:sp>
        <p:nvSpPr>
          <p:cNvPr id="3"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276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基本版） コンテンツ全面_レベル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80000" y="1476000"/>
            <a:ext cx="11232000" cy="4824000"/>
          </a:xfrm>
          <a:prstGeom prst="rect">
            <a:avLst/>
          </a:prstGeom>
        </p:spPr>
        <p:txBody>
          <a:bodyPr/>
          <a:lstStyle>
            <a:lvl1pPr>
              <a:lnSpc>
                <a:spcPct val="110000"/>
              </a:lnSpc>
              <a:spcBef>
                <a:spcPts val="600"/>
              </a:spcBef>
              <a:buFont typeface="Arial" panose="020B0604020202020204" pitchFamily="34" charset="0"/>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defRPr>
            </a:lvl1pPr>
          </a:lstStyle>
          <a:p>
            <a:fld id="{543A0986-838B-4D2A-A95C-8CB1738263FE}" type="slidenum">
              <a:rPr lang="ja-JP" altLang="en-US" smtClean="0"/>
              <a:t>‹#›</a:t>
            </a:fld>
            <a:endParaRPr lang="ja-JP" altLang="en-US"/>
          </a:p>
        </p:txBody>
      </p:sp>
      <p:sp>
        <p:nvSpPr>
          <p:cNvPr id="8"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4"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7" name="図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spTree>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9" name="図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Tree>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005"/>
            <a:ext cx="3721455" cy="632962"/>
          </a:xfrm>
          <a:prstGeom prst="rect">
            <a:avLst/>
          </a:prstGeom>
          <a:noFill/>
          <a:ln>
            <a:noFill/>
          </a:ln>
        </p:spPr>
      </p:pic>
    </p:spTree>
  </p:cSld>
  <p:clrMapOvr>
    <a:masterClrMapping/>
  </p:clrMapOvr>
  <p:hf hdr="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10" name="図 9"/>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997"/>
            <a:ext cx="3725944" cy="632962"/>
          </a:xfrm>
          <a:prstGeom prst="rect">
            <a:avLst/>
          </a:prstGeom>
        </p:spPr>
      </p:pic>
    </p:spTree>
  </p:cSld>
  <p:clrMapOvr>
    <a:masterClrMapping/>
  </p:clrMapOvr>
  <p:hf hdr="0"/>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基本版） 目次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1"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基本版） 中表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3445"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基本版） コンテンツ両サイド_レベル_Proposal">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marR="0" indent="-177165" algn="l" defTabSz="1217295" rtl="0" eaLnBrk="1" fontAlgn="auto" latinLnBrk="0" hangingPunct="1">
              <a:lnSpc>
                <a:spcPct val="110000"/>
              </a:lnSpc>
              <a:spcBef>
                <a:spcPts val="740"/>
              </a:spcBef>
              <a:spcAft>
                <a:spcPts val="0"/>
              </a:spcAft>
              <a:buClrTx/>
              <a:buSzTx/>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基本版） コンテンツ全面_レベル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740"/>
              </a:spcBef>
              <a:buFont typeface="Arial" panose="020B0604020202020204" pitchFamily="34" charset="0"/>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cSld name="（基本版） 白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latin typeface="+mn-lt"/>
                <a:ea typeface="+mn-ea"/>
                <a:cs typeface="+mn-cs"/>
                <a:sym typeface="+mn-lt"/>
              </a:defRPr>
            </a:lvl1pPr>
          </a:lstStyle>
          <a:p>
            <a:r>
              <a:rPr lang="en-US" altLang="ja-JP"/>
              <a:t>Notes</a:t>
            </a:r>
            <a:r>
              <a:rPr lang="ja-JP" altLang="en-US"/>
              <a:t>アプリ刷新のご提案</a:t>
            </a:r>
            <a:endParaRPr lang="en-GB" altLang="en-GB"/>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87861"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2024. For information, contact Deloitte Tohmatsu Group.</a:t>
            </a:r>
          </a:p>
        </p:txBody>
      </p:sp>
      <p:grpSp>
        <p:nvGrpSpPr>
          <p:cNvPr id="8" name="グループ化 7"/>
          <p:cNvGrpSpPr/>
          <p:nvPr userDrawn="1"/>
        </p:nvGrpSpPr>
        <p:grpSpPr>
          <a:xfrm>
            <a:off x="10270800" y="4114800"/>
            <a:ext cx="1440000" cy="1894801"/>
            <a:chOff x="8050246" y="4451478"/>
            <a:chExt cx="1440000" cy="1894801"/>
          </a:xfrm>
        </p:grpSpPr>
        <p:pic>
          <p:nvPicPr>
            <p:cNvPr id="9" name="図 8" descr="ロゴ, 会社名&#10;&#10;自動的に生成された説明"/>
            <p:cNvPicPr>
              <a:picLocks noChangeAspect="1"/>
            </p:cNvPicPr>
            <p:nvPr userDrawn="1"/>
          </p:nvPicPr>
          <p:blipFill>
            <a:blip r:embed="rId6" cstate="print"/>
            <a:stretch>
              <a:fillRect/>
            </a:stretch>
          </p:blipFill>
          <p:spPr bwMode="gray">
            <a:xfrm>
              <a:off x="8050246" y="4451478"/>
              <a:ext cx="1440000" cy="873777"/>
            </a:xfrm>
            <a:prstGeom prst="rect">
              <a:avLst/>
            </a:prstGeom>
          </p:spPr>
        </p:pic>
        <p:pic>
          <p:nvPicPr>
            <p:cNvPr id="10" name="図 9" descr="ロゴ&#10;&#10;自動的に生成された説明"/>
            <p:cNvPicPr>
              <a:picLocks noChangeAspect="1"/>
            </p:cNvPicPr>
            <p:nvPr userDrawn="1"/>
          </p:nvPicPr>
          <p:blipFill>
            <a:blip r:embed="rId7" cstate="print"/>
            <a:stretch>
              <a:fillRect/>
            </a:stretch>
          </p:blipFill>
          <p:spPr>
            <a:xfrm>
              <a:off x="8148021" y="5473537"/>
              <a:ext cx="1244450" cy="872742"/>
            </a:xfrm>
            <a:prstGeom prst="rect">
              <a:avLst/>
            </a:prstGeom>
          </p:spPr>
        </p:pic>
      </p:grpSp>
    </p:spTree>
  </p:cSld>
  <p:clrMapOvr>
    <a:masterClrMapping/>
  </p:clrMapOvr>
  <p:hf hdr="0"/>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黒_（基本版） 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黒_（基本版） 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基本版） 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7620" imgH="7620" progId="TCLayout.ActiveDocument.1">
                  <p:embed/>
                </p:oleObj>
              </mc:Choice>
              <mc:Fallback>
                <p:oleObj name="think-cellスライド" r:id="rId4" imgW="7620" imgH="7620" progId="TCLayout.ActiveDocument.1">
                  <p:embed/>
                  <p:pic>
                    <p:nvPicPr>
                      <p:cNvPr id="3" name="オブジェクト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正方形/長方形 4" hidden="1"/>
          <p:cNvSpPr/>
          <p:nvPr userDrawn="1">
            <p:custDataLst>
              <p:tags r:id="rId2"/>
            </p:custDataLst>
          </p:nvPr>
        </p:nvSpPr>
        <p:spPr bwMode="gray">
          <a:xfrm>
            <a:off x="0" y="0"/>
            <a:ext cx="158750" cy="158750"/>
          </a:xfrm>
          <a:prstGeom prst="rect">
            <a:avLst/>
          </a:prstGeom>
          <a:solidFill>
            <a:srgbClr val="BBBCBC"/>
          </a:solidFill>
          <a:ln w="12700" algn="ctr">
            <a:solidFill>
              <a:srgbClr val="BBBCBC"/>
            </a:solidFill>
            <a:miter lim="800000"/>
          </a:ln>
        </p:spPr>
        <p:txBody>
          <a:bodyPr rot="0" spcFirstLastPara="0" vertOverflow="overflow" horzOverflow="overflow" vert="horz" wrap="none" lIns="0" tIns="0" rIns="0" bIns="0" numCol="1" spcCol="0" rtlCol="0" fromWordArt="0" anchor="ctr" anchorCtr="0" forceAA="0" compatLnSpc="1">
            <a:noAutofit/>
          </a:bodyPr>
          <a:lstStyle/>
          <a:p>
            <a:pPr marL="0" marR="0" lvl="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pPr>
            <a:endParaRPr kumimoji="1" lang="ja-JP" altLang="en-US" sz="2400" b="1" i="0" u="none" strike="noStrike" kern="1200" cap="none" spc="0" normalizeH="0" baseline="0" noProof="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13" name="Content Placeholder 3"/>
          <p:cNvSpPr>
            <a:spLocks noGrp="1"/>
          </p:cNvSpPr>
          <p:nvPr>
            <p:ph sz="quarter" idx="10"/>
          </p:nvPr>
        </p:nvSpPr>
        <p:spPr bwMode="gray">
          <a:xfrm>
            <a:off x="480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a:lstStyle>
            <a:lvl1pPr>
              <a:defRPr baseline="0">
                <a:latin typeface="+mj-lt"/>
                <a:ea typeface="+mj-ea"/>
              </a:defRPr>
            </a:lvl1pPr>
          </a:lstStyle>
          <a:p>
            <a:r>
              <a:rPr kumimoji="1" lang="ja-JP" altLang="en-US"/>
              <a:t>マスター タイトルの書式設定</a:t>
            </a:r>
          </a:p>
        </p:txBody>
      </p:sp>
    </p:spTree>
  </p:cSld>
  <p:clrMapOvr>
    <a:masterClrMapping/>
  </p:clrMapOvr>
  <p:hf hdr="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基本版） 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p:cNvSpPr>
            <a:spLocks noGrp="1"/>
          </p:cNvSpPr>
          <p:nvPr>
            <p:ph type="sldNum" sz="quarter" idx="11"/>
          </p:nvPr>
        </p:nvSpPr>
        <p:spPr bwMode="gray"/>
        <p:txBody>
          <a:bodyPr/>
          <a:lstStyle>
            <a:lvl1pPr>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defRPr>
            </a:lvl1pPr>
          </a:lstStyle>
          <a:p>
            <a:pPr lvl="0"/>
            <a:r>
              <a:rPr kumimoji="1" lang="ja-JP" altLang="en-US"/>
              <a:t>マスター テキストの書式設定</a:t>
            </a:r>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基本版） 中表紙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基本版） タイトルのみ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a:lnSpc>
                <a:spcPct val="100000"/>
              </a:lnSpc>
              <a:spcBef>
                <a:spcPts val="0"/>
              </a:spcBef>
              <a:defRPr sz="1800" b="1">
                <a:solidFill>
                  <a:schemeClr val="accent1"/>
                </a:solidFill>
              </a:defRPr>
            </a:lvl1pPr>
          </a:lstStyle>
          <a:p>
            <a:pPr lvl="0"/>
            <a:r>
              <a:rPr kumimoji="1" lang="en-US" altLang="ja-JP"/>
              <a:t>Header</a:t>
            </a:r>
            <a:r>
              <a:rPr kumimoji="1" lang="ja-JP" altLang="en-US"/>
              <a:t>を入力（スライドタイトル）</a:t>
            </a:r>
          </a:p>
        </p:txBody>
      </p:sp>
      <p:sp>
        <p:nvSpPr>
          <p:cNvPr id="7" name="タイトル 6"/>
          <p:cNvSpPr>
            <a:spLocks noGrp="1"/>
          </p:cNvSpPr>
          <p:nvPr>
            <p:ph type="title"/>
          </p:nvPr>
        </p:nvSpPr>
        <p:spPr/>
        <p:txBody>
          <a:bodyPr/>
          <a:lstStyle/>
          <a:p>
            <a:r>
              <a:rPr kumimoji="1" lang="ja-JP" altLang="en-US"/>
              <a:t>マスター タイトルの書式設定</a:t>
            </a:r>
          </a:p>
        </p:txBody>
      </p:sp>
      <p:sp>
        <p:nvSpPr>
          <p:cNvPr id="24" name="スライド番号プレースホルダー 23"/>
          <p:cNvSpPr>
            <a:spLocks noGrp="1"/>
          </p:cNvSpPr>
          <p:nvPr>
            <p:ph type="sldNum" sz="quarter" idx="18"/>
          </p:nvPr>
        </p:nvSpPr>
        <p:spPr/>
        <p:txBody>
          <a:body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基本版） タイトルのみ_Header上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478798" y="180000"/>
            <a:ext cx="11232000" cy="369332"/>
          </a:xfrm>
          <a:prstGeom prst="rect">
            <a:avLst/>
          </a:prstGeom>
        </p:spPr>
        <p:txBody>
          <a:bodyPr wrap="none" tIns="0" anchor="t" anchorCtr="0">
            <a:noAutofit/>
          </a:bodyPr>
          <a:lstStyle>
            <a:lvl1pPr>
              <a:lnSpc>
                <a:spcPct val="100000"/>
              </a:lnSpc>
              <a:spcBef>
                <a:spcPts val="0"/>
              </a:spcBef>
              <a:defRPr sz="2400" b="1" baseline="0">
                <a:solidFill>
                  <a:schemeClr val="tx1"/>
                </a:solidFill>
                <a:latin typeface="+mj-lt"/>
                <a:ea typeface="+mj-ea"/>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480000" y="684000"/>
            <a:ext cx="11232000" cy="576000"/>
          </a:xfrm>
        </p:spPr>
        <p:txBody>
          <a:bodyPr vert="horz" anchor="t" anchorCtr="0">
            <a:noAutofit/>
          </a:bodyPr>
          <a:lstStyle>
            <a:lvl1pPr>
              <a:defRPr sz="1800" b="0" baseline="0">
                <a:latin typeface="+mn-lt"/>
                <a:ea typeface="+mn-ea"/>
              </a:defRPr>
            </a:lvl1p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defRPr>
            </a:lvl1pPr>
          </a:lstStyle>
          <a:p>
            <a:fld id="{0822A2BF-4EE5-45F6-88E1-9AA10A8C672A}" type="slidenum">
              <a:rPr lang="ja-JP" altLang="en-US" smtClean="0"/>
              <a:t>‹#›</a:t>
            </a:fld>
            <a:endParaRPr lang="ja-JP" altLang="en-US"/>
          </a:p>
        </p:txBody>
      </p:sp>
      <p:sp>
        <p:nvSpPr>
          <p:cNvPr id="3" name="テキスト プレースホルダー 2"/>
          <p:cNvSpPr>
            <a:spLocks noGrp="1"/>
          </p:cNvSpPr>
          <p:nvPr>
            <p:ph type="body" sz="quarter" idx="12"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276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defRPr>
            </a:lvl1pPr>
          </a:lstStyle>
          <a:p>
            <a:fld id="{A3EB1B23-9AF8-425B-BAD7-B9FA00F18833}" type="slidenum">
              <a:rPr lang="ja-JP" altLang="en-US" smtClean="0"/>
              <a:t>‹#›</a:t>
            </a:fld>
            <a:endParaRPr lang="ja-JP" altLang="en-US"/>
          </a:p>
        </p:txBody>
      </p:sp>
      <p:sp>
        <p:nvSpPr>
          <p:cNvPr id="3"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276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基本版） コンテンツ全面_レベル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80000" y="1476000"/>
            <a:ext cx="11232000" cy="4824000"/>
          </a:xfrm>
          <a:prstGeom prst="rect">
            <a:avLst/>
          </a:prstGeom>
        </p:spPr>
        <p:txBody>
          <a:bodyPr/>
          <a:lstStyle>
            <a:lvl1pPr>
              <a:lnSpc>
                <a:spcPct val="110000"/>
              </a:lnSpc>
              <a:spcBef>
                <a:spcPts val="600"/>
              </a:spcBef>
              <a:buFont typeface="Arial" panose="020B0604020202020204" pitchFamily="34" charset="0"/>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defRPr>
            </a:lvl1pPr>
          </a:lstStyle>
          <a:p>
            <a:fld id="{543A0986-838B-4D2A-A95C-8CB1738263FE}" type="slidenum">
              <a:rPr lang="ja-JP" altLang="en-US" smtClean="0"/>
              <a:t>‹#›</a:t>
            </a:fld>
            <a:endParaRPr lang="ja-JP" altLang="en-US"/>
          </a:p>
        </p:txBody>
      </p:sp>
      <p:sp>
        <p:nvSpPr>
          <p:cNvPr id="8"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4"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7" name="図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spTree>
  </p:cSld>
  <p:clrMapOvr>
    <a:masterClrMapping/>
  </p:clrMapOvr>
  <p:hf hdr="0"/>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9" name="図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Tree>
  </p:cSld>
  <p:clrMapOvr>
    <a:masterClrMapping/>
  </p:clrMapOvr>
  <p:hf hdr="0"/>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005"/>
            <a:ext cx="3721455" cy="632962"/>
          </a:xfrm>
          <a:prstGeom prst="rect">
            <a:avLst/>
          </a:prstGeom>
          <a:noFill/>
          <a:ln>
            <a:noFill/>
          </a:ln>
        </p:spPr>
      </p:pic>
    </p:spTree>
  </p:cSld>
  <p:clrMapOvr>
    <a:masterClrMapping/>
  </p:clrMapOvr>
  <p:hf hdr="0"/>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10" name="図 9"/>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997"/>
            <a:ext cx="3725944" cy="632962"/>
          </a:xfrm>
          <a:prstGeom prst="rect">
            <a:avLst/>
          </a:prstGeom>
        </p:spPr>
      </p:pic>
    </p:spTree>
  </p:cSld>
  <p:clrMapOvr>
    <a:masterClrMapping/>
  </p:clrMapOvr>
  <p:hf hdr="0"/>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基本版） 目次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1"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基本版） 中表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3445"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基本版） コンテンツ両サイド_レベル_Proposal">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marR="0" indent="-177165" algn="l" defTabSz="1217295" rtl="0" eaLnBrk="1" fontAlgn="auto" latinLnBrk="0" hangingPunct="1">
              <a:lnSpc>
                <a:spcPct val="110000"/>
              </a:lnSpc>
              <a:spcBef>
                <a:spcPts val="740"/>
              </a:spcBef>
              <a:spcAft>
                <a:spcPts val="0"/>
              </a:spcAft>
              <a:buClrTx/>
              <a:buSzTx/>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基本版） コンテンツ全面_レベル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740"/>
              </a:spcBef>
              <a:buFont typeface="Arial" panose="020B0604020202020204" pitchFamily="34" charset="0"/>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cSld name="（基本版） 白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latin typeface="+mn-lt"/>
                <a:ea typeface="+mn-ea"/>
                <a:cs typeface="+mn-cs"/>
                <a:sym typeface="+mn-lt"/>
              </a:defRPr>
            </a:lvl1pPr>
          </a:lstStyle>
          <a:p>
            <a:r>
              <a:rPr lang="en-US" altLang="ja-JP"/>
              <a:t>Notes</a:t>
            </a:r>
            <a:r>
              <a:rPr lang="ja-JP" altLang="en-US"/>
              <a:t>アプリ刷新のご提案</a:t>
            </a:r>
            <a:endParaRPr lang="en-GB" altLang="en-GB"/>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87861"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grpSp>
        <p:nvGrpSpPr>
          <p:cNvPr id="8" name="グループ化 7"/>
          <p:cNvGrpSpPr/>
          <p:nvPr userDrawn="1"/>
        </p:nvGrpSpPr>
        <p:grpSpPr>
          <a:xfrm>
            <a:off x="10270800" y="4114800"/>
            <a:ext cx="1440000" cy="1894801"/>
            <a:chOff x="8050246" y="4451478"/>
            <a:chExt cx="1440000" cy="1894801"/>
          </a:xfrm>
        </p:grpSpPr>
        <p:pic>
          <p:nvPicPr>
            <p:cNvPr id="9" name="図 8" descr="ロゴ, 会社名&#10;&#10;自動的に生成された説明"/>
            <p:cNvPicPr>
              <a:picLocks noChangeAspect="1"/>
            </p:cNvPicPr>
            <p:nvPr userDrawn="1"/>
          </p:nvPicPr>
          <p:blipFill>
            <a:blip r:embed="rId6" cstate="print"/>
            <a:stretch>
              <a:fillRect/>
            </a:stretch>
          </p:blipFill>
          <p:spPr bwMode="gray">
            <a:xfrm>
              <a:off x="8050246" y="4451478"/>
              <a:ext cx="1440000" cy="873777"/>
            </a:xfrm>
            <a:prstGeom prst="rect">
              <a:avLst/>
            </a:prstGeom>
          </p:spPr>
        </p:pic>
        <p:pic>
          <p:nvPicPr>
            <p:cNvPr id="10" name="図 9" descr="ロゴ&#10;&#10;自動的に生成された説明"/>
            <p:cNvPicPr>
              <a:picLocks noChangeAspect="1"/>
            </p:cNvPicPr>
            <p:nvPr userDrawn="1"/>
          </p:nvPicPr>
          <p:blipFill>
            <a:blip r:embed="rId7" cstate="print"/>
            <a:stretch>
              <a:fillRect/>
            </a:stretch>
          </p:blipFill>
          <p:spPr>
            <a:xfrm>
              <a:off x="8148021" y="5473537"/>
              <a:ext cx="1244450" cy="872742"/>
            </a:xfrm>
            <a:prstGeom prst="rect">
              <a:avLst/>
            </a:prstGeom>
          </p:spPr>
        </p:pic>
      </p:grpSp>
    </p:spTree>
  </p:cSld>
  <p:clrMapOvr>
    <a:masterClrMapping/>
  </p:clrMapOvr>
  <p:hf hdr="0"/>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zh-CN" altLang="en-US"/>
              <a:t>单击此处编辑母版标题样式</a:t>
            </a:r>
            <a:endParaRPr lang="en-US"/>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9/29/2025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zh-CN" altLang="en-US"/>
              <a:t>单击此处编辑母版标题样式</a:t>
            </a:r>
            <a:endParaRPr lang="en-US"/>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8A87A34-81AB-432B-8DAE-1953F412C126}" type="datetimeFigureOut">
              <a:rPr lang="en-US" dirty="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1447331" y="2010878"/>
            <a:ext cx="4645152" cy="344859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413771" y="2017343"/>
            <a:ext cx="4645152" cy="344152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447191" y="2824269"/>
            <a:ext cx="4645152" cy="264445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412362" y="2821491"/>
            <a:ext cx="4645152" cy="263737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48A87A34-81AB-432B-8DAE-1953F412C126}" type="datetimeFigureOut">
              <a:rPr lang="en-US" dirty="0"/>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48A87A34-81AB-432B-8DAE-1953F412C126}" type="datetimeFigureOut">
              <a:rPr lang="en-US" dirty="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zh-CN" altLang="en-US"/>
              <a:t>单击此处编辑母版标题样式</a:t>
            </a:r>
            <a:endParaRPr lang="en-US"/>
          </a:p>
        </p:txBody>
      </p:sp>
      <p:sp>
        <p:nvSpPr>
          <p:cNvPr id="3" name="Content Placeholder 2"/>
          <p:cNvSpPr>
            <a:spLocks noGrp="1"/>
          </p:cNvSpPr>
          <p:nvPr>
            <p:ph idx="1"/>
          </p:nvPr>
        </p:nvSpPr>
        <p:spPr>
          <a:xfrm>
            <a:off x="5043714" y="798974"/>
            <a:ext cx="6012470" cy="4658826"/>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dirty="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t>9/29/2025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zh-CN" altLang="en-US"/>
              <a:t>单击此处编辑母版标题样式</a:t>
            </a:r>
            <a:endParaRPr lang="en-US"/>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57251"/>
            <a:ext cx="11550650" cy="5380038"/>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sp>
        <p:nvSpPr>
          <p:cNvPr id="5" name="テキスト ボックス 4"/>
          <p:cNvSpPr txBox="1"/>
          <p:nvPr userDrawn="1"/>
        </p:nvSpPr>
        <p:spPr>
          <a:xfrm>
            <a:off x="10737640" y="656890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38272" y="91514"/>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emf"/><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oleObject" Target="../embeddings/oleObject3.bin"/><Relationship Id="rId5" Type="http://schemas.openxmlformats.org/officeDocument/2006/relationships/tags" Target="../tags/tag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tags" Target="../tags/tag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theme" Target="../theme/theme3.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3.emf"/><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oleObject" Target="../embeddings/oleObject4.bin"/><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oleObject" Target="../embeddings/oleObject21.bin"/><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tags" Target="../tags/tag22.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theme" Target="../theme/theme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image" Target="../media/image12.e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oleObject" Target="../embeddings/oleObject45.bin"/><Relationship Id="rId3" Type="http://schemas.openxmlformats.org/officeDocument/2006/relationships/slideLayout" Target="../slideLayouts/slideLayout49.xml"/><Relationship Id="rId21" Type="http://schemas.openxmlformats.org/officeDocument/2006/relationships/slideLayout" Target="../slideLayouts/slideLayout67.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tags" Target="../tags/tag47.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24" Type="http://schemas.openxmlformats.org/officeDocument/2006/relationships/theme" Target="../theme/theme5.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image" Target="../media/image12.e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6.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image" Target="../media/image1.emf"/><Relationship Id="rId2" Type="http://schemas.openxmlformats.org/officeDocument/2006/relationships/slideLayout" Target="../slideLayouts/slideLayout71.xml"/><Relationship Id="rId16" Type="http://schemas.openxmlformats.org/officeDocument/2006/relationships/oleObject" Target="../embeddings/oleObject69.bin"/><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image" Target="../media/image16.jpeg"/><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tags" Target="../tags/tag7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6"/>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7" imgW="5715" imgH="5715" progId="TCLayout.ActiveDocument.1">
                  <p:embed/>
                </p:oleObj>
              </mc:Choice>
              <mc:Fallback>
                <p:oleObj name="think-cellスライド" r:id="rId7" imgW="5715" imgH="5715" progId="TCLayout.ActiveDocument.1">
                  <p:embed/>
                  <p:pic>
                    <p:nvPicPr>
                      <p:cNvPr id="3" name="オブジェクト 2"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タイトル プレースホルダー 4"/>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p:cNvSpPr>
            <a:spLocks noGrp="1"/>
          </p:cNvSpPr>
          <p:nvPr>
            <p:ph type="body" idx="1"/>
          </p:nvPr>
        </p:nvSpPr>
        <p:spPr>
          <a:xfrm>
            <a:off x="407988" y="1187354"/>
            <a:ext cx="11556999" cy="5049933"/>
          </a:xfrm>
          <a:prstGeom prst="rect">
            <a:avLst/>
          </a:prstGeom>
        </p:spPr>
        <p:txBody>
          <a:bodyPr vert="horz" lIns="0" tIns="0" rIns="0" bIns="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スライド番号プレースホルダ 8">
            <a:extLst>
              <a:ext uri="{FF2B5EF4-FFF2-40B4-BE49-F238E27FC236}">
                <a16:creationId xmlns:a16="http://schemas.microsoft.com/office/drawing/2014/main" id="{764A59F0-2069-F9E9-40A7-A1BBAD6E4EFB}"/>
              </a:ext>
            </a:extLst>
          </p:cNvPr>
          <p:cNvSpPr>
            <a:spLocks noGrp="1"/>
          </p:cNvSpPr>
          <p:nvPr>
            <p:ph type="sldNum" sz="quarter" idx="4"/>
          </p:nvPr>
        </p:nvSpPr>
        <p:spPr bwMode="gray">
          <a:xfrm>
            <a:off x="480000" y="6588000"/>
            <a:ext cx="363280" cy="169200"/>
          </a:xfrm>
          <a:prstGeom prst="rect">
            <a:avLst/>
          </a:prstGeom>
        </p:spPr>
        <p:txBody>
          <a:bodyPr/>
          <a:lstStyle>
            <a:lvl1pPr>
              <a:defRPr sz="1000" baseline="0">
                <a:solidFill>
                  <a:schemeClr val="tx1"/>
                </a:solidFill>
                <a:latin typeface="+mn-lt"/>
                <a:ea typeface="+mn-ea"/>
                <a:cs typeface="+mn-cs"/>
                <a:sym typeface="+mn-lt"/>
              </a:defRPr>
            </a:lvl1pPr>
          </a:lstStyle>
          <a:p>
            <a:fld id="{543A0986-838B-4D2A-A95C-8CB1738263FE}" type="slidenum">
              <a:rPr lang="ja-JP" altLang="en-US" smtClean="0"/>
              <a:pPr/>
              <a:t>‹#›</a:t>
            </a:fld>
            <a:endParaRPr lang="ja-JP" altLang="en-US"/>
          </a:p>
        </p:txBody>
      </p:sp>
      <p:sp>
        <p:nvSpPr>
          <p:cNvPr id="4" name="フッター プレースホルダ 9">
            <a:extLst>
              <a:ext uri="{FF2B5EF4-FFF2-40B4-BE49-F238E27FC236}">
                <a16:creationId xmlns:a16="http://schemas.microsoft.com/office/drawing/2014/main" id="{2D5E64BD-8D93-ABED-1728-9D31E5A8E063}"/>
              </a:ext>
            </a:extLst>
          </p:cNvPr>
          <p:cNvSpPr>
            <a:spLocks noGrp="1"/>
          </p:cNvSpPr>
          <p:nvPr>
            <p:ph type="ftr" sz="quarter" idx="3"/>
          </p:nvPr>
        </p:nvSpPr>
        <p:spPr bwMode="gray">
          <a:xfrm>
            <a:off x="964480" y="6588000"/>
            <a:ext cx="5184000" cy="169200"/>
          </a:xfrm>
          <a:prstGeom prst="rect">
            <a:avLst/>
          </a:prstGeom>
        </p:spPr>
        <p:txBody>
          <a:bodyPr/>
          <a:lstStyle>
            <a:lvl1pPr>
              <a:defRPr sz="1000"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panose="020B0604030504040204" charset="-128"/>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kumimoji="1" sz="1600" kern="1200" baseline="0">
          <a:solidFill>
            <a:schemeClr val="tx1"/>
          </a:solidFill>
          <a:latin typeface="+mn-lt"/>
          <a:ea typeface="+mn-ea"/>
          <a:cs typeface="+mn-cs"/>
        </a:defRPr>
      </a:lvl1pPr>
      <a:lvl2pPr marL="645795"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2pPr>
      <a:lvl3pPr marL="100584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3pPr>
      <a:lvl4pPr marL="1365885"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4pPr>
      <a:lvl5pPr marL="172593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5pPr>
      <a:lvl6pPr marL="1979930" indent="-179705"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5715" imgH="5715" progId="TCLayout.ActiveDocument.1">
                  <p:embed/>
                </p:oleObj>
              </mc:Choice>
              <mc:Fallback>
                <p:oleObj name="think-cellスライド" r:id="rId6" imgW="5715" imgH="5715" progId="TCLayout.ActiveDocument.1">
                  <p:embed/>
                  <p:pic>
                    <p:nvPicPr>
                      <p:cNvPr id="3" name="オブジェクト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タイトル プレースホルダー 4"/>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p:cNvSpPr>
            <a:spLocks noGrp="1"/>
          </p:cNvSpPr>
          <p:nvPr>
            <p:ph type="body" idx="1"/>
          </p:nvPr>
        </p:nvSpPr>
        <p:spPr>
          <a:xfrm>
            <a:off x="407988" y="1187354"/>
            <a:ext cx="11556999" cy="5049933"/>
          </a:xfrm>
          <a:prstGeom prst="rect">
            <a:avLst/>
          </a:prstGeom>
        </p:spPr>
        <p:txBody>
          <a:bodyPr vert="horz" lIns="0" tIns="0" rIns="0" bIns="0" rtlCol="0">
            <a:normAutofit/>
          </a:bodyPr>
          <a:lstStyle/>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マスター テキストの書式設定</a:t>
            </a:r>
          </a:p>
          <a:p>
            <a:pPr marL="645795" marR="0" lvl="1"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2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005840" marR="0" lvl="2"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3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365885" marR="0" lvl="3"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4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725930" marR="0" lvl="4"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5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Lst>
  <p:hf hdr="0" ft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panose="020B0604030504040204" charset="-128"/>
        </a:defRPr>
      </a:lvl1pPr>
    </p:titleStyle>
    <p:bodyStyle>
      <a:lvl1pPr marL="0" indent="0" algn="l" defTabSz="914400" rtl="0" eaLnBrk="1" latinLnBrk="0" hangingPunct="1">
        <a:lnSpc>
          <a:spcPct val="100000"/>
        </a:lnSpc>
        <a:spcBef>
          <a:spcPts val="1000"/>
        </a:spcBef>
        <a:buFont typeface="Arial" panose="020B0604020202020204" pitchFamily="34" charset="0"/>
        <a:buNone/>
        <a:defRPr kumimoji="1" sz="1600" kern="1200" baseline="0">
          <a:solidFill>
            <a:schemeClr val="tx1"/>
          </a:solidFill>
          <a:latin typeface="+mn-lt"/>
          <a:ea typeface="+mn-ea"/>
          <a:cs typeface="+mn-cs"/>
        </a:defRPr>
      </a:lvl1pPr>
      <a:lvl2pPr marL="360045"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2pPr>
      <a:lvl3pPr marL="72009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3pPr>
      <a:lvl4pPr marL="1080135"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4pPr>
      <a:lvl5pPr marL="144018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5pPr>
      <a:lvl6pPr marL="1979930" indent="-179705"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8"/>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19" imgW="5080" imgH="5080" progId="TCLayout.ActiveDocument.1">
                  <p:embed/>
                </p:oleObj>
              </mc:Choice>
              <mc:Fallback>
                <p:oleObj name="think-cellスライド" r:id="rId19" imgW="5080" imgH="5080" progId="TCLayout.ActiveDocument.1">
                  <p:embed/>
                  <p:pic>
                    <p:nvPicPr>
                      <p:cNvPr id="4" name="オブジェクト 3" hidden="1"/>
                      <p:cNvPicPr/>
                      <p:nvPr/>
                    </p:nvPicPr>
                    <p:blipFill>
                      <a:blip r:embed="rId20"/>
                      <a:stretch>
                        <a:fillRect/>
                      </a:stretch>
                    </p:blipFill>
                    <p:spPr>
                      <a:xfrm>
                        <a:off x="1955" y="1588"/>
                        <a:ext cx="1954" cy="1588"/>
                      </a:xfrm>
                      <a:prstGeom prst="rect">
                        <a:avLst/>
                      </a:prstGeom>
                    </p:spPr>
                  </p:pic>
                </p:oleObj>
              </mc:Fallback>
            </mc:AlternateContent>
          </a:graphicData>
        </a:graphic>
      </p:graphicFrame>
      <p:sp>
        <p:nvSpPr>
          <p:cNvPr id="2" name="Title Placeholder 1"/>
          <p:cNvSpPr>
            <a:spLocks noGrp="1"/>
          </p:cNvSpPr>
          <p:nvPr>
            <p:ph type="title"/>
          </p:nvPr>
        </p:nvSpPr>
        <p:spPr bwMode="gray">
          <a:xfrm>
            <a:off x="513231" y="180000"/>
            <a:ext cx="11165538" cy="6156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868432" y="6588000"/>
            <a:ext cx="5006769" cy="169200"/>
          </a:xfrm>
          <a:prstGeom prst="rect">
            <a:avLst/>
          </a:prstGeom>
        </p:spPr>
        <p:txBody>
          <a:bodyPr vert="horz" lIns="0" tIns="0" rIns="0" bIns="0" rtlCol="0" anchor="b" anchorCtr="0"/>
          <a:lstStyle>
            <a:lvl1pPr algn="l">
              <a:defRPr sz="900">
                <a:solidFill>
                  <a:schemeClr val="tx1"/>
                </a:solidFill>
                <a:latin typeface="+mn-lt"/>
                <a:ea typeface="+mn-ea"/>
                <a:cs typeface="+mn-cs"/>
                <a:sym typeface="+mn-lt"/>
              </a:defRPr>
            </a:lvl1pPr>
          </a:lstStyle>
          <a:p>
            <a:pPr fontAlgn="auto">
              <a:spcBef>
                <a:spcPts val="0"/>
              </a:spcBef>
              <a:spcAft>
                <a:spcPts val="0"/>
              </a:spcAft>
            </a:pPr>
            <a:r>
              <a:rPr kumimoji="1" lang="en-GB" altLang="en-GB"/>
              <a:t>DT Template A4</a:t>
            </a:r>
          </a:p>
        </p:txBody>
      </p:sp>
      <p:sp>
        <p:nvSpPr>
          <p:cNvPr id="9" name="スライド番号プレースホルダ 9"/>
          <p:cNvSpPr>
            <a:spLocks noGrp="1"/>
          </p:cNvSpPr>
          <p:nvPr>
            <p:ph type="sldNum" sz="quarter" idx="4"/>
          </p:nvPr>
        </p:nvSpPr>
        <p:spPr bwMode="gray">
          <a:xfrm>
            <a:off x="513969" y="6588000"/>
            <a:ext cx="221538" cy="169200"/>
          </a:xfrm>
          <a:prstGeom prst="rect">
            <a:avLst/>
          </a:prstGeom>
        </p:spPr>
        <p:txBody>
          <a:bodyPr vert="horz" wrap="none" lIns="0" tIns="0" rIns="0" bIns="0" rtlCol="0" anchor="b" anchorCtr="0"/>
          <a:lstStyle>
            <a:lvl1pPr algn="r">
              <a:defRPr sz="900">
                <a:solidFill>
                  <a:schemeClr val="tx1"/>
                </a:solidFill>
                <a:latin typeface="+mn-lt"/>
                <a:ea typeface="+mn-ea"/>
                <a:cs typeface="+mn-cs"/>
                <a:sym typeface="+mn-lt"/>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317538" y="6588000"/>
            <a:ext cx="5361231"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sym typeface="+mn-lt"/>
              </a:rPr>
              <a:t>© 2022. For information, contact Deloitte Tohmatsu Group.</a:t>
            </a:r>
          </a:p>
        </p:txBody>
      </p:sp>
      <p:sp>
        <p:nvSpPr>
          <p:cNvPr id="3" name="テキスト プレースホルダー 2"/>
          <p:cNvSpPr>
            <a:spLocks noGrp="1"/>
          </p:cNvSpPr>
          <p:nvPr>
            <p:ph type="body" idx="1"/>
          </p:nvPr>
        </p:nvSpPr>
        <p:spPr bwMode="gray">
          <a:xfrm>
            <a:off x="513231" y="1476000"/>
            <a:ext cx="11166862" cy="4824000"/>
          </a:xfrm>
          <a:prstGeom prst="rect">
            <a:avLst/>
          </a:prstGeom>
        </p:spPr>
        <p:txBody>
          <a:bodyPr vert="horz" lIns="0" tIns="0" rIns="0" bIns="0" rtlCol="0">
            <a:noAutofit/>
          </a:bodyPr>
          <a:lstStyle/>
          <a:p>
            <a:pPr lvl="0"/>
            <a:r>
              <a:rPr kumimoji="1" lang="ja-JP" altLang="en-US"/>
              <a:t>マスター テキストの書式設定</a:t>
            </a:r>
            <a:endParaRPr kumimoji="1" lang="en-US" altLang="ja-JP"/>
          </a:p>
          <a:p>
            <a:pPr lvl="1"/>
            <a:r>
              <a:rPr kumimoji="1" lang="ja-JP" altLang="en-US"/>
              <a:t>第 </a:t>
            </a:r>
            <a:r>
              <a:rPr kumimoji="1" lang="en-US" altLang="ja-JP"/>
              <a:t>1 </a:t>
            </a:r>
            <a:r>
              <a:rPr kumimoji="1" lang="ja-JP" altLang="en-US"/>
              <a:t>レベル</a:t>
            </a:r>
            <a:endParaRPr kumimoji="1" lang="en-US" altLang="ja-JP"/>
          </a:p>
          <a:p>
            <a:pPr lvl="2"/>
            <a:r>
              <a:rPr kumimoji="1" lang="ja-JP" altLang="en-US"/>
              <a:t>第 </a:t>
            </a:r>
            <a:r>
              <a:rPr kumimoji="1" lang="en-US" altLang="ja-JP"/>
              <a:t>2 </a:t>
            </a:r>
            <a:r>
              <a:rPr kumimoji="1" lang="ja-JP" altLang="en-US"/>
              <a:t>レベル</a:t>
            </a:r>
            <a:endParaRPr kumimoji="1" lang="en-US" altLang="ja-JP"/>
          </a:p>
          <a:p>
            <a:pPr lvl="3"/>
            <a:r>
              <a:rPr kumimoji="1" lang="ja-JP" altLang="en-US"/>
              <a:t>第 </a:t>
            </a:r>
            <a:r>
              <a:rPr kumimoji="1" lang="en-US" altLang="ja-JP"/>
              <a:t>3 </a:t>
            </a:r>
            <a:r>
              <a:rPr kumimoji="1" lang="ja-JP" altLang="en-US"/>
              <a:t>レベル</a:t>
            </a:r>
            <a:endParaRPr kumimoji="1" lang="en-US" altLang="ja-JP"/>
          </a:p>
        </p:txBody>
      </p:sp>
      <p:sp>
        <p:nvSpPr>
          <p:cNvPr id="5" name="日付プレースホルダー 4"/>
          <p:cNvSpPr>
            <a:spLocks noGrp="1"/>
          </p:cNvSpPr>
          <p:nvPr>
            <p:ph type="dt" sz="half" idx="2"/>
          </p:nvPr>
        </p:nvSpPr>
        <p:spPr bwMode="gray">
          <a:xfrm>
            <a:off x="5651170" y="6444006"/>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Lst>
  <p:hf hdr="0"/>
  <p:txStyles>
    <p:titleStyle>
      <a:lvl1pPr algn="l" defTabSz="990600" rtl="0" eaLnBrk="1" latinLnBrk="0" hangingPunct="1">
        <a:spcBef>
          <a:spcPct val="0"/>
        </a:spcBef>
        <a:buNone/>
        <a:defRPr kumimoji="1" sz="2000" b="1" kern="1200" baseline="0">
          <a:solidFill>
            <a:schemeClr val="tx1"/>
          </a:solidFill>
          <a:latin typeface="+mj-lt"/>
          <a:ea typeface="+mj-ea"/>
          <a:cs typeface="+mj-cs"/>
          <a:sym typeface="+mj-lt"/>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200" b="0" kern="1200">
          <a:solidFill>
            <a:schemeClr val="tx1"/>
          </a:solidFill>
          <a:latin typeface="+mn-lt"/>
          <a:ea typeface="+mn-ea"/>
          <a:cs typeface="+mn-cs"/>
          <a:sym typeface="+mn-lt"/>
        </a:defRPr>
      </a:lvl1pPr>
      <a:lvl2pPr marL="179705" marR="0" indent="-17970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200" b="0" kern="1200" dirty="0" smtClean="0">
          <a:solidFill>
            <a:schemeClr val="tx1"/>
          </a:solidFill>
          <a:latin typeface="+mn-lt"/>
          <a:ea typeface="+mn-ea"/>
          <a:cs typeface="+mn-cs"/>
          <a:sym typeface="+mn-lt"/>
        </a:defRPr>
      </a:lvl2pPr>
      <a:lvl3pPr marL="360045" marR="0" indent="-17970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200" b="0" kern="1200" dirty="0" smtClean="0">
          <a:solidFill>
            <a:schemeClr val="tx1"/>
          </a:solidFill>
          <a:latin typeface="+mn-lt"/>
          <a:ea typeface="+mn-ea"/>
          <a:cs typeface="+mn-cs"/>
          <a:sym typeface="+mn-lt"/>
        </a:defRPr>
      </a:lvl3pPr>
      <a:lvl4pPr marL="504190" marR="0" indent="-14414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200" b="0" kern="1200" baseline="0" dirty="0" smtClean="0">
          <a:solidFill>
            <a:schemeClr val="tx1"/>
          </a:solidFill>
          <a:latin typeface="+mn-lt"/>
          <a:ea typeface="+mn-ea"/>
          <a:cs typeface="+mn-cs"/>
          <a:sym typeface="+mn-lt"/>
        </a:defRPr>
      </a:lvl4pPr>
      <a:lvl5pPr marL="683895" indent="-17970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200" kern="1200" baseline="0" dirty="0" smtClean="0">
          <a:solidFill>
            <a:schemeClr val="tx1"/>
          </a:solidFill>
          <a:latin typeface="+mn-lt"/>
          <a:ea typeface="+mn-ea"/>
          <a:cs typeface="+mn-cs"/>
        </a:defRPr>
      </a:lvl5pPr>
      <a:lvl6pPr marL="864235" indent="-179705" algn="l" defTabSz="990600" rtl="0" eaLnBrk="1" latinLnBrk="0" hangingPunct="1">
        <a:lnSpc>
          <a:spcPct val="110000"/>
        </a:lnSpc>
        <a:spcBef>
          <a:spcPts val="600"/>
        </a:spcBef>
        <a:spcAft>
          <a:spcPts val="0"/>
        </a:spcAft>
        <a:buFont typeface="Wingdings" panose="05000000000000000000" pitchFamily="2" charset="2"/>
        <a:buChar char="ü"/>
        <a:defRPr kumimoji="1" sz="12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6" imgW="7620" imgH="7620" progId="TCLayout.ActiveDocument.1">
                  <p:embed/>
                </p:oleObj>
              </mc:Choice>
              <mc:Fallback>
                <p:oleObj name="think-cellスライド" r:id="rId26" imgW="7620" imgH="7620" progId="TCLayout.ActiveDocument.1">
                  <p:embed/>
                  <p:pic>
                    <p:nvPicPr>
                      <p:cNvPr id="4" name="オブジェクト 3"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lang="en-US" altLang="ja-JP"/>
              <a:t>Notes</a:t>
            </a:r>
            <a:r>
              <a:rPr lang="ja-JP" altLang="en-US"/>
              <a:t>アプリ刷新のご提案</a:t>
            </a:r>
            <a:endParaRPr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2024. For information, contact Deloitte Tohmatsu Group.</a:t>
            </a:r>
          </a:p>
        </p:txBody>
      </p:sp>
      <p:sp>
        <p:nvSpPr>
          <p:cNvPr id="3" name="テキスト プレースホルダー 2"/>
          <p:cNvSpPr>
            <a:spLocks noGrp="1"/>
          </p:cNvSpPr>
          <p:nvPr>
            <p:ph type="body" idx="1"/>
          </p:nvPr>
        </p:nvSpPr>
        <p:spPr bwMode="gray">
          <a:xfrm>
            <a:off x="480000" y="14760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
        <p:nvSpPr>
          <p:cNvPr id="6" name="フッター プレースホルダー 5"/>
          <p:cNvSpPr txBox="1"/>
          <p:nvPr userDrawn="1"/>
        </p:nvSpPr>
        <p:spPr>
          <a:xfrm>
            <a:off x="883200" y="6740400"/>
            <a:ext cx="5184000" cy="169200"/>
          </a:xfrm>
          <a:prstGeom prst="rect">
            <a:avLst/>
          </a:prstGeom>
        </p:spPr>
        <p:txBody>
          <a:bodyPr/>
          <a:lstStyle>
            <a:defPPr>
              <a:defRPr lang="en-US"/>
            </a:defPPr>
            <a:lvl1pPr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1pPr>
            <a:lvl2pPr marL="42989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2pPr>
            <a:lvl3pPr marL="85979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3pPr>
            <a:lvl4pPr marL="128905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4pPr>
            <a:lvl5pPr marL="171894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5pPr>
            <a:lvl6pPr marL="214884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6pPr>
            <a:lvl7pPr marL="2578735"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7pPr>
            <a:lvl8pPr marL="300863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8pPr>
            <a:lvl9pPr marL="343789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9pPr>
          </a:lstStyle>
          <a:p>
            <a:endParaRPr lang="en-GB" altLang="en-GB"/>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Lst>
  <p:hf hdr="0"/>
  <p:txStyles>
    <p:titleStyle>
      <a:lvl1pPr algn="l" defTabSz="990600"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600" b="0" kern="1200">
          <a:solidFill>
            <a:schemeClr val="tx1"/>
          </a:solidFill>
          <a:latin typeface="+mn-lt"/>
          <a:ea typeface="+mn-ea"/>
          <a:cs typeface="+mn-cs"/>
        </a:defRPr>
      </a:lvl1pPr>
      <a:lvl2pPr marL="252095"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600" b="0" kern="1200" dirty="0" smtClean="0">
          <a:solidFill>
            <a:schemeClr val="tx1"/>
          </a:solidFill>
          <a:latin typeface="+mn-lt"/>
          <a:ea typeface="+mn-ea"/>
          <a:cs typeface="+mn-cs"/>
        </a:defRPr>
      </a:lvl2pPr>
      <a:lvl3pPr marL="504190"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600" b="0" kern="1200" dirty="0" smtClean="0">
          <a:solidFill>
            <a:schemeClr val="tx1"/>
          </a:solidFill>
          <a:latin typeface="+mn-lt"/>
          <a:ea typeface="+mn-ea"/>
          <a:cs typeface="+mn-cs"/>
        </a:defRPr>
      </a:lvl3pPr>
      <a:lvl4pPr marL="683895" marR="0" indent="-17970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5990" indent="-25209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600" kern="1200" baseline="0" dirty="0" smtClean="0">
          <a:solidFill>
            <a:schemeClr val="tx1"/>
          </a:solidFill>
          <a:latin typeface="+mn-lt"/>
          <a:ea typeface="+mn-ea"/>
          <a:cs typeface="+mn-cs"/>
        </a:defRPr>
      </a:lvl5pPr>
      <a:lvl6pPr marL="1188085" indent="-252095" algn="l" defTabSz="990600"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6" imgW="7620" imgH="7620" progId="TCLayout.ActiveDocument.1">
                  <p:embed/>
                </p:oleObj>
              </mc:Choice>
              <mc:Fallback>
                <p:oleObj name="think-cellスライド" r:id="rId26" imgW="7620" imgH="7620" progId="TCLayout.ActiveDocument.1">
                  <p:embed/>
                  <p:pic>
                    <p:nvPicPr>
                      <p:cNvPr id="4" name="オブジェクト 3"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lang="en-US" altLang="ja-JP"/>
              <a:t>Notes</a:t>
            </a:r>
            <a:r>
              <a:rPr lang="ja-JP" altLang="en-US"/>
              <a:t>アプリ刷新のご提案</a:t>
            </a:r>
            <a:endParaRPr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760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
        <p:nvSpPr>
          <p:cNvPr id="6" name="フッター プレースホルダー 5"/>
          <p:cNvSpPr txBox="1"/>
          <p:nvPr userDrawn="1"/>
        </p:nvSpPr>
        <p:spPr>
          <a:xfrm>
            <a:off x="883200" y="6740400"/>
            <a:ext cx="5184000" cy="169200"/>
          </a:xfrm>
          <a:prstGeom prst="rect">
            <a:avLst/>
          </a:prstGeom>
        </p:spPr>
        <p:txBody>
          <a:bodyPr/>
          <a:lstStyle>
            <a:defPPr>
              <a:defRPr lang="en-US"/>
            </a:defPPr>
            <a:lvl1pPr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1pPr>
            <a:lvl2pPr marL="42989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2pPr>
            <a:lvl3pPr marL="85979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3pPr>
            <a:lvl4pPr marL="128905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4pPr>
            <a:lvl5pPr marL="171894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5pPr>
            <a:lvl6pPr marL="214884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6pPr>
            <a:lvl7pPr marL="2578735"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7pPr>
            <a:lvl8pPr marL="300863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8pPr>
            <a:lvl9pPr marL="343789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9pPr>
          </a:lstStyle>
          <a:p>
            <a:endParaRPr lang="en-GB" altLang="en-GB"/>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Lst>
  <p:hf hdr="0"/>
  <p:txStyles>
    <p:titleStyle>
      <a:lvl1pPr algn="l" defTabSz="990600"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600" b="0" kern="1200">
          <a:solidFill>
            <a:schemeClr val="tx1"/>
          </a:solidFill>
          <a:latin typeface="+mn-lt"/>
          <a:ea typeface="+mn-ea"/>
          <a:cs typeface="+mn-cs"/>
        </a:defRPr>
      </a:lvl1pPr>
      <a:lvl2pPr marL="252095"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600" b="0" kern="1200" dirty="0" smtClean="0">
          <a:solidFill>
            <a:schemeClr val="tx1"/>
          </a:solidFill>
          <a:latin typeface="+mn-lt"/>
          <a:ea typeface="+mn-ea"/>
          <a:cs typeface="+mn-cs"/>
        </a:defRPr>
      </a:lvl2pPr>
      <a:lvl3pPr marL="504190"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600" b="0" kern="1200" dirty="0" smtClean="0">
          <a:solidFill>
            <a:schemeClr val="tx1"/>
          </a:solidFill>
          <a:latin typeface="+mn-lt"/>
          <a:ea typeface="+mn-ea"/>
          <a:cs typeface="+mn-cs"/>
        </a:defRPr>
      </a:lvl3pPr>
      <a:lvl4pPr marL="683895" marR="0" indent="-17970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5990" indent="-25209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600" kern="1200" baseline="0" dirty="0" smtClean="0">
          <a:solidFill>
            <a:schemeClr val="tx1"/>
          </a:solidFill>
          <a:latin typeface="+mn-lt"/>
          <a:ea typeface="+mn-ea"/>
          <a:cs typeface="+mn-cs"/>
        </a:defRPr>
      </a:lvl5pPr>
      <a:lvl6pPr marL="1188085" indent="-252095" algn="l" defTabSz="990600"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50815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5">
            <a:extLst>
              <a:ext uri="{28A0092B-C50C-407E-A947-70E740481C1C}">
                <a14:useLocalDpi xmlns:a14="http://schemas.microsoft.com/office/drawing/2010/main" val="0"/>
              </a:ext>
            </a:extLst>
          </a:blip>
          <a:srcRect t="1538" b="-1538"/>
          <a:stretch>
            <a:fillRect/>
          </a:stretch>
        </p:blipFill>
        <p:spPr bwMode="black">
          <a:xfrm>
            <a:off x="0" y="6527630"/>
            <a:ext cx="12192000" cy="34180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t>9/29/2025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t>‹#›</a:t>
            </a:fld>
            <a:endParaRPr lang="en-US"/>
          </a:p>
        </p:txBody>
      </p:sp>
      <p:cxnSp>
        <p:nvCxnSpPr>
          <p:cNvPr id="10" name="Straight Connector 9"/>
          <p:cNvCxnSpPr/>
          <p:nvPr/>
        </p:nvCxnSpPr>
        <p:spPr>
          <a:xfrm>
            <a:off x="0" y="651703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9" name="オブジェクト 2" hidden="1"/>
          <p:cNvGraphicFramePr>
            <a:graphicFrameLocks noChangeAspect="1"/>
          </p:cNvGraphicFramePr>
          <p:nvPr userDrawn="1">
            <p:custDataLst>
              <p:tags r:id="rId1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6" imgW="5715" imgH="5715" progId="TCLayout.ActiveDocument.1">
                  <p:embed/>
                </p:oleObj>
              </mc:Choice>
              <mc:Fallback>
                <p:oleObj name="think-cellスライド" r:id="rId16" imgW="5715" imgH="5715" progId="TCLayout.ActiveDocument.1">
                  <p:embed/>
                  <p:pic>
                    <p:nvPicPr>
                      <p:cNvPr id="9" name="オブジェクト 2" hidden="1"/>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11" name="スライド番号プレースホルダ 8">
            <a:extLst>
              <a:ext uri="{FF2B5EF4-FFF2-40B4-BE49-F238E27FC236}">
                <a16:creationId xmlns:a16="http://schemas.microsoft.com/office/drawing/2014/main" id="{8C885B16-9EFC-FFAE-15EC-36CF30048766}"/>
              </a:ext>
            </a:extLst>
          </p:cNvPr>
          <p:cNvSpPr txBox="1">
            <a:spLocks/>
          </p:cNvSpPr>
          <p:nvPr userDrawn="1"/>
        </p:nvSpPr>
        <p:spPr bwMode="gray">
          <a:xfrm>
            <a:off x="480000" y="6588000"/>
            <a:ext cx="363280" cy="169200"/>
          </a:xfrm>
          <a:prstGeom prst="rect">
            <a:avLst/>
          </a:prstGeom>
        </p:spPr>
        <p:txBody>
          <a:bodyPr/>
          <a:lstStyle>
            <a:defPPr>
              <a:defRPr lang="ja-JP"/>
            </a:defPPr>
            <a:lvl1pPr marL="0" algn="l" defTabSz="914400" rtl="0" eaLnBrk="1" latinLnBrk="0" hangingPunct="1">
              <a:defRPr kumimoji="1" sz="1000" kern="1200" baseline="0">
                <a:solidFill>
                  <a:schemeClr val="tx1"/>
                </a:solidFill>
                <a:latin typeface="+mn-lt"/>
                <a:ea typeface="+mn-ea"/>
                <a:cs typeface="+mn-cs"/>
                <a:sym typeface="+mn-lt"/>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43A0986-838B-4D2A-A95C-8CB1738263FE}" type="slidenum">
              <a:rPr lang="ja-JP" altLang="en-US" smtClean="0"/>
              <a:pPr/>
              <a:t>‹#›</a:t>
            </a:fld>
            <a:endParaRPr lang="ja-JP" altLang="en-US"/>
          </a:p>
        </p:txBody>
      </p:sp>
      <p:sp>
        <p:nvSpPr>
          <p:cNvPr id="12" name="フッター プレースホルダ 9">
            <a:extLst>
              <a:ext uri="{FF2B5EF4-FFF2-40B4-BE49-F238E27FC236}">
                <a16:creationId xmlns:a16="http://schemas.microsoft.com/office/drawing/2014/main" id="{DF920A77-A912-E3F9-5C1A-6B4FFC7124D3}"/>
              </a:ext>
            </a:extLst>
          </p:cNvPr>
          <p:cNvSpPr txBox="1">
            <a:spLocks/>
          </p:cNvSpPr>
          <p:nvPr userDrawn="1"/>
        </p:nvSpPr>
        <p:spPr bwMode="gray">
          <a:xfrm>
            <a:off x="964480" y="6588000"/>
            <a:ext cx="5184000" cy="169200"/>
          </a:xfrm>
          <a:prstGeom prst="rect">
            <a:avLst/>
          </a:prstGeom>
        </p:spPr>
        <p:txBody>
          <a:bodyPr/>
          <a:lstStyle>
            <a:defPPr>
              <a:defRPr lang="ja-JP"/>
            </a:defPPr>
            <a:lvl1pPr marL="0" algn="l" defTabSz="914400" rtl="0" eaLnBrk="1" latinLnBrk="0" hangingPunct="1">
              <a:defRPr kumimoji="1" sz="1000" kern="1200" baseline="0">
                <a:solidFill>
                  <a:schemeClr val="tx1"/>
                </a:solidFill>
                <a:latin typeface="+mn-lt"/>
                <a:ea typeface="+mn-ea"/>
                <a:cs typeface="+mn-cs"/>
                <a:sym typeface="+mn-lt"/>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t>Notes</a:t>
            </a:r>
            <a:r>
              <a:rPr lang="ja-JP" altLang="en-US"/>
              <a:t>アプリ刷新のご提案</a:t>
            </a:r>
            <a:endParaRPr lang="en-GB" altLang="en-GB"/>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5"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1.xml"/></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jpeg"/><Relationship Id="rId12"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81.xml"/><Relationship Id="rId6" Type="http://schemas.openxmlformats.org/officeDocument/2006/relationships/image" Target="../media/image20.png"/><Relationship Id="rId11" Type="http://schemas.openxmlformats.org/officeDocument/2006/relationships/image" Target="../media/image25.jpeg"/><Relationship Id="rId5" Type="http://schemas.openxmlformats.org/officeDocument/2006/relationships/image" Target="../media/image19.jpe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81.xml"/></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8.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81.xml"/><Relationship Id="rId6" Type="http://schemas.openxmlformats.org/officeDocument/2006/relationships/image" Target="../media/image29.png"/><Relationship Id="rId5" Type="http://schemas.openxmlformats.org/officeDocument/2006/relationships/image" Target="../media/image23.png"/><Relationship Id="rId4" Type="http://schemas.openxmlformats.org/officeDocument/2006/relationships/image" Target="../media/image19.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1.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81.xml"/><Relationship Id="rId6" Type="http://schemas.openxmlformats.org/officeDocument/2006/relationships/image" Target="../media/image22.png"/><Relationship Id="rId5" Type="http://schemas.openxmlformats.org/officeDocument/2006/relationships/image" Target="../media/image23.png"/><Relationship Id="rId4" Type="http://schemas.openxmlformats.org/officeDocument/2006/relationships/image" Target="../media/image19.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1.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81.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81.xml"/><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1.xml"/></Relationships>
</file>

<file path=ppt/slides/_rels/slide23.xml.rels><?xml version="1.0" encoding="UTF-8" standalone="yes"?>
<Relationships xmlns="http://schemas.openxmlformats.org/package/2006/relationships"><Relationship Id="rId3" Type="http://schemas.openxmlformats.org/officeDocument/2006/relationships/hyperlink" Target="mailto:yli@gcsoft-jp.com" TargetMode="External"/><Relationship Id="rId2" Type="http://schemas.openxmlformats.org/officeDocument/2006/relationships/notesSlide" Target="../notesSlides/notesSlide23.xml"/><Relationship Id="rId1" Type="http://schemas.openxmlformats.org/officeDocument/2006/relationships/slideLayout" Target="../slideLayouts/slideLayout8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5.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23.png"/><Relationship Id="rId3" Type="http://schemas.openxmlformats.org/officeDocument/2006/relationships/image" Target="../media/image19.jpeg"/><Relationship Id="rId7" Type="http://schemas.openxmlformats.org/officeDocument/2006/relationships/image" Target="../media/image36.png"/><Relationship Id="rId12" Type="http://schemas.openxmlformats.org/officeDocument/2006/relationships/image" Target="../media/image22.png"/><Relationship Id="rId2" Type="http://schemas.openxmlformats.org/officeDocument/2006/relationships/notesSlide" Target="../notesSlides/notesSlide24.xml"/><Relationship Id="rId16" Type="http://schemas.openxmlformats.org/officeDocument/2006/relationships/image" Target="../media/image26.png"/><Relationship Id="rId1" Type="http://schemas.openxmlformats.org/officeDocument/2006/relationships/slideLayout" Target="../slideLayouts/slideLayout81.xml"/><Relationship Id="rId6" Type="http://schemas.openxmlformats.org/officeDocument/2006/relationships/image" Target="../media/image17.png"/><Relationship Id="rId11" Type="http://schemas.openxmlformats.org/officeDocument/2006/relationships/image" Target="../media/image21.jpeg"/><Relationship Id="rId5" Type="http://schemas.openxmlformats.org/officeDocument/2006/relationships/image" Target="../media/image20.png"/><Relationship Id="rId15" Type="http://schemas.openxmlformats.org/officeDocument/2006/relationships/image" Target="../media/image25.jpe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8.png"/><Relationship Id="rId14" Type="http://schemas.openxmlformats.org/officeDocument/2006/relationships/image" Target="../media/image2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9.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24.png"/><Relationship Id="rId3" Type="http://schemas.openxmlformats.org/officeDocument/2006/relationships/image" Target="../media/image19.jpeg"/><Relationship Id="rId7" Type="http://schemas.openxmlformats.org/officeDocument/2006/relationships/image" Target="../media/image37.png"/><Relationship Id="rId12"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81.xml"/><Relationship Id="rId6" Type="http://schemas.openxmlformats.org/officeDocument/2006/relationships/image" Target="../media/image36.png"/><Relationship Id="rId11" Type="http://schemas.openxmlformats.org/officeDocument/2006/relationships/image" Target="../media/image22.png"/><Relationship Id="rId5" Type="http://schemas.openxmlformats.org/officeDocument/2006/relationships/image" Target="../media/image17.png"/><Relationship Id="rId15" Type="http://schemas.openxmlformats.org/officeDocument/2006/relationships/image" Target="../media/image26.png"/><Relationship Id="rId10" Type="http://schemas.openxmlformats.org/officeDocument/2006/relationships/image" Target="../media/image21.jpeg"/><Relationship Id="rId4" Type="http://schemas.openxmlformats.org/officeDocument/2006/relationships/image" Target="../media/image20.png"/><Relationship Id="rId9" Type="http://schemas.openxmlformats.org/officeDocument/2006/relationships/image" Target="../media/image35.png"/><Relationship Id="rId14" Type="http://schemas.openxmlformats.org/officeDocument/2006/relationships/image" Target="../media/image25.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1.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81.xml"/><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hyperlink" Target="https://office.com/edit?url=%5Bfile_url%5D%EF%BC%89%E3%80%82" TargetMode="External"/><Relationship Id="rId2" Type="http://schemas.openxmlformats.org/officeDocument/2006/relationships/notesSlide" Target="../notesSlides/notesSlide30.xml"/><Relationship Id="rId1" Type="http://schemas.openxmlformats.org/officeDocument/2006/relationships/slideLayout" Target="../slideLayouts/slideLayout81.xml"/><Relationship Id="rId4" Type="http://schemas.openxmlformats.org/officeDocument/2006/relationships/hyperlink" Target="https://office.com/edit?url=%5bfile_url" TargetMode="External"/></Relationships>
</file>

<file path=ppt/slides/_rels/slide3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8.png"/><Relationship Id="rId7"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81.xml"/><Relationship Id="rId6" Type="http://schemas.openxmlformats.org/officeDocument/2006/relationships/image" Target="../media/image29.png"/><Relationship Id="rId5" Type="http://schemas.openxmlformats.org/officeDocument/2006/relationships/image" Target="../media/image23.png"/><Relationship Id="rId4" Type="http://schemas.openxmlformats.org/officeDocument/2006/relationships/image" Target="../media/image19.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1.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81.xml"/><Relationship Id="rId6" Type="http://schemas.openxmlformats.org/officeDocument/2006/relationships/image" Target="../media/image22.png"/><Relationship Id="rId5" Type="http://schemas.openxmlformats.org/officeDocument/2006/relationships/image" Target="../media/image23.png"/><Relationship Id="rId4" Type="http://schemas.openxmlformats.org/officeDocument/2006/relationships/image" Target="../media/image19.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1.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81.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81.xml"/><Relationship Id="rId5" Type="http://schemas.openxmlformats.org/officeDocument/2006/relationships/image" Target="../media/image35.png"/><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8.png"/><Relationship Id="rId1" Type="http://schemas.openxmlformats.org/officeDocument/2006/relationships/slideLayout" Target="../slideLayouts/slideLayout81.xml"/></Relationships>
</file>

<file path=ppt/slides/_rels/slide41.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81.xml"/><Relationship Id="rId6" Type="http://schemas.openxmlformats.org/officeDocument/2006/relationships/image" Target="../media/image22.png"/><Relationship Id="rId5" Type="http://schemas.openxmlformats.org/officeDocument/2006/relationships/image" Target="../media/image23.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a:normAutofit/>
          </a:bodyPr>
          <a:lstStyle/>
          <a:p>
            <a:r>
              <a:rPr lang="en-US" altLang="ja-JP" sz="5400" dirty="0"/>
              <a:t>Notes</a:t>
            </a:r>
            <a:r>
              <a:rPr lang="ja-JP" altLang="en-US" sz="5400" dirty="0"/>
              <a:t>アプリ</a:t>
            </a:r>
            <a:r>
              <a:rPr lang="zh-CN" altLang="en-US" sz="5400" dirty="0"/>
              <a:t>刷新</a:t>
            </a:r>
            <a:br>
              <a:rPr lang="en-US" altLang="zh-CN" sz="5400" dirty="0"/>
            </a:br>
            <a:r>
              <a:rPr lang="ja-JP" altLang="en-US" sz="5400" dirty="0"/>
              <a:t>（製品仕様書管理）</a:t>
            </a:r>
            <a:br>
              <a:rPr lang="en-US" altLang="ja-JP" sz="5400" dirty="0"/>
            </a:br>
            <a:r>
              <a:rPr lang="en-US" altLang="ja-JP" sz="3600" dirty="0"/>
              <a:t>Power Apps + </a:t>
            </a:r>
            <a:r>
              <a:rPr lang="en-US" altLang="ja-JP" sz="3600" dirty="0" err="1"/>
              <a:t>Sql</a:t>
            </a:r>
            <a:r>
              <a:rPr lang="en-US" altLang="ja-JP" sz="3600" dirty="0"/>
              <a:t> server </a:t>
            </a:r>
            <a:r>
              <a:rPr lang="ja-JP" altLang="en-US" sz="3600" dirty="0"/>
              <a:t>提案と見積</a:t>
            </a:r>
            <a:endParaRPr lang="ja-JP" altLang="en-US" sz="5400" dirty="0"/>
          </a:p>
        </p:txBody>
      </p:sp>
      <p:sp>
        <p:nvSpPr>
          <p:cNvPr id="5" name="テキスト プレースホルダー 4"/>
          <p:cNvSpPr>
            <a:spLocks noGrp="1"/>
          </p:cNvSpPr>
          <p:nvPr>
            <p:ph type="subTitle" idx="1"/>
          </p:nvPr>
        </p:nvSpPr>
        <p:spPr/>
        <p:txBody>
          <a:bodyPr/>
          <a:lstStyle/>
          <a:p>
            <a:r>
              <a:rPr lang="ja-JP" altLang="en-US"/>
              <a:t>株式会社　</a:t>
            </a:r>
            <a:r>
              <a:rPr lang="en-US" altLang="ja-JP"/>
              <a:t>GCJ</a:t>
            </a:r>
            <a:endParaRPr lang="ja-JP" altLang="en-US"/>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2515" y="108633"/>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a:t>前書き</a:t>
            </a:r>
            <a:endParaRPr kumimoji="1" lang="ja-JP" altLang="en-US"/>
          </a:p>
        </p:txBody>
      </p:sp>
      <p:sp>
        <p:nvSpPr>
          <p:cNvPr id="15" name="テキスト ボックス 14"/>
          <p:cNvSpPr txBox="1"/>
          <p:nvPr/>
        </p:nvSpPr>
        <p:spPr>
          <a:xfrm>
            <a:off x="363536" y="1265595"/>
            <a:ext cx="11477943" cy="3624675"/>
          </a:xfrm>
          <a:prstGeom prst="rect">
            <a:avLst/>
          </a:prstGeom>
          <a:noFill/>
          <a:ln w="9525" cap="flat" cmpd="sng" algn="ctr">
            <a:noFill/>
            <a:prstDash val="solid"/>
            <a:round/>
            <a:headEnd type="oval" w="med" len="med"/>
            <a:tailEnd type="oval" w="med" len="med"/>
          </a:ln>
        </p:spPr>
        <p:txBody>
          <a:bodyPr wrap="square" lIns="36000" tIns="36000" rIns="36000" bIns="36000" rtlCol="0" anchor="ctr" anchorCtr="0">
            <a:noAutofit/>
          </a:bodyPr>
          <a:lstStyle/>
          <a:p>
            <a:pPr algn="l"/>
            <a:r>
              <a:rPr kumimoji="1" lang="ja-JP" altLang="en-US">
                <a:latin typeface="Yu Gothic UI" panose="020B0500000000000000" pitchFamily="50" charset="-128"/>
                <a:ea typeface="Yu Gothic UI" panose="020B0500000000000000" pitchFamily="50" charset="-128"/>
              </a:rPr>
              <a:t>貴社ますますご清栄のこととお慶び申し上げます。 </a:t>
            </a:r>
          </a:p>
          <a:p>
            <a:pPr algn="l"/>
            <a:r>
              <a:rPr kumimoji="1" lang="ja-JP" altLang="en-US">
                <a:latin typeface="Yu Gothic UI" panose="020B0500000000000000" pitchFamily="50" charset="-128"/>
                <a:ea typeface="Yu Gothic UI" panose="020B0500000000000000" pitchFamily="50" charset="-128"/>
              </a:rPr>
              <a:t>平素より格別のご高配を賜り、厚く御礼申し上げます。 </a:t>
            </a:r>
          </a:p>
          <a:p>
            <a:pPr algn="l"/>
            <a:endParaRPr kumimoji="1" lang="ja-JP" altLang="en-US">
              <a:latin typeface="Yu Gothic UI" panose="020B0500000000000000" pitchFamily="50" charset="-128"/>
              <a:ea typeface="Yu Gothic UI" panose="020B0500000000000000" pitchFamily="50" charset="-128"/>
            </a:endParaRPr>
          </a:p>
          <a:p>
            <a:r>
              <a:rPr lang="ja-JP" altLang="en-US">
                <a:latin typeface="Yu Gothic UI" panose="020B0500000000000000" pitchFamily="50" charset="-128"/>
                <a:ea typeface="Yu Gothic UI" panose="020B0500000000000000" pitchFamily="50" charset="-128"/>
              </a:rPr>
              <a:t>今回の提案に当たり、貴社が推奨・利用している技術基盤を基に、構築と運用のコストを最小限に抑えることを優先に</a:t>
            </a:r>
            <a:endParaRPr lang="en-US" altLang="ja-JP">
              <a:latin typeface="Yu Gothic UI" panose="020B0500000000000000" pitchFamily="50" charset="-128"/>
              <a:ea typeface="Yu Gothic UI" panose="020B0500000000000000" pitchFamily="50" charset="-128"/>
            </a:endParaRPr>
          </a:p>
          <a:p>
            <a:r>
              <a:rPr lang="en-US" altLang="ja-JP">
                <a:latin typeface="Yu Gothic UI" panose="020B0500000000000000" pitchFamily="50" charset="-128"/>
                <a:ea typeface="Yu Gothic UI" panose="020B0500000000000000" pitchFamily="50" charset="-128"/>
              </a:rPr>
              <a:t>		</a:t>
            </a:r>
            <a:r>
              <a:rPr lang="en-US" altLang="ja-JP" sz="2800">
                <a:latin typeface="Yu Gothic UI" panose="020B0500000000000000" pitchFamily="50" charset="-128"/>
                <a:ea typeface="Yu Gothic UI" panose="020B0500000000000000" pitchFamily="50" charset="-128"/>
              </a:rPr>
              <a:t>PowerPlatform+Office365+SqlServer</a:t>
            </a:r>
          </a:p>
          <a:p>
            <a:r>
              <a:rPr lang="ja-JP" altLang="en-US">
                <a:latin typeface="Yu Gothic UI" panose="020B0500000000000000" pitchFamily="50" charset="-128"/>
                <a:ea typeface="Yu Gothic UI" panose="020B0500000000000000" pitchFamily="50" charset="-128"/>
              </a:rPr>
              <a:t>での構築方法を提案させていただきます。</a:t>
            </a:r>
            <a:endParaRPr lang="en-US" altLang="ja-JP">
              <a:latin typeface="Yu Gothic UI" panose="020B0500000000000000" pitchFamily="50" charset="-128"/>
              <a:ea typeface="Yu Gothic UI" panose="020B0500000000000000" pitchFamily="50" charset="-128"/>
            </a:endParaRPr>
          </a:p>
          <a:p>
            <a:pPr algn="l"/>
            <a:endParaRPr kumimoji="1" lang="ja-JP" altLang="en-US">
              <a:latin typeface="Yu Gothic UI" panose="020B0500000000000000" pitchFamily="50" charset="-128"/>
              <a:ea typeface="Yu Gothic UI" panose="020B0500000000000000" pitchFamily="50" charset="-128"/>
            </a:endParaRPr>
          </a:p>
          <a:p>
            <a:pPr algn="l"/>
            <a:endParaRPr kumimoji="1" lang="ja-JP" altLang="en-US">
              <a:latin typeface="Yu Gothic UI" panose="020B0500000000000000" pitchFamily="50" charset="-128"/>
              <a:ea typeface="Yu Gothic UI" panose="020B0500000000000000" pitchFamily="50" charset="-128"/>
            </a:endParaRPr>
          </a:p>
          <a:p>
            <a:pPr algn="l"/>
            <a:r>
              <a:rPr kumimoji="1" lang="ja-JP" altLang="en-US">
                <a:latin typeface="Yu Gothic UI" panose="020B0500000000000000" pitchFamily="50" charset="-128"/>
                <a:ea typeface="Yu Gothic UI" panose="020B0500000000000000" pitchFamily="50" charset="-128"/>
              </a:rPr>
              <a:t>本提案をご検討いただき、本案件にご協力させていただければ幸いです。 </a:t>
            </a:r>
          </a:p>
          <a:p>
            <a:pPr algn="l"/>
            <a:r>
              <a:rPr kumimoji="1" lang="ja-JP" altLang="en-US">
                <a:latin typeface="Yu Gothic UI" panose="020B0500000000000000" pitchFamily="50" charset="-128"/>
                <a:ea typeface="Yu Gothic UI" panose="020B0500000000000000" pitchFamily="50" charset="-128"/>
              </a:rPr>
              <a:t>何卒よろしくお願い申し上げます。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zh-CN" altLang="en-US"/>
              <a:t>目次</a:t>
            </a:r>
            <a:endParaRPr kumimoji="1" lang="ja-JP" altLang="en-US"/>
          </a:p>
        </p:txBody>
      </p:sp>
      <p:sp>
        <p:nvSpPr>
          <p:cNvPr id="15" name="テキスト ボックス 14"/>
          <p:cNvSpPr txBox="1"/>
          <p:nvPr/>
        </p:nvSpPr>
        <p:spPr>
          <a:xfrm>
            <a:off x="414337" y="904240"/>
            <a:ext cx="11366184" cy="5374640"/>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r>
              <a:rPr lang="ja-JP" altLang="en-US" sz="1600"/>
              <a:t>提案の背景</a:t>
            </a:r>
            <a:endParaRPr lang="en-US" altLang="ja-JP" sz="1600"/>
          </a:p>
          <a:p>
            <a:pPr marL="285750" indent="-285750">
              <a:buFont typeface="Arial" panose="020B0604020202020204" pitchFamily="34" charset="0"/>
              <a:buChar char="•"/>
            </a:pPr>
            <a:r>
              <a:rPr lang="ja-JP" altLang="en-US" sz="1600"/>
              <a:t>システム概要</a:t>
            </a:r>
            <a:endParaRPr lang="en-US" altLang="ja-JP" sz="1600"/>
          </a:p>
          <a:p>
            <a:pPr marL="285750" indent="-285750">
              <a:buFont typeface="Arial" panose="020B0604020202020204" pitchFamily="34" charset="0"/>
              <a:buChar char="•"/>
            </a:pPr>
            <a:r>
              <a:rPr lang="ja-JP" altLang="en-US" sz="1600"/>
              <a:t>全体アーキテクチャ（添付ファイルは</a:t>
            </a:r>
            <a:r>
              <a:rPr lang="en-US" altLang="ja-JP" sz="1600"/>
              <a:t>SPO</a:t>
            </a:r>
            <a:r>
              <a:rPr lang="ja-JP" altLang="en-US" sz="1600"/>
              <a:t>へ保存の案）</a:t>
            </a:r>
            <a:endParaRPr lang="en-US" altLang="ja-JP" sz="1600"/>
          </a:p>
          <a:p>
            <a:pPr marL="285750" indent="-285750">
              <a:buFont typeface="Arial" panose="020B0604020202020204" pitchFamily="34" charset="0"/>
              <a:buChar char="•"/>
            </a:pPr>
            <a:r>
              <a:rPr lang="ja-JP" altLang="en-US" sz="1600"/>
              <a:t>文書</a:t>
            </a:r>
            <a:r>
              <a:rPr lang="zh-TW" altLang="en-US" sz="1600"/>
              <a:t>管理機能</a:t>
            </a:r>
            <a:endParaRPr lang="en-US" altLang="zh-TW" sz="1600"/>
          </a:p>
          <a:p>
            <a:pPr marL="285750" indent="-285750">
              <a:buFont typeface="Arial" panose="020B0604020202020204" pitchFamily="34" charset="0"/>
              <a:buChar char="•"/>
            </a:pPr>
            <a:r>
              <a:rPr lang="ja-JP" altLang="en-US" sz="1600"/>
              <a:t>添付ファイル管理</a:t>
            </a:r>
            <a:endParaRPr lang="en-US" altLang="ja-JP" sz="1600"/>
          </a:p>
          <a:p>
            <a:pPr marL="285750" indent="-285750">
              <a:buFont typeface="Arial" panose="020B0604020202020204" pitchFamily="34" charset="0"/>
              <a:buChar char="•"/>
            </a:pPr>
            <a:r>
              <a:rPr lang="ja-JP" altLang="en-US" sz="1600"/>
              <a:t>オンライン編集機能</a:t>
            </a:r>
            <a:endParaRPr lang="en-US" altLang="ja-JP" sz="1600"/>
          </a:p>
          <a:p>
            <a:pPr marL="285750" indent="-285750">
              <a:buFont typeface="Arial" panose="020B0604020202020204" pitchFamily="34" charset="0"/>
              <a:buChar char="•"/>
            </a:pPr>
            <a:r>
              <a:rPr lang="ja-JP" altLang="en-US" sz="1600"/>
              <a:t>一括ダウンロード機能</a:t>
            </a:r>
            <a:endParaRPr lang="en-US" altLang="ja-JP" sz="1600"/>
          </a:p>
          <a:p>
            <a:pPr marL="285750" indent="-285750">
              <a:buFont typeface="Arial" panose="020B0604020202020204" pitchFamily="34" charset="0"/>
              <a:buChar char="•"/>
            </a:pPr>
            <a:r>
              <a:rPr lang="ja-JP" altLang="en-US" sz="1600"/>
              <a:t>検索機能</a:t>
            </a:r>
            <a:endParaRPr lang="en-US" altLang="ja-JP" sz="1600"/>
          </a:p>
          <a:p>
            <a:pPr marL="285750" indent="-285750">
              <a:buFont typeface="Arial" panose="020B0604020202020204" pitchFamily="34" charset="0"/>
              <a:buChar char="•"/>
            </a:pPr>
            <a:r>
              <a:rPr lang="ja-JP" altLang="en-US" sz="1600"/>
              <a:t>パフォーマンス最適化</a:t>
            </a:r>
            <a:endParaRPr lang="en-US" altLang="ja-JP" sz="1600"/>
          </a:p>
          <a:p>
            <a:pPr marL="285750" indent="-285750">
              <a:buFont typeface="Arial" panose="020B0604020202020204" pitchFamily="34" charset="0"/>
              <a:buChar char="•"/>
            </a:pPr>
            <a:r>
              <a:rPr lang="ja-JP" altLang="en-US" sz="1600"/>
              <a:t>権限管理</a:t>
            </a:r>
            <a:endParaRPr lang="en-US" altLang="ja-JP" sz="1600"/>
          </a:p>
          <a:p>
            <a:pPr marL="285750" indent="-285750">
              <a:buFont typeface="Arial" panose="020B0604020202020204" pitchFamily="34" charset="0"/>
              <a:buChar char="•"/>
            </a:pPr>
            <a:r>
              <a:rPr lang="ja-JP" altLang="en-US" sz="1600"/>
              <a:t>ユーザ別の属性管理（</a:t>
            </a:r>
            <a:r>
              <a:rPr lang="en-US" altLang="ja-JP" sz="1600"/>
              <a:t>Option</a:t>
            </a:r>
            <a:r>
              <a:rPr lang="ja-JP" altLang="en-US" sz="1600"/>
              <a:t>）</a:t>
            </a:r>
            <a:endParaRPr lang="en-US" altLang="ja-JP" sz="1600"/>
          </a:p>
          <a:p>
            <a:pPr marL="285750" indent="-285750">
              <a:buFont typeface="Arial" panose="020B0604020202020204" pitchFamily="34" charset="0"/>
              <a:buChar char="•"/>
            </a:pPr>
            <a:r>
              <a:rPr lang="ja-JP" altLang="en-US" sz="1600"/>
              <a:t>データ移行</a:t>
            </a:r>
            <a:endParaRPr lang="en-US" altLang="ja-JP" sz="1600"/>
          </a:p>
          <a:p>
            <a:pPr marL="285750" indent="-285750">
              <a:buFont typeface="Arial" panose="020B0604020202020204" pitchFamily="34" charset="0"/>
              <a:buChar char="•"/>
            </a:pPr>
            <a:r>
              <a:rPr lang="ja-JP" altLang="en-US" sz="1600"/>
              <a:t>機能一覧</a:t>
            </a:r>
            <a:endParaRPr lang="en-US" altLang="ja-JP" sz="1600"/>
          </a:p>
          <a:p>
            <a:pPr marL="285750" indent="-285750">
              <a:buFont typeface="Arial" panose="020B0604020202020204" pitchFamily="34" charset="0"/>
              <a:buChar char="•"/>
            </a:pPr>
            <a:r>
              <a:rPr lang="ja-JP" altLang="en-US" sz="1600"/>
              <a:t>プロジェクトリスク</a:t>
            </a:r>
            <a:endParaRPr lang="en-US" altLang="ja-JP" sz="1600"/>
          </a:p>
          <a:p>
            <a:pPr marL="285750" indent="-285750">
              <a:buFont typeface="Arial" panose="020B0604020202020204" pitchFamily="34" charset="0"/>
              <a:buChar char="•"/>
            </a:pPr>
            <a:r>
              <a:rPr lang="ja-JP" altLang="en-US" sz="1600"/>
              <a:t>スケジュール</a:t>
            </a:r>
            <a:endParaRPr lang="en-US" altLang="ja-JP" sz="1600"/>
          </a:p>
          <a:p>
            <a:pPr marL="285750" indent="-285750">
              <a:buFont typeface="Arial" panose="020B0604020202020204" pitchFamily="34" charset="0"/>
              <a:buChar char="•"/>
            </a:pPr>
            <a:r>
              <a:rPr lang="ja-JP" altLang="en-US" sz="1600"/>
              <a:t>見積もり</a:t>
            </a:r>
            <a:endParaRPr lang="en-US" altLang="ja-JP" sz="1600"/>
          </a:p>
          <a:p>
            <a:pPr marL="285750" indent="-285750">
              <a:buFont typeface="Arial" panose="020B0604020202020204" pitchFamily="34" charset="0"/>
              <a:buChar char="•"/>
            </a:pPr>
            <a:r>
              <a:rPr lang="ja-JP" altLang="en-US" sz="1600"/>
              <a:t>備考</a:t>
            </a:r>
            <a:endParaRPr lang="en-US" altLang="ja-JP" sz="1600"/>
          </a:p>
          <a:p>
            <a:pPr marL="742950" lvl="1" indent="-285750">
              <a:buFont typeface="Arial" panose="020B0604020202020204" pitchFamily="34" charset="0"/>
              <a:buChar char="•"/>
            </a:pPr>
            <a:r>
              <a:rPr lang="ja-JP" altLang="en-US" sz="1600"/>
              <a:t>案</a:t>
            </a:r>
            <a:r>
              <a:rPr lang="en-US" altLang="ja-JP" sz="1600"/>
              <a:t>B</a:t>
            </a:r>
            <a:r>
              <a:rPr lang="ja-JP" altLang="en-US" sz="1600"/>
              <a:t>（添付ファイルは</a:t>
            </a:r>
            <a:r>
              <a:rPr lang="en-US" altLang="ja-JP" sz="1600"/>
              <a:t>Dataverse</a:t>
            </a:r>
            <a:r>
              <a:rPr lang="ja-JP" altLang="en-US" sz="1600"/>
              <a:t>へ保存の案）</a:t>
            </a:r>
            <a:endParaRPr lang="en-US" altLang="ja-JP" sz="1600"/>
          </a:p>
          <a:p>
            <a:pPr marL="742950" lvl="1" indent="-285750">
              <a:buFont typeface="Arial" panose="020B0604020202020204" pitchFamily="34" charset="0"/>
              <a:buChar char="•"/>
            </a:pPr>
            <a:r>
              <a:rPr lang="en-US" altLang="ja-JP" sz="1600"/>
              <a:t>POC</a:t>
            </a:r>
            <a:r>
              <a:rPr lang="ja-JP" altLang="en-US" sz="1600"/>
              <a:t>範囲</a:t>
            </a:r>
            <a:endParaRPr lang="en-US" altLang="ja-JP" sz="1600"/>
          </a:p>
          <a:p>
            <a:pPr marL="742950" lvl="1" indent="-285750">
              <a:buFont typeface="Arial" panose="020B0604020202020204" pitchFamily="34" charset="0"/>
              <a:buChar char="•"/>
            </a:pPr>
            <a:r>
              <a:rPr lang="ja-JP" altLang="en-US" sz="1600"/>
              <a:t>サポートとメンテナンス－瑕疵範囲、保守提案</a:t>
            </a:r>
            <a:endParaRPr lang="en-US" altLang="ja-JP"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a:t>提案の背景</a:t>
            </a:r>
            <a:endParaRPr kumimoji="1" lang="ja-JP" altLang="en-US"/>
          </a:p>
        </p:txBody>
      </p:sp>
      <p:sp>
        <p:nvSpPr>
          <p:cNvPr id="15" name="テキスト ボックス 14"/>
          <p:cNvSpPr txBox="1"/>
          <p:nvPr/>
        </p:nvSpPr>
        <p:spPr>
          <a:xfrm>
            <a:off x="414337" y="782995"/>
            <a:ext cx="11411904" cy="5541605"/>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a:lnSpc>
                <a:spcPct val="150000"/>
              </a:lnSpc>
            </a:pPr>
            <a:r>
              <a:rPr lang="ja-JP" altLang="en-US" sz="1600">
                <a:latin typeface="Yu Gothic UI" panose="020B0500000000000000" pitchFamily="50" charset="-128"/>
                <a:ea typeface="Yu Gothic UI" panose="020B0500000000000000" pitchFamily="50" charset="-128"/>
              </a:rPr>
              <a:t>提案の背景</a:t>
            </a:r>
            <a:r>
              <a:rPr lang="en-US" altLang="ja-JP" sz="1600">
                <a:latin typeface="Yu Gothic UI" panose="020B0500000000000000" pitchFamily="50" charset="-128"/>
                <a:ea typeface="Yu Gothic UI" panose="020B0500000000000000" pitchFamily="50" charset="-128"/>
              </a:rPr>
              <a:t>:</a:t>
            </a:r>
          </a:p>
          <a:p>
            <a:pPr marL="800100" lvl="1" indent="-342900">
              <a:lnSpc>
                <a:spcPct val="150000"/>
              </a:lnSpc>
              <a:buFont typeface="+mj-lt"/>
              <a:buAutoNum type="arabicPeriod"/>
            </a:pPr>
            <a:r>
              <a:rPr lang="en-US" altLang="ja-JP" sz="1600" err="1">
                <a:latin typeface="Yu Gothic UI" panose="020B0500000000000000" pitchFamily="50" charset="-128"/>
                <a:ea typeface="Yu Gothic UI" panose="020B0500000000000000" pitchFamily="50" charset="-128"/>
              </a:rPr>
              <a:t>LotusNotes</a:t>
            </a:r>
            <a:r>
              <a:rPr lang="ja-JP" altLang="en-US" sz="1600">
                <a:latin typeface="Yu Gothic UI" panose="020B0500000000000000" pitchFamily="50" charset="-128"/>
                <a:ea typeface="Yu Gothic UI" panose="020B0500000000000000" pitchFamily="50" charset="-128"/>
              </a:rPr>
              <a:t>のサポート中止に伴い、</a:t>
            </a:r>
            <a:r>
              <a:rPr lang="en-US" altLang="ja-JP" sz="1600">
                <a:latin typeface="Yu Gothic UI" panose="020B0500000000000000" pitchFamily="50" charset="-128"/>
                <a:ea typeface="Yu Gothic UI" panose="020B0500000000000000" pitchFamily="50" charset="-128"/>
              </a:rPr>
              <a:t>Notes</a:t>
            </a:r>
            <a:r>
              <a:rPr lang="ja-JP" altLang="en-US" sz="1600">
                <a:latin typeface="Yu Gothic UI" panose="020B0500000000000000" pitchFamily="50" charset="-128"/>
                <a:ea typeface="Yu Gothic UI" panose="020B0500000000000000" pitchFamily="50" charset="-128"/>
              </a:rPr>
              <a:t>で構築されている業務アプリケーションを移行・再構築する必要があります。</a:t>
            </a:r>
            <a:endParaRPr lang="en-US" altLang="ja-JP" sz="1600">
              <a:latin typeface="Yu Gothic UI" panose="020B0500000000000000" pitchFamily="50" charset="-128"/>
              <a:ea typeface="Yu Gothic UI" panose="020B0500000000000000" pitchFamily="50" charset="-128"/>
            </a:endParaRPr>
          </a:p>
          <a:p>
            <a:pPr marL="800100" lvl="1" indent="-342900">
              <a:lnSpc>
                <a:spcPct val="150000"/>
              </a:lnSpc>
              <a:buFont typeface="+mj-lt"/>
              <a:buAutoNum type="arabicPeriod"/>
            </a:pPr>
            <a:r>
              <a:rPr lang="ja-JP" altLang="en-US" sz="1600">
                <a:latin typeface="Yu Gothic UI" panose="020B0500000000000000" pitchFamily="50" charset="-128"/>
                <a:ea typeface="Yu Gothic UI" panose="020B0500000000000000" pitchFamily="50" charset="-128"/>
              </a:rPr>
              <a:t>今回の再構築対象業務は、文書を管理する業務アプリケーションであり、文書には定型項目と添付ファイルが含まれます。</a:t>
            </a:r>
            <a:r>
              <a:rPr lang="en-US" altLang="ja-JP" sz="1600">
                <a:latin typeface="Yu Gothic UI" panose="020B0500000000000000" pitchFamily="50" charset="-128"/>
                <a:ea typeface="Yu Gothic UI" panose="020B0500000000000000" pitchFamily="50" charset="-128"/>
              </a:rPr>
              <a:t>CMS</a:t>
            </a:r>
            <a:r>
              <a:rPr lang="ja-JP" altLang="en-US" sz="1600">
                <a:latin typeface="Yu Gothic UI" panose="020B0500000000000000" pitchFamily="50" charset="-128"/>
                <a:ea typeface="Yu Gothic UI" panose="020B0500000000000000" pitchFamily="50" charset="-128"/>
              </a:rPr>
              <a:t>（コンテンツ管理システム）の部分機能と類似する機能が求められます。</a:t>
            </a:r>
          </a:p>
          <a:p>
            <a:pPr marL="800100" lvl="1" indent="-342900">
              <a:lnSpc>
                <a:spcPct val="150000"/>
              </a:lnSpc>
              <a:buFont typeface="+mj-lt"/>
              <a:buAutoNum type="arabicPeriod"/>
            </a:pPr>
            <a:r>
              <a:rPr lang="en-US" altLang="ja-JP" sz="1600">
                <a:latin typeface="Yu Gothic UI" panose="020B0500000000000000" pitchFamily="50" charset="-128"/>
                <a:ea typeface="Yu Gothic UI" panose="020B0500000000000000" pitchFamily="50" charset="-128"/>
              </a:rPr>
              <a:t>PowerApps</a:t>
            </a:r>
            <a:r>
              <a:rPr lang="ja-JP" altLang="en-US" sz="1600">
                <a:latin typeface="Yu Gothic UI" panose="020B0500000000000000" pitchFamily="50" charset="-128"/>
                <a:ea typeface="Yu Gothic UI" panose="020B0500000000000000" pitchFamily="50" charset="-128"/>
              </a:rPr>
              <a:t>による実現が制約が多く、困難で、複数のパッケージを検討・評価しました。</a:t>
            </a:r>
          </a:p>
          <a:p>
            <a:pPr marL="800100" lvl="1" indent="-342900">
              <a:lnSpc>
                <a:spcPct val="150000"/>
              </a:lnSpc>
              <a:buFont typeface="+mj-lt"/>
              <a:buAutoNum type="arabicPeriod"/>
            </a:pPr>
            <a:r>
              <a:rPr lang="ja-JP" altLang="en-US" sz="1600">
                <a:latin typeface="Yu Gothic UI" panose="020B0500000000000000" pitchFamily="50" charset="-128"/>
                <a:ea typeface="Yu Gothic UI" panose="020B0500000000000000" pitchFamily="50" charset="-128"/>
              </a:rPr>
              <a:t>検討・評価対象の</a:t>
            </a:r>
            <a:r>
              <a:rPr lang="en-US" altLang="ja-JP" sz="1600">
                <a:latin typeface="Yu Gothic UI" panose="020B0500000000000000" pitchFamily="50" charset="-128"/>
                <a:ea typeface="Yu Gothic UI" panose="020B0500000000000000" pitchFamily="50" charset="-128"/>
              </a:rPr>
              <a:t>CMS</a:t>
            </a:r>
            <a:r>
              <a:rPr lang="ja-JP" altLang="en-US" sz="1600">
                <a:latin typeface="Yu Gothic UI" panose="020B0500000000000000" pitchFamily="50" charset="-128"/>
                <a:ea typeface="Yu Gothic UI" panose="020B0500000000000000" pitchFamily="50" charset="-128"/>
              </a:rPr>
              <a:t>パッケージソリューションを採用した場合、要求されるオンライン編集、承認プロセス（</a:t>
            </a:r>
            <a:r>
              <a:rPr lang="en-US" altLang="ja-JP" sz="1600">
                <a:latin typeface="Yu Gothic UI" panose="020B0500000000000000" pitchFamily="50" charset="-128"/>
                <a:ea typeface="Yu Gothic UI" panose="020B0500000000000000" pitchFamily="50" charset="-128"/>
              </a:rPr>
              <a:t>Workflow</a:t>
            </a:r>
            <a:r>
              <a:rPr lang="ja-JP" altLang="en-US" sz="1600">
                <a:latin typeface="Yu Gothic UI" panose="020B0500000000000000" pitchFamily="50" charset="-128"/>
                <a:ea typeface="Yu Gothic UI" panose="020B0500000000000000" pitchFamily="50" charset="-128"/>
              </a:rPr>
              <a:t>）制御、ファイルダウンロードなど、解決すべきシステム要件がいくつか残ります。</a:t>
            </a:r>
            <a:endParaRPr lang="en-US" altLang="ja-JP" sz="1600">
              <a:latin typeface="Yu Gothic UI" panose="020B0500000000000000" pitchFamily="50" charset="-128"/>
              <a:ea typeface="Yu Gothic UI" panose="020B0500000000000000" pitchFamily="50" charset="-128"/>
            </a:endParaRPr>
          </a:p>
          <a:p>
            <a:pPr marL="800100" lvl="1" indent="-342900">
              <a:lnSpc>
                <a:spcPct val="150000"/>
              </a:lnSpc>
              <a:buFont typeface="+mj-lt"/>
              <a:buAutoNum type="arabicPeriod"/>
            </a:pPr>
            <a:r>
              <a:rPr lang="ja-JP" altLang="en-US" sz="1600">
                <a:latin typeface="Yu Gothic UI" panose="020B0500000000000000" pitchFamily="50" charset="-128"/>
                <a:ea typeface="Yu Gothic UI" panose="020B0500000000000000" pitchFamily="50" charset="-128"/>
              </a:rPr>
              <a:t>また、</a:t>
            </a:r>
            <a:r>
              <a:rPr lang="en-US" altLang="ja-JP" sz="1600">
                <a:latin typeface="Yu Gothic UI" panose="020B0500000000000000" pitchFamily="50" charset="-128"/>
                <a:ea typeface="Yu Gothic UI" panose="020B0500000000000000" pitchFamily="50" charset="-128"/>
              </a:rPr>
              <a:t>CMS</a:t>
            </a:r>
            <a:r>
              <a:rPr lang="ja-JP" altLang="en-US" sz="1600">
                <a:latin typeface="Yu Gothic UI" panose="020B0500000000000000" pitchFamily="50" charset="-128"/>
                <a:ea typeface="Yu Gothic UI" panose="020B0500000000000000" pitchFamily="50" charset="-128"/>
              </a:rPr>
              <a:t>パッケージソリューションを採用した場合、 ライセンス費用などにより、運用コストを影響します。</a:t>
            </a:r>
            <a:endParaRPr lang="en-US" altLang="ja-JP" sz="1600">
              <a:latin typeface="Yu Gothic UI" panose="020B0500000000000000" pitchFamily="50" charset="-128"/>
              <a:ea typeface="Yu Gothic UI" panose="020B0500000000000000" pitchFamily="50" charset="-128"/>
            </a:endParaRPr>
          </a:p>
          <a:p>
            <a:pPr>
              <a:lnSpc>
                <a:spcPct val="150000"/>
              </a:lnSpc>
            </a:pPr>
            <a:r>
              <a:rPr lang="ja-JP" altLang="en-US" sz="1600">
                <a:latin typeface="Yu Gothic UI" panose="020B0500000000000000" pitchFamily="50" charset="-128"/>
                <a:ea typeface="Yu Gothic UI" panose="020B0500000000000000" pitchFamily="50" charset="-128"/>
              </a:rPr>
              <a:t>提案</a:t>
            </a:r>
            <a:r>
              <a:rPr lang="en-US" altLang="ja-JP" sz="1600">
                <a:latin typeface="Yu Gothic UI" panose="020B0500000000000000" pitchFamily="50" charset="-128"/>
                <a:ea typeface="Yu Gothic UI" panose="020B0500000000000000" pitchFamily="50" charset="-128"/>
              </a:rPr>
              <a:t>: </a:t>
            </a:r>
          </a:p>
          <a:p>
            <a:pPr lvl="1">
              <a:lnSpc>
                <a:spcPct val="150000"/>
              </a:lnSpc>
            </a:pPr>
            <a:r>
              <a:rPr lang="ja-JP" altLang="en-US" sz="1600">
                <a:latin typeface="Yu Gothic UI" panose="020B0500000000000000" pitchFamily="50" charset="-128"/>
                <a:ea typeface="Yu Gothic UI" panose="020B0500000000000000" pitchFamily="50" charset="-128"/>
              </a:rPr>
              <a:t>効率的な文書管理を実現し、ラインセス費用を抑え、業務生産性向上を考慮し、上記の背景を踏まえて、弊社の技術力は下記のシステム構成で貴社の業務要件を応えられるとの結論に至りました。</a:t>
            </a:r>
            <a:endParaRPr lang="en-US" altLang="ja-JP" sz="1600">
              <a:latin typeface="Yu Gothic UI" panose="020B0500000000000000" pitchFamily="50" charset="-128"/>
              <a:ea typeface="Yu Gothic UI" panose="020B0500000000000000" pitchFamily="50" charset="-128"/>
            </a:endParaRPr>
          </a:p>
          <a:p>
            <a:pPr lvl="1">
              <a:lnSpc>
                <a:spcPct val="150000"/>
              </a:lnSpc>
            </a:pPr>
            <a:r>
              <a:rPr lang="ja-JP" altLang="en-US" sz="1600">
                <a:latin typeface="Yu Gothic UI" panose="020B0500000000000000" pitchFamily="50" charset="-128"/>
                <a:ea typeface="Yu Gothic UI" panose="020B0500000000000000" pitchFamily="50" charset="-128"/>
              </a:rPr>
              <a:t>弊社の提案</a:t>
            </a:r>
            <a:endParaRPr lang="en-US" altLang="ja-JP" sz="1600">
              <a:latin typeface="Yu Gothic UI" panose="020B0500000000000000" pitchFamily="50" charset="-128"/>
              <a:ea typeface="Yu Gothic UI" panose="020B0500000000000000" pitchFamily="50" charset="-128"/>
            </a:endParaRPr>
          </a:p>
          <a:p>
            <a:pPr lvl="1">
              <a:lnSpc>
                <a:spcPct val="150000"/>
              </a:lnSpc>
            </a:pPr>
            <a:r>
              <a:rPr lang="en-US" altLang="ja-JP" sz="1600">
                <a:latin typeface="Yu Gothic UI" panose="020B0500000000000000" pitchFamily="50" charset="-128"/>
                <a:ea typeface="Yu Gothic UI" panose="020B0500000000000000" pitchFamily="50" charset="-128"/>
              </a:rPr>
              <a:t>	PowerPlatform+Office365+SqlServer</a:t>
            </a:r>
          </a:p>
          <a:p>
            <a:pPr lvl="1">
              <a:lnSpc>
                <a:spcPct val="150000"/>
              </a:lnSpc>
            </a:pPr>
            <a:r>
              <a:rPr lang="ja-JP" altLang="en-US" sz="1600">
                <a:latin typeface="Yu Gothic UI" panose="020B0500000000000000" pitchFamily="50" charset="-128"/>
                <a:ea typeface="Yu Gothic UI" panose="020B0500000000000000" pitchFamily="50" charset="-128"/>
              </a:rPr>
              <a:t>で文書を管理する業務アプリケーションの再構築します。</a:t>
            </a:r>
            <a:endParaRPr lang="en-US" altLang="ja-JP" sz="1600">
              <a:latin typeface="Yu Gothic UI" panose="020B0500000000000000" pitchFamily="50" charset="-128"/>
              <a:ea typeface="Yu Gothic UI" panose="020B0500000000000000" pitchFamily="50"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a:t>システム概要</a:t>
            </a:r>
            <a:endParaRPr lang="ja-JP" altLang="en-US">
              <a:effectLst/>
            </a:endParaRPr>
          </a:p>
        </p:txBody>
      </p:sp>
      <p:sp>
        <p:nvSpPr>
          <p:cNvPr id="15" name="テキスト ボックス 14"/>
          <p:cNvSpPr txBox="1"/>
          <p:nvPr/>
        </p:nvSpPr>
        <p:spPr>
          <a:xfrm>
            <a:off x="414337" y="782995"/>
            <a:ext cx="11386504" cy="564368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ja-JP" altLang="en-US" sz="1400" dirty="0">
                <a:latin typeface="Yu Gothic UI" panose="020B0500000000000000" pitchFamily="50" charset="-128"/>
                <a:ea typeface="Yu Gothic UI" panose="020B0500000000000000" pitchFamily="50" charset="-128"/>
              </a:rPr>
              <a:t>システム構成</a:t>
            </a:r>
            <a:r>
              <a:rPr lang="en-US" altLang="ja-JP" sz="1400" dirty="0">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lang="en-US" altLang="ja-JP" sz="1400" dirty="0">
                <a:latin typeface="Yu Gothic UI" panose="020B0500000000000000" pitchFamily="50" charset="-128"/>
                <a:ea typeface="Yu Gothic UI" panose="020B0500000000000000" pitchFamily="50" charset="-128"/>
              </a:rPr>
              <a:t>PowerApps</a:t>
            </a:r>
            <a:r>
              <a:rPr lang="ja-JP" altLang="en-US" sz="1400" dirty="0">
                <a:latin typeface="Yu Gothic UI" panose="020B0500000000000000" pitchFamily="50" charset="-128"/>
                <a:ea typeface="Yu Gothic UI" panose="020B0500000000000000" pitchFamily="50" charset="-128"/>
              </a:rPr>
              <a:t>、</a:t>
            </a:r>
            <a:r>
              <a:rPr lang="en-US" altLang="ja-JP" sz="1400" dirty="0">
                <a:latin typeface="Yu Gothic UI" panose="020B0500000000000000" pitchFamily="50" charset="-128"/>
                <a:ea typeface="Yu Gothic UI" panose="020B0500000000000000" pitchFamily="50" charset="-128"/>
              </a:rPr>
              <a:t>Office365</a:t>
            </a:r>
            <a:r>
              <a:rPr lang="ja-JP" altLang="en-US" sz="1400" dirty="0">
                <a:latin typeface="Yu Gothic UI" panose="020B0500000000000000" pitchFamily="50" charset="-128"/>
                <a:ea typeface="Yu Gothic UI" panose="020B0500000000000000" pitchFamily="50" charset="-128"/>
              </a:rPr>
              <a:t>と</a:t>
            </a:r>
            <a:r>
              <a:rPr lang="en-US" altLang="ja-JP" sz="1400" dirty="0">
                <a:latin typeface="Yu Gothic UI" panose="020B0500000000000000" pitchFamily="50" charset="-128"/>
                <a:ea typeface="Yu Gothic UI" panose="020B0500000000000000" pitchFamily="50" charset="-128"/>
              </a:rPr>
              <a:t>SQL Server</a:t>
            </a:r>
            <a:r>
              <a:rPr lang="ja-JP" altLang="en-US" sz="1400" dirty="0">
                <a:latin typeface="Yu Gothic UI" panose="020B0500000000000000" pitchFamily="50" charset="-128"/>
                <a:ea typeface="Yu Gothic UI" panose="020B0500000000000000" pitchFamily="50" charset="-128"/>
              </a:rPr>
              <a:t>を利用してシステム構築し、パフォーマンスを配慮した上に、添付ファイル管理、オンライン編集、一括ダウンロード、検索機能を実現。</a:t>
            </a:r>
            <a:endParaRPr lang="en-US" altLang="ja-JP" sz="14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フロントエンド</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PowerApps Canvas App</a:t>
            </a:r>
            <a:r>
              <a:rPr lang="ja-JP" altLang="en-US" sz="1200" dirty="0">
                <a:latin typeface="Yu Gothic UI" panose="020B0500000000000000" pitchFamily="50" charset="-128"/>
                <a:ea typeface="Yu Gothic UI" panose="020B0500000000000000" pitchFamily="50" charset="-128"/>
              </a:rPr>
              <a:t>で構築。</a:t>
            </a:r>
            <a:endParaRPr lang="en-US" altLang="ja-JP" sz="1200" dirty="0">
              <a:latin typeface="Yu Gothic UI" panose="020B0500000000000000" pitchFamily="50" charset="-128"/>
              <a:ea typeface="Yu Gothic UI" panose="020B0500000000000000" pitchFamily="50" charset="-128"/>
            </a:endParaRPr>
          </a:p>
          <a:p>
            <a:pPr marL="1200150" lvl="2"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ユーザーインターフェースとして、文書の作成</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閲覧</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編集画面を提供。</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データベース</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SQL Server</a:t>
            </a:r>
            <a:r>
              <a:rPr lang="ja-JP" altLang="en-US" sz="1200" dirty="0">
                <a:latin typeface="Yu Gothic UI" panose="020B0500000000000000" pitchFamily="50" charset="-128"/>
                <a:ea typeface="Yu Gothic UI" panose="020B0500000000000000" pitchFamily="50" charset="-128"/>
              </a:rPr>
              <a:t>をメインのデータストレージとして使用し、文書のメタデータ（文書</a:t>
            </a:r>
            <a:r>
              <a:rPr lang="en-US" altLang="ja-JP" sz="1200" dirty="0">
                <a:latin typeface="Yu Gothic UI" panose="020B0500000000000000" pitchFamily="50" charset="-128"/>
                <a:ea typeface="Yu Gothic UI" panose="020B0500000000000000" pitchFamily="50" charset="-128"/>
              </a:rPr>
              <a:t>ID</a:t>
            </a:r>
            <a:r>
              <a:rPr lang="ja-JP" altLang="en-US" sz="1200" dirty="0">
                <a:latin typeface="Yu Gothic UI" panose="020B0500000000000000" pitchFamily="50" charset="-128"/>
                <a:ea typeface="Yu Gothic UI" panose="020B0500000000000000" pitchFamily="50" charset="-128"/>
              </a:rPr>
              <a:t>、日付、ステータスなど）を格納し、</a:t>
            </a:r>
            <a:r>
              <a:rPr lang="en-US" altLang="ja-JP" sz="1200" dirty="0">
                <a:latin typeface="Yu Gothic UI" panose="020B0500000000000000" pitchFamily="50" charset="-128"/>
                <a:ea typeface="Yu Gothic UI" panose="020B0500000000000000" pitchFamily="50" charset="-128"/>
              </a:rPr>
              <a:t>Dataverse</a:t>
            </a:r>
            <a:r>
              <a:rPr lang="ja-JP" altLang="en-US" sz="1200" dirty="0">
                <a:latin typeface="Yu Gothic UI" panose="020B0500000000000000" pitchFamily="50" charset="-128"/>
                <a:ea typeface="Yu Gothic UI" panose="020B0500000000000000" pitchFamily="50" charset="-128"/>
              </a:rPr>
              <a:t>と連携し、</a:t>
            </a:r>
            <a:r>
              <a:rPr lang="en-US" altLang="ja-JP" sz="1200" dirty="0">
                <a:latin typeface="Yu Gothic UI" panose="020B0500000000000000" pitchFamily="50" charset="-128"/>
                <a:ea typeface="Yu Gothic UI" panose="020B0500000000000000" pitchFamily="50" charset="-128"/>
              </a:rPr>
              <a:t>PowerApps</a:t>
            </a:r>
            <a:r>
              <a:rPr lang="ja-JP" altLang="en-US" sz="1200" dirty="0">
                <a:latin typeface="Yu Gothic UI" panose="020B0500000000000000" pitchFamily="50" charset="-128"/>
                <a:ea typeface="Yu Gothic UI" panose="020B0500000000000000" pitchFamily="50" charset="-128"/>
              </a:rPr>
              <a:t>からのアクセス可能に。</a:t>
            </a:r>
            <a:endParaRPr lang="en-US" altLang="ja-JP" sz="1200" dirty="0">
              <a:latin typeface="Yu Gothic UI" panose="020B0500000000000000" pitchFamily="50" charset="-128"/>
              <a:ea typeface="Yu Gothic UI" panose="020B0500000000000000" pitchFamily="50" charset="-128"/>
            </a:endParaRPr>
          </a:p>
          <a:p>
            <a:pPr marL="1200150" lvl="2"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ファイルストレージとしては、</a:t>
            </a:r>
            <a:r>
              <a:rPr lang="en-US" altLang="ja-JP" sz="1200" dirty="0">
                <a:latin typeface="Yu Gothic UI" panose="020B0500000000000000" pitchFamily="50" charset="-128"/>
                <a:ea typeface="Yu Gothic UI" panose="020B0500000000000000" pitchFamily="50" charset="-128"/>
              </a:rPr>
              <a:t>SharePoint</a:t>
            </a:r>
            <a:r>
              <a:rPr lang="ja-JP" altLang="en-US" sz="1200" dirty="0">
                <a:latin typeface="Yu Gothic UI" panose="020B0500000000000000" pitchFamily="50" charset="-128"/>
                <a:ea typeface="Yu Gothic UI" panose="020B0500000000000000" pitchFamily="50" charset="-128"/>
              </a:rPr>
              <a:t>を使用し、</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添付ファイル（</a:t>
            </a:r>
            <a:r>
              <a:rPr lang="en-US" altLang="ja-JP" sz="1200" dirty="0">
                <a:latin typeface="Yu Gothic UI" panose="020B0500000000000000" pitchFamily="50" charset="-128"/>
                <a:ea typeface="Yu Gothic UI" panose="020B0500000000000000" pitchFamily="50" charset="-128"/>
              </a:rPr>
              <a:t>Office</a:t>
            </a:r>
            <a:r>
              <a:rPr lang="ja-JP" altLang="en-US" sz="1200" dirty="0">
                <a:latin typeface="Yu Gothic UI" panose="020B0500000000000000" pitchFamily="50" charset="-128"/>
                <a:ea typeface="Yu Gothic UI" panose="020B0500000000000000" pitchFamily="50" charset="-128"/>
              </a:rPr>
              <a:t>ファイル、</a:t>
            </a:r>
            <a:r>
              <a:rPr lang="en-US" altLang="ja-JP" sz="1200" dirty="0">
                <a:latin typeface="Yu Gothic UI" panose="020B0500000000000000" pitchFamily="50" charset="-128"/>
                <a:ea typeface="Yu Gothic UI" panose="020B0500000000000000" pitchFamily="50" charset="-128"/>
              </a:rPr>
              <a:t>PDF</a:t>
            </a:r>
            <a:r>
              <a:rPr lang="ja-JP" altLang="en-US" sz="1200" dirty="0">
                <a:latin typeface="Yu Gothic UI" panose="020B0500000000000000" pitchFamily="50" charset="-128"/>
                <a:ea typeface="Yu Gothic UI" panose="020B0500000000000000" pitchFamily="50" charset="-128"/>
              </a:rPr>
              <a:t>）を保存。</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ワークフロー</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 Automate</a:t>
            </a:r>
            <a:r>
              <a:rPr lang="ja-JP" altLang="en-US" sz="1200" dirty="0">
                <a:latin typeface="Yu Gothic UI" panose="020B0500000000000000" pitchFamily="50" charset="-128"/>
                <a:ea typeface="Yu Gothic UI" panose="020B0500000000000000" pitchFamily="50" charset="-128"/>
              </a:rPr>
              <a:t>で実現（例</a:t>
            </a:r>
            <a:r>
              <a:rPr lang="en-US" altLang="ja-JP" sz="1200" dirty="0">
                <a:latin typeface="Yu Gothic UI" panose="020B0500000000000000" pitchFamily="50" charset="-128"/>
                <a:ea typeface="Yu Gothic UI" panose="020B0500000000000000" pitchFamily="50" charset="-128"/>
              </a:rPr>
              <a:t>: </a:t>
            </a:r>
            <a:r>
              <a:rPr lang="ja-JP" altLang="en-US" sz="1200" dirty="0">
                <a:latin typeface="Yu Gothic UI" panose="020B0500000000000000" pitchFamily="50" charset="-128"/>
                <a:ea typeface="Yu Gothic UI" panose="020B0500000000000000" pitchFamily="50" charset="-128"/>
              </a:rPr>
              <a:t>ファイル編集後の同期、文書の承認プロセス）。</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セキュリティ</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Microsoft Entra ID</a:t>
            </a:r>
            <a:r>
              <a:rPr lang="ja-JP" altLang="en-US" sz="1200" dirty="0">
                <a:latin typeface="Yu Gothic UI" panose="020B0500000000000000" pitchFamily="50" charset="-128"/>
                <a:ea typeface="Yu Gothic UI" panose="020B0500000000000000" pitchFamily="50" charset="-128"/>
              </a:rPr>
              <a:t>（旧</a:t>
            </a:r>
            <a:r>
              <a:rPr lang="en-US" altLang="ja-JP" sz="1200" dirty="0">
                <a:latin typeface="Yu Gothic UI" panose="020B0500000000000000" pitchFamily="50" charset="-128"/>
                <a:ea typeface="Yu Gothic UI" panose="020B0500000000000000" pitchFamily="50" charset="-128"/>
              </a:rPr>
              <a:t>Azure AD</a:t>
            </a:r>
            <a:r>
              <a:rPr lang="ja-JP" altLang="en-US" sz="1200" dirty="0">
                <a:latin typeface="Yu Gothic UI" panose="020B0500000000000000" pitchFamily="50" charset="-128"/>
                <a:ea typeface="Yu Gothic UI" panose="020B0500000000000000" pitchFamily="50" charset="-128"/>
              </a:rPr>
              <a:t>）で認証。ロールベースアクセス制御（</a:t>
            </a:r>
            <a:r>
              <a:rPr lang="en-US" altLang="ja-JP" sz="1200" dirty="0">
                <a:latin typeface="Yu Gothic UI" panose="020B0500000000000000" pitchFamily="50" charset="-128"/>
                <a:ea typeface="Yu Gothic UI" panose="020B0500000000000000" pitchFamily="50" charset="-128"/>
              </a:rPr>
              <a:t>RBAC</a:t>
            </a:r>
            <a:r>
              <a:rPr lang="ja-JP" altLang="en-US" sz="1200" dirty="0">
                <a:latin typeface="Yu Gothic UI" panose="020B0500000000000000" pitchFamily="50" charset="-128"/>
                <a:ea typeface="Yu Gothic UI" panose="020B0500000000000000" pitchFamily="50" charset="-128"/>
              </a:rPr>
              <a:t>）を適用。</a:t>
            </a:r>
            <a:endParaRPr lang="en-US" altLang="ja-JP" sz="1200" dirty="0">
              <a:latin typeface="Yu Gothic UI" panose="020B0500000000000000" pitchFamily="50" charset="-128"/>
              <a:ea typeface="Yu Gothic UI" panose="020B0500000000000000" pitchFamily="50" charset="-128"/>
            </a:endParaRPr>
          </a:p>
          <a:p>
            <a:r>
              <a:rPr lang="ja-JP" altLang="en-US" sz="1400" dirty="0">
                <a:latin typeface="Yu Gothic UI" panose="020B0500000000000000" pitchFamily="50" charset="-128"/>
                <a:ea typeface="Yu Gothic UI" panose="020B0500000000000000" pitchFamily="50" charset="-128"/>
              </a:rPr>
              <a:t>機能要件</a:t>
            </a:r>
            <a:r>
              <a:rPr lang="en-US" altLang="ja-JP" sz="1400" dirty="0">
                <a:latin typeface="Yu Gothic UI" panose="020B0500000000000000" pitchFamily="50" charset="-128"/>
                <a:ea typeface="Yu Gothic UI" panose="020B0500000000000000" pitchFamily="50" charset="-128"/>
              </a:rPr>
              <a:t>:</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オンライン編集</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承認プロセス（</a:t>
            </a:r>
            <a:r>
              <a:rPr lang="en-US" altLang="ja-JP" sz="1200" dirty="0">
                <a:latin typeface="Yu Gothic UI" panose="020B0500000000000000" pitchFamily="50" charset="-128"/>
                <a:ea typeface="Yu Gothic UI" panose="020B0500000000000000" pitchFamily="50" charset="-128"/>
              </a:rPr>
              <a:t>Workflow</a:t>
            </a:r>
            <a:r>
              <a:rPr lang="ja-JP" altLang="en-US" sz="1200" dirty="0">
                <a:latin typeface="Yu Gothic UI" panose="020B0500000000000000" pitchFamily="50" charset="-128"/>
                <a:ea typeface="Yu Gothic UI" panose="020B0500000000000000" pitchFamily="50" charset="-128"/>
              </a:rPr>
              <a:t>）制御</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複数ファイルをユーザローカルへ指定場所にダウンロード</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添付ファイルの内容に指定キーワードで検索</a:t>
            </a:r>
            <a:endParaRPr lang="en-US" altLang="ja-JP" sz="1200" dirty="0">
              <a:latin typeface="Yu Gothic UI" panose="020B0500000000000000" pitchFamily="50" charset="-128"/>
              <a:ea typeface="Yu Gothic UI" panose="020B0500000000000000" pitchFamily="50" charset="-128"/>
            </a:endParaRPr>
          </a:p>
          <a:p>
            <a:r>
              <a:rPr lang="ja-JP" altLang="en-US" sz="1400" dirty="0">
                <a:latin typeface="Yu Gothic UI" panose="020B0500000000000000" pitchFamily="50" charset="-128"/>
                <a:ea typeface="Yu Gothic UI" panose="020B0500000000000000" pitchFamily="50" charset="-128"/>
              </a:rPr>
              <a:t>その他システム要件：</a:t>
            </a:r>
            <a:endParaRPr lang="en-US" altLang="ja-JP" sz="14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利用ユーザー数（</a:t>
            </a:r>
            <a:r>
              <a:rPr lang="en-US" altLang="ja-JP" sz="1200" dirty="0">
                <a:latin typeface="Yu Gothic UI" panose="020B0500000000000000" pitchFamily="50" charset="-128"/>
                <a:ea typeface="Yu Gothic UI" panose="020B0500000000000000" pitchFamily="50" charset="-128"/>
              </a:rPr>
              <a:t>Azure AD</a:t>
            </a:r>
            <a:r>
              <a:rPr lang="ja-JP" altLang="en-US" sz="1200" dirty="0">
                <a:latin typeface="Yu Gothic UI" panose="020B0500000000000000" pitchFamily="50" charset="-128"/>
                <a:ea typeface="Yu Gothic UI" panose="020B0500000000000000" pitchFamily="50" charset="-128"/>
              </a:rPr>
              <a:t>あり）・・・最小利用人数　約５０００ユーザーのケースと、最大利用人数　約１００００ユーザーのケース二つパターン　</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同時接続数・・・約５００人</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オンラインリクエスト件数・・・約</a:t>
            </a:r>
            <a:r>
              <a:rPr lang="en-US" altLang="ja-JP" sz="1200" dirty="0">
                <a:latin typeface="Yu Gothic UI" panose="020B0500000000000000" pitchFamily="50" charset="-128"/>
                <a:ea typeface="Yu Gothic UI" panose="020B0500000000000000" pitchFamily="50" charset="-128"/>
              </a:rPr>
              <a:t>2,000</a:t>
            </a:r>
            <a:r>
              <a:rPr lang="ja-JP" altLang="en-US" sz="1200" dirty="0">
                <a:latin typeface="Yu Gothic UI" panose="020B0500000000000000" pitchFamily="50" charset="-128"/>
                <a:ea typeface="Yu Gothic UI" panose="020B0500000000000000" pitchFamily="50" charset="-128"/>
              </a:rPr>
              <a:t>件</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日</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バッチ処理件数・・・約</a:t>
            </a:r>
            <a:r>
              <a:rPr lang="en-US" altLang="ja-JP" sz="1200" dirty="0">
                <a:latin typeface="Yu Gothic UI" panose="020B0500000000000000" pitchFamily="50" charset="-128"/>
                <a:ea typeface="Yu Gothic UI" panose="020B0500000000000000" pitchFamily="50" charset="-128"/>
              </a:rPr>
              <a:t>60</a:t>
            </a:r>
            <a:r>
              <a:rPr lang="ja-JP" altLang="en-US" sz="1200" dirty="0">
                <a:latin typeface="Yu Gothic UI" panose="020B0500000000000000" pitchFamily="50" charset="-128"/>
                <a:ea typeface="Yu Gothic UI" panose="020B0500000000000000" pitchFamily="50" charset="-128"/>
              </a:rPr>
              <a:t>件</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日</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データ容量・・・約</a:t>
            </a:r>
            <a:r>
              <a:rPr lang="en-US" altLang="ja-JP" sz="1200" dirty="0">
                <a:latin typeface="Yu Gothic UI" panose="020B0500000000000000" pitchFamily="50" charset="-128"/>
                <a:ea typeface="Yu Gothic UI" panose="020B0500000000000000" pitchFamily="50" charset="-128"/>
              </a:rPr>
              <a:t>650 GB</a:t>
            </a:r>
            <a:r>
              <a:rPr lang="ja-JP" altLang="en-US" sz="1200" dirty="0">
                <a:latin typeface="Yu Gothic UI" panose="020B0500000000000000" pitchFamily="50" charset="-128"/>
                <a:ea typeface="Yu Gothic UI" panose="020B0500000000000000" pitchFamily="50" charset="-128"/>
              </a:rPr>
              <a:t>　</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現行</a:t>
            </a:r>
            <a:r>
              <a:rPr lang="en-US" altLang="ja-JP" sz="1200" dirty="0" err="1">
                <a:latin typeface="Yu Gothic UI" panose="020B0500000000000000" pitchFamily="50" charset="-128"/>
                <a:ea typeface="Yu Gothic UI" panose="020B0500000000000000" pitchFamily="50" charset="-128"/>
              </a:rPr>
              <a:t>NotesDB</a:t>
            </a:r>
            <a:r>
              <a:rPr lang="ja-JP" altLang="en-US" sz="1200" dirty="0">
                <a:latin typeface="Yu Gothic UI" panose="020B0500000000000000" pitchFamily="50" charset="-128"/>
                <a:ea typeface="Yu Gothic UI" panose="020B0500000000000000" pitchFamily="50" charset="-128"/>
              </a:rPr>
              <a:t>ベースの２倍を想定。添付ファイル含む</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検索性・・・レコードデータだけでなく、添付ファイルの中身のフリーワード検索が可能</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応答時間・・・インデックスありで５秒以内、インデックスなしで</a:t>
            </a:r>
            <a:r>
              <a:rPr lang="en-US" altLang="ja-JP" sz="1200" dirty="0">
                <a:latin typeface="Yu Gothic UI" panose="020B0500000000000000" pitchFamily="50" charset="-128"/>
                <a:ea typeface="Yu Gothic UI" panose="020B0500000000000000" pitchFamily="50" charset="-128"/>
              </a:rPr>
              <a:t>10</a:t>
            </a:r>
            <a:r>
              <a:rPr lang="ja-JP" altLang="en-US" sz="1200" dirty="0">
                <a:latin typeface="Yu Gothic UI" panose="020B0500000000000000" pitchFamily="50" charset="-128"/>
                <a:ea typeface="Yu Gothic UI" panose="020B0500000000000000" pitchFamily="50" charset="-128"/>
              </a:rPr>
              <a:t>秒～</a:t>
            </a:r>
            <a:r>
              <a:rPr lang="en-US" altLang="ja-JP" sz="1200" dirty="0">
                <a:latin typeface="Yu Gothic UI" panose="020B0500000000000000" pitchFamily="50" charset="-128"/>
                <a:ea typeface="Yu Gothic UI" panose="020B0500000000000000" pitchFamily="50" charset="-128"/>
              </a:rPr>
              <a:t>60</a:t>
            </a:r>
            <a:r>
              <a:rPr lang="ja-JP" altLang="en-US" sz="1200" dirty="0">
                <a:latin typeface="Yu Gothic UI" panose="020B0500000000000000" pitchFamily="50" charset="-128"/>
                <a:ea typeface="Yu Gothic UI" panose="020B0500000000000000" pitchFamily="50" charset="-128"/>
              </a:rPr>
              <a:t>秒</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添付ファイルの直接編集機能・・・現時点では、</a:t>
            </a:r>
            <a:r>
              <a:rPr lang="en-US" altLang="ja-JP" sz="1200" dirty="0">
                <a:latin typeface="Yu Gothic UI" panose="020B0500000000000000" pitchFamily="50" charset="-128"/>
                <a:ea typeface="Yu Gothic UI" panose="020B0500000000000000" pitchFamily="50" charset="-128"/>
              </a:rPr>
              <a:t>GCJ</a:t>
            </a:r>
            <a:r>
              <a:rPr lang="ja-JP" altLang="en-US" sz="1200" dirty="0">
                <a:latin typeface="Yu Gothic UI" panose="020B0500000000000000" pitchFamily="50" charset="-128"/>
                <a:ea typeface="Yu Gothic UI" panose="020B0500000000000000" pitchFamily="50" charset="-128"/>
              </a:rPr>
              <a:t>社からの提案のパターンと、ユーザー側で添付ファイルをダウンロード＆アップロードで実現するパターンとの</a:t>
            </a:r>
            <a:r>
              <a:rPr lang="en-US" altLang="ja-JP" sz="1200" dirty="0">
                <a:latin typeface="Yu Gothic UI" panose="020B0500000000000000" pitchFamily="50" charset="-128"/>
                <a:ea typeface="Yu Gothic UI" panose="020B0500000000000000" pitchFamily="50" charset="-128"/>
              </a:rPr>
              <a:t>2</a:t>
            </a:r>
            <a:r>
              <a:rPr lang="ja-JP" altLang="en-US" sz="1200" dirty="0">
                <a:latin typeface="Yu Gothic UI" panose="020B0500000000000000" pitchFamily="50" charset="-128"/>
                <a:ea typeface="Yu Gothic UI" panose="020B0500000000000000" pitchFamily="50" charset="-128"/>
              </a:rPr>
              <a:t>パターンを想定</a:t>
            </a:r>
            <a:endParaRPr lang="en-US" altLang="ja-JP" sz="1200" dirty="0">
              <a:latin typeface="Yu Gothic UI" panose="020B0500000000000000" pitchFamily="50" charset="-128"/>
              <a:ea typeface="Yu Gothic UI" panose="020B0500000000000000"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ストレージの選定</a:t>
            </a:r>
          </a:p>
        </p:txBody>
      </p:sp>
      <p:graphicFrame>
        <p:nvGraphicFramePr>
          <p:cNvPr id="3" name="表 2">
            <a:extLst>
              <a:ext uri="{FF2B5EF4-FFF2-40B4-BE49-F238E27FC236}">
                <a16:creationId xmlns:a16="http://schemas.microsoft.com/office/drawing/2014/main" id="{17BF5D65-5F45-6D91-9EFC-40F75E66EC06}"/>
              </a:ext>
            </a:extLst>
          </p:cNvPr>
          <p:cNvGraphicFramePr>
            <a:graphicFrameLocks noGrp="1"/>
          </p:cNvGraphicFramePr>
          <p:nvPr>
            <p:extLst>
              <p:ext uri="{D42A27DB-BD31-4B8C-83A1-F6EECF244321}">
                <p14:modId xmlns:p14="http://schemas.microsoft.com/office/powerpoint/2010/main" val="2848690439"/>
              </p:ext>
            </p:extLst>
          </p:nvPr>
        </p:nvGraphicFramePr>
        <p:xfrm>
          <a:off x="365568" y="742435"/>
          <a:ext cx="11412096" cy="5276746"/>
        </p:xfrm>
        <a:graphic>
          <a:graphicData uri="http://schemas.openxmlformats.org/drawingml/2006/table">
            <a:tbl>
              <a:tblPr firstRow="1">
                <a:tableStyleId>{2D5ABB26-0587-4C30-8999-92F81FD0307C}</a:tableStyleId>
              </a:tblPr>
              <a:tblGrid>
                <a:gridCol w="952376">
                  <a:extLst>
                    <a:ext uri="{9D8B030D-6E8A-4147-A177-3AD203B41FA5}">
                      <a16:colId xmlns:a16="http://schemas.microsoft.com/office/drawing/2014/main" val="20000"/>
                    </a:ext>
                  </a:extLst>
                </a:gridCol>
                <a:gridCol w="1904808">
                  <a:extLst>
                    <a:ext uri="{9D8B030D-6E8A-4147-A177-3AD203B41FA5}">
                      <a16:colId xmlns:a16="http://schemas.microsoft.com/office/drawing/2014/main" val="20001"/>
                    </a:ext>
                  </a:extLst>
                </a:gridCol>
                <a:gridCol w="2125472">
                  <a:extLst>
                    <a:ext uri="{9D8B030D-6E8A-4147-A177-3AD203B41FA5}">
                      <a16:colId xmlns:a16="http://schemas.microsoft.com/office/drawing/2014/main" val="2142441908"/>
                    </a:ext>
                  </a:extLst>
                </a:gridCol>
                <a:gridCol w="1861312">
                  <a:extLst>
                    <a:ext uri="{9D8B030D-6E8A-4147-A177-3AD203B41FA5}">
                      <a16:colId xmlns:a16="http://schemas.microsoft.com/office/drawing/2014/main" val="20002"/>
                    </a:ext>
                  </a:extLst>
                </a:gridCol>
                <a:gridCol w="2251456">
                  <a:extLst>
                    <a:ext uri="{9D8B030D-6E8A-4147-A177-3AD203B41FA5}">
                      <a16:colId xmlns:a16="http://schemas.microsoft.com/office/drawing/2014/main" val="20003"/>
                    </a:ext>
                  </a:extLst>
                </a:gridCol>
                <a:gridCol w="2316672">
                  <a:extLst>
                    <a:ext uri="{9D8B030D-6E8A-4147-A177-3AD203B41FA5}">
                      <a16:colId xmlns:a16="http://schemas.microsoft.com/office/drawing/2014/main" val="20004"/>
                    </a:ext>
                  </a:extLst>
                </a:gridCol>
              </a:tblGrid>
              <a:tr h="225379">
                <a:tc>
                  <a:txBody>
                    <a:bodyPr/>
                    <a:lstStyle/>
                    <a:p>
                      <a:r>
                        <a:rPr lang="ja-JP" altLang="en-US" sz="800" dirty="0"/>
                        <a:t>項目</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SQL Server 2022</a:t>
                      </a:r>
                      <a:r>
                        <a:rPr lang="en-US" altLang="ja-JP" sz="800" dirty="0">
                          <a:effectLst/>
                        </a:rPr>
                        <a:t>(</a:t>
                      </a:r>
                      <a:r>
                        <a:rPr lang="ja-JP" altLang="en-US" sz="800" dirty="0">
                          <a:effectLst/>
                        </a:rPr>
                        <a:t>オンプレミス</a:t>
                      </a:r>
                      <a:r>
                        <a:rPr lang="en-US" altLang="ja-JP" sz="800" dirty="0">
                          <a:effectLst/>
                        </a:rPr>
                        <a:t>DB</a:t>
                      </a:r>
                      <a:r>
                        <a:rPr lang="en-US" sz="800" dirty="0"/>
                        <a:t> - with Full-Text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ja-JP" sz="800" dirty="0">
                          <a:effectLst/>
                        </a:rPr>
                        <a:t>Azure SQL Database (</a:t>
                      </a:r>
                      <a:r>
                        <a:rPr lang="ja-JP" altLang="en-US" sz="800" dirty="0">
                          <a:effectLst/>
                        </a:rPr>
                        <a:t>クラウド</a:t>
                      </a:r>
                      <a:r>
                        <a:rPr lang="de-DE" altLang="ja-JP" sz="800" dirty="0">
                          <a:effectLst/>
                        </a:rPr>
                        <a:t>PaaS)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800" dirty="0"/>
                        <a:t>Dataverse (with relevant features)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800" dirty="0"/>
                        <a:t>PostgreSQL (with extensions)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800" dirty="0"/>
                        <a:t>SharePoint Online</a:t>
                      </a:r>
                      <a:r>
                        <a:rPr lang="ja-JP" altLang="en-US" sz="800" dirty="0"/>
                        <a:t>（お薦め）</a:t>
                      </a:r>
                      <a:endParaRPr lang="de-DE" sz="8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0"/>
                  </a:ext>
                </a:extLst>
              </a:tr>
              <a:tr h="225379">
                <a:tc>
                  <a:txBody>
                    <a:bodyPr/>
                    <a:lstStyle/>
                    <a:p>
                      <a:r>
                        <a:rPr lang="ja-JP" altLang="en-US" sz="800" b="1" dirty="0"/>
                        <a:t>ファイル保存データ型</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dirty="0"/>
                        <a:t>varbinary(max), varbinary, image, blob, nvarchar(max), varchar(max) </a:t>
                      </a:r>
                      <a:r>
                        <a:rPr lang="ja-JP" altLang="en-US" sz="700" dirty="0"/>
                        <a:t>など</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ja-JP" sz="700" dirty="0"/>
                        <a:t>varbinary(max), varbinary, image, blob, nvarchar(max), varchar(max) </a:t>
                      </a:r>
                      <a:r>
                        <a:rPr lang="ja-JP" altLang="en-US" sz="700" dirty="0"/>
                        <a:t>など</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t>ファイル </a:t>
                      </a:r>
                      <a:r>
                        <a:rPr lang="en-US" altLang="ja-JP" sz="700" dirty="0"/>
                        <a:t>(File) </a:t>
                      </a:r>
                      <a:r>
                        <a:rPr lang="ja-JP" altLang="en-US" sz="700" dirty="0"/>
                        <a:t>データ型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dirty="0"/>
                        <a:t>bytea</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t>バイナリ </a:t>
                      </a:r>
                      <a:r>
                        <a:rPr lang="en-US" altLang="ja-JP" sz="700" dirty="0"/>
                        <a:t>(Binary) </a:t>
                      </a:r>
                      <a:r>
                        <a:rPr lang="ja-JP" altLang="en-US" sz="700" dirty="0"/>
                        <a:t>またはドキュメントライブラリのファイル</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1"/>
                  </a:ext>
                </a:extLst>
              </a:tr>
              <a:tr h="200113">
                <a:tc>
                  <a:txBody>
                    <a:bodyPr/>
                    <a:lstStyle/>
                    <a:p>
                      <a:r>
                        <a:rPr lang="ja-JP" altLang="en-US" sz="800" b="1" dirty="0"/>
                        <a:t>最大サイズ</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solidFill>
                            <a:srgbClr val="00B050"/>
                          </a:solidFill>
                        </a:rPr>
                        <a:t>データベースサイズに依存 </a:t>
                      </a:r>
                      <a:r>
                        <a:rPr lang="en-US" altLang="ja-JP" sz="700" dirty="0">
                          <a:solidFill>
                            <a:srgbClr val="00B050"/>
                          </a:solidFill>
                        </a:rPr>
                        <a:t>(</a:t>
                      </a:r>
                      <a:r>
                        <a:rPr lang="ja-JP" altLang="en-US" sz="700" dirty="0">
                          <a:solidFill>
                            <a:srgbClr val="00B050"/>
                          </a:solidFill>
                        </a:rPr>
                        <a:t>一般的に非常に大きい</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dirty="0">
                          <a:solidFill>
                            <a:srgbClr val="00B050"/>
                          </a:solidFill>
                        </a:rPr>
                        <a:t>データベースサイズに依存 </a:t>
                      </a:r>
                      <a:r>
                        <a:rPr lang="en-US" altLang="ja-JP" sz="700" dirty="0">
                          <a:solidFill>
                            <a:srgbClr val="00B050"/>
                          </a:solidFill>
                        </a:rPr>
                        <a:t>(</a:t>
                      </a:r>
                      <a:r>
                        <a:rPr lang="ja-JP" altLang="en-US" sz="700" dirty="0">
                          <a:solidFill>
                            <a:srgbClr val="00B050"/>
                          </a:solidFill>
                        </a:rPr>
                        <a:t>一般的に非常に大きい</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dirty="0">
                          <a:solidFill>
                            <a:srgbClr val="00B050"/>
                          </a:solidFill>
                        </a:rPr>
                        <a:t>300MB (</a:t>
                      </a:r>
                      <a:r>
                        <a:rPr lang="ja-JP" altLang="en-US" sz="700" dirty="0">
                          <a:solidFill>
                            <a:srgbClr val="00B050"/>
                          </a:solidFill>
                        </a:rPr>
                        <a:t>レコードあたり</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solidFill>
                            <a:srgbClr val="00B050"/>
                          </a:solidFill>
                        </a:rPr>
                        <a:t>データベース</a:t>
                      </a:r>
                      <a:r>
                        <a:rPr lang="en-US" altLang="ja-JP" sz="700" dirty="0">
                          <a:solidFill>
                            <a:srgbClr val="00B050"/>
                          </a:solidFill>
                        </a:rPr>
                        <a:t>/</a:t>
                      </a:r>
                      <a:r>
                        <a:rPr lang="ja-JP" altLang="en-US" sz="700" dirty="0">
                          <a:solidFill>
                            <a:srgbClr val="00B050"/>
                          </a:solidFill>
                        </a:rPr>
                        <a:t>サーバー設定に依存 </a:t>
                      </a:r>
                      <a:r>
                        <a:rPr lang="en-US" altLang="ja-JP" sz="700" dirty="0">
                          <a:solidFill>
                            <a:srgbClr val="00B050"/>
                          </a:solidFill>
                        </a:rPr>
                        <a:t>(</a:t>
                      </a:r>
                      <a:r>
                        <a:rPr lang="ja-JP" altLang="en-US" sz="700" dirty="0">
                          <a:solidFill>
                            <a:srgbClr val="00B050"/>
                          </a:solidFill>
                        </a:rPr>
                        <a:t>一般的に大きい</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dirty="0">
                          <a:solidFill>
                            <a:srgbClr val="00B050"/>
                          </a:solidFill>
                        </a:rPr>
                        <a:t>15GB (</a:t>
                      </a:r>
                      <a:r>
                        <a:rPr lang="ja-JP" altLang="en-US" sz="700" dirty="0">
                          <a:solidFill>
                            <a:srgbClr val="00B050"/>
                          </a:solidFill>
                        </a:rPr>
                        <a:t>ファイルあたり</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2"/>
                  </a:ext>
                </a:extLst>
              </a:tr>
              <a:tr h="376977">
                <a:tc>
                  <a:txBody>
                    <a:bodyPr/>
                    <a:lstStyle/>
                    <a:p>
                      <a:r>
                        <a:rPr lang="ja-JP" altLang="en-US" sz="800" b="1"/>
                        <a:t>ネイティブ全文検索</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sz="700" dirty="0">
                          <a:solidFill>
                            <a:srgbClr val="00B050"/>
                          </a:solidFill>
                        </a:rPr>
                        <a:t>Full-Text Search</a:t>
                      </a:r>
                      <a:r>
                        <a:rPr lang="ja-JP" altLang="en-US" sz="700" dirty="0">
                          <a:solidFill>
                            <a:srgbClr val="00B050"/>
                          </a:solidFill>
                        </a:rPr>
                        <a:t>機能</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solidFill>
                            <a:srgbClr val="00B050"/>
                          </a:solidFill>
                          <a:effectLst/>
                        </a:rPr>
                        <a:t>SQL Server 2022</a:t>
                      </a:r>
                      <a:r>
                        <a:rPr lang="ja-JP" altLang="en-US" sz="700" dirty="0">
                          <a:solidFill>
                            <a:srgbClr val="00B050"/>
                          </a:solidFill>
                          <a:effectLst/>
                        </a:rPr>
                        <a:t>はサードパーティ</a:t>
                      </a:r>
                      <a:r>
                        <a:rPr lang="en-US" altLang="ja-JP" sz="700" dirty="0" err="1">
                          <a:solidFill>
                            <a:srgbClr val="00B050"/>
                          </a:solidFill>
                          <a:effectLst/>
                        </a:rPr>
                        <a:t>IFilter</a:t>
                      </a:r>
                      <a:r>
                        <a:rPr lang="ja-JP" altLang="en-US" sz="700" dirty="0">
                          <a:solidFill>
                            <a:srgbClr val="00B050"/>
                          </a:solidFill>
                          <a:effectLst/>
                        </a:rPr>
                        <a:t>やカスタム拡張で柔軟性が高く、大規模</a:t>
                      </a:r>
                      <a:r>
                        <a:rPr lang="en-US" altLang="ja-JP" sz="700" dirty="0">
                          <a:solidFill>
                            <a:srgbClr val="00B050"/>
                          </a:solidFill>
                          <a:effectLst/>
                        </a:rPr>
                        <a:t>/</a:t>
                      </a:r>
                      <a:r>
                        <a:rPr lang="ja-JP" altLang="en-US" sz="700" dirty="0">
                          <a:solidFill>
                            <a:srgbClr val="00B050"/>
                          </a:solidFill>
                          <a:effectLst/>
                        </a:rPr>
                        <a:t>複雑な検索に適。</a:t>
                      </a:r>
                      <a:r>
                        <a:rPr lang="en-US" altLang="ja-JP" sz="700" dirty="0">
                          <a:solidFill>
                            <a:srgbClr val="FF0000"/>
                          </a:solidFill>
                          <a:effectLst/>
                        </a:rPr>
                        <a:t>Azure SQL</a:t>
                      </a:r>
                      <a:r>
                        <a:rPr lang="ja-JP" altLang="en-US" sz="700" dirty="0">
                          <a:solidFill>
                            <a:srgbClr val="FF0000"/>
                          </a:solidFill>
                          <a:effectLst/>
                        </a:rPr>
                        <a:t>は基本に十分だが、カスタマイズ性に欠ける。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sz="700" dirty="0">
                          <a:solidFill>
                            <a:srgbClr val="00B050"/>
                          </a:solidFill>
                        </a:rPr>
                        <a:t>Dataverse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kern="1200" dirty="0">
                          <a:solidFill>
                            <a:srgbClr val="00B050"/>
                          </a:solidFill>
                          <a:latin typeface="+mn-lt"/>
                          <a:ea typeface="+mn-ea"/>
                          <a:cs typeface="+mn-cs"/>
                        </a:rPr>
                        <a:t>はい</a:t>
                      </a:r>
                      <a:r>
                        <a:rPr lang="ja-JP" altLang="en-US" sz="700" kern="1200" dirty="0">
                          <a:solidFill>
                            <a:srgbClr val="0070C0"/>
                          </a:solidFill>
                          <a:latin typeface="+mn-lt"/>
                          <a:ea typeface="+mn-ea"/>
                          <a:cs typeface="+mn-cs"/>
                        </a:rPr>
                        <a:t> </a:t>
                      </a:r>
                      <a:r>
                        <a:rPr lang="en-US" altLang="ja-JP" sz="700" kern="1200" dirty="0">
                          <a:solidFill>
                            <a:srgbClr val="0070C0"/>
                          </a:solidFill>
                          <a:latin typeface="+mn-lt"/>
                          <a:ea typeface="+mn-ea"/>
                          <a:cs typeface="+mn-cs"/>
                        </a:rPr>
                        <a:t>(</a:t>
                      </a:r>
                      <a:r>
                        <a:rPr lang="en-US" altLang="ja-JP" sz="700" kern="1200" dirty="0" err="1">
                          <a:solidFill>
                            <a:srgbClr val="0070C0"/>
                          </a:solidFill>
                          <a:latin typeface="+mn-lt"/>
                          <a:ea typeface="+mn-ea"/>
                          <a:cs typeface="+mn-cs"/>
                        </a:rPr>
                        <a:t>pg_trgm</a:t>
                      </a:r>
                      <a:r>
                        <a:rPr lang="en-US" altLang="ja-JP" sz="700" kern="1200" dirty="0">
                          <a:solidFill>
                            <a:srgbClr val="0070C0"/>
                          </a:solidFill>
                          <a:latin typeface="+mn-lt"/>
                          <a:ea typeface="+mn-ea"/>
                          <a:cs typeface="+mn-cs"/>
                        </a:rPr>
                        <a:t> </a:t>
                      </a:r>
                      <a:r>
                        <a:rPr lang="ja-JP" altLang="en-US" sz="700" kern="1200" dirty="0">
                          <a:solidFill>
                            <a:srgbClr val="0070C0"/>
                          </a:solidFill>
                          <a:latin typeface="+mn-lt"/>
                          <a:ea typeface="+mn-ea"/>
                          <a:cs typeface="+mn-cs"/>
                        </a:rPr>
                        <a:t>拡張など</a:t>
                      </a:r>
                      <a:r>
                        <a:rPr lang="en-US" altLang="ja-JP" sz="700" kern="1200" dirty="0">
                          <a:solidFill>
                            <a:srgbClr val="0070C0"/>
                          </a:solidFill>
                          <a:latin typeface="+mn-lt"/>
                          <a:ea typeface="+mn-ea"/>
                          <a:cs typeface="+mn-cs"/>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の検索機能</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3"/>
                  </a:ext>
                </a:extLst>
              </a:tr>
              <a:tr h="288545">
                <a:tc>
                  <a:txBody>
                    <a:bodyPr/>
                    <a:lstStyle/>
                    <a:p>
                      <a:r>
                        <a:rPr lang="ja-JP" altLang="en-US" sz="800" b="1" dirty="0"/>
                        <a:t>テキスト抽出機能</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FF0000"/>
                          </a:solidFill>
                        </a:rPr>
                        <a:t>限定的</a:t>
                      </a:r>
                      <a:r>
                        <a:rPr lang="ja-JP" altLang="en-US" sz="700" dirty="0">
                          <a:solidFill>
                            <a:srgbClr val="FF0000"/>
                          </a:solidFill>
                        </a:rPr>
                        <a:t> </a:t>
                      </a:r>
                      <a:r>
                        <a:rPr lang="en-US" altLang="ja-JP" sz="700" dirty="0">
                          <a:solidFill>
                            <a:srgbClr val="FF0000"/>
                          </a:solidFill>
                        </a:rPr>
                        <a:t>(</a:t>
                      </a:r>
                      <a:r>
                        <a:rPr lang="de-DE" sz="700" dirty="0">
                          <a:solidFill>
                            <a:srgbClr val="FF0000"/>
                          </a:solidFill>
                        </a:rPr>
                        <a:t>SQL Server </a:t>
                      </a:r>
                      <a:r>
                        <a:rPr lang="ja-JP" altLang="en-US" sz="700" dirty="0">
                          <a:solidFill>
                            <a:srgbClr val="FF0000"/>
                          </a:solidFill>
                        </a:rPr>
                        <a:t>の機能に依存</a:t>
                      </a:r>
                      <a:r>
                        <a:rPr lang="en-US" altLang="ja-JP" sz="700" dirty="0">
                          <a:solidFill>
                            <a:srgbClr val="FF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solidFill>
                            <a:srgbClr val="00B050"/>
                          </a:solidFill>
                          <a:effectLst/>
                        </a:rPr>
                        <a:t>Azure SQL</a:t>
                      </a:r>
                      <a:r>
                        <a:rPr lang="ja-JP" altLang="en-US" sz="700" dirty="0">
                          <a:solidFill>
                            <a:srgbClr val="00B050"/>
                          </a:solidFill>
                          <a:effectLst/>
                        </a:rPr>
                        <a:t>はクラウド</a:t>
                      </a:r>
                      <a:r>
                        <a:rPr lang="en-US" altLang="ja-JP" sz="700" dirty="0">
                          <a:solidFill>
                            <a:srgbClr val="00B050"/>
                          </a:solidFill>
                          <a:effectLst/>
                        </a:rPr>
                        <a:t>AI</a:t>
                      </a:r>
                      <a:r>
                        <a:rPr lang="ja-JP" altLang="en-US" sz="700" dirty="0">
                          <a:solidFill>
                            <a:srgbClr val="00B050"/>
                          </a:solidFill>
                          <a:effectLst/>
                        </a:rPr>
                        <a:t>連携で高度な抽出（例</a:t>
                      </a:r>
                      <a:r>
                        <a:rPr lang="en-US" altLang="ja-JP" sz="700" dirty="0">
                          <a:solidFill>
                            <a:srgbClr val="00B050"/>
                          </a:solidFill>
                          <a:effectLst/>
                        </a:rPr>
                        <a:t>: </a:t>
                      </a:r>
                      <a:r>
                        <a:rPr lang="ja-JP" altLang="en-US" sz="700" dirty="0">
                          <a:solidFill>
                            <a:srgbClr val="00B050"/>
                          </a:solidFill>
                          <a:effectLst/>
                        </a:rPr>
                        <a:t>自然言語処理）が可能だ</a:t>
                      </a:r>
                      <a:r>
                        <a:rPr lang="ja-JP" altLang="en-US" sz="700" dirty="0">
                          <a:effectLst/>
                        </a:rPr>
                        <a:t>が、</a:t>
                      </a:r>
                      <a:r>
                        <a:rPr lang="ja-JP" altLang="en-US" sz="700" dirty="0">
                          <a:solidFill>
                            <a:srgbClr val="FF0000"/>
                          </a:solidFill>
                          <a:effectLst/>
                        </a:rPr>
                        <a:t>外部サービス依存で設定が増える。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FF0000"/>
                          </a:solidFill>
                        </a:rPr>
                        <a:t>限定的</a:t>
                      </a:r>
                      <a:r>
                        <a:rPr lang="ja-JP" altLang="en-US" sz="700" dirty="0">
                          <a:solidFill>
                            <a:srgbClr val="FF0000"/>
                          </a:solidFill>
                        </a:rPr>
                        <a:t> </a:t>
                      </a:r>
                      <a:r>
                        <a:rPr lang="en-US" altLang="ja-JP" sz="700" dirty="0">
                          <a:solidFill>
                            <a:srgbClr val="FF0000"/>
                          </a:solidFill>
                        </a:rPr>
                        <a:t>(</a:t>
                      </a:r>
                      <a:r>
                        <a:rPr lang="de-DE" sz="700" dirty="0">
                          <a:solidFill>
                            <a:srgbClr val="FF0000"/>
                          </a:solidFill>
                        </a:rPr>
                        <a:t>Dataverse Search </a:t>
                      </a:r>
                      <a:r>
                        <a:rPr lang="ja-JP" altLang="en-US" sz="700" dirty="0">
                          <a:solidFill>
                            <a:srgbClr val="FF0000"/>
                          </a:solidFill>
                        </a:rPr>
                        <a:t>が内部で行う</a:t>
                      </a:r>
                      <a:r>
                        <a:rPr lang="en-US" altLang="ja-JP" sz="700" dirty="0">
                          <a:solidFill>
                            <a:srgbClr val="FF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FF0000"/>
                          </a:solidFill>
                        </a:rPr>
                        <a:t>限定的</a:t>
                      </a:r>
                      <a:r>
                        <a:rPr lang="ja-JP" altLang="en-US" sz="700" dirty="0">
                          <a:solidFill>
                            <a:srgbClr val="FF0000"/>
                          </a:solidFill>
                        </a:rPr>
                        <a:t> </a:t>
                      </a:r>
                      <a:r>
                        <a:rPr lang="en-US" altLang="ja-JP" sz="700" dirty="0">
                          <a:solidFill>
                            <a:srgbClr val="FF0000"/>
                          </a:solidFill>
                        </a:rPr>
                        <a:t>(</a:t>
                      </a:r>
                      <a:r>
                        <a:rPr lang="ja-JP" altLang="en-US" sz="700" dirty="0">
                          <a:solidFill>
                            <a:srgbClr val="FF0000"/>
                          </a:solidFill>
                        </a:rPr>
                        <a:t>拡張機能や外部ツールが必要</a:t>
                      </a:r>
                      <a:r>
                        <a:rPr lang="en-US" altLang="ja-JP" sz="700" dirty="0">
                          <a:solidFill>
                            <a:srgbClr val="FF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の検索機能が自動で行う</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4"/>
                  </a:ext>
                </a:extLst>
              </a:tr>
              <a:tr h="288545">
                <a:tc>
                  <a:txBody>
                    <a:bodyPr/>
                    <a:lstStyle/>
                    <a:p>
                      <a:r>
                        <a:rPr lang="ja-JP" altLang="en-US" sz="800" b="1" dirty="0"/>
                        <a:t>非テキスト検索</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kern="1200" dirty="0">
                          <a:solidFill>
                            <a:srgbClr val="FF0000"/>
                          </a:solidFill>
                        </a:rPr>
                        <a:t>限定的 </a:t>
                      </a:r>
                      <a:r>
                        <a:rPr lang="en-US" altLang="ja-JP" sz="700" kern="1200" dirty="0">
                          <a:solidFill>
                            <a:srgbClr val="FF0000"/>
                          </a:solidFill>
                        </a:rPr>
                        <a:t>(</a:t>
                      </a:r>
                      <a:r>
                        <a:rPr lang="ja-JP" altLang="en-US" sz="700" kern="1200" dirty="0">
                          <a:solidFill>
                            <a:srgbClr val="FF0000"/>
                          </a:solidFill>
                        </a:rPr>
                        <a:t>インデックスやクエリによる</a:t>
                      </a:r>
                      <a:r>
                        <a:rPr lang="en-US" altLang="ja-JP" sz="700" kern="1200" dirty="0">
                          <a:solidFill>
                            <a:srgbClr val="FF0000"/>
                          </a:solidFill>
                        </a:rPr>
                        <a:t>)</a:t>
                      </a:r>
                      <a:r>
                        <a:rPr lang="ja-JP" altLang="en-US" sz="700" kern="1200" dirty="0">
                          <a:solidFill>
                            <a:srgbClr val="FF0000"/>
                          </a:solidFill>
                        </a:rPr>
                        <a:t>　ネイティブでは画像</a:t>
                      </a:r>
                      <a:r>
                        <a:rPr lang="en-US" altLang="ja-JP" sz="700" kern="1200" dirty="0">
                          <a:solidFill>
                            <a:srgbClr val="FF0000"/>
                          </a:solidFill>
                        </a:rPr>
                        <a:t>/</a:t>
                      </a:r>
                      <a:r>
                        <a:rPr lang="ja-JP" altLang="en-US" sz="700" kern="1200" dirty="0">
                          <a:solidFill>
                            <a:srgbClr val="FF0000"/>
                          </a:solidFill>
                        </a:rPr>
                        <a:t>動画内容の認識非対応。カスタム開発に依存。</a:t>
                      </a:r>
                      <a:endParaRPr lang="ja-JP" altLang="en-US" sz="700" kern="1200" dirty="0">
                        <a:solidFill>
                          <a:srgbClr val="FF000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effectLst/>
                        </a:rPr>
                        <a:t>Azure SQL</a:t>
                      </a:r>
                      <a:r>
                        <a:rPr lang="ja-JP" altLang="en-US" sz="700" dirty="0">
                          <a:effectLst/>
                        </a:rPr>
                        <a:t>は</a:t>
                      </a:r>
                      <a:r>
                        <a:rPr lang="en-US" altLang="ja-JP" sz="700" dirty="0">
                          <a:effectLst/>
                        </a:rPr>
                        <a:t>AI Search</a:t>
                      </a:r>
                      <a:r>
                        <a:rPr lang="ja-JP" altLang="en-US" sz="700" dirty="0">
                          <a:effectLst/>
                        </a:rPr>
                        <a:t>連携で高度な非テキスト検索（例</a:t>
                      </a:r>
                      <a:r>
                        <a:rPr lang="en-US" altLang="ja-JP" sz="700" dirty="0">
                          <a:effectLst/>
                        </a:rPr>
                        <a:t>: </a:t>
                      </a:r>
                      <a:r>
                        <a:rPr lang="ja-JP" altLang="en-US" sz="700" dirty="0">
                          <a:effectLst/>
                        </a:rPr>
                        <a:t>画像認識）が容易だが、コスト</a:t>
                      </a:r>
                      <a:r>
                        <a:rPr lang="en-US" altLang="ja-JP" sz="700" dirty="0">
                          <a:effectLst/>
                        </a:rPr>
                        <a:t>/</a:t>
                      </a:r>
                      <a:r>
                        <a:rPr lang="ja-JP" altLang="en-US" sz="700" dirty="0">
                          <a:effectLst/>
                        </a:rPr>
                        <a:t>依存性が増す。</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FF0000"/>
                          </a:solidFill>
                        </a:rPr>
                        <a:t>限定的</a:t>
                      </a:r>
                      <a:r>
                        <a:rPr lang="ja-JP" altLang="en-US" sz="700" dirty="0">
                          <a:solidFill>
                            <a:srgbClr val="FF0000"/>
                          </a:solidFill>
                        </a:rPr>
                        <a:t> </a:t>
                      </a:r>
                      <a:r>
                        <a:rPr lang="en-US" altLang="ja-JP" sz="700" dirty="0">
                          <a:solidFill>
                            <a:srgbClr val="FF0000"/>
                          </a:solidFill>
                        </a:rPr>
                        <a:t>(</a:t>
                      </a:r>
                      <a:r>
                        <a:rPr lang="ja-JP" altLang="en-US" sz="700" dirty="0">
                          <a:solidFill>
                            <a:srgbClr val="FF0000"/>
                          </a:solidFill>
                        </a:rPr>
                        <a:t>メタデータ検索が中心</a:t>
                      </a:r>
                      <a:r>
                        <a:rPr lang="en-US" altLang="ja-JP" sz="700" dirty="0">
                          <a:solidFill>
                            <a:srgbClr val="FF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FF0000"/>
                          </a:solidFill>
                        </a:rPr>
                        <a:t>限定的</a:t>
                      </a:r>
                      <a:r>
                        <a:rPr lang="ja-JP" altLang="en-US" sz="700" dirty="0">
                          <a:solidFill>
                            <a:srgbClr val="FF0000"/>
                          </a:solidFill>
                        </a:rPr>
                        <a:t> </a:t>
                      </a:r>
                      <a:r>
                        <a:rPr lang="en-US" altLang="ja-JP" sz="700" dirty="0">
                          <a:solidFill>
                            <a:srgbClr val="FF0000"/>
                          </a:solidFill>
                        </a:rPr>
                        <a:t>(</a:t>
                      </a:r>
                      <a:r>
                        <a:rPr lang="ja-JP" altLang="en-US" sz="700" dirty="0">
                          <a:solidFill>
                            <a:srgbClr val="FF0000"/>
                          </a:solidFill>
                        </a:rPr>
                        <a:t>拡張機能や外部ツールが必要</a:t>
                      </a:r>
                      <a:r>
                        <a:rPr lang="en-US" altLang="ja-JP" sz="700" dirty="0">
                          <a:solidFill>
                            <a:srgbClr val="FF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メタデータ検索、ファイルプロパティ検索</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5"/>
                  </a:ext>
                </a:extLst>
              </a:tr>
              <a:tr h="288545">
                <a:tc>
                  <a:txBody>
                    <a:bodyPr/>
                    <a:lstStyle/>
                    <a:p>
                      <a:r>
                        <a:rPr lang="de-DE" sz="800" b="1" dirty="0"/>
                        <a:t>Power Apps </a:t>
                      </a:r>
                      <a:r>
                        <a:rPr lang="ja-JP" altLang="en-US" sz="800" b="1" dirty="0"/>
                        <a:t>統合</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カスタムコネクタ、</a:t>
                      </a:r>
                      <a:r>
                        <a:rPr lang="en-US" altLang="ja-JP" sz="700" dirty="0">
                          <a:solidFill>
                            <a:srgbClr val="00B050"/>
                          </a:solidFill>
                        </a:rPr>
                        <a:t>SQL Server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直接接続（</a:t>
                      </a:r>
                      <a:r>
                        <a:rPr lang="en-US" altLang="ja-JP" sz="700" dirty="0">
                          <a:solidFill>
                            <a:srgbClr val="00B050"/>
                          </a:solidFill>
                          <a:effectLst/>
                        </a:rPr>
                        <a:t>Gateway</a:t>
                      </a:r>
                      <a:r>
                        <a:rPr lang="ja-JP" altLang="en-US" sz="700" dirty="0">
                          <a:solidFill>
                            <a:srgbClr val="00B050"/>
                          </a:solidFill>
                          <a:effectLst/>
                        </a:rPr>
                        <a:t>不要）。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ファイル添付</a:t>
                      </a:r>
                      <a:r>
                        <a:rPr lang="en-US" altLang="ja-JP" sz="700" dirty="0">
                          <a:solidFill>
                            <a:srgbClr val="00B050"/>
                          </a:solidFill>
                          <a:effectLst/>
                        </a:rPr>
                        <a:t>: </a:t>
                      </a:r>
                      <a:r>
                        <a:rPr lang="ja-JP" altLang="en-US" sz="700" dirty="0">
                          <a:solidFill>
                            <a:srgbClr val="00B050"/>
                          </a:solidFill>
                          <a:effectLst/>
                        </a:rPr>
                        <a:t>ネイティブサポート、</a:t>
                      </a:r>
                      <a:r>
                        <a:rPr lang="en-US" altLang="ja-JP" sz="700" dirty="0">
                          <a:solidFill>
                            <a:srgbClr val="00B050"/>
                          </a:solidFill>
                          <a:effectLst/>
                        </a:rPr>
                        <a:t>Blob</a:t>
                      </a:r>
                      <a:r>
                        <a:rPr lang="ja-JP" altLang="en-US" sz="700" dirty="0">
                          <a:solidFill>
                            <a:srgbClr val="00B050"/>
                          </a:solidFill>
                          <a:effectLst/>
                        </a:rPr>
                        <a:t>連携でスムーズ。</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ネイティブコネクタ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カスタムコネクタ、</a:t>
                      </a:r>
                      <a:r>
                        <a:rPr lang="en-US" altLang="ja-JP" sz="700" dirty="0">
                          <a:solidFill>
                            <a:srgbClr val="00B050"/>
                          </a:solidFill>
                        </a:rPr>
                        <a:t>PostgreSQL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6"/>
                  </a:ext>
                </a:extLst>
              </a:tr>
              <a:tr h="288545">
                <a:tc>
                  <a:txBody>
                    <a:bodyPr/>
                    <a:lstStyle/>
                    <a:p>
                      <a:r>
                        <a:rPr lang="de-DE" sz="800" b="1" dirty="0"/>
                        <a:t>Power Automate </a:t>
                      </a:r>
                      <a:r>
                        <a:rPr lang="ja-JP" altLang="en-US" sz="800" b="1" dirty="0"/>
                        <a:t>統合</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カスタムコネクタ、</a:t>
                      </a:r>
                      <a:r>
                        <a:rPr lang="en-US" altLang="ja-JP" sz="700" dirty="0">
                          <a:solidFill>
                            <a:srgbClr val="00B050"/>
                          </a:solidFill>
                        </a:rPr>
                        <a:t>SQL Server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SQL</a:t>
                      </a:r>
                      <a:r>
                        <a:rPr lang="ja-JP" altLang="en-US" sz="700" dirty="0">
                          <a:solidFill>
                            <a:srgbClr val="00B050"/>
                          </a:solidFill>
                          <a:effectLst/>
                        </a:rPr>
                        <a:t>コネクタ直接使用。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ファイルハンドリング</a:t>
                      </a:r>
                      <a:r>
                        <a:rPr lang="en-US" altLang="ja-JP" sz="700" dirty="0">
                          <a:solidFill>
                            <a:srgbClr val="00B050"/>
                          </a:solidFill>
                          <a:effectLst/>
                        </a:rPr>
                        <a:t>: Blob</a:t>
                      </a:r>
                      <a:r>
                        <a:rPr lang="ja-JP" altLang="en-US" sz="700" dirty="0">
                          <a:solidFill>
                            <a:srgbClr val="00B050"/>
                          </a:solidFill>
                          <a:effectLst/>
                        </a:rPr>
                        <a:t>フロー統合で自動化容易。</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ネイティブコネクタ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カスタムコネクタ、</a:t>
                      </a:r>
                      <a:r>
                        <a:rPr lang="en-US" altLang="ja-JP" sz="700" dirty="0">
                          <a:solidFill>
                            <a:srgbClr val="00B050"/>
                          </a:solidFill>
                        </a:rPr>
                        <a:t>PostgreSQL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7"/>
                  </a:ext>
                </a:extLst>
              </a:tr>
              <a:tr h="288545">
                <a:tc>
                  <a:txBody>
                    <a:bodyPr/>
                    <a:lstStyle/>
                    <a:p>
                      <a:r>
                        <a:rPr lang="ja-JP" altLang="en-US" sz="800" b="1" dirty="0"/>
                        <a:t>必要なライセンス</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kern="1200" dirty="0">
                          <a:solidFill>
                            <a:srgbClr val="00B050"/>
                          </a:solidFill>
                          <a:effectLst/>
                        </a:rPr>
                        <a:t>SQL Server Enterprise/Standard (Full-Text Search </a:t>
                      </a:r>
                      <a:r>
                        <a:rPr lang="ja-JP" altLang="en-US" sz="700" kern="1200" dirty="0">
                          <a:solidFill>
                            <a:srgbClr val="00B050"/>
                          </a:solidFill>
                          <a:effectLst/>
                        </a:rPr>
                        <a:t>は追加費用なし</a:t>
                      </a:r>
                      <a:r>
                        <a:rPr lang="en-US" altLang="ja-JP" sz="700" kern="1200" dirty="0">
                          <a:solidFill>
                            <a:srgbClr val="00B050"/>
                          </a:solidFill>
                          <a:effectLst/>
                        </a:rPr>
                        <a:t>)</a:t>
                      </a:r>
                      <a:endParaRPr lang="en-US" altLang="ja-JP" sz="7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FF0000"/>
                          </a:solidFill>
                          <a:effectLst/>
                        </a:rPr>
                        <a:t>従量課金</a:t>
                      </a:r>
                      <a:r>
                        <a:rPr lang="en-US" altLang="ja-JP" sz="700" kern="1200" dirty="0">
                          <a:solidFill>
                            <a:srgbClr val="FF0000"/>
                          </a:solidFill>
                          <a:effectLst/>
                        </a:rPr>
                        <a:t>: Basic $5/</a:t>
                      </a:r>
                      <a:r>
                        <a:rPr lang="ja-JP" altLang="en-US" sz="700" kern="1200" dirty="0">
                          <a:solidFill>
                            <a:srgbClr val="FF0000"/>
                          </a:solidFill>
                          <a:effectLst/>
                        </a:rPr>
                        <a:t>月</a:t>
                      </a:r>
                      <a:r>
                        <a:rPr lang="en-US" altLang="ja-JP" sz="700" kern="1200" dirty="0">
                          <a:solidFill>
                            <a:srgbClr val="FF0000"/>
                          </a:solidFill>
                          <a:effectLst/>
                        </a:rPr>
                        <a:t>〜</a:t>
                      </a:r>
                      <a:r>
                        <a:rPr lang="ja-JP" altLang="en-US" sz="700" kern="1200" dirty="0">
                          <a:solidFill>
                            <a:srgbClr val="FF0000"/>
                          </a:solidFill>
                          <a:effectLst/>
                        </a:rPr>
                        <a:t>、</a:t>
                      </a:r>
                      <a:r>
                        <a:rPr lang="en-US" altLang="ja-JP" sz="700" kern="1200" dirty="0" err="1">
                          <a:solidFill>
                            <a:srgbClr val="FF0000"/>
                          </a:solidFill>
                          <a:effectLst/>
                        </a:rPr>
                        <a:t>vCore</a:t>
                      </a:r>
                      <a:r>
                        <a:rPr lang="en-US" altLang="ja-JP" sz="700" kern="1200" dirty="0">
                          <a:solidFill>
                            <a:srgbClr val="FF0000"/>
                          </a:solidFill>
                          <a:effectLst/>
                        </a:rPr>
                        <a:t> $0.5/</a:t>
                      </a:r>
                      <a:r>
                        <a:rPr lang="ja-JP" altLang="en-US" sz="700" kern="1200" dirty="0">
                          <a:solidFill>
                            <a:srgbClr val="FF0000"/>
                          </a:solidFill>
                          <a:effectLst/>
                        </a:rPr>
                        <a:t>時間</a:t>
                      </a:r>
                      <a:r>
                        <a:rPr lang="en-US" altLang="ja-JP" sz="700" kern="1200" dirty="0">
                          <a:solidFill>
                            <a:srgbClr val="FF0000"/>
                          </a:solidFill>
                          <a:effectLst/>
                        </a:rPr>
                        <a:t>〜</a:t>
                      </a:r>
                      <a:r>
                        <a:rPr lang="ja-JP" altLang="en-US" sz="700" kern="1200" dirty="0">
                          <a:solidFill>
                            <a:srgbClr val="FF0000"/>
                          </a:solidFill>
                          <a:effectLst/>
                        </a:rPr>
                        <a:t>（ストレージ</a:t>
                      </a:r>
                      <a:r>
                        <a:rPr lang="en-US" altLang="ja-JP" sz="700" kern="1200" dirty="0">
                          <a:solidFill>
                            <a:srgbClr val="FF0000"/>
                          </a:solidFill>
                          <a:effectLst/>
                        </a:rPr>
                        <a:t>$0.10/GB/</a:t>
                      </a:r>
                      <a:r>
                        <a:rPr lang="ja-JP" altLang="en-US" sz="700" kern="1200" dirty="0">
                          <a:solidFill>
                            <a:srgbClr val="FF0000"/>
                          </a:solidFill>
                          <a:effectLst/>
                        </a:rPr>
                        <a:t>月）。 </a:t>
                      </a:r>
                      <a:endParaRPr lang="en-US" altLang="ja-JP" sz="700" kern="12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FF0000"/>
                          </a:solidFill>
                          <a:effectLst/>
                        </a:rPr>
                        <a:t>ファイル</a:t>
                      </a:r>
                      <a:r>
                        <a:rPr lang="en-US" altLang="ja-JP" sz="700" kern="1200" dirty="0">
                          <a:solidFill>
                            <a:srgbClr val="FF0000"/>
                          </a:solidFill>
                          <a:effectLst/>
                        </a:rPr>
                        <a:t>: </a:t>
                      </a:r>
                      <a:r>
                        <a:rPr lang="ja-JP" altLang="en-US" sz="700" kern="1200" dirty="0">
                          <a:solidFill>
                            <a:srgbClr val="FF0000"/>
                          </a:solidFill>
                          <a:effectLst/>
                        </a:rPr>
                        <a:t>標準料金内、</a:t>
                      </a:r>
                      <a:r>
                        <a:rPr lang="en-US" altLang="ja-JP" sz="700" kern="1200" dirty="0">
                          <a:solidFill>
                            <a:srgbClr val="FF0000"/>
                          </a:solidFill>
                          <a:effectLst/>
                        </a:rPr>
                        <a:t>Blob</a:t>
                      </a:r>
                      <a:r>
                        <a:rPr lang="ja-JP" altLang="en-US" sz="700" kern="1200" dirty="0">
                          <a:solidFill>
                            <a:srgbClr val="FF0000"/>
                          </a:solidFill>
                          <a:effectLst/>
                        </a:rPr>
                        <a:t>追加で</a:t>
                      </a:r>
                      <a:r>
                        <a:rPr lang="en-US" altLang="ja-JP" sz="700" kern="1200" dirty="0">
                          <a:solidFill>
                            <a:srgbClr val="FF0000"/>
                          </a:solidFill>
                          <a:effectLst/>
                        </a:rPr>
                        <a:t>$0.02/GB/</a:t>
                      </a:r>
                      <a:r>
                        <a:rPr lang="ja-JP" altLang="en-US" sz="700" kern="1200" dirty="0">
                          <a:solidFill>
                            <a:srgbClr val="FF0000"/>
                          </a:solidFill>
                          <a:effectLst/>
                        </a:rPr>
                        <a:t>月。</a:t>
                      </a:r>
                      <a:endParaRPr lang="en-US" altLang="ja-JP" sz="700" kern="1200" dirty="0">
                        <a:solidFill>
                          <a:srgbClr val="FF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dirty="0">
                          <a:solidFill>
                            <a:srgbClr val="00B050"/>
                          </a:solidFill>
                        </a:rPr>
                        <a:t>Microsoft Dataverse </a:t>
                      </a:r>
                      <a:r>
                        <a:rPr lang="ja-JP" altLang="en-US" sz="700" dirty="0">
                          <a:solidFill>
                            <a:srgbClr val="00B050"/>
                          </a:solidFill>
                        </a:rPr>
                        <a:t>ライセンス </a:t>
                      </a:r>
                      <a:r>
                        <a:rPr lang="en-US" altLang="ja-JP" sz="700" dirty="0">
                          <a:solidFill>
                            <a:srgbClr val="00B050"/>
                          </a:solidFill>
                        </a:rPr>
                        <a:t>(Dynamics 365 </a:t>
                      </a:r>
                      <a:r>
                        <a:rPr lang="ja-JP" altLang="en-US" sz="700" dirty="0">
                          <a:solidFill>
                            <a:srgbClr val="00B050"/>
                          </a:solidFill>
                        </a:rPr>
                        <a:t>または </a:t>
                      </a:r>
                      <a:r>
                        <a:rPr lang="en-US" altLang="ja-JP" sz="700" dirty="0">
                          <a:solidFill>
                            <a:srgbClr val="00B050"/>
                          </a:solidFill>
                        </a:rPr>
                        <a:t>Power Apps Premium </a:t>
                      </a:r>
                      <a:r>
                        <a:rPr lang="ja-JP" altLang="en-US" sz="700" dirty="0">
                          <a:solidFill>
                            <a:srgbClr val="00B050"/>
                          </a:solidFill>
                        </a:rPr>
                        <a:t>ライセンスに含まれる場合あり</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dirty="0">
                          <a:solidFill>
                            <a:srgbClr val="0070C0"/>
                          </a:solidFill>
                        </a:rPr>
                        <a:t>PostgreSQL </a:t>
                      </a:r>
                      <a:r>
                        <a:rPr lang="ja-JP" altLang="en-US" sz="700" dirty="0">
                          <a:solidFill>
                            <a:srgbClr val="0070C0"/>
                          </a:solidFill>
                        </a:rPr>
                        <a:t>自体はオープンソース。拡張機能は追加の構成が必要。</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dirty="0">
                          <a:solidFill>
                            <a:srgbClr val="00B050"/>
                          </a:solidFill>
                        </a:rPr>
                        <a:t>Microsoft 365 </a:t>
                      </a:r>
                      <a:r>
                        <a:rPr lang="ja-JP" altLang="en-US" sz="700" dirty="0">
                          <a:solidFill>
                            <a:srgbClr val="00B050"/>
                          </a:solidFill>
                        </a:rPr>
                        <a:t>ライセンス </a:t>
                      </a:r>
                      <a:r>
                        <a:rPr lang="en-US" altLang="ja-JP" sz="700" dirty="0">
                          <a:solidFill>
                            <a:srgbClr val="00B050"/>
                          </a:solidFill>
                        </a:rPr>
                        <a:t>(</a:t>
                      </a:r>
                      <a:r>
                        <a:rPr lang="de-DE" sz="700" dirty="0">
                          <a:solidFill>
                            <a:srgbClr val="00B050"/>
                          </a:solidFill>
                        </a:rPr>
                        <a:t>SharePoint Online </a:t>
                      </a:r>
                      <a:r>
                        <a:rPr lang="ja-JP" altLang="en-US" sz="700" dirty="0">
                          <a:solidFill>
                            <a:srgbClr val="00B050"/>
                          </a:solidFill>
                        </a:rPr>
                        <a:t>を含むプラン</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8"/>
                  </a:ext>
                </a:extLst>
              </a:tr>
              <a:tr h="1261297">
                <a:tc>
                  <a:txBody>
                    <a:bodyPr/>
                    <a:lstStyle/>
                    <a:p>
                      <a:r>
                        <a:rPr lang="ja-JP" altLang="en-US" sz="800" b="1" kern="1200" dirty="0">
                          <a:solidFill>
                            <a:schemeClr val="dk1"/>
                          </a:solidFill>
                        </a:rPr>
                        <a:t>ソリューションの評価</a:t>
                      </a:r>
                      <a:endParaRPr lang="ja-JP" altLang="en-US" sz="8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強力なリレーショナル機能（</a:t>
                      </a:r>
                      <a:r>
                        <a:rPr lang="en-US" altLang="ja-JP" sz="700" kern="1200" dirty="0">
                          <a:solidFill>
                            <a:srgbClr val="00B050"/>
                          </a:solidFill>
                          <a:effectLst/>
                        </a:rPr>
                        <a:t>FILESTREAM</a:t>
                      </a:r>
                      <a:r>
                        <a:rPr lang="ja-JP" altLang="en-US" sz="700" kern="1200" dirty="0">
                          <a:solidFill>
                            <a:srgbClr val="00B050"/>
                          </a:solidFill>
                          <a:effectLst/>
                        </a:rPr>
                        <a:t>でファイルストレージ対応）。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フルテキスト検索でコンテンツ検索が効率的。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高性能で大規模データに強い。</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FF0000"/>
                          </a:solidFill>
                          <a:effectLst/>
                        </a:rPr>
                        <a:t>ライセンスが複雑でコスト高。 </a:t>
                      </a:r>
                      <a:r>
                        <a:rPr lang="en-US" altLang="ja-JP" sz="700" kern="1200" dirty="0">
                          <a:solidFill>
                            <a:srgbClr val="FF0000"/>
                          </a:solidFill>
                          <a:effectLst/>
                        </a:rPr>
                        <a:t>- </a:t>
                      </a:r>
                      <a:r>
                        <a:rPr lang="ja-JP" altLang="en-US" sz="700" kern="1200" dirty="0">
                          <a:solidFill>
                            <a:srgbClr val="FF0000"/>
                          </a:solidFill>
                          <a:effectLst/>
                        </a:rPr>
                        <a:t>ファイルの大容量ストレージに不向き（</a:t>
                      </a:r>
                      <a:r>
                        <a:rPr lang="en-US" altLang="ja-JP" sz="700" kern="1200" dirty="0">
                          <a:solidFill>
                            <a:srgbClr val="FF0000"/>
                          </a:solidFill>
                          <a:effectLst/>
                        </a:rPr>
                        <a:t>Blob</a:t>
                      </a:r>
                      <a:r>
                        <a:rPr lang="ja-JP" altLang="en-US" sz="700" kern="1200" dirty="0">
                          <a:solidFill>
                            <a:srgbClr val="FF0000"/>
                          </a:solidFill>
                          <a:effectLst/>
                        </a:rPr>
                        <a:t>推奨）。 </a:t>
                      </a:r>
                      <a:endParaRPr lang="en-US" altLang="ja-JP" sz="700" kern="12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FF0000"/>
                          </a:solidFill>
                          <a:effectLst/>
                        </a:rPr>
                        <a:t>バグ報告あり（クエリ結果の不整合）。</a:t>
                      </a:r>
                      <a:endParaRPr lang="en-US" altLang="ja-JP" sz="700" kern="12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FF0000"/>
                          </a:solidFill>
                          <a:effectLst/>
                        </a:rPr>
                        <a:t>ネットワークボトルネックが発生しやすい（</a:t>
                      </a:r>
                      <a:r>
                        <a:rPr lang="en-US" altLang="ja-JP" sz="700" kern="1200" dirty="0">
                          <a:solidFill>
                            <a:srgbClr val="FF0000"/>
                          </a:solidFill>
                          <a:effectLst/>
                        </a:rPr>
                        <a:t>AWS-Azure</a:t>
                      </a:r>
                      <a:r>
                        <a:rPr lang="ja-JP" altLang="en-US" sz="700" kern="1200" dirty="0">
                          <a:solidFill>
                            <a:srgbClr val="FF0000"/>
                          </a:solidFill>
                          <a:effectLst/>
                        </a:rPr>
                        <a:t>間の遅延</a:t>
                      </a:r>
                      <a:r>
                        <a:rPr lang="en-US" altLang="ja-JP" sz="700" kern="1200" dirty="0">
                          <a:solidFill>
                            <a:srgbClr val="FF0000"/>
                          </a:solidFill>
                          <a:effectLst/>
                        </a:rPr>
                        <a:t>: 50-200ms</a:t>
                      </a:r>
                      <a:r>
                        <a:rPr lang="ja-JP" altLang="en-US" sz="700" kern="1200" dirty="0">
                          <a:solidFill>
                            <a:srgbClr val="FF0000"/>
                          </a:solidFill>
                          <a:effectLst/>
                        </a:rPr>
                        <a:t>程度、データ転送量次第でボトルネック）。大規模クエリで顕著。</a:t>
                      </a:r>
                      <a:endParaRPr lang="ja-JP" altLang="en-US" sz="700" kern="1200" dirty="0">
                        <a:solidFill>
                          <a:srgbClr val="FF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完全マネージドで高可用性・自動バックアップ。 </a:t>
                      </a:r>
                      <a:r>
                        <a:rPr lang="en-US" altLang="ja-JP" sz="700" dirty="0">
                          <a:solidFill>
                            <a:srgbClr val="00B050"/>
                          </a:solidFill>
                          <a:effectLst/>
                        </a:rPr>
                        <a:t>- </a:t>
                      </a:r>
                      <a:r>
                        <a:rPr lang="ja-JP" altLang="en-US" sz="700" dirty="0">
                          <a:solidFill>
                            <a:srgbClr val="00B050"/>
                          </a:solidFill>
                          <a:effectLst/>
                        </a:rPr>
                        <a:t>リレーショナルクエリとコンテンツ検索（フルテキスト）がネイティブサポート。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スケーラビリティが高く、ファイルは</a:t>
                      </a:r>
                      <a:r>
                        <a:rPr lang="en-US" altLang="ja-JP" sz="700" dirty="0">
                          <a:solidFill>
                            <a:srgbClr val="00B050"/>
                          </a:solidFill>
                          <a:effectLst/>
                        </a:rPr>
                        <a:t>Blob</a:t>
                      </a:r>
                      <a:r>
                        <a:rPr lang="ja-JP" altLang="en-US" sz="700" dirty="0">
                          <a:solidFill>
                            <a:srgbClr val="00B050"/>
                          </a:solidFill>
                          <a:effectLst/>
                        </a:rPr>
                        <a:t>統合で拡張。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Azure</a:t>
                      </a:r>
                      <a:r>
                        <a:rPr lang="ja-JP" altLang="en-US" sz="700" dirty="0">
                          <a:solidFill>
                            <a:srgbClr val="00B050"/>
                          </a:solidFill>
                          <a:effectLst/>
                        </a:rPr>
                        <a:t>エコシステムとの親和性抜群。</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kern="1200" dirty="0">
                          <a:solidFill>
                            <a:srgbClr val="FF0000"/>
                          </a:solidFill>
                          <a:effectLst/>
                        </a:rPr>
                        <a:t>SQL Server 2022</a:t>
                      </a:r>
                      <a:r>
                        <a:rPr lang="ja-JP" altLang="en-US" sz="700" kern="1200" dirty="0">
                          <a:solidFill>
                            <a:srgbClr val="FF0000"/>
                          </a:solidFill>
                          <a:effectLst/>
                        </a:rPr>
                        <a:t>はサードパーティ</a:t>
                      </a:r>
                      <a:r>
                        <a:rPr lang="en-US" altLang="ja-JP" sz="700" kern="1200" dirty="0" err="1">
                          <a:solidFill>
                            <a:srgbClr val="FF0000"/>
                          </a:solidFill>
                          <a:effectLst/>
                        </a:rPr>
                        <a:t>IFilter</a:t>
                      </a:r>
                      <a:r>
                        <a:rPr lang="ja-JP" altLang="en-US" sz="700" kern="1200" dirty="0">
                          <a:solidFill>
                            <a:srgbClr val="FF0000"/>
                          </a:solidFill>
                          <a:effectLst/>
                        </a:rPr>
                        <a:t>やカスタム拡張で柔軟性が高く、大規模</a:t>
                      </a:r>
                      <a:r>
                        <a:rPr lang="en-US" altLang="ja-JP" sz="700" kern="1200" dirty="0">
                          <a:solidFill>
                            <a:srgbClr val="FF0000"/>
                          </a:solidFill>
                          <a:effectLst/>
                        </a:rPr>
                        <a:t>/</a:t>
                      </a:r>
                      <a:r>
                        <a:rPr lang="ja-JP" altLang="en-US" sz="700" kern="1200" dirty="0">
                          <a:solidFill>
                            <a:srgbClr val="FF0000"/>
                          </a:solidFill>
                          <a:effectLst/>
                        </a:rPr>
                        <a:t>複雑な検索に適。</a:t>
                      </a:r>
                      <a:r>
                        <a:rPr lang="en-US" altLang="ja-JP" sz="700" kern="1200" dirty="0">
                          <a:solidFill>
                            <a:srgbClr val="FF0000"/>
                          </a:solidFill>
                          <a:effectLst/>
                        </a:rPr>
                        <a:t>Azure SQL</a:t>
                      </a:r>
                      <a:r>
                        <a:rPr lang="ja-JP" altLang="en-US" sz="700" kern="1200" dirty="0">
                          <a:solidFill>
                            <a:srgbClr val="FF0000"/>
                          </a:solidFill>
                          <a:effectLst/>
                        </a:rPr>
                        <a:t>は基本</a:t>
                      </a:r>
                      <a:r>
                        <a:rPr lang="en-US" altLang="ja-JP" sz="700" kern="1200" dirty="0">
                          <a:solidFill>
                            <a:srgbClr val="FF0000"/>
                          </a:solidFill>
                          <a:effectLst/>
                        </a:rPr>
                        <a:t>FTS</a:t>
                      </a:r>
                      <a:r>
                        <a:rPr lang="ja-JP" altLang="en-US" sz="700" kern="1200" dirty="0">
                          <a:solidFill>
                            <a:srgbClr val="FF0000"/>
                          </a:solidFill>
                          <a:effectLst/>
                        </a:rPr>
                        <a:t>で十分だが、カスタマイズ性に欠ける。</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altLang="ja-JP" sz="700" kern="1200" dirty="0">
                        <a:solidFill>
                          <a:schemeClr val="dk1"/>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ja-JP" altLang="en-US" sz="7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7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低コードでリレーショナルモデル構築容易（テーブル間関係）。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ファイル添付と</a:t>
                      </a:r>
                      <a:r>
                        <a:rPr lang="en-US" altLang="ja-JP" sz="700" kern="1200" dirty="0">
                          <a:solidFill>
                            <a:srgbClr val="00B050"/>
                          </a:solidFill>
                          <a:effectLst/>
                        </a:rPr>
                        <a:t>AI</a:t>
                      </a:r>
                      <a:r>
                        <a:rPr lang="ja-JP" altLang="en-US" sz="700" kern="1200" dirty="0">
                          <a:solidFill>
                            <a:srgbClr val="00B050"/>
                          </a:solidFill>
                          <a:effectLst/>
                        </a:rPr>
                        <a:t>駆動検索（</a:t>
                      </a:r>
                      <a:r>
                        <a:rPr lang="en-US" altLang="ja-JP" sz="700" kern="1200" dirty="0">
                          <a:solidFill>
                            <a:srgbClr val="00B050"/>
                          </a:solidFill>
                          <a:effectLst/>
                        </a:rPr>
                        <a:t>Dataverse Search</a:t>
                      </a:r>
                      <a:r>
                        <a:rPr lang="ja-JP" altLang="en-US" sz="700" kern="1200" dirty="0">
                          <a:solidFill>
                            <a:srgbClr val="00B050"/>
                          </a:solidFill>
                          <a:effectLst/>
                        </a:rPr>
                        <a:t>）が強み。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セキュリティ・スケーラビリティ高く、</a:t>
                      </a:r>
                      <a:r>
                        <a:rPr lang="en-US" altLang="ja-JP" sz="700" kern="1200" dirty="0">
                          <a:solidFill>
                            <a:srgbClr val="00B050"/>
                          </a:solidFill>
                          <a:effectLst/>
                        </a:rPr>
                        <a:t>Power Apps</a:t>
                      </a:r>
                      <a:r>
                        <a:rPr lang="ja-JP" altLang="en-US" sz="700" kern="1200" dirty="0">
                          <a:solidFill>
                            <a:srgbClr val="00B050"/>
                          </a:solidFill>
                          <a:effectLst/>
                        </a:rPr>
                        <a:t>統合。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ビジネスアプリ向けに最適化。</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FF0000"/>
                          </a:solidFill>
                          <a:effectLst/>
                        </a:rPr>
                        <a:t>容量制限（</a:t>
                      </a:r>
                      <a:r>
                        <a:rPr lang="en-US" altLang="ja-JP" sz="700" dirty="0">
                          <a:solidFill>
                            <a:srgbClr val="FF0000"/>
                          </a:solidFill>
                          <a:effectLst/>
                        </a:rPr>
                        <a:t>DB/</a:t>
                      </a:r>
                      <a:r>
                        <a:rPr lang="ja-JP" altLang="en-US" sz="700" dirty="0">
                          <a:solidFill>
                            <a:srgbClr val="FF0000"/>
                          </a:solidFill>
                          <a:effectLst/>
                        </a:rPr>
                        <a:t>ファイル</a:t>
                      </a:r>
                      <a:r>
                        <a:rPr lang="en-US" altLang="ja-JP" sz="700" dirty="0">
                          <a:solidFill>
                            <a:srgbClr val="FF0000"/>
                          </a:solidFill>
                          <a:effectLst/>
                        </a:rPr>
                        <a:t>/</a:t>
                      </a:r>
                      <a:r>
                        <a:rPr lang="ja-JP" altLang="en-US" sz="700" dirty="0">
                          <a:solidFill>
                            <a:srgbClr val="FF0000"/>
                          </a:solidFill>
                          <a:effectLst/>
                        </a:rPr>
                        <a:t>ログ別）と高コスト。 </a:t>
                      </a:r>
                      <a:endParaRPr lang="en-US" altLang="ja-JP" sz="7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FF0000"/>
                          </a:solidFill>
                          <a:effectLst/>
                        </a:rPr>
                        <a:t>複雑なクエリでパフォーマンス低下。 </a:t>
                      </a:r>
                      <a:endParaRPr lang="en-US" altLang="ja-JP" sz="7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FF0000"/>
                          </a:solidFill>
                          <a:effectLst/>
                        </a:rPr>
                        <a:t>SharePoint</a:t>
                      </a:r>
                      <a:r>
                        <a:rPr lang="ja-JP" altLang="en-US" sz="700" dirty="0">
                          <a:solidFill>
                            <a:srgbClr val="FF0000"/>
                          </a:solidFill>
                          <a:effectLst/>
                        </a:rPr>
                        <a:t>リストよりスケールするが、</a:t>
                      </a:r>
                      <a:r>
                        <a:rPr lang="en-US" altLang="ja-JP" sz="700" dirty="0">
                          <a:solidFill>
                            <a:srgbClr val="FF0000"/>
                          </a:solidFill>
                          <a:effectLst/>
                        </a:rPr>
                        <a:t>SQL</a:t>
                      </a:r>
                      <a:r>
                        <a:rPr lang="ja-JP" altLang="en-US" sz="700" dirty="0">
                          <a:solidFill>
                            <a:srgbClr val="FF0000"/>
                          </a:solidFill>
                          <a:effectLst/>
                        </a:rPr>
                        <a:t>ほど柔軟でない。</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ja-JP" altLang="en-US" sz="700" kern="1200" dirty="0">
                        <a:solidFill>
                          <a:schemeClr val="dk1"/>
                        </a:solidFill>
                        <a:effectLst/>
                      </a:endParaRPr>
                    </a:p>
                    <a:p>
                      <a:endParaRPr lang="en-US" altLang="ja-JP"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無料でフルリレーショナル（</a:t>
                      </a:r>
                      <a:r>
                        <a:rPr lang="en-US" altLang="ja-JP" sz="700" dirty="0">
                          <a:solidFill>
                            <a:srgbClr val="00B050"/>
                          </a:solidFill>
                          <a:effectLst/>
                        </a:rPr>
                        <a:t>JSON</a:t>
                      </a:r>
                      <a:r>
                        <a:rPr lang="ja-JP" altLang="en-US" sz="700" dirty="0">
                          <a:solidFill>
                            <a:srgbClr val="00B050"/>
                          </a:solidFill>
                          <a:effectLst/>
                        </a:rPr>
                        <a:t>サポートで柔軟）。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フルテキスト検索（</a:t>
                      </a:r>
                      <a:r>
                        <a:rPr lang="en-US" altLang="ja-JP" sz="700" dirty="0" err="1">
                          <a:solidFill>
                            <a:srgbClr val="00B050"/>
                          </a:solidFill>
                          <a:effectLst/>
                        </a:rPr>
                        <a:t>tsvector</a:t>
                      </a:r>
                      <a:r>
                        <a:rPr lang="ja-JP" altLang="en-US" sz="700" dirty="0">
                          <a:solidFill>
                            <a:srgbClr val="00B050"/>
                          </a:solidFill>
                          <a:effectLst/>
                        </a:rPr>
                        <a:t>）が強力でコンテンツ検索対応。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ACID</a:t>
                      </a:r>
                      <a:r>
                        <a:rPr lang="ja-JP" altLang="en-US" sz="700" dirty="0">
                          <a:solidFill>
                            <a:srgbClr val="00B050"/>
                          </a:solidFill>
                          <a:effectLst/>
                        </a:rPr>
                        <a:t>準拠で信頼性高く、拡張性良好。 </a:t>
                      </a:r>
                      <a:r>
                        <a:rPr lang="en-US" altLang="ja-JP" sz="700" dirty="0">
                          <a:solidFill>
                            <a:srgbClr val="00B050"/>
                          </a:solidFill>
                          <a:effectLst/>
                        </a:rPr>
                        <a:t>- </a:t>
                      </a:r>
                      <a:r>
                        <a:rPr lang="ja-JP" altLang="en-US" sz="700" dirty="0">
                          <a:solidFill>
                            <a:srgbClr val="00B050"/>
                          </a:solidFill>
                          <a:effectLst/>
                        </a:rPr>
                        <a:t>カスタム拡張（</a:t>
                      </a:r>
                      <a:r>
                        <a:rPr lang="en-US" altLang="ja-JP" sz="700" dirty="0" err="1">
                          <a:solidFill>
                            <a:srgbClr val="00B050"/>
                          </a:solidFill>
                          <a:effectLst/>
                        </a:rPr>
                        <a:t>pg_trgm</a:t>
                      </a:r>
                      <a:r>
                        <a:rPr lang="ja-JP" altLang="en-US" sz="700" dirty="0">
                          <a:solidFill>
                            <a:srgbClr val="00B050"/>
                          </a:solidFill>
                          <a:effectLst/>
                        </a:rPr>
                        <a:t>など）でファイル検索強化。</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FF0000"/>
                          </a:solidFill>
                          <a:effectLst/>
                        </a:rPr>
                        <a:t>大容量ファイルストレージに不向き（</a:t>
                      </a:r>
                      <a:r>
                        <a:rPr lang="en-US" altLang="ja-JP" sz="700" dirty="0">
                          <a:solidFill>
                            <a:srgbClr val="FF0000"/>
                          </a:solidFill>
                          <a:effectLst/>
                        </a:rPr>
                        <a:t>TOAST</a:t>
                      </a:r>
                      <a:r>
                        <a:rPr lang="ja-JP" altLang="en-US" sz="700" dirty="0">
                          <a:solidFill>
                            <a:srgbClr val="FF0000"/>
                          </a:solidFill>
                          <a:effectLst/>
                        </a:rPr>
                        <a:t>使用でパフォーマンス低下）。 </a:t>
                      </a:r>
                      <a:endParaRPr lang="en-US" altLang="ja-JP" sz="7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FF0000"/>
                          </a:solidFill>
                          <a:effectLst/>
                        </a:rPr>
                        <a:t>セットアップ複雑でメンテナンス負荷。 </a:t>
                      </a:r>
                      <a:endParaRPr lang="en-US" altLang="ja-JP" sz="7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FF0000"/>
                          </a:solidFill>
                          <a:effectLst/>
                        </a:rPr>
                        <a:t>商用サポート別途必要。</a:t>
                      </a:r>
                    </a:p>
                    <a:p>
                      <a:endParaRPr lang="ja-JP" altLang="en-US"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ファイル中心のストレージでメタデータによる関係性管理。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強力な検索（</a:t>
                      </a:r>
                      <a:r>
                        <a:rPr lang="en-US" altLang="ja-JP" sz="700" dirty="0">
                          <a:solidFill>
                            <a:srgbClr val="00B050"/>
                          </a:solidFill>
                          <a:effectLst/>
                        </a:rPr>
                        <a:t>Microsoft Search</a:t>
                      </a:r>
                      <a:r>
                        <a:rPr lang="ja-JP" altLang="en-US" sz="700" dirty="0">
                          <a:solidFill>
                            <a:srgbClr val="00B050"/>
                          </a:solidFill>
                          <a:effectLst/>
                        </a:rPr>
                        <a:t>）でコンテンツ抽出優秀。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コラボレーション・バージョン管理がネイティブ。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M365</a:t>
                      </a:r>
                      <a:r>
                        <a:rPr lang="ja-JP" altLang="en-US" sz="700" dirty="0">
                          <a:solidFill>
                            <a:srgbClr val="00B050"/>
                          </a:solidFill>
                          <a:effectLst/>
                        </a:rPr>
                        <a:t>統合でユーザー友好。</a:t>
                      </a:r>
                    </a:p>
                    <a:p>
                      <a:endParaRPr lang="en-US" altLang="zh-CN"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1555614"/>
                  </a:ext>
                </a:extLst>
              </a:tr>
              <a:tr h="642273">
                <a:tc>
                  <a:txBody>
                    <a:bodyPr/>
                    <a:lstStyle/>
                    <a:p>
                      <a:r>
                        <a:rPr lang="ja-JP" altLang="en-US" sz="800" b="1" kern="1200" dirty="0">
                          <a:solidFill>
                            <a:schemeClr val="dk1"/>
                          </a:solidFill>
                        </a:rPr>
                        <a:t>ディリバリー面の評価</a:t>
                      </a:r>
                      <a:endParaRPr lang="ja-JP" altLang="en-US" sz="8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ltLang="ja-JP" sz="700" kern="1200" dirty="0">
                          <a:solidFill>
                            <a:srgbClr val="FF0000"/>
                          </a:solidFill>
                          <a:effectLst/>
                        </a:rPr>
                        <a:t>On-premises data gateway</a:t>
                      </a:r>
                      <a:r>
                        <a:rPr lang="ja-JP" altLang="de-DE" sz="700" kern="1200" dirty="0">
                          <a:solidFill>
                            <a:srgbClr val="FF0000"/>
                          </a:solidFill>
                          <a:effectLst/>
                        </a:rPr>
                        <a:t>（</a:t>
                      </a:r>
                      <a:r>
                        <a:rPr lang="ja-JP" altLang="en-US" sz="700" kern="1200" dirty="0">
                          <a:solidFill>
                            <a:srgbClr val="FF0000"/>
                          </a:solidFill>
                          <a:effectLst/>
                        </a:rPr>
                        <a:t>以下、</a:t>
                      </a:r>
                      <a:r>
                        <a:rPr lang="de-DE" altLang="ja-JP" sz="700" kern="1200" dirty="0">
                          <a:solidFill>
                            <a:srgbClr val="FF0000"/>
                          </a:solidFill>
                          <a:effectLst/>
                        </a:rPr>
                        <a:t>Gateway</a:t>
                      </a:r>
                      <a:r>
                        <a:rPr lang="ja-JP" altLang="de-DE" sz="700" kern="1200" dirty="0">
                          <a:solidFill>
                            <a:srgbClr val="FF0000"/>
                          </a:solidFill>
                          <a:effectLst/>
                        </a:rPr>
                        <a:t>）</a:t>
                      </a:r>
                      <a:r>
                        <a:rPr lang="ja-JP" altLang="en-US" sz="700" kern="1200" dirty="0">
                          <a:solidFill>
                            <a:srgbClr val="FF0000"/>
                          </a:solidFill>
                          <a:effectLst/>
                        </a:rPr>
                        <a:t>のインストールが必要。</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kern="1200" dirty="0">
                          <a:solidFill>
                            <a:srgbClr val="FF0000"/>
                          </a:solidFill>
                          <a:effectLst/>
                        </a:rPr>
                        <a:t>作業量高：サーバー</a:t>
                      </a:r>
                      <a:r>
                        <a:rPr lang="en-US" altLang="ja-JP" sz="700" kern="1200" dirty="0">
                          <a:solidFill>
                            <a:srgbClr val="FF0000"/>
                          </a:solidFill>
                          <a:effectLst/>
                        </a:rPr>
                        <a:t>OS</a:t>
                      </a:r>
                      <a:r>
                        <a:rPr lang="ja-JP" altLang="en-US" sz="700" kern="1200" dirty="0">
                          <a:solidFill>
                            <a:srgbClr val="FF0000"/>
                          </a:solidFill>
                          <a:effectLst/>
                        </a:rPr>
                        <a:t>インストール、</a:t>
                      </a:r>
                      <a:r>
                        <a:rPr lang="en-US" altLang="ja-JP" sz="700" kern="1200" dirty="0">
                          <a:solidFill>
                            <a:srgbClr val="FF0000"/>
                          </a:solidFill>
                          <a:effectLst/>
                        </a:rPr>
                        <a:t>DB</a:t>
                      </a:r>
                      <a:r>
                        <a:rPr lang="ja-JP" altLang="en-US" sz="700" kern="1200" dirty="0">
                          <a:solidFill>
                            <a:srgbClr val="FF0000"/>
                          </a:solidFill>
                          <a:effectLst/>
                        </a:rPr>
                        <a:t>セットアップ、セキュリティ設定、バックアップ構成が必要。デバッグでツール（</a:t>
                      </a:r>
                      <a:r>
                        <a:rPr lang="en-US" altLang="ja-JP" sz="700" kern="1200" dirty="0">
                          <a:solidFill>
                            <a:srgbClr val="FF0000"/>
                          </a:solidFill>
                          <a:effectLst/>
                        </a:rPr>
                        <a:t>SSMS</a:t>
                      </a:r>
                      <a:r>
                        <a:rPr lang="ja-JP" altLang="en-US" sz="700" kern="1200" dirty="0">
                          <a:solidFill>
                            <a:srgbClr val="FF0000"/>
                          </a:solidFill>
                          <a:effectLst/>
                        </a:rPr>
                        <a:t>）導入、テストがすべて必要。</a:t>
                      </a:r>
                      <a:endParaRPr lang="en-US" altLang="ja-JP" sz="700" kern="12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kern="1200" dirty="0">
                          <a:solidFill>
                            <a:srgbClr val="00B050"/>
                          </a:solidFill>
                          <a:effectLst/>
                        </a:rPr>
                        <a:t>実績があり</a:t>
                      </a:r>
                      <a:endParaRPr lang="ja-JP" altLang="en-US" sz="7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作業量低：</a:t>
                      </a:r>
                      <a:r>
                        <a:rPr lang="en-US" altLang="ja-JP" sz="700" dirty="0">
                          <a:solidFill>
                            <a:srgbClr val="00B050"/>
                          </a:solidFill>
                          <a:effectLst/>
                        </a:rPr>
                        <a:t>Azure</a:t>
                      </a:r>
                      <a:r>
                        <a:rPr lang="ja-JP" altLang="en-US" sz="700" dirty="0">
                          <a:solidFill>
                            <a:srgbClr val="00B050"/>
                          </a:solidFill>
                          <a:effectLst/>
                        </a:rPr>
                        <a:t>ポータルで数分でデプロイ。デバッグは</a:t>
                      </a:r>
                      <a:r>
                        <a:rPr lang="en-US" altLang="ja-JP" sz="700" dirty="0">
                          <a:solidFill>
                            <a:srgbClr val="00B050"/>
                          </a:solidFill>
                          <a:effectLst/>
                        </a:rPr>
                        <a:t>Azure</a:t>
                      </a:r>
                      <a:r>
                        <a:rPr lang="ja-JP" altLang="en-US" sz="700" dirty="0">
                          <a:solidFill>
                            <a:srgbClr val="00B050"/>
                          </a:solidFill>
                          <a:effectLst/>
                        </a:rPr>
                        <a:t>ツールで即時、学習曲線短め（数時間）。</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実績がないが、添付ファイル以外には</a:t>
                      </a:r>
                      <a:r>
                        <a:rPr lang="en-US" altLang="ja-JP" sz="700" dirty="0" err="1">
                          <a:solidFill>
                            <a:srgbClr val="00B050"/>
                          </a:solidFill>
                          <a:effectLst/>
                        </a:rPr>
                        <a:t>Sqlserver</a:t>
                      </a:r>
                      <a:r>
                        <a:rPr lang="ja-JP" altLang="en-US" sz="700" dirty="0">
                          <a:solidFill>
                            <a:srgbClr val="00B050"/>
                          </a:solidFill>
                          <a:effectLst/>
                        </a:rPr>
                        <a:t>　</a:t>
                      </a:r>
                      <a:r>
                        <a:rPr lang="en-US" altLang="ja-JP" sz="700" dirty="0">
                          <a:solidFill>
                            <a:srgbClr val="00B050"/>
                          </a:solidFill>
                          <a:effectLst/>
                        </a:rPr>
                        <a:t>2022</a:t>
                      </a:r>
                      <a:r>
                        <a:rPr lang="ja-JP" altLang="en-US" sz="700" dirty="0">
                          <a:solidFill>
                            <a:srgbClr val="00B050"/>
                          </a:solidFill>
                          <a:effectLst/>
                        </a:rPr>
                        <a:t>とは差異がない</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ja-JP" altLang="en-US" sz="7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作業量低：</a:t>
                      </a:r>
                      <a:r>
                        <a:rPr lang="en-US" altLang="ja-JP" sz="700" dirty="0">
                          <a:solidFill>
                            <a:srgbClr val="00B050"/>
                          </a:solidFill>
                          <a:effectLst/>
                        </a:rPr>
                        <a:t>Microsoft 365</a:t>
                      </a:r>
                      <a:r>
                        <a:rPr lang="ja-JP" altLang="en-US" sz="700" dirty="0">
                          <a:solidFill>
                            <a:srgbClr val="00B050"/>
                          </a:solidFill>
                          <a:effectLst/>
                        </a:rPr>
                        <a:t>統合で即時セットアップ。デバッグは</a:t>
                      </a:r>
                      <a:r>
                        <a:rPr lang="en-US" altLang="ja-JP" sz="700" dirty="0">
                          <a:solidFill>
                            <a:srgbClr val="00B050"/>
                          </a:solidFill>
                          <a:effectLst/>
                        </a:rPr>
                        <a:t>Power Platform</a:t>
                      </a:r>
                      <a:r>
                        <a:rPr lang="ja-JP" altLang="en-US" sz="700" dirty="0">
                          <a:solidFill>
                            <a:srgbClr val="00B050"/>
                          </a:solidFill>
                          <a:effectLst/>
                        </a:rPr>
                        <a:t>ツールで簡単</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弊社実績があり、</a:t>
                      </a:r>
                    </a:p>
                    <a:p>
                      <a:pPr marL="171450" indent="-171450">
                        <a:buFont typeface="Arial" panose="020B0604020202020204" pitchFamily="34" charset="0"/>
                        <a:buChar char="•"/>
                      </a:pPr>
                      <a:endParaRPr lang="en-US" altLang="ja-JP"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FF0000"/>
                          </a:solidFill>
                          <a:effectLst/>
                        </a:rPr>
                        <a:t>作業量中：インストール（</a:t>
                      </a:r>
                      <a:r>
                        <a:rPr lang="en-US" altLang="ja-JP" sz="700" dirty="0">
                          <a:solidFill>
                            <a:srgbClr val="FF0000"/>
                          </a:solidFill>
                          <a:effectLst/>
                        </a:rPr>
                        <a:t>Docker</a:t>
                      </a:r>
                      <a:r>
                        <a:rPr lang="ja-JP" altLang="en-US" sz="700" dirty="0">
                          <a:solidFill>
                            <a:srgbClr val="FF0000"/>
                          </a:solidFill>
                          <a:effectLst/>
                        </a:rPr>
                        <a:t>推奨）で数時間、構成（インデックス</a:t>
                      </a:r>
                      <a:r>
                        <a:rPr lang="en-US" altLang="ja-JP" sz="700" dirty="0">
                          <a:solidFill>
                            <a:srgbClr val="FF0000"/>
                          </a:solidFill>
                          <a:effectLst/>
                        </a:rPr>
                        <a:t>/</a:t>
                      </a:r>
                      <a:r>
                        <a:rPr lang="ja-JP" altLang="en-US" sz="700" dirty="0">
                          <a:solidFill>
                            <a:srgbClr val="FF0000"/>
                          </a:solidFill>
                          <a:effectLst/>
                        </a:rPr>
                        <a:t>検索設定）で複何。</a:t>
                      </a:r>
                      <a:endParaRPr lang="en-US" altLang="ja-JP" sz="7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FF0000"/>
                          </a:solidFill>
                          <a:effectLst/>
                        </a:rPr>
                        <a:t>デバッグツール（</a:t>
                      </a:r>
                      <a:r>
                        <a:rPr lang="en-US" altLang="ja-JP" sz="700" dirty="0" err="1">
                          <a:solidFill>
                            <a:srgbClr val="FF0000"/>
                          </a:solidFill>
                          <a:effectLst/>
                        </a:rPr>
                        <a:t>pgAdmin</a:t>
                      </a:r>
                      <a:r>
                        <a:rPr lang="ja-JP" altLang="en-US" sz="700" dirty="0">
                          <a:solidFill>
                            <a:srgbClr val="FF0000"/>
                          </a:solidFill>
                          <a:effectLst/>
                        </a:rPr>
                        <a:t>）で中程度。</a:t>
                      </a:r>
                      <a:endParaRPr lang="en-US" altLang="ja-JP" sz="7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700" dirty="0">
                          <a:solidFill>
                            <a:srgbClr val="FF0000"/>
                          </a:solidFill>
                          <a:effectLst/>
                        </a:rPr>
                        <a:t>Power</a:t>
                      </a:r>
                      <a:r>
                        <a:rPr lang="ja-JP" altLang="en-US" sz="700" dirty="0">
                          <a:solidFill>
                            <a:srgbClr val="FF0000"/>
                          </a:solidFill>
                          <a:effectLst/>
                        </a:rPr>
                        <a:t> </a:t>
                      </a:r>
                      <a:r>
                        <a:rPr lang="en-US" altLang="ja-JP" sz="700" dirty="0">
                          <a:solidFill>
                            <a:srgbClr val="FF0000"/>
                          </a:solidFill>
                          <a:effectLst/>
                        </a:rPr>
                        <a:t>Platform</a:t>
                      </a:r>
                      <a:r>
                        <a:rPr lang="ja-JP" altLang="en-US" sz="700" dirty="0">
                          <a:solidFill>
                            <a:srgbClr val="FF0000"/>
                          </a:solidFill>
                          <a:effectLst/>
                        </a:rPr>
                        <a:t>との連携には実績がない、</a:t>
                      </a:r>
                      <a:r>
                        <a:rPr lang="en-US" altLang="ja-JP" sz="700" dirty="0">
                          <a:solidFill>
                            <a:srgbClr val="FF0000"/>
                          </a:solidFill>
                          <a:effectLst/>
                        </a:rPr>
                        <a:t>POC</a:t>
                      </a:r>
                      <a:r>
                        <a:rPr lang="ja-JP" altLang="en-US" sz="700" dirty="0">
                          <a:solidFill>
                            <a:srgbClr val="FF0000"/>
                          </a:solidFill>
                          <a:effectLst/>
                        </a:rPr>
                        <a:t>範囲は大枠拡大。</a:t>
                      </a:r>
                      <a:endParaRPr lang="en-US" altLang="ja-JP" sz="700" dirty="0">
                        <a:solidFill>
                          <a:srgbClr val="FF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ja-JP" altLang="en-US" sz="700" dirty="0">
                          <a:solidFill>
                            <a:srgbClr val="00B050"/>
                          </a:solidFill>
                          <a:effectLst/>
                        </a:rPr>
                        <a:t>作業量低（弊社実績があり）</a:t>
                      </a:r>
                      <a:endParaRPr lang="en-US" altLang="ja-JP" sz="700" dirty="0">
                        <a:solidFill>
                          <a:srgbClr val="00B050"/>
                        </a:solidFill>
                        <a:effectLst/>
                      </a:endParaRPr>
                    </a:p>
                    <a:p>
                      <a:pPr marL="171450" indent="-171450">
                        <a:buFont typeface="Arial" panose="020B0604020202020204" pitchFamily="34" charset="0"/>
                        <a:buChar char="•"/>
                      </a:pPr>
                      <a:r>
                        <a:rPr lang="en-US" altLang="ja-JP" sz="700" dirty="0">
                          <a:effectLst/>
                        </a:rPr>
                        <a:t>Microsoft Search</a:t>
                      </a:r>
                      <a:r>
                        <a:rPr lang="ja-JP" altLang="en-US" sz="700" dirty="0">
                          <a:effectLst/>
                        </a:rPr>
                        <a:t>の実現には、</a:t>
                      </a:r>
                      <a:endParaRPr lang="en-US" altLang="ja-JP" sz="700" dirty="0">
                        <a:effectLst/>
                      </a:endParaRPr>
                    </a:p>
                    <a:p>
                      <a:pPr marL="228600" indent="-228600">
                        <a:buFont typeface="+mj-lt"/>
                        <a:buAutoNum type="arabicPeriod"/>
                      </a:pPr>
                      <a:r>
                        <a:rPr lang="ja-JP" altLang="en-US" sz="700" dirty="0">
                          <a:solidFill>
                            <a:srgbClr val="FF0000"/>
                          </a:solidFill>
                        </a:rPr>
                        <a:t>事前の</a:t>
                      </a:r>
                      <a:r>
                        <a:rPr lang="en-US" altLang="ja-JP" sz="700" dirty="0">
                          <a:solidFill>
                            <a:srgbClr val="FF0000"/>
                          </a:solidFill>
                        </a:rPr>
                        <a:t>App</a:t>
                      </a:r>
                      <a:r>
                        <a:rPr lang="ja-JP" altLang="en-US" sz="700" dirty="0">
                          <a:solidFill>
                            <a:srgbClr val="FF0000"/>
                          </a:solidFill>
                        </a:rPr>
                        <a:t>登録が必須</a:t>
                      </a:r>
                      <a:endParaRPr lang="en-US" altLang="ja-JP" sz="700" dirty="0">
                        <a:solidFill>
                          <a:srgbClr val="FF0000"/>
                        </a:solidFill>
                      </a:endParaRPr>
                    </a:p>
                    <a:p>
                      <a:pPr marL="228600" indent="-228600">
                        <a:buFont typeface="+mj-lt"/>
                        <a:buAutoNum type="arabicPeriod"/>
                      </a:pPr>
                      <a:r>
                        <a:rPr lang="en-US" altLang="zh-CN" sz="700" dirty="0" err="1">
                          <a:solidFill>
                            <a:srgbClr val="FF0000"/>
                          </a:solidFill>
                        </a:rPr>
                        <a:t>GraphAPI</a:t>
                      </a:r>
                      <a:r>
                        <a:rPr lang="ja-JP" altLang="en-US" sz="700" dirty="0">
                          <a:solidFill>
                            <a:srgbClr val="FF0000"/>
                          </a:solidFill>
                        </a:rPr>
                        <a:t>コールが必要</a:t>
                      </a:r>
                      <a:endParaRPr lang="en-US" altLang="ja-JP" sz="700" dirty="0">
                        <a:solidFill>
                          <a:srgbClr val="FF0000"/>
                        </a:solidFill>
                      </a:endParaRPr>
                    </a:p>
                    <a:p>
                      <a:pPr marL="171450" indent="-171450" algn="l" defTabSz="914400" rtl="0" eaLnBrk="1" latinLnBrk="0" hangingPunct="1">
                        <a:buFont typeface="Arial" panose="020B0604020202020204" pitchFamily="34" charset="0"/>
                        <a:buChar char="•"/>
                      </a:pPr>
                      <a:r>
                        <a:rPr lang="en-US" altLang="ja-JP" sz="700" kern="1200" dirty="0">
                          <a:solidFill>
                            <a:srgbClr val="FF0000"/>
                          </a:solidFill>
                          <a:effectLst/>
                          <a:latin typeface="+mn-lt"/>
                          <a:ea typeface="+mn-ea"/>
                          <a:cs typeface="+mn-cs"/>
                        </a:rPr>
                        <a:t>SharePoint</a:t>
                      </a:r>
                      <a:r>
                        <a:rPr lang="ja-JP" altLang="en-US" sz="700" kern="1200" dirty="0">
                          <a:solidFill>
                            <a:srgbClr val="FF0000"/>
                          </a:solidFill>
                          <a:effectLst/>
                          <a:latin typeface="+mn-lt"/>
                          <a:ea typeface="+mn-ea"/>
                          <a:cs typeface="+mn-cs"/>
                        </a:rPr>
                        <a:t>に置いている添付ファイルの権限管理が必要（実績があり）</a:t>
                      </a:r>
                      <a:endParaRPr lang="en-US" altLang="ja-JP" sz="700" kern="1200" dirty="0">
                        <a:solidFill>
                          <a:srgbClr val="FF0000"/>
                        </a:solidFill>
                        <a:effectLst/>
                        <a:latin typeface="+mn-lt"/>
                        <a:ea typeface="+mn-ea"/>
                        <a:cs typeface="+mn-cs"/>
                      </a:endParaRPr>
                    </a:p>
                    <a:p>
                      <a:endParaRPr lang="en-US" altLang="ja-JP"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9198767"/>
                  </a:ext>
                </a:extLst>
              </a:tr>
            </a:tbl>
          </a:graphicData>
        </a:graphic>
      </p:graphicFrame>
      <p:sp>
        <p:nvSpPr>
          <p:cNvPr id="4" name="テキスト ボックス 3">
            <a:extLst>
              <a:ext uri="{FF2B5EF4-FFF2-40B4-BE49-F238E27FC236}">
                <a16:creationId xmlns:a16="http://schemas.microsoft.com/office/drawing/2014/main" id="{BA79A787-270D-03EF-7F97-F72656D91034}"/>
              </a:ext>
            </a:extLst>
          </p:cNvPr>
          <p:cNvSpPr txBox="1"/>
          <p:nvPr/>
        </p:nvSpPr>
        <p:spPr>
          <a:xfrm>
            <a:off x="328992" y="6022490"/>
            <a:ext cx="11412096" cy="523220"/>
          </a:xfrm>
          <a:prstGeom prst="rect">
            <a:avLst/>
          </a:prstGeom>
          <a:noFill/>
        </p:spPr>
        <p:txBody>
          <a:bodyPr wrap="square" rtlCol="0">
            <a:spAutoFit/>
          </a:bodyPr>
          <a:lstStyle/>
          <a:p>
            <a:r>
              <a:rPr kumimoji="1" lang="ja-JP" altLang="en-US" sz="1400" dirty="0"/>
              <a:t>推奨：仕様書の定型データ保存先（</a:t>
            </a:r>
            <a:r>
              <a:rPr lang="de-DE" altLang="ja-JP" sz="1400" dirty="0"/>
              <a:t>Azure SQL Database</a:t>
            </a:r>
            <a:r>
              <a:rPr kumimoji="1" lang="ja-JP" altLang="en-US" sz="1400" dirty="0"/>
              <a:t>）</a:t>
            </a:r>
            <a:r>
              <a:rPr kumimoji="1" lang="en-US" altLang="ja-JP" sz="1400" dirty="0"/>
              <a:t>,</a:t>
            </a:r>
            <a:r>
              <a:rPr kumimoji="1" lang="ja-JP" altLang="en-US" sz="1400" dirty="0"/>
              <a:t>添付ファイル保存先：</a:t>
            </a:r>
            <a:r>
              <a:rPr kumimoji="1" lang="en-US" altLang="ja-JP" sz="1400" dirty="0"/>
              <a:t>SharePoint</a:t>
            </a:r>
          </a:p>
          <a:p>
            <a:r>
              <a:rPr lang="ja-JP" altLang="en-US" sz="1400" dirty="0"/>
              <a:t>以下の案へこの推奨に基づく</a:t>
            </a:r>
            <a:endParaRPr kumimoji="1" lang="en-US" altLang="ja-JP"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図 56" descr="アイコン&#10;&#10;AI によって生成されたコンテンツは間違っている可能性があります。"/>
          <p:cNvPicPr>
            <a:picLocks noChangeAspect="1"/>
          </p:cNvPicPr>
          <p:nvPr/>
        </p:nvPicPr>
        <p:blipFill>
          <a:blip r:embed="rId3"/>
          <a:stretch>
            <a:fillRect/>
          </a:stretch>
        </p:blipFill>
        <p:spPr>
          <a:xfrm>
            <a:off x="8450035" y="5860997"/>
            <a:ext cx="527498" cy="457200"/>
          </a:xfrm>
          <a:prstGeom prst="rect">
            <a:avLst/>
          </a:prstGeom>
        </p:spPr>
      </p:pic>
      <p:pic>
        <p:nvPicPr>
          <p:cNvPr id="1063" name="図 1062" descr="アイコン&#10;&#10;AI によって生成されたコンテンツは間違っている可能性があります。">
            <a:extLst>
              <a:ext uri="{FF2B5EF4-FFF2-40B4-BE49-F238E27FC236}">
                <a16:creationId xmlns:a16="http://schemas.microsoft.com/office/drawing/2014/main" id="{902572DD-B21B-6E4F-CEEB-CC15515C2B3F}"/>
              </a:ext>
            </a:extLst>
          </p:cNvPr>
          <p:cNvPicPr>
            <a:picLocks noChangeAspect="1"/>
          </p:cNvPicPr>
          <p:nvPr/>
        </p:nvPicPr>
        <p:blipFill>
          <a:blip r:embed="rId4"/>
          <a:stretch>
            <a:fillRect/>
          </a:stretch>
        </p:blipFill>
        <p:spPr>
          <a:xfrm>
            <a:off x="4801274" y="3498609"/>
            <a:ext cx="1877560" cy="1126536"/>
          </a:xfrm>
          <a:prstGeom prst="rect">
            <a:avLst/>
          </a:prstGeom>
        </p:spPr>
      </p:pic>
      <p:sp>
        <p:nvSpPr>
          <p:cNvPr id="2" name="タイトル 1"/>
          <p:cNvSpPr>
            <a:spLocks noGrp="1"/>
          </p:cNvSpPr>
          <p:nvPr>
            <p:ph type="title"/>
          </p:nvPr>
        </p:nvSpPr>
        <p:spPr>
          <a:xfrm>
            <a:off x="414336" y="255264"/>
            <a:ext cx="9327072" cy="765272"/>
          </a:xfrm>
        </p:spPr>
        <p:txBody>
          <a:bodyPr>
            <a:normAutofit/>
          </a:bodyPr>
          <a:lstStyle/>
          <a:p>
            <a:r>
              <a:rPr lang="ja-JP" altLang="en-US" sz="3600" dirty="0"/>
              <a:t>全体アーキテクチャ</a:t>
            </a:r>
            <a:endParaRPr lang="ja-JP" altLang="en-US" sz="2200" dirty="0">
              <a:effectLst/>
            </a:endParaRPr>
          </a:p>
        </p:txBody>
      </p:sp>
      <p:pic>
        <p:nvPicPr>
          <p:cNvPr id="3" name="コンテンツ プレースホルダー 4" descr="グラフィカル ユーザー インターフェイス&#10;&#10;AI によって生成されたコンテンツは間違っている可能性があります。"/>
          <p:cNvPicPr>
            <a:picLocks noGrp="1" noChangeAspect="1"/>
          </p:cNvPicPr>
          <p:nvPr>
            <p:ph sz="quarter" idx="10"/>
          </p:nvPr>
        </p:nvPicPr>
        <p:blipFill>
          <a:blip r:embed="rId5"/>
          <a:stretch>
            <a:fillRect/>
          </a:stretch>
        </p:blipFill>
        <p:spPr>
          <a:xfrm>
            <a:off x="7666752" y="5864857"/>
            <a:ext cx="771118" cy="456744"/>
          </a:xfrm>
        </p:spPr>
      </p:pic>
      <p:pic>
        <p:nvPicPr>
          <p:cNvPr id="7" name="図 6" descr="グラフィカル ユーザー インターフェイス, アプリケーション, テーブル, Excel"/>
          <p:cNvPicPr>
            <a:picLocks noChangeAspect="1"/>
          </p:cNvPicPr>
          <p:nvPr/>
        </p:nvPicPr>
        <p:blipFill>
          <a:blip r:embed="rId6"/>
          <a:stretch>
            <a:fillRect/>
          </a:stretch>
        </p:blipFill>
        <p:spPr>
          <a:xfrm>
            <a:off x="9344188" y="5484980"/>
            <a:ext cx="899975" cy="444385"/>
          </a:xfrm>
          <a:prstGeom prst="rect">
            <a:avLst/>
          </a:prstGeom>
        </p:spPr>
      </p:pic>
      <p:pic>
        <p:nvPicPr>
          <p:cNvPr id="9"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5"/>
          <a:stretch>
            <a:fillRect/>
          </a:stretch>
        </p:blipFill>
        <p:spPr>
          <a:xfrm>
            <a:off x="2755230" y="3118589"/>
            <a:ext cx="1302261" cy="748800"/>
          </a:xfrm>
          <a:prstGeom prst="rect">
            <a:avLst/>
          </a:prstGeom>
        </p:spPr>
      </p:pic>
      <p:pic>
        <p:nvPicPr>
          <p:cNvPr id="10" name="図 9" descr="アイコン&#10;&#10;AI によって生成されたコンテンツは間違っている可能性があります。"/>
          <p:cNvPicPr>
            <a:picLocks noChangeAspect="1"/>
          </p:cNvPicPr>
          <p:nvPr/>
        </p:nvPicPr>
        <p:blipFill>
          <a:blip r:embed="rId3"/>
          <a:stretch>
            <a:fillRect/>
          </a:stretch>
        </p:blipFill>
        <p:spPr>
          <a:xfrm>
            <a:off x="2974394" y="4607496"/>
            <a:ext cx="863933" cy="748800"/>
          </a:xfrm>
          <a:prstGeom prst="rect">
            <a:avLst/>
          </a:prstGeom>
        </p:spPr>
      </p:pic>
      <p:cxnSp>
        <p:nvCxnSpPr>
          <p:cNvPr id="22" name="コネクタ: カギ線 21"/>
          <p:cNvCxnSpPr>
            <a:cxnSpLocks/>
            <a:stCxn id="10" idx="3"/>
            <a:endCxn id="1051" idx="1"/>
          </p:cNvCxnSpPr>
          <p:nvPr/>
        </p:nvCxnSpPr>
        <p:spPr>
          <a:xfrm flipV="1">
            <a:off x="3838327" y="4318263"/>
            <a:ext cx="1374217" cy="663633"/>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コネクタ: カギ線 22"/>
          <p:cNvCxnSpPr>
            <a:cxnSpLocks/>
            <a:stCxn id="9" idx="3"/>
          </p:cNvCxnSpPr>
          <p:nvPr/>
        </p:nvCxnSpPr>
        <p:spPr>
          <a:xfrm>
            <a:off x="4057491" y="3492989"/>
            <a:ext cx="1155053" cy="545345"/>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2533196" y="2833667"/>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25" name="図 24" descr="電子機器の内部&#10;&#10;AI によって生成されたコンテンツは間違っている可能性があります。"/>
          <p:cNvPicPr>
            <a:picLocks noChangeAspect="1"/>
          </p:cNvPicPr>
          <p:nvPr/>
        </p:nvPicPr>
        <p:blipFill>
          <a:blip r:embed="rId7"/>
          <a:stretch>
            <a:fillRect/>
          </a:stretch>
        </p:blipFill>
        <p:spPr>
          <a:xfrm>
            <a:off x="2753620" y="3589046"/>
            <a:ext cx="480623" cy="270351"/>
          </a:xfrm>
          <a:prstGeom prst="rect">
            <a:avLst/>
          </a:prstGeom>
        </p:spPr>
      </p:pic>
      <p:pic>
        <p:nvPicPr>
          <p:cNvPr id="27" name="図 26" descr="ロゴ, アイコン&#10;&#10;AI によって生成されたコンテンツは間違っている可能性があります。"/>
          <p:cNvPicPr>
            <a:picLocks noChangeAspect="1"/>
          </p:cNvPicPr>
          <p:nvPr/>
        </p:nvPicPr>
        <p:blipFill>
          <a:blip r:embed="rId8"/>
          <a:stretch>
            <a:fillRect/>
          </a:stretch>
        </p:blipFill>
        <p:spPr>
          <a:xfrm>
            <a:off x="851717" y="1493131"/>
            <a:ext cx="771118" cy="753768"/>
          </a:xfrm>
          <a:prstGeom prst="rect">
            <a:avLst/>
          </a:prstGeom>
        </p:spPr>
      </p:pic>
      <p:sp>
        <p:nvSpPr>
          <p:cNvPr id="28" name="テキスト ボックス 27"/>
          <p:cNvSpPr txBox="1"/>
          <p:nvPr/>
        </p:nvSpPr>
        <p:spPr>
          <a:xfrm>
            <a:off x="1262799" y="1401592"/>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sp>
        <p:nvSpPr>
          <p:cNvPr id="30" name="テキスト ボックス 29"/>
          <p:cNvSpPr txBox="1"/>
          <p:nvPr/>
        </p:nvSpPr>
        <p:spPr>
          <a:xfrm>
            <a:off x="2098510" y="1636812"/>
            <a:ext cx="1057324" cy="253916"/>
          </a:xfrm>
          <a:prstGeom prst="rect">
            <a:avLst/>
          </a:prstGeom>
          <a:noFill/>
        </p:spPr>
        <p:txBody>
          <a:bodyPr wrap="square" rtlCol="0">
            <a:spAutoFit/>
          </a:bodyPr>
          <a:lstStyle/>
          <a:p>
            <a:r>
              <a:rPr kumimoji="1" lang="ja-JP" altLang="en-US" sz="1050" dirty="0"/>
              <a:t>添付ファイル</a:t>
            </a:r>
          </a:p>
        </p:txBody>
      </p:sp>
      <p:sp>
        <p:nvSpPr>
          <p:cNvPr id="36" name="テキスト ボックス 35"/>
          <p:cNvSpPr txBox="1"/>
          <p:nvPr/>
        </p:nvSpPr>
        <p:spPr>
          <a:xfrm>
            <a:off x="5357197" y="2180679"/>
            <a:ext cx="3347747" cy="276999"/>
          </a:xfrm>
          <a:prstGeom prst="rect">
            <a:avLst/>
          </a:prstGeom>
          <a:noFill/>
        </p:spPr>
        <p:txBody>
          <a:bodyPr wrap="square" rtlCol="0">
            <a:spAutoFit/>
          </a:bodyPr>
          <a:lstStyle/>
          <a:p>
            <a:pPr algn="ctr"/>
            <a:r>
              <a:rPr kumimoji="1" lang="en-US" altLang="ja-JP" sz="1200" dirty="0"/>
              <a:t>Table/View/Stored Procedure Access</a:t>
            </a:r>
            <a:endParaRPr kumimoji="1" lang="ja-JP" altLang="en-US" sz="1200" dirty="0"/>
          </a:p>
        </p:txBody>
      </p:sp>
      <p:pic>
        <p:nvPicPr>
          <p:cNvPr id="38" name="図 37" descr="グラフィカル ユーザー インターフェイス, アプリケーション&#10;&#10;AI によって生成されたコンテンツは間違っている可能性があります。"/>
          <p:cNvPicPr>
            <a:picLocks noChangeAspect="1"/>
          </p:cNvPicPr>
          <p:nvPr/>
        </p:nvPicPr>
        <p:blipFill>
          <a:blip r:embed="rId9"/>
          <a:stretch>
            <a:fillRect/>
          </a:stretch>
        </p:blipFill>
        <p:spPr>
          <a:xfrm>
            <a:off x="914320" y="3903349"/>
            <a:ext cx="642168" cy="789867"/>
          </a:xfrm>
          <a:prstGeom prst="rect">
            <a:avLst/>
          </a:prstGeom>
        </p:spPr>
      </p:pic>
      <p:cxnSp>
        <p:nvCxnSpPr>
          <p:cNvPr id="39" name="直線コネクタ 38"/>
          <p:cNvCxnSpPr>
            <a:cxnSpLocks/>
          </p:cNvCxnSpPr>
          <p:nvPr/>
        </p:nvCxnSpPr>
        <p:spPr>
          <a:xfrm>
            <a:off x="7045493" y="713319"/>
            <a:ext cx="0" cy="5720952"/>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40" name="図 39"/>
          <p:cNvPicPr>
            <a:picLocks noChangeAspect="1"/>
          </p:cNvPicPr>
          <p:nvPr/>
        </p:nvPicPr>
        <p:blipFill>
          <a:blip r:embed="rId10"/>
          <a:stretch>
            <a:fillRect/>
          </a:stretch>
        </p:blipFill>
        <p:spPr>
          <a:xfrm flipH="1">
            <a:off x="8360184" y="5415597"/>
            <a:ext cx="879391" cy="494658"/>
          </a:xfrm>
          <a:prstGeom prst="rect">
            <a:avLst/>
          </a:prstGeom>
        </p:spPr>
      </p:pic>
      <p:pic>
        <p:nvPicPr>
          <p:cNvPr id="41" name="図 40"/>
          <p:cNvPicPr>
            <a:picLocks noChangeAspect="1"/>
          </p:cNvPicPr>
          <p:nvPr/>
        </p:nvPicPr>
        <p:blipFill>
          <a:blip r:embed="rId11"/>
          <a:stretch>
            <a:fillRect/>
          </a:stretch>
        </p:blipFill>
        <p:spPr>
          <a:xfrm flipH="1">
            <a:off x="8752439" y="2214310"/>
            <a:ext cx="820738" cy="430887"/>
          </a:xfrm>
          <a:prstGeom prst="rect">
            <a:avLst/>
          </a:prstGeom>
        </p:spPr>
      </p:pic>
      <p:sp>
        <p:nvSpPr>
          <p:cNvPr id="42" name="テキスト ボックス 41"/>
          <p:cNvSpPr txBox="1"/>
          <p:nvPr/>
        </p:nvSpPr>
        <p:spPr>
          <a:xfrm>
            <a:off x="8978228" y="5929560"/>
            <a:ext cx="2677573" cy="369332"/>
          </a:xfrm>
          <a:prstGeom prst="rect">
            <a:avLst/>
          </a:prstGeom>
          <a:noFill/>
        </p:spPr>
        <p:txBody>
          <a:bodyPr wrap="square" rtlCol="0">
            <a:spAutoFit/>
          </a:bodyPr>
          <a:lstStyle/>
          <a:p>
            <a:r>
              <a:rPr lang="ja-JP" altLang="en-US" sz="900" dirty="0"/>
              <a:t>システム</a:t>
            </a:r>
            <a:r>
              <a:rPr kumimoji="1" lang="ja-JP" altLang="en-US" sz="900" dirty="0"/>
              <a:t>利用者</a:t>
            </a:r>
            <a:endParaRPr kumimoji="1" lang="en-US" altLang="ja-JP" sz="900" dirty="0"/>
          </a:p>
          <a:p>
            <a:r>
              <a:rPr lang="en-US" altLang="zh-CN" sz="900" dirty="0"/>
              <a:t>PowerApps/Power BI/</a:t>
            </a:r>
            <a:r>
              <a:rPr lang="en-US" altLang="ja-JP" sz="900" dirty="0"/>
              <a:t>Office 365</a:t>
            </a:r>
            <a:r>
              <a:rPr lang="en-US" altLang="zh-CN" sz="900" dirty="0"/>
              <a:t> </a:t>
            </a:r>
            <a:r>
              <a:rPr lang="ja-JP" altLang="en-US" sz="900" dirty="0"/>
              <a:t>画面</a:t>
            </a:r>
            <a:endParaRPr kumimoji="1" lang="ja-JP" altLang="en-US" sz="900" dirty="0"/>
          </a:p>
        </p:txBody>
      </p:sp>
      <p:sp>
        <p:nvSpPr>
          <p:cNvPr id="43" name="テキスト ボックス 42"/>
          <p:cNvSpPr txBox="1"/>
          <p:nvPr/>
        </p:nvSpPr>
        <p:spPr>
          <a:xfrm>
            <a:off x="8497337" y="2633975"/>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45" name="フローチャート: 判断 44"/>
          <p:cNvSpPr/>
          <p:nvPr/>
        </p:nvSpPr>
        <p:spPr>
          <a:xfrm>
            <a:off x="3996960" y="319356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コネクタ: カギ線 45"/>
          <p:cNvCxnSpPr>
            <a:stCxn id="45" idx="3"/>
            <a:endCxn id="41" idx="3"/>
          </p:cNvCxnSpPr>
          <p:nvPr/>
        </p:nvCxnSpPr>
        <p:spPr>
          <a:xfrm flipV="1">
            <a:off x="4045728" y="2429754"/>
            <a:ext cx="4706711" cy="795506"/>
          </a:xfrm>
          <a:prstGeom prst="bentConnector3">
            <a:avLst>
              <a:gd name="adj1" fmla="val 42833"/>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p:cNvCxnSpPr>
            <a:stCxn id="51" idx="3"/>
            <a:endCxn id="48" idx="1"/>
          </p:cNvCxnSpPr>
          <p:nvPr/>
        </p:nvCxnSpPr>
        <p:spPr>
          <a:xfrm flipV="1">
            <a:off x="3837182" y="2532487"/>
            <a:ext cx="4891523" cy="2605178"/>
          </a:xfrm>
          <a:prstGeom prst="bentConnector3">
            <a:avLst>
              <a:gd name="adj1" fmla="val 5872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フローチャート: 判断 47"/>
          <p:cNvSpPr/>
          <p:nvPr/>
        </p:nvSpPr>
        <p:spPr>
          <a:xfrm>
            <a:off x="8728705" y="25007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ローチャート: 判断 48"/>
          <p:cNvSpPr/>
          <p:nvPr/>
        </p:nvSpPr>
        <p:spPr>
          <a:xfrm>
            <a:off x="3788412" y="52603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コネクタ: カギ線 49"/>
          <p:cNvCxnSpPr>
            <a:cxnSpLocks/>
            <a:stCxn id="49" idx="3"/>
          </p:cNvCxnSpPr>
          <p:nvPr/>
        </p:nvCxnSpPr>
        <p:spPr>
          <a:xfrm>
            <a:off x="3837180" y="5292087"/>
            <a:ext cx="4510839" cy="523210"/>
          </a:xfrm>
          <a:prstGeom prst="bentConnector3">
            <a:avLst>
              <a:gd name="adj1" fmla="val 54263"/>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フローチャート: 判断 50"/>
          <p:cNvSpPr/>
          <p:nvPr/>
        </p:nvSpPr>
        <p:spPr>
          <a:xfrm>
            <a:off x="3788414" y="5105968"/>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p:cNvCxnSpPr>
            <a:cxnSpLocks/>
            <a:stCxn id="53" idx="3"/>
            <a:endCxn id="40" idx="3"/>
          </p:cNvCxnSpPr>
          <p:nvPr/>
        </p:nvCxnSpPr>
        <p:spPr>
          <a:xfrm>
            <a:off x="4049344" y="3335835"/>
            <a:ext cx="4310840" cy="2327091"/>
          </a:xfrm>
          <a:prstGeom prst="bentConnector3">
            <a:avLst>
              <a:gd name="adj1" fmla="val 56641"/>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フローチャート: 判断 52"/>
          <p:cNvSpPr/>
          <p:nvPr/>
        </p:nvSpPr>
        <p:spPr>
          <a:xfrm>
            <a:off x="4000576" y="3304138"/>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p:cNvSpPr txBox="1"/>
          <p:nvPr/>
        </p:nvSpPr>
        <p:spPr>
          <a:xfrm>
            <a:off x="4058591" y="1004858"/>
            <a:ext cx="2848443" cy="369332"/>
          </a:xfrm>
          <a:prstGeom prst="rect">
            <a:avLst/>
          </a:prstGeom>
          <a:noFill/>
        </p:spPr>
        <p:txBody>
          <a:bodyPr wrap="square" rtlCol="0">
            <a:spAutoFit/>
          </a:bodyPr>
          <a:lstStyle/>
          <a:p>
            <a:pPr algn="r"/>
            <a:r>
              <a:rPr kumimoji="1" lang="en-US" altLang="ja-JP" dirty="0">
                <a:ln w="0"/>
                <a:solidFill>
                  <a:schemeClr val="accent1"/>
                </a:solidFill>
                <a:effectLst>
                  <a:outerShdw blurRad="38100" dist="25400" dir="5400000" algn="ctr" rotWithShape="0">
                    <a:srgbClr val="6E747A">
                      <a:alpha val="43000"/>
                    </a:srgbClr>
                  </a:outerShdw>
                </a:effectLst>
              </a:rPr>
              <a:t>Microsoft Data Center</a:t>
            </a:r>
            <a:endParaRPr kumimoji="1" lang="ja-JP" altLang="en-US" dirty="0">
              <a:ln w="0"/>
              <a:solidFill>
                <a:schemeClr val="accent1"/>
              </a:solidFill>
              <a:effectLst>
                <a:outerShdw blurRad="38100" dist="25400" dir="5400000" algn="ctr" rotWithShape="0">
                  <a:srgbClr val="6E747A">
                    <a:alpha val="43000"/>
                  </a:srgbClr>
                </a:outerShdw>
              </a:effectLst>
            </a:endParaRPr>
          </a:p>
        </p:txBody>
      </p:sp>
      <p:sp>
        <p:nvSpPr>
          <p:cNvPr id="55" name="テキスト ボックス 54"/>
          <p:cNvSpPr txBox="1"/>
          <p:nvPr/>
        </p:nvSpPr>
        <p:spPr>
          <a:xfrm>
            <a:off x="7206510" y="1004858"/>
            <a:ext cx="2848443" cy="369332"/>
          </a:xfrm>
          <a:prstGeom prst="rect">
            <a:avLst/>
          </a:prstGeom>
          <a:noFill/>
        </p:spPr>
        <p:txBody>
          <a:bodyPr wrap="square" lIns="91440" tIns="45720" rIns="91440" bIns="45720" rtlCol="0" anchor="t">
            <a:spAutoFit/>
          </a:bodyPr>
          <a:lstStyle/>
          <a:p>
            <a:r>
              <a:rPr kumimoji="1" lang="en-US" altLang="ja-JP" dirty="0">
                <a:ln w="0"/>
                <a:solidFill>
                  <a:schemeClr val="accent1"/>
                </a:solidFill>
                <a:effectLst>
                  <a:outerShdw blurRad="38100" dist="25400" dir="5400000" algn="ctr" rotWithShape="0">
                    <a:srgbClr val="6E747A">
                      <a:alpha val="43000"/>
                    </a:srgbClr>
                  </a:outerShdw>
                </a:effectLst>
                <a:ea typeface="游ゴシック"/>
              </a:rPr>
              <a:t>MCC</a:t>
            </a:r>
            <a:r>
              <a:rPr kumimoji="1" lang="ja-JP" altLang="en-US" dirty="0">
                <a:ln w="0"/>
                <a:solidFill>
                  <a:schemeClr val="accent1"/>
                </a:solidFill>
                <a:effectLst>
                  <a:outerShdw blurRad="38100" dist="25400" dir="5400000" algn="ctr" rotWithShape="0">
                    <a:srgbClr val="6E747A">
                      <a:alpha val="43000"/>
                    </a:srgbClr>
                  </a:outerShdw>
                </a:effectLst>
                <a:ea typeface="游ゴシック"/>
              </a:rPr>
              <a:t>様</a:t>
            </a:r>
            <a:r>
              <a:rPr kumimoji="1" lang="en-US" altLang="ja-JP" dirty="0">
                <a:ln w="0"/>
                <a:solidFill>
                  <a:schemeClr val="accent1"/>
                </a:solidFill>
                <a:effectLst>
                  <a:outerShdw blurRad="38100" dist="25400" dir="5400000" algn="ctr" rotWithShape="0">
                    <a:srgbClr val="6E747A">
                      <a:alpha val="43000"/>
                    </a:srgbClr>
                  </a:outerShdw>
                </a:effectLst>
                <a:ea typeface="游ゴシック"/>
              </a:rPr>
              <a:t> </a:t>
            </a:r>
            <a:r>
              <a:rPr kumimoji="1" lang="ja-JP" altLang="en-US" dirty="0">
                <a:ln w="0"/>
                <a:solidFill>
                  <a:schemeClr val="accent1"/>
                </a:solidFill>
                <a:effectLst>
                  <a:outerShdw blurRad="38100" dist="25400" dir="5400000" algn="ctr" rotWithShape="0">
                    <a:srgbClr val="6E747A">
                      <a:alpha val="43000"/>
                    </a:srgbClr>
                  </a:outerShdw>
                </a:effectLst>
                <a:ea typeface="游ゴシック"/>
              </a:rPr>
              <a:t>環境</a:t>
            </a:r>
            <a:r>
              <a:rPr lang="ja-JP" altLang="en-US" dirty="0">
                <a:ln w="0"/>
                <a:solidFill>
                  <a:schemeClr val="accent1"/>
                </a:solidFill>
                <a:effectLst>
                  <a:outerShdw blurRad="38100" dist="25400" dir="5400000" algn="ctr" rotWithShape="0">
                    <a:srgbClr val="6E747A">
                      <a:alpha val="43000"/>
                    </a:srgbClr>
                  </a:outerShdw>
                </a:effectLst>
                <a:ea typeface="游ゴシック"/>
              </a:rPr>
              <a:t>（AWS含む）</a:t>
            </a:r>
            <a:endParaRPr kumimoji="1" lang="ja-JP" altLang="en-US" dirty="0">
              <a:ln w="0"/>
              <a:solidFill>
                <a:schemeClr val="accent1"/>
              </a:solidFill>
              <a:effectLst>
                <a:outerShdw blurRad="38100" dist="25400" dir="5400000" algn="ctr" rotWithShape="0">
                  <a:srgbClr val="6E747A">
                    <a:alpha val="43000"/>
                  </a:srgbClr>
                </a:outerShdw>
              </a:effectLst>
            </a:endParaRPr>
          </a:p>
        </p:txBody>
      </p:sp>
      <p:pic>
        <p:nvPicPr>
          <p:cNvPr id="58"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5"/>
          <a:stretch>
            <a:fillRect/>
          </a:stretch>
        </p:blipFill>
        <p:spPr>
          <a:xfrm>
            <a:off x="8822495" y="2861245"/>
            <a:ext cx="771118" cy="456744"/>
          </a:xfrm>
          <a:prstGeom prst="rect">
            <a:avLst/>
          </a:prstGeom>
        </p:spPr>
      </p:pic>
      <p:pic>
        <p:nvPicPr>
          <p:cNvPr id="59" name="図 58" descr="アイコン&#10;&#10;AI によって生成されたコンテンツは間違っている可能性があります。"/>
          <p:cNvPicPr>
            <a:picLocks noChangeAspect="1"/>
          </p:cNvPicPr>
          <p:nvPr/>
        </p:nvPicPr>
        <p:blipFill>
          <a:blip r:embed="rId3"/>
          <a:stretch>
            <a:fillRect/>
          </a:stretch>
        </p:blipFill>
        <p:spPr>
          <a:xfrm>
            <a:off x="8245813" y="2867907"/>
            <a:ext cx="527498" cy="457200"/>
          </a:xfrm>
          <a:prstGeom prst="rect">
            <a:avLst/>
          </a:prstGeom>
        </p:spPr>
      </p:pic>
      <p:pic>
        <p:nvPicPr>
          <p:cNvPr id="1026" name="Picture 2" descr="Sql Server Icons For Windows PNG Transparent Background, Free Download  #11351 - FreeIcons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838320" y="3302887"/>
            <a:ext cx="561417" cy="561417"/>
          </a:xfrm>
          <a:prstGeom prst="rect">
            <a:avLst/>
          </a:prstGeom>
          <a:noFill/>
          <a:extLst>
            <a:ext uri="{909E8E84-426E-40DD-AFC4-6F175D3DCCD1}">
              <a14:hiddenFill xmlns:a14="http://schemas.microsoft.com/office/drawing/2010/main">
                <a:solidFill>
                  <a:srgbClr val="FFFFFF"/>
                </a:solidFill>
              </a14:hiddenFill>
            </a:ext>
          </a:extLst>
        </p:spPr>
      </p:pic>
      <p:sp>
        <p:nvSpPr>
          <p:cNvPr id="1027" name="テキスト ボックス 1026"/>
          <p:cNvSpPr txBox="1"/>
          <p:nvPr/>
        </p:nvSpPr>
        <p:spPr>
          <a:xfrm>
            <a:off x="4828399" y="4473935"/>
            <a:ext cx="2538877" cy="415498"/>
          </a:xfrm>
          <a:prstGeom prst="rect">
            <a:avLst/>
          </a:prstGeom>
          <a:noFill/>
        </p:spPr>
        <p:txBody>
          <a:bodyPr wrap="square" rtlCol="0">
            <a:spAutoFit/>
          </a:bodyPr>
          <a:lstStyle/>
          <a:p>
            <a:r>
              <a:rPr lang="ja-JP" altLang="en-US" sz="1050" dirty="0"/>
              <a:t>文書</a:t>
            </a:r>
            <a:r>
              <a:rPr lang="en-US" altLang="ja-JP" sz="1050" dirty="0"/>
              <a:t>Transaction</a:t>
            </a:r>
            <a:r>
              <a:rPr lang="ja-JP" altLang="en-US" sz="1050" dirty="0"/>
              <a:t>データ</a:t>
            </a:r>
          </a:p>
          <a:p>
            <a:r>
              <a:rPr lang="ja-JP" altLang="en-US" sz="1050" dirty="0"/>
              <a:t>各種マスタ（属性データ</a:t>
            </a:r>
            <a:r>
              <a:rPr lang="en-US" altLang="ja-JP" sz="1050" dirty="0"/>
              <a:t>/</a:t>
            </a:r>
            <a:r>
              <a:rPr lang="ja-JP" altLang="en-US" sz="1050" dirty="0"/>
              <a:t>定型データ）</a:t>
            </a:r>
            <a:endParaRPr lang="en-US" altLang="ja-JP" sz="1050" dirty="0"/>
          </a:p>
        </p:txBody>
      </p:sp>
      <p:cxnSp>
        <p:nvCxnSpPr>
          <p:cNvPr id="1028" name="コネクタ: カギ線 1027"/>
          <p:cNvCxnSpPr>
            <a:stCxn id="38" idx="3"/>
            <a:endCxn id="1048" idx="2"/>
          </p:cNvCxnSpPr>
          <p:nvPr/>
        </p:nvCxnSpPr>
        <p:spPr>
          <a:xfrm flipV="1">
            <a:off x="1556488" y="3923120"/>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2" name="テキスト ボックス 1031"/>
          <p:cNvSpPr txBox="1"/>
          <p:nvPr/>
        </p:nvSpPr>
        <p:spPr>
          <a:xfrm>
            <a:off x="141187" y="4654856"/>
            <a:ext cx="1831889" cy="276999"/>
          </a:xfrm>
          <a:prstGeom prst="rect">
            <a:avLst/>
          </a:prstGeom>
          <a:noFill/>
        </p:spPr>
        <p:txBody>
          <a:bodyPr wrap="square" rtlCol="0">
            <a:spAutoFit/>
          </a:bodyPr>
          <a:lstStyle/>
          <a:p>
            <a:pPr algn="ctr"/>
            <a:r>
              <a:rPr kumimoji="1" lang="en-US" altLang="ja-JP" sz="1200"/>
              <a:t>Power Automation Flow</a:t>
            </a:r>
            <a:endParaRPr kumimoji="1" lang="ja-JP" altLang="en-US" sz="1200"/>
          </a:p>
        </p:txBody>
      </p:sp>
      <p:sp>
        <p:nvSpPr>
          <p:cNvPr id="1036" name="テキスト ボックス 1035"/>
          <p:cNvSpPr txBox="1"/>
          <p:nvPr/>
        </p:nvSpPr>
        <p:spPr>
          <a:xfrm>
            <a:off x="1973076" y="4073072"/>
            <a:ext cx="1057324" cy="253916"/>
          </a:xfrm>
          <a:prstGeom prst="rect">
            <a:avLst/>
          </a:prstGeom>
          <a:noFill/>
        </p:spPr>
        <p:txBody>
          <a:bodyPr wrap="square" rtlCol="0">
            <a:spAutoFit/>
          </a:bodyPr>
          <a:lstStyle/>
          <a:p>
            <a:r>
              <a:rPr lang="ja-JP" altLang="en-US" sz="1050" dirty="0"/>
              <a:t>業務処理</a:t>
            </a:r>
            <a:endParaRPr lang="en-US" altLang="ja-JP" sz="1050" dirty="0"/>
          </a:p>
        </p:txBody>
      </p:sp>
      <p:cxnSp>
        <p:nvCxnSpPr>
          <p:cNvPr id="1038" name="コネクタ: カギ線 1037"/>
          <p:cNvCxnSpPr>
            <a:cxnSpLocks/>
            <a:stCxn id="1054" idx="3"/>
            <a:endCxn id="1050" idx="1"/>
          </p:cNvCxnSpPr>
          <p:nvPr/>
        </p:nvCxnSpPr>
        <p:spPr>
          <a:xfrm flipV="1">
            <a:off x="1596521" y="4180737"/>
            <a:ext cx="3608456" cy="335737"/>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8" name="フローチャート: 判断 1047"/>
          <p:cNvSpPr/>
          <p:nvPr/>
        </p:nvSpPr>
        <p:spPr>
          <a:xfrm>
            <a:off x="3107066" y="3859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0" name="フローチャート: 判断 1049"/>
          <p:cNvSpPr/>
          <p:nvPr/>
        </p:nvSpPr>
        <p:spPr>
          <a:xfrm>
            <a:off x="5204977" y="414904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1" name="フローチャート: 判断 1050"/>
          <p:cNvSpPr/>
          <p:nvPr/>
        </p:nvSpPr>
        <p:spPr>
          <a:xfrm>
            <a:off x="5212544" y="428656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4" name="フローチャート: 判断 1053"/>
          <p:cNvSpPr/>
          <p:nvPr/>
        </p:nvSpPr>
        <p:spPr>
          <a:xfrm>
            <a:off x="1547753" y="448477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6" name="テキスト ボックス 1055"/>
          <p:cNvSpPr txBox="1"/>
          <p:nvPr/>
        </p:nvSpPr>
        <p:spPr>
          <a:xfrm>
            <a:off x="3496614" y="3908044"/>
            <a:ext cx="1717979" cy="646331"/>
          </a:xfrm>
          <a:prstGeom prst="rect">
            <a:avLst/>
          </a:prstGeom>
          <a:noFill/>
        </p:spPr>
        <p:txBody>
          <a:bodyPr wrap="square" rtlCol="0">
            <a:spAutoFit/>
          </a:bodyPr>
          <a:lstStyle/>
          <a:p>
            <a:pPr algn="ctr"/>
            <a:r>
              <a:rPr kumimoji="1" lang="en-US" altLang="ja-JP" sz="1200" dirty="0"/>
              <a:t>Table/View/</a:t>
            </a:r>
          </a:p>
          <a:p>
            <a:pPr algn="ctr"/>
            <a:r>
              <a:rPr kumimoji="1" lang="en-US" altLang="ja-JP" sz="1200" dirty="0"/>
              <a:t>Stored Procedure </a:t>
            </a:r>
          </a:p>
          <a:p>
            <a:pPr algn="ctr"/>
            <a:r>
              <a:rPr kumimoji="1" lang="en-US" altLang="ja-JP" sz="1200" dirty="0"/>
              <a:t>Access</a:t>
            </a:r>
            <a:endParaRPr kumimoji="1" lang="ja-JP" altLang="en-US" sz="1200" dirty="0"/>
          </a:p>
        </p:txBody>
      </p:sp>
      <p:sp>
        <p:nvSpPr>
          <p:cNvPr id="4" name="フローチャート: 判断 3"/>
          <p:cNvSpPr/>
          <p:nvPr/>
        </p:nvSpPr>
        <p:spPr>
          <a:xfrm>
            <a:off x="2711259" y="324804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フローチャート: 判断 5"/>
          <p:cNvSpPr/>
          <p:nvPr/>
        </p:nvSpPr>
        <p:spPr>
          <a:xfrm>
            <a:off x="2708861" y="3510401"/>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4" name="コネクタ: カギ線 33"/>
          <p:cNvCxnSpPr>
            <a:cxnSpLocks/>
            <a:stCxn id="1025" idx="2"/>
            <a:endCxn id="4" idx="1"/>
          </p:cNvCxnSpPr>
          <p:nvPr/>
        </p:nvCxnSpPr>
        <p:spPr>
          <a:xfrm rot="16200000" flipH="1">
            <a:off x="1520612" y="2089093"/>
            <a:ext cx="1034861" cy="1346434"/>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p:cNvCxnSpPr>
            <a:stCxn id="27" idx="2"/>
            <a:endCxn id="38" idx="0"/>
          </p:cNvCxnSpPr>
          <p:nvPr/>
        </p:nvCxnSpPr>
        <p:spPr>
          <a:xfrm rot="5400000">
            <a:off x="408115" y="3074188"/>
            <a:ext cx="1656450" cy="187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5" name="フローチャート: 判断 1024"/>
          <p:cNvSpPr/>
          <p:nvPr/>
        </p:nvSpPr>
        <p:spPr>
          <a:xfrm>
            <a:off x="1340441" y="218148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30" name="コネクタ: カギ線 1029"/>
          <p:cNvCxnSpPr>
            <a:cxnSpLocks/>
            <a:stCxn id="1026" idx="1"/>
          </p:cNvCxnSpPr>
          <p:nvPr/>
        </p:nvCxnSpPr>
        <p:spPr>
          <a:xfrm rot="10800000" flipV="1">
            <a:off x="5986768" y="3583596"/>
            <a:ext cx="2851552" cy="460358"/>
          </a:xfrm>
          <a:prstGeom prst="bentConnector3">
            <a:avLst>
              <a:gd name="adj1" fmla="val 50000"/>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8" name="コネクタ: カギ線 1067">
            <a:extLst>
              <a:ext uri="{FF2B5EF4-FFF2-40B4-BE49-F238E27FC236}">
                <a16:creationId xmlns:a16="http://schemas.microsoft.com/office/drawing/2014/main" id="{AC5C0D5B-AE3E-08D3-9061-A9C26295A86F}"/>
              </a:ext>
            </a:extLst>
          </p:cNvPr>
          <p:cNvCxnSpPr>
            <a:cxnSpLocks/>
            <a:stCxn id="27" idx="3"/>
            <a:endCxn id="7" idx="0"/>
          </p:cNvCxnSpPr>
          <p:nvPr/>
        </p:nvCxnSpPr>
        <p:spPr>
          <a:xfrm>
            <a:off x="1622835" y="1870015"/>
            <a:ext cx="8171341" cy="3614965"/>
          </a:xfrm>
          <a:prstGeom prst="bentConnector2">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74" name="テキスト ボックス 1073">
            <a:extLst>
              <a:ext uri="{FF2B5EF4-FFF2-40B4-BE49-F238E27FC236}">
                <a16:creationId xmlns:a16="http://schemas.microsoft.com/office/drawing/2014/main" id="{956F3F82-7E28-CA25-F6B0-7E99576324B7}"/>
              </a:ext>
            </a:extLst>
          </p:cNvPr>
          <p:cNvSpPr txBox="1"/>
          <p:nvPr/>
        </p:nvSpPr>
        <p:spPr>
          <a:xfrm>
            <a:off x="957082" y="2576631"/>
            <a:ext cx="1057324" cy="577081"/>
          </a:xfrm>
          <a:prstGeom prst="rect">
            <a:avLst/>
          </a:prstGeom>
          <a:noFill/>
        </p:spPr>
        <p:txBody>
          <a:bodyPr wrap="square" rtlCol="0">
            <a:spAutoFit/>
          </a:bodyPr>
          <a:lstStyle/>
          <a:p>
            <a:r>
              <a:rPr kumimoji="1" lang="ja-JP" altLang="en-US" sz="1050" dirty="0"/>
              <a:t>社員、組織、役職リスト</a:t>
            </a:r>
            <a:endParaRPr kumimoji="1" lang="en-US" altLang="ja-JP" sz="1050" dirty="0"/>
          </a:p>
          <a:p>
            <a:r>
              <a:rPr kumimoji="1" lang="ja-JP" altLang="en-US" sz="1050" dirty="0"/>
              <a:t>添付ファイル</a:t>
            </a:r>
          </a:p>
        </p:txBody>
      </p:sp>
      <p:sp>
        <p:nvSpPr>
          <p:cNvPr id="1075" name="テキスト ボックス 1074">
            <a:extLst>
              <a:ext uri="{FF2B5EF4-FFF2-40B4-BE49-F238E27FC236}">
                <a16:creationId xmlns:a16="http://schemas.microsoft.com/office/drawing/2014/main" id="{E24335BB-04E0-F3A3-2F95-5632A1DE2DE4}"/>
              </a:ext>
            </a:extLst>
          </p:cNvPr>
          <p:cNvSpPr txBox="1"/>
          <p:nvPr/>
        </p:nvSpPr>
        <p:spPr>
          <a:xfrm>
            <a:off x="3407" y="5998040"/>
            <a:ext cx="6927673" cy="553998"/>
          </a:xfrm>
          <a:prstGeom prst="rect">
            <a:avLst/>
          </a:prstGeom>
          <a:noFill/>
        </p:spPr>
        <p:txBody>
          <a:bodyPr wrap="square" rtlCol="0">
            <a:spAutoFit/>
          </a:bodyPr>
          <a:lstStyle/>
          <a:p>
            <a:r>
              <a:rPr kumimoji="1" lang="ja-JP" altLang="en-US" sz="1600" b="1" dirty="0"/>
              <a:t>前回の提案</a:t>
            </a:r>
            <a:r>
              <a:rPr lang="ja-JP" altLang="en-US" sz="1600" b="1" dirty="0"/>
              <a:t>との変更</a:t>
            </a:r>
            <a:r>
              <a:rPr kumimoji="1" lang="ja-JP" altLang="en-US" sz="1600" b="1" dirty="0"/>
              <a:t>、</a:t>
            </a:r>
            <a:r>
              <a:rPr kumimoji="1" lang="en-US" altLang="ja-JP" sz="1600" b="1" dirty="0"/>
              <a:t>On promise</a:t>
            </a:r>
            <a:r>
              <a:rPr lang="ja-JP" altLang="en-US" sz="1600" b="1" dirty="0"/>
              <a:t> </a:t>
            </a:r>
            <a:r>
              <a:rPr kumimoji="1" lang="en-US" altLang="ja-JP" sz="1600" b="1" dirty="0" err="1"/>
              <a:t>Sqlserver</a:t>
            </a:r>
            <a:r>
              <a:rPr lang="ja-JP" altLang="en-US" sz="1600" b="1" dirty="0"/>
              <a:t> </a:t>
            </a:r>
            <a:r>
              <a:rPr kumimoji="1" lang="en-US" altLang="ja-JP" sz="1600" b="1" dirty="0"/>
              <a:t>2022</a:t>
            </a:r>
            <a:r>
              <a:rPr kumimoji="1" lang="ja-JP" altLang="en-US" sz="1600" b="1" dirty="0"/>
              <a:t>⇒</a:t>
            </a:r>
            <a:r>
              <a:rPr kumimoji="1" lang="en-US" altLang="ja-JP" sz="1600" b="1" dirty="0"/>
              <a:t>Azure SQL</a:t>
            </a:r>
          </a:p>
          <a:p>
            <a:r>
              <a:rPr lang="en-US" altLang="ja-JP" sz="1400" dirty="0"/>
              <a:t>On promise Gateway</a:t>
            </a:r>
            <a:r>
              <a:rPr lang="ja-JP" altLang="en-US" sz="1400" dirty="0"/>
              <a:t>の可能の</a:t>
            </a:r>
            <a:r>
              <a:rPr lang="en-US" altLang="ja-JP" sz="1400" dirty="0"/>
              <a:t>Bottle Neck</a:t>
            </a:r>
            <a:r>
              <a:rPr lang="ja-JP" altLang="en-US" sz="1400" dirty="0"/>
              <a:t>を解除するため</a:t>
            </a:r>
            <a:endParaRPr kumimoji="1" lang="ja-JP" altLang="en-US" sz="1400" dirty="0"/>
          </a:p>
        </p:txBody>
      </p:sp>
      <p:sp>
        <p:nvSpPr>
          <p:cNvPr id="1078" name="四角形: 角を丸くする 1077">
            <a:extLst>
              <a:ext uri="{FF2B5EF4-FFF2-40B4-BE49-F238E27FC236}">
                <a16:creationId xmlns:a16="http://schemas.microsoft.com/office/drawing/2014/main" id="{F1B7DCC5-13BB-CA66-B7CF-81789B968965}"/>
              </a:ext>
            </a:extLst>
          </p:cNvPr>
          <p:cNvSpPr/>
          <p:nvPr/>
        </p:nvSpPr>
        <p:spPr>
          <a:xfrm>
            <a:off x="10013119" y="755966"/>
            <a:ext cx="2037964" cy="4659632"/>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9" name="テキスト ボックス 1078">
            <a:extLst>
              <a:ext uri="{FF2B5EF4-FFF2-40B4-BE49-F238E27FC236}">
                <a16:creationId xmlns:a16="http://schemas.microsoft.com/office/drawing/2014/main" id="{281C13BE-F4EF-8FEA-73CE-6D7FFA4BADD9}"/>
              </a:ext>
            </a:extLst>
          </p:cNvPr>
          <p:cNvSpPr txBox="1"/>
          <p:nvPr/>
        </p:nvSpPr>
        <p:spPr>
          <a:xfrm>
            <a:off x="10069339" y="835870"/>
            <a:ext cx="1112261" cy="307777"/>
          </a:xfrm>
          <a:prstGeom prst="rect">
            <a:avLst/>
          </a:prstGeom>
          <a:noFill/>
        </p:spPr>
        <p:txBody>
          <a:bodyPr wrap="square" rtlCol="0">
            <a:spAutoFit/>
          </a:bodyPr>
          <a:lstStyle/>
          <a:p>
            <a:r>
              <a:rPr kumimoji="1" lang="ja-JP" altLang="en-US" sz="1400" b="1" dirty="0"/>
              <a:t>凡例</a:t>
            </a:r>
          </a:p>
        </p:txBody>
      </p:sp>
      <p:pic>
        <p:nvPicPr>
          <p:cNvPr id="1080"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B723E491-4C26-7499-2758-F6C35B908100}"/>
              </a:ext>
            </a:extLst>
          </p:cNvPr>
          <p:cNvPicPr>
            <a:picLocks noChangeAspect="1"/>
          </p:cNvPicPr>
          <p:nvPr/>
        </p:nvPicPr>
        <p:blipFill>
          <a:blip r:embed="rId5"/>
          <a:stretch>
            <a:fillRect/>
          </a:stretch>
        </p:blipFill>
        <p:spPr>
          <a:xfrm>
            <a:off x="10138198" y="1308735"/>
            <a:ext cx="771118" cy="456744"/>
          </a:xfrm>
          <a:prstGeom prst="rect">
            <a:avLst/>
          </a:prstGeom>
        </p:spPr>
      </p:pic>
      <p:sp>
        <p:nvSpPr>
          <p:cNvPr id="1081" name="テキスト ボックス 1080">
            <a:extLst>
              <a:ext uri="{FF2B5EF4-FFF2-40B4-BE49-F238E27FC236}">
                <a16:creationId xmlns:a16="http://schemas.microsoft.com/office/drawing/2014/main" id="{C7E2D5E6-EAC3-9C69-9B73-C5F0E1843085}"/>
              </a:ext>
            </a:extLst>
          </p:cNvPr>
          <p:cNvSpPr txBox="1"/>
          <p:nvPr/>
        </p:nvSpPr>
        <p:spPr>
          <a:xfrm>
            <a:off x="10902849" y="1402679"/>
            <a:ext cx="1148602" cy="253916"/>
          </a:xfrm>
          <a:prstGeom prst="rect">
            <a:avLst/>
          </a:prstGeom>
          <a:noFill/>
        </p:spPr>
        <p:txBody>
          <a:bodyPr wrap="square" rtlCol="0">
            <a:spAutoFit/>
          </a:bodyPr>
          <a:lstStyle/>
          <a:p>
            <a:r>
              <a:rPr kumimoji="1" lang="en-US" altLang="ja-JP" sz="1050" dirty="0"/>
              <a:t>Power Apps</a:t>
            </a:r>
            <a:r>
              <a:rPr kumimoji="1" lang="ja-JP" altLang="en-US" sz="1050" dirty="0"/>
              <a:t>画面</a:t>
            </a:r>
          </a:p>
        </p:txBody>
      </p:sp>
      <p:pic>
        <p:nvPicPr>
          <p:cNvPr id="1082" name="図 1081"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2CDDCF0B-D504-9E56-F6CB-90915C973A3B}"/>
              </a:ext>
            </a:extLst>
          </p:cNvPr>
          <p:cNvPicPr>
            <a:picLocks noChangeAspect="1"/>
          </p:cNvPicPr>
          <p:nvPr/>
        </p:nvPicPr>
        <p:blipFill>
          <a:blip r:embed="rId9"/>
          <a:stretch>
            <a:fillRect/>
          </a:stretch>
        </p:blipFill>
        <p:spPr>
          <a:xfrm>
            <a:off x="10297694" y="1841677"/>
            <a:ext cx="478111" cy="588077"/>
          </a:xfrm>
          <a:prstGeom prst="rect">
            <a:avLst/>
          </a:prstGeom>
        </p:spPr>
      </p:pic>
      <p:sp>
        <p:nvSpPr>
          <p:cNvPr id="1083" name="テキスト ボックス 1082">
            <a:extLst>
              <a:ext uri="{FF2B5EF4-FFF2-40B4-BE49-F238E27FC236}">
                <a16:creationId xmlns:a16="http://schemas.microsoft.com/office/drawing/2014/main" id="{86154B10-1B31-1C4F-B2B4-BAE1DE2E0F9E}"/>
              </a:ext>
            </a:extLst>
          </p:cNvPr>
          <p:cNvSpPr txBox="1"/>
          <p:nvPr/>
        </p:nvSpPr>
        <p:spPr>
          <a:xfrm>
            <a:off x="10902849" y="1990963"/>
            <a:ext cx="1148602" cy="415498"/>
          </a:xfrm>
          <a:prstGeom prst="rect">
            <a:avLst/>
          </a:prstGeom>
          <a:noFill/>
        </p:spPr>
        <p:txBody>
          <a:bodyPr wrap="square" rtlCol="0">
            <a:spAutoFit/>
          </a:bodyPr>
          <a:lstStyle/>
          <a:p>
            <a:r>
              <a:rPr kumimoji="1" lang="en-US" altLang="ja-JP" sz="1050" dirty="0"/>
              <a:t>Power Automate Flow</a:t>
            </a:r>
            <a:endParaRPr kumimoji="1" lang="ja-JP" altLang="en-US" sz="1050" dirty="0"/>
          </a:p>
        </p:txBody>
      </p:sp>
      <p:pic>
        <p:nvPicPr>
          <p:cNvPr id="1084" name="図 1083" descr="アイコン&#10;&#10;AI によって生成されたコンテンツは間違っている可能性があります。">
            <a:extLst>
              <a:ext uri="{FF2B5EF4-FFF2-40B4-BE49-F238E27FC236}">
                <a16:creationId xmlns:a16="http://schemas.microsoft.com/office/drawing/2014/main" id="{D5CC5E4B-4560-F7D9-3ECA-88E5513C864E}"/>
              </a:ext>
            </a:extLst>
          </p:cNvPr>
          <p:cNvPicPr>
            <a:picLocks noChangeAspect="1"/>
          </p:cNvPicPr>
          <p:nvPr/>
        </p:nvPicPr>
        <p:blipFill>
          <a:blip r:embed="rId3"/>
          <a:stretch>
            <a:fillRect/>
          </a:stretch>
        </p:blipFill>
        <p:spPr>
          <a:xfrm>
            <a:off x="10280563" y="2676044"/>
            <a:ext cx="537172" cy="465585"/>
          </a:xfrm>
          <a:prstGeom prst="rect">
            <a:avLst/>
          </a:prstGeom>
        </p:spPr>
      </p:pic>
      <p:sp>
        <p:nvSpPr>
          <p:cNvPr id="1085" name="テキスト ボックス 1084">
            <a:extLst>
              <a:ext uri="{FF2B5EF4-FFF2-40B4-BE49-F238E27FC236}">
                <a16:creationId xmlns:a16="http://schemas.microsoft.com/office/drawing/2014/main" id="{CB3189B9-7C90-3B7A-E1FE-720F33604977}"/>
              </a:ext>
            </a:extLst>
          </p:cNvPr>
          <p:cNvSpPr txBox="1"/>
          <p:nvPr/>
        </p:nvSpPr>
        <p:spPr>
          <a:xfrm>
            <a:off x="10902849" y="2783825"/>
            <a:ext cx="1148602" cy="253916"/>
          </a:xfrm>
          <a:prstGeom prst="rect">
            <a:avLst/>
          </a:prstGeom>
          <a:noFill/>
        </p:spPr>
        <p:txBody>
          <a:bodyPr wrap="square" rtlCol="0">
            <a:spAutoFit/>
          </a:bodyPr>
          <a:lstStyle/>
          <a:p>
            <a:r>
              <a:rPr kumimoji="1" lang="en-US" altLang="ja-JP" sz="1050" dirty="0"/>
              <a:t>Power BI</a:t>
            </a:r>
            <a:endParaRPr kumimoji="1" lang="ja-JP" altLang="en-US" sz="1050" dirty="0"/>
          </a:p>
        </p:txBody>
      </p:sp>
      <p:pic>
        <p:nvPicPr>
          <p:cNvPr id="1086" name="図 1085" descr="ロゴ, アイコン&#10;&#10;AI によって生成されたコンテンツは間違っている可能性があります。">
            <a:extLst>
              <a:ext uri="{FF2B5EF4-FFF2-40B4-BE49-F238E27FC236}">
                <a16:creationId xmlns:a16="http://schemas.microsoft.com/office/drawing/2014/main" id="{FF3F05F6-A3D8-83D5-36EF-9D1900ED172C}"/>
              </a:ext>
            </a:extLst>
          </p:cNvPr>
          <p:cNvPicPr>
            <a:picLocks noChangeAspect="1"/>
          </p:cNvPicPr>
          <p:nvPr/>
        </p:nvPicPr>
        <p:blipFill>
          <a:blip r:embed="rId8"/>
          <a:stretch>
            <a:fillRect/>
          </a:stretch>
        </p:blipFill>
        <p:spPr>
          <a:xfrm>
            <a:off x="10256128" y="3246180"/>
            <a:ext cx="566246" cy="553505"/>
          </a:xfrm>
          <a:prstGeom prst="rect">
            <a:avLst/>
          </a:prstGeom>
        </p:spPr>
      </p:pic>
      <p:sp>
        <p:nvSpPr>
          <p:cNvPr id="1087" name="テキスト ボックス 1086">
            <a:extLst>
              <a:ext uri="{FF2B5EF4-FFF2-40B4-BE49-F238E27FC236}">
                <a16:creationId xmlns:a16="http://schemas.microsoft.com/office/drawing/2014/main" id="{05B7452A-6826-243A-0808-67DCEA18B904}"/>
              </a:ext>
            </a:extLst>
          </p:cNvPr>
          <p:cNvSpPr txBox="1"/>
          <p:nvPr/>
        </p:nvSpPr>
        <p:spPr>
          <a:xfrm>
            <a:off x="10902849" y="3393311"/>
            <a:ext cx="1148602" cy="253916"/>
          </a:xfrm>
          <a:prstGeom prst="rect">
            <a:avLst/>
          </a:prstGeom>
          <a:noFill/>
        </p:spPr>
        <p:txBody>
          <a:bodyPr wrap="square" rtlCol="0">
            <a:spAutoFit/>
          </a:bodyPr>
          <a:lstStyle/>
          <a:p>
            <a:r>
              <a:rPr kumimoji="1" lang="en-US" altLang="ja-JP" sz="1050" dirty="0"/>
              <a:t>Share Point</a:t>
            </a:r>
            <a:endParaRPr kumimoji="1" lang="ja-JP" altLang="en-US" sz="1050" dirty="0"/>
          </a:p>
        </p:txBody>
      </p:sp>
      <p:pic>
        <p:nvPicPr>
          <p:cNvPr id="1088" name="図 1087" descr="アイコン&#10;&#10;AI によって生成されたコンテンツは間違っている可能性があります。">
            <a:extLst>
              <a:ext uri="{FF2B5EF4-FFF2-40B4-BE49-F238E27FC236}">
                <a16:creationId xmlns:a16="http://schemas.microsoft.com/office/drawing/2014/main" id="{AAC5341D-F815-4C75-10B2-573FC349F92A}"/>
              </a:ext>
            </a:extLst>
          </p:cNvPr>
          <p:cNvPicPr>
            <a:picLocks noChangeAspect="1"/>
          </p:cNvPicPr>
          <p:nvPr/>
        </p:nvPicPr>
        <p:blipFill>
          <a:blip r:embed="rId4"/>
          <a:stretch>
            <a:fillRect/>
          </a:stretch>
        </p:blipFill>
        <p:spPr>
          <a:xfrm>
            <a:off x="10277808" y="3928585"/>
            <a:ext cx="658774" cy="395265"/>
          </a:xfrm>
          <a:prstGeom prst="rect">
            <a:avLst/>
          </a:prstGeom>
        </p:spPr>
      </p:pic>
      <p:sp>
        <p:nvSpPr>
          <p:cNvPr id="1089" name="テキスト ボックス 1088">
            <a:extLst>
              <a:ext uri="{FF2B5EF4-FFF2-40B4-BE49-F238E27FC236}">
                <a16:creationId xmlns:a16="http://schemas.microsoft.com/office/drawing/2014/main" id="{129D90D2-8E8B-4EC8-8830-5246F171B719}"/>
              </a:ext>
            </a:extLst>
          </p:cNvPr>
          <p:cNvSpPr txBox="1"/>
          <p:nvPr/>
        </p:nvSpPr>
        <p:spPr>
          <a:xfrm>
            <a:off x="10902849" y="3963567"/>
            <a:ext cx="1148602" cy="253916"/>
          </a:xfrm>
          <a:prstGeom prst="rect">
            <a:avLst/>
          </a:prstGeom>
          <a:noFill/>
        </p:spPr>
        <p:txBody>
          <a:bodyPr wrap="square" rtlCol="0">
            <a:spAutoFit/>
          </a:bodyPr>
          <a:lstStyle/>
          <a:p>
            <a:r>
              <a:rPr kumimoji="1" lang="en-US" altLang="ja-JP" sz="1050" dirty="0"/>
              <a:t>Azure </a:t>
            </a:r>
            <a:r>
              <a:rPr kumimoji="1" lang="en-US" altLang="ja-JP" sz="1050" dirty="0" err="1"/>
              <a:t>Sql</a:t>
            </a:r>
            <a:r>
              <a:rPr lang="ja-JP" altLang="en-US" sz="1050" dirty="0"/>
              <a:t> </a:t>
            </a:r>
            <a:r>
              <a:rPr lang="en-US" altLang="ja-JP" sz="1050" dirty="0"/>
              <a:t>Service</a:t>
            </a:r>
            <a:endParaRPr kumimoji="1" lang="ja-JP" altLang="en-US" sz="1050" dirty="0"/>
          </a:p>
        </p:txBody>
      </p:sp>
      <p:pic>
        <p:nvPicPr>
          <p:cNvPr id="1090" name="Picture 2" descr="Sql Server Icons For Windows PNG Transparent Background, Free Download  #11351 - FreeIconsPNG">
            <a:extLst>
              <a:ext uri="{FF2B5EF4-FFF2-40B4-BE49-F238E27FC236}">
                <a16:creationId xmlns:a16="http://schemas.microsoft.com/office/drawing/2014/main" id="{F81B2CA4-939F-8E18-D312-BBBB8618470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332055" y="4473455"/>
            <a:ext cx="414392" cy="414392"/>
          </a:xfrm>
          <a:prstGeom prst="rect">
            <a:avLst/>
          </a:prstGeom>
          <a:noFill/>
          <a:extLst>
            <a:ext uri="{909E8E84-426E-40DD-AFC4-6F175D3DCCD1}">
              <a14:hiddenFill xmlns:a14="http://schemas.microsoft.com/office/drawing/2010/main">
                <a:solidFill>
                  <a:srgbClr val="FFFFFF"/>
                </a:solidFill>
              </a14:hiddenFill>
            </a:ext>
          </a:extLst>
        </p:spPr>
      </p:pic>
      <p:sp>
        <p:nvSpPr>
          <p:cNvPr id="1091" name="テキスト ボックス 1090">
            <a:extLst>
              <a:ext uri="{FF2B5EF4-FFF2-40B4-BE49-F238E27FC236}">
                <a16:creationId xmlns:a16="http://schemas.microsoft.com/office/drawing/2014/main" id="{6125E361-A09F-4495-741B-1293238A17A0}"/>
              </a:ext>
            </a:extLst>
          </p:cNvPr>
          <p:cNvSpPr txBox="1"/>
          <p:nvPr/>
        </p:nvSpPr>
        <p:spPr>
          <a:xfrm>
            <a:off x="10915470" y="4542694"/>
            <a:ext cx="1148602" cy="415498"/>
          </a:xfrm>
          <a:prstGeom prst="rect">
            <a:avLst/>
          </a:prstGeom>
          <a:noFill/>
        </p:spPr>
        <p:txBody>
          <a:bodyPr wrap="square" rtlCol="0">
            <a:spAutoFit/>
          </a:bodyPr>
          <a:lstStyle/>
          <a:p>
            <a:r>
              <a:rPr lang="en-US" altLang="ja-JP" sz="1050" dirty="0" err="1"/>
              <a:t>Dvlp</a:t>
            </a:r>
            <a:r>
              <a:rPr lang="en-US" altLang="ja-JP" sz="1050" dirty="0"/>
              <a:t>/Operator Tools</a:t>
            </a:r>
            <a:endParaRPr lang="ja-JP" altLang="en-US" sz="1050" dirty="0"/>
          </a:p>
        </p:txBody>
      </p:sp>
      <p:pic>
        <p:nvPicPr>
          <p:cNvPr id="1092" name="図 1091" descr="グラフィカル ユーザー インターフェイス, アプリケーション, テーブル, Excel">
            <a:extLst>
              <a:ext uri="{FF2B5EF4-FFF2-40B4-BE49-F238E27FC236}">
                <a16:creationId xmlns:a16="http://schemas.microsoft.com/office/drawing/2014/main" id="{FC11DA05-706D-DDCA-FA6B-390D61622470}"/>
              </a:ext>
            </a:extLst>
          </p:cNvPr>
          <p:cNvPicPr>
            <a:picLocks noChangeAspect="1"/>
          </p:cNvPicPr>
          <p:nvPr/>
        </p:nvPicPr>
        <p:blipFill>
          <a:blip r:embed="rId6"/>
          <a:stretch>
            <a:fillRect/>
          </a:stretch>
        </p:blipFill>
        <p:spPr>
          <a:xfrm>
            <a:off x="10274155" y="5020267"/>
            <a:ext cx="566540" cy="279743"/>
          </a:xfrm>
          <a:prstGeom prst="rect">
            <a:avLst/>
          </a:prstGeom>
        </p:spPr>
      </p:pic>
      <p:sp>
        <p:nvSpPr>
          <p:cNvPr id="1093" name="テキスト ボックス 1092">
            <a:extLst>
              <a:ext uri="{FF2B5EF4-FFF2-40B4-BE49-F238E27FC236}">
                <a16:creationId xmlns:a16="http://schemas.microsoft.com/office/drawing/2014/main" id="{9625F30C-1C30-8D4D-56F4-56E6223B221E}"/>
              </a:ext>
            </a:extLst>
          </p:cNvPr>
          <p:cNvSpPr txBox="1"/>
          <p:nvPr/>
        </p:nvSpPr>
        <p:spPr>
          <a:xfrm>
            <a:off x="10902481" y="5000099"/>
            <a:ext cx="1148602" cy="253916"/>
          </a:xfrm>
          <a:prstGeom prst="rect">
            <a:avLst/>
          </a:prstGeom>
          <a:noFill/>
        </p:spPr>
        <p:txBody>
          <a:bodyPr wrap="square" rtlCol="0">
            <a:spAutoFit/>
          </a:bodyPr>
          <a:lstStyle/>
          <a:p>
            <a:r>
              <a:rPr lang="en-US" altLang="ja-JP" sz="1050" dirty="0"/>
              <a:t>Office 365</a:t>
            </a:r>
            <a:endParaRPr lang="ja-JP" alt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実現方法－添付ファイル管理（編集含む）</a:t>
            </a:r>
            <a:endParaRPr lang="ja-JP" altLang="en-US" dirty="0">
              <a:effectLst/>
            </a:endParaRPr>
          </a:p>
        </p:txBody>
      </p:sp>
      <p:graphicFrame>
        <p:nvGraphicFramePr>
          <p:cNvPr id="5" name="表 4">
            <a:extLst>
              <a:ext uri="{FF2B5EF4-FFF2-40B4-BE49-F238E27FC236}">
                <a16:creationId xmlns:a16="http://schemas.microsoft.com/office/drawing/2014/main" id="{D06379F6-FCAB-C3B6-A8EB-53A06441C4C9}"/>
              </a:ext>
            </a:extLst>
          </p:cNvPr>
          <p:cNvGraphicFramePr>
            <a:graphicFrameLocks noGrp="1"/>
          </p:cNvGraphicFramePr>
          <p:nvPr>
            <p:extLst>
              <p:ext uri="{D42A27DB-BD31-4B8C-83A1-F6EECF244321}">
                <p14:modId xmlns:p14="http://schemas.microsoft.com/office/powerpoint/2010/main" val="2127795105"/>
              </p:ext>
            </p:extLst>
          </p:nvPr>
        </p:nvGraphicFramePr>
        <p:xfrm>
          <a:off x="414335" y="782790"/>
          <a:ext cx="11284857" cy="5579552"/>
        </p:xfrm>
        <a:graphic>
          <a:graphicData uri="http://schemas.openxmlformats.org/drawingml/2006/table">
            <a:tbl>
              <a:tblPr firstRow="1">
                <a:tableStyleId>{2D5ABB26-0587-4C30-8999-92F81FD0307C}</a:tableStyleId>
              </a:tblPr>
              <a:tblGrid>
                <a:gridCol w="2978345">
                  <a:extLst>
                    <a:ext uri="{9D8B030D-6E8A-4147-A177-3AD203B41FA5}">
                      <a16:colId xmlns:a16="http://schemas.microsoft.com/office/drawing/2014/main" val="307087368"/>
                    </a:ext>
                  </a:extLst>
                </a:gridCol>
                <a:gridCol w="8306512">
                  <a:extLst>
                    <a:ext uri="{9D8B030D-6E8A-4147-A177-3AD203B41FA5}">
                      <a16:colId xmlns:a16="http://schemas.microsoft.com/office/drawing/2014/main" val="1007415991"/>
                    </a:ext>
                  </a:extLst>
                </a:gridCol>
              </a:tblGrid>
              <a:tr h="244847">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244847">
                <a:tc>
                  <a:txBody>
                    <a:bodyPr/>
                    <a:lstStyle/>
                    <a:p>
                      <a:r>
                        <a:rPr lang="ja-JP" altLang="en-US" sz="1200" dirty="0"/>
                        <a:t>仕様書と添付ファイルの紐付け</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100" dirty="0"/>
                        <a:t>仕様書の管理</a:t>
                      </a:r>
                      <a:r>
                        <a:rPr lang="en-US" altLang="ja-JP" sz="1100" dirty="0"/>
                        <a:t>DB</a:t>
                      </a:r>
                      <a:r>
                        <a:rPr lang="ja-JP" altLang="en-US" sz="1100" dirty="0"/>
                        <a:t>に、添付ファイル（複数</a:t>
                      </a:r>
                      <a:r>
                        <a:rPr lang="en-US" altLang="ja-JP" sz="1100" dirty="0"/>
                        <a:t>)</a:t>
                      </a:r>
                      <a:r>
                        <a:rPr lang="ja-JP" altLang="en-US" sz="1100" dirty="0"/>
                        <a:t>のファイル</a:t>
                      </a:r>
                      <a:r>
                        <a:rPr lang="en-US" altLang="ja-JP" sz="1100" dirty="0"/>
                        <a:t>ID</a:t>
                      </a:r>
                      <a:r>
                        <a:rPr lang="ja-JP" altLang="en-US" sz="1100" dirty="0"/>
                        <a:t>、ファイル名情報を保存、管理</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421757">
                <a:tc>
                  <a:txBody>
                    <a:bodyPr/>
                    <a:lstStyle/>
                    <a:p>
                      <a:r>
                        <a:rPr lang="ja-JP" altLang="en-US" sz="1200" kern="1200" dirty="0">
                          <a:solidFill>
                            <a:schemeClr val="tx1"/>
                          </a:solidFill>
                          <a:latin typeface="+mn-lt"/>
                          <a:ea typeface="+mn-ea"/>
                          <a:cs typeface="+mn-cs"/>
                        </a:rPr>
                        <a:t>添付ファイル検索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100" kern="1200" dirty="0">
                          <a:solidFill>
                            <a:schemeClr val="tx1"/>
                          </a:solidFill>
                          <a:latin typeface="+mn-lt"/>
                          <a:ea typeface="+mn-ea"/>
                          <a:cs typeface="+mn-cs"/>
                        </a:rPr>
                        <a:t>SharePoint</a:t>
                      </a:r>
                      <a:r>
                        <a:rPr lang="ja-JP" altLang="en-US" sz="1100" kern="1200" dirty="0">
                          <a:solidFill>
                            <a:schemeClr val="tx1"/>
                          </a:solidFill>
                          <a:latin typeface="+mn-lt"/>
                          <a:ea typeface="+mn-ea"/>
                          <a:cs typeface="+mn-cs"/>
                        </a:rPr>
                        <a:t>の</a:t>
                      </a:r>
                      <a:r>
                        <a:rPr lang="en-US" altLang="ja-JP" sz="1100" kern="1200" dirty="0">
                          <a:solidFill>
                            <a:schemeClr val="tx1"/>
                          </a:solidFill>
                          <a:latin typeface="+mn-lt"/>
                          <a:ea typeface="+mn-ea"/>
                          <a:cs typeface="+mn-cs"/>
                        </a:rPr>
                        <a:t>Microsoft Search</a:t>
                      </a:r>
                      <a:r>
                        <a:rPr lang="ja-JP" altLang="en-US" sz="1100" kern="1200" dirty="0">
                          <a:solidFill>
                            <a:schemeClr val="tx1"/>
                          </a:solidFill>
                          <a:latin typeface="+mn-lt"/>
                          <a:ea typeface="+mn-ea"/>
                          <a:cs typeface="+mn-cs"/>
                        </a:rPr>
                        <a:t>機能を利用する実現</a:t>
                      </a:r>
                      <a:endParaRPr lang="en-US" altLang="ja-JP" sz="1100" kern="1200" dirty="0">
                        <a:solidFill>
                          <a:schemeClr val="tx1"/>
                        </a:solidFill>
                        <a:latin typeface="+mn-lt"/>
                        <a:ea typeface="+mn-ea"/>
                        <a:cs typeface="+mn-cs"/>
                      </a:endParaRPr>
                    </a:p>
                    <a:p>
                      <a:pPr marL="171450" indent="-171450">
                        <a:buFont typeface="Arial" panose="020B0604020202020204" pitchFamily="34" charset="0"/>
                        <a:buChar char="•"/>
                      </a:pPr>
                      <a:r>
                        <a:rPr lang="ja-JP" altLang="en-US" sz="1100" kern="1200" dirty="0">
                          <a:solidFill>
                            <a:schemeClr val="tx1"/>
                          </a:solidFill>
                          <a:latin typeface="+mn-lt"/>
                          <a:ea typeface="+mn-ea"/>
                          <a:cs typeface="+mn-cs"/>
                        </a:rPr>
                        <a:t>実装面、</a:t>
                      </a:r>
                      <a:r>
                        <a:rPr lang="en-US" altLang="ja-JP" sz="1100" kern="1200" dirty="0">
                          <a:solidFill>
                            <a:schemeClr val="tx1"/>
                          </a:solidFill>
                          <a:latin typeface="+mn-lt"/>
                          <a:ea typeface="+mn-ea"/>
                          <a:cs typeface="+mn-cs"/>
                        </a:rPr>
                        <a:t>Microsoft</a:t>
                      </a:r>
                      <a:r>
                        <a:rPr lang="ja-JP" altLang="en-US" sz="1100" kern="1200" dirty="0">
                          <a:solidFill>
                            <a:schemeClr val="tx1"/>
                          </a:solidFill>
                          <a:latin typeface="+mn-lt"/>
                          <a:ea typeface="+mn-ea"/>
                          <a:cs typeface="+mn-cs"/>
                        </a:rPr>
                        <a:t> </a:t>
                      </a:r>
                      <a:r>
                        <a:rPr lang="en-US" altLang="ja-JP" sz="1100" kern="1200" dirty="0" err="1">
                          <a:solidFill>
                            <a:schemeClr val="tx1"/>
                          </a:solidFill>
                          <a:latin typeface="+mn-lt"/>
                          <a:ea typeface="+mn-ea"/>
                          <a:cs typeface="+mn-cs"/>
                        </a:rPr>
                        <a:t>GraphAPI</a:t>
                      </a:r>
                      <a:r>
                        <a:rPr lang="ja-JP" altLang="en-US" sz="1100" kern="1200" dirty="0">
                          <a:solidFill>
                            <a:schemeClr val="tx1"/>
                          </a:solidFill>
                          <a:latin typeface="+mn-lt"/>
                          <a:ea typeface="+mn-ea"/>
                          <a:cs typeface="+mn-cs"/>
                        </a:rPr>
                        <a:t>を利用する</a:t>
                      </a:r>
                      <a:endParaRPr lang="en-US" altLang="ja-JP" sz="11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244847">
                <a:tc>
                  <a:txBody>
                    <a:bodyPr/>
                    <a:lstStyle/>
                    <a:p>
                      <a:r>
                        <a:rPr lang="ja-JP" altLang="en-US" sz="1200" kern="1200" dirty="0">
                          <a:solidFill>
                            <a:schemeClr val="tx1"/>
                          </a:solidFill>
                          <a:latin typeface="+mn-lt"/>
                          <a:ea typeface="+mn-ea"/>
                          <a:cs typeface="+mn-cs"/>
                        </a:rPr>
                        <a:t>ファイルの履歴管理</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100" kern="1200" dirty="0">
                          <a:solidFill>
                            <a:schemeClr val="tx1"/>
                          </a:solidFill>
                          <a:latin typeface="+mn-lt"/>
                          <a:ea typeface="+mn-ea"/>
                          <a:cs typeface="+mn-cs"/>
                        </a:rPr>
                        <a:t>SharePoint</a:t>
                      </a:r>
                      <a:r>
                        <a:rPr lang="ja-JP" altLang="en-US" sz="1100" kern="1200" dirty="0">
                          <a:solidFill>
                            <a:schemeClr val="tx1"/>
                          </a:solidFill>
                          <a:latin typeface="+mn-lt"/>
                          <a:ea typeface="+mn-ea"/>
                          <a:cs typeface="+mn-cs"/>
                        </a:rPr>
                        <a:t>の履歴管理機能を利用（</a:t>
                      </a:r>
                      <a:r>
                        <a:rPr lang="en-US" altLang="ja-JP" sz="1100" kern="1200" dirty="0">
                          <a:solidFill>
                            <a:schemeClr val="tx1"/>
                          </a:solidFill>
                          <a:latin typeface="+mn-lt"/>
                          <a:ea typeface="+mn-ea"/>
                          <a:cs typeface="+mn-cs"/>
                        </a:rPr>
                        <a:t>Power Automate Flow</a:t>
                      </a:r>
                      <a:r>
                        <a:rPr lang="ja-JP" altLang="en-US" sz="1100" kern="1200" dirty="0">
                          <a:solidFill>
                            <a:schemeClr val="tx1"/>
                          </a:solidFill>
                          <a:latin typeface="+mn-lt"/>
                          <a:ea typeface="+mn-ea"/>
                          <a:cs typeface="+mn-cs"/>
                        </a:rPr>
                        <a:t>サポート）</a:t>
                      </a:r>
                      <a:endParaRPr lang="en-US" altLang="ja-JP" sz="11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457139">
                <a:tc>
                  <a:txBody>
                    <a:bodyPr/>
                    <a:lstStyle/>
                    <a:p>
                      <a:r>
                        <a:rPr lang="ja-JP" altLang="en-US" sz="1200" kern="1200" dirty="0">
                          <a:solidFill>
                            <a:schemeClr val="tx1"/>
                          </a:solidFill>
                          <a:latin typeface="+mn-lt"/>
                          <a:ea typeface="+mn-ea"/>
                          <a:cs typeface="+mn-cs"/>
                        </a:rPr>
                        <a:t>サポートファイルタイプ（</a:t>
                      </a:r>
                      <a:r>
                        <a:rPr lang="en-US" altLang="ja-JP" sz="1200" kern="1200" dirty="0">
                          <a:solidFill>
                            <a:schemeClr val="tx1"/>
                          </a:solidFill>
                          <a:latin typeface="+mn-lt"/>
                          <a:ea typeface="+mn-ea"/>
                          <a:cs typeface="+mn-cs"/>
                        </a:rPr>
                        <a:t>Office</a:t>
                      </a:r>
                      <a:r>
                        <a:rPr lang="ja-JP" altLang="en-US" sz="1200" kern="1200" dirty="0">
                          <a:solidFill>
                            <a:schemeClr val="tx1"/>
                          </a:solidFill>
                          <a:latin typeface="+mn-lt"/>
                          <a:ea typeface="+mn-ea"/>
                          <a:cs typeface="+mn-cs"/>
                        </a:rPr>
                        <a:t>（</a:t>
                      </a:r>
                      <a:r>
                        <a:rPr lang="en-US" altLang="ja-JP" sz="1200" kern="1200" dirty="0">
                          <a:solidFill>
                            <a:schemeClr val="tx1"/>
                          </a:solidFill>
                          <a:latin typeface="+mn-lt"/>
                          <a:ea typeface="+mn-ea"/>
                          <a:cs typeface="+mn-cs"/>
                        </a:rPr>
                        <a:t>Word, Excel, PowerPoint</a:t>
                      </a:r>
                      <a:r>
                        <a:rPr lang="ja-JP" altLang="en-US" sz="1200" kern="1200" dirty="0">
                          <a:solidFill>
                            <a:schemeClr val="tx1"/>
                          </a:solidFill>
                          <a:latin typeface="+mn-lt"/>
                          <a:ea typeface="+mn-ea"/>
                          <a:cs typeface="+mn-cs"/>
                        </a:rPr>
                        <a:t>）、</a:t>
                      </a:r>
                      <a:r>
                        <a:rPr lang="en-US" altLang="ja-JP" sz="1200" kern="1200" dirty="0">
                          <a:solidFill>
                            <a:schemeClr val="tx1"/>
                          </a:solidFill>
                          <a:latin typeface="+mn-lt"/>
                          <a:ea typeface="+mn-ea"/>
                          <a:cs typeface="+mn-cs"/>
                        </a:rPr>
                        <a:t>PDF</a:t>
                      </a:r>
                      <a:r>
                        <a:rPr lang="ja-JP" altLang="en-US" sz="1200" kern="1200" dirty="0">
                          <a:solidFill>
                            <a:schemeClr val="tx1"/>
                          </a:solidFill>
                          <a:latin typeface="+mn-lt"/>
                          <a:ea typeface="+mn-ea"/>
                          <a:cs typeface="+mn-cs"/>
                        </a:rPr>
                        <a:t>をサポート）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100" kern="1200" dirty="0">
                          <a:solidFill>
                            <a:schemeClr val="tx1"/>
                          </a:solidFill>
                          <a:latin typeface="+mn-lt"/>
                          <a:ea typeface="+mn-ea"/>
                          <a:cs typeface="+mn-cs"/>
                        </a:rPr>
                        <a:t>SharePoint</a:t>
                      </a:r>
                      <a:r>
                        <a:rPr lang="ja-JP" altLang="en-US" sz="1100" kern="1200" dirty="0">
                          <a:solidFill>
                            <a:schemeClr val="tx1"/>
                          </a:solidFill>
                          <a:latin typeface="+mn-lt"/>
                          <a:ea typeface="+mn-ea"/>
                          <a:cs typeface="+mn-cs"/>
                        </a:rPr>
                        <a:t>の内蔵機能</a:t>
                      </a:r>
                      <a:endParaRPr lang="en-US" altLang="ja-JP" sz="11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244847">
                <a:tc>
                  <a:txBody>
                    <a:bodyPr/>
                    <a:lstStyle/>
                    <a:p>
                      <a:r>
                        <a:rPr lang="ja-JP" altLang="en-US" sz="1200" kern="1200" dirty="0">
                          <a:solidFill>
                            <a:schemeClr val="tx1"/>
                          </a:solidFill>
                          <a:latin typeface="+mn-lt"/>
                          <a:ea typeface="+mn-ea"/>
                          <a:cs typeface="+mn-cs"/>
                        </a:rPr>
                        <a:t>ファイルサイズ</a:t>
                      </a:r>
                      <a:r>
                        <a:rPr lang="en-US" altLang="ja-JP" sz="1200" kern="1200" dirty="0">
                          <a:solidFill>
                            <a:schemeClr val="tx1"/>
                          </a:solidFill>
                          <a:latin typeface="+mn-lt"/>
                          <a:ea typeface="+mn-ea"/>
                          <a:cs typeface="+mn-cs"/>
                        </a:rPr>
                        <a:t>: 50MB/</a:t>
                      </a:r>
                      <a:r>
                        <a:rPr lang="ja-JP" altLang="en-US" sz="1200" kern="1200" dirty="0">
                          <a:solidFill>
                            <a:schemeClr val="tx1"/>
                          </a:solidFill>
                          <a:latin typeface="+mn-lt"/>
                          <a:ea typeface="+mn-ea"/>
                          <a:cs typeface="+mn-cs"/>
                        </a:rPr>
                        <a:t>ファイル</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100" kern="1200" dirty="0">
                          <a:solidFill>
                            <a:schemeClr val="tx1"/>
                          </a:solidFill>
                          <a:latin typeface="+mn-lt"/>
                          <a:ea typeface="+mn-ea"/>
                          <a:cs typeface="+mn-cs"/>
                        </a:rPr>
                        <a:t>PowerApps</a:t>
                      </a:r>
                      <a:r>
                        <a:rPr lang="ja-JP" altLang="en-US" sz="1100" kern="1200" dirty="0">
                          <a:solidFill>
                            <a:schemeClr val="tx1"/>
                          </a:solidFill>
                          <a:latin typeface="+mn-lt"/>
                          <a:ea typeface="+mn-ea"/>
                          <a:cs typeface="+mn-cs"/>
                        </a:rPr>
                        <a:t>の内蔵</a:t>
                      </a:r>
                      <a:r>
                        <a:rPr lang="en-US" altLang="ja-JP" sz="1100" kern="1200" dirty="0">
                          <a:solidFill>
                            <a:schemeClr val="tx1"/>
                          </a:solidFill>
                          <a:latin typeface="+mn-lt"/>
                          <a:ea typeface="+mn-ea"/>
                          <a:cs typeface="+mn-cs"/>
                        </a:rPr>
                        <a:t>File Download/Upload</a:t>
                      </a:r>
                      <a:r>
                        <a:rPr lang="ja-JP" altLang="en-US" sz="1100" kern="1200" dirty="0">
                          <a:solidFill>
                            <a:schemeClr val="tx1"/>
                          </a:solidFill>
                          <a:latin typeface="+mn-lt"/>
                          <a:ea typeface="+mn-ea"/>
                          <a:cs typeface="+mn-cs"/>
                        </a:rPr>
                        <a:t>コントロールで対応（</a:t>
                      </a:r>
                      <a:r>
                        <a:rPr lang="en-US" altLang="ja-JP" sz="1100" kern="1200" dirty="0">
                          <a:solidFill>
                            <a:schemeClr val="tx1"/>
                          </a:solidFill>
                          <a:latin typeface="+mn-lt"/>
                          <a:ea typeface="+mn-ea"/>
                          <a:cs typeface="+mn-cs"/>
                        </a:rPr>
                        <a:t>Upload</a:t>
                      </a:r>
                      <a:r>
                        <a:rPr lang="ja-JP" altLang="en-US" sz="1100" kern="1200" dirty="0">
                          <a:solidFill>
                            <a:schemeClr val="tx1"/>
                          </a:solidFill>
                          <a:latin typeface="+mn-lt"/>
                          <a:ea typeface="+mn-ea"/>
                          <a:cs typeface="+mn-cs"/>
                        </a:rPr>
                        <a:t>可能ファイルのサイズはカスタマイズ可能）</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244847">
                <a:tc>
                  <a:txBody>
                    <a:bodyPr/>
                    <a:lstStyle/>
                    <a:p>
                      <a:r>
                        <a:rPr lang="ja-JP" altLang="en-US" sz="1200" kern="1200" dirty="0">
                          <a:solidFill>
                            <a:schemeClr val="tx1"/>
                          </a:solidFill>
                          <a:latin typeface="+mn-lt"/>
                          <a:ea typeface="+mn-ea"/>
                          <a:cs typeface="+mn-cs"/>
                        </a:rPr>
                        <a:t>ファイルアクセスのパフォーマンス保証</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100" dirty="0">
                          <a:latin typeface="Yu Gothic UI" panose="020B0500000000000000" pitchFamily="50" charset="-128"/>
                          <a:ea typeface="Yu Gothic UI" panose="020B0500000000000000" pitchFamily="50" charset="-128"/>
                        </a:rPr>
                        <a:t>SPO</a:t>
                      </a:r>
                      <a:r>
                        <a:rPr lang="ja-JP" altLang="en-US" sz="1100" dirty="0">
                          <a:latin typeface="Yu Gothic UI" panose="020B0500000000000000" pitchFamily="50" charset="-128"/>
                          <a:ea typeface="Yu Gothic UI" panose="020B0500000000000000" pitchFamily="50" charset="-128"/>
                        </a:rPr>
                        <a:t>に保存する場合、多階層</a:t>
                      </a:r>
                      <a:r>
                        <a:rPr lang="en-US" altLang="ja-JP" sz="1100" dirty="0">
                          <a:latin typeface="Yu Gothic UI" panose="020B0500000000000000" pitchFamily="50" charset="-128"/>
                          <a:ea typeface="Yu Gothic UI" panose="020B0500000000000000" pitchFamily="50" charset="-128"/>
                        </a:rPr>
                        <a:t>Directory</a:t>
                      </a:r>
                      <a:r>
                        <a:rPr lang="ja-JP" altLang="en-US" sz="1100" dirty="0">
                          <a:latin typeface="Yu Gothic UI" panose="020B0500000000000000" pitchFamily="50" charset="-128"/>
                          <a:ea typeface="Yu Gothic UI" panose="020B0500000000000000" pitchFamily="50" charset="-128"/>
                        </a:rPr>
                        <a:t>構造にし、一つの</a:t>
                      </a:r>
                      <a:r>
                        <a:rPr lang="en-US" altLang="ja-JP" sz="1100" dirty="0">
                          <a:latin typeface="Yu Gothic UI" panose="020B0500000000000000" pitchFamily="50" charset="-128"/>
                          <a:ea typeface="Yu Gothic UI" panose="020B0500000000000000" pitchFamily="50" charset="-128"/>
                        </a:rPr>
                        <a:t>Directory</a:t>
                      </a:r>
                      <a:r>
                        <a:rPr lang="ja-JP" altLang="en-US" sz="1100" dirty="0">
                          <a:latin typeface="Yu Gothic UI" panose="020B0500000000000000" pitchFamily="50" charset="-128"/>
                          <a:ea typeface="Yu Gothic UI" panose="020B0500000000000000" pitchFamily="50" charset="-128"/>
                        </a:rPr>
                        <a:t>にファイルを</a:t>
                      </a:r>
                      <a:r>
                        <a:rPr lang="en-US" altLang="ja-JP" sz="1100" dirty="0">
                          <a:latin typeface="Yu Gothic UI" panose="020B0500000000000000" pitchFamily="50" charset="-128"/>
                          <a:ea typeface="Yu Gothic UI" panose="020B0500000000000000" pitchFamily="50" charset="-128"/>
                        </a:rPr>
                        <a:t>1000</a:t>
                      </a:r>
                      <a:r>
                        <a:rPr lang="ja-JP" altLang="en-US" sz="1100" dirty="0">
                          <a:latin typeface="Yu Gothic UI" panose="020B0500000000000000" pitchFamily="50" charset="-128"/>
                          <a:ea typeface="Yu Gothic UI" panose="020B0500000000000000" pitchFamily="50" charset="-128"/>
                        </a:rPr>
                        <a:t>以内に抑える</a:t>
                      </a:r>
                      <a:endParaRPr lang="en-US" altLang="ja-JP" sz="1100" dirty="0">
                        <a:latin typeface="Yu Gothic UI" panose="020B0500000000000000" pitchFamily="50" charset="-128"/>
                        <a:ea typeface="Yu Gothic UI" panose="020B0500000000000000" pitchFamily="50" charset="-128"/>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894016093"/>
                  </a:ext>
                </a:extLst>
              </a:tr>
              <a:tr h="3476421">
                <a:tc>
                  <a:txBody>
                    <a:bodyPr/>
                    <a:lstStyle/>
                    <a:p>
                      <a:endParaRPr lang="ja-JP" altLang="en-US" sz="12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100" b="1" kern="1200" dirty="0">
                          <a:solidFill>
                            <a:schemeClr val="tx1"/>
                          </a:solidFill>
                          <a:latin typeface="+mn-lt"/>
                          <a:ea typeface="+mn-ea"/>
                          <a:cs typeface="+mn-cs"/>
                        </a:rPr>
                        <a:t>ソリューションデータフロー</a:t>
                      </a:r>
                    </a:p>
                    <a:p>
                      <a:endParaRPr lang="en-US" altLang="ja-JP" sz="1100" kern="1200" dirty="0">
                        <a:solidFill>
                          <a:schemeClr val="tx1"/>
                        </a:solidFill>
                        <a:latin typeface="+mn-lt"/>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867419"/>
                  </a:ext>
                </a:extLst>
              </a:tr>
            </a:tbl>
          </a:graphicData>
        </a:graphic>
      </p:graphicFrame>
      <p:pic>
        <p:nvPicPr>
          <p:cNvPr id="6" name="図 5">
            <a:extLst>
              <a:ext uri="{FF2B5EF4-FFF2-40B4-BE49-F238E27FC236}">
                <a16:creationId xmlns:a16="http://schemas.microsoft.com/office/drawing/2014/main" id="{3CA6E957-B812-6D15-ADD5-9D0234B3FBDA}"/>
              </a:ext>
            </a:extLst>
          </p:cNvPr>
          <p:cNvPicPr>
            <a:picLocks noChangeAspect="1"/>
          </p:cNvPicPr>
          <p:nvPr/>
        </p:nvPicPr>
        <p:blipFill>
          <a:blip r:embed="rId3"/>
          <a:stretch>
            <a:fillRect/>
          </a:stretch>
        </p:blipFill>
        <p:spPr>
          <a:xfrm>
            <a:off x="4131094" y="2893576"/>
            <a:ext cx="5610314" cy="346876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a:t>実現方法－一括ダウンロード機能</a:t>
            </a:r>
            <a:endParaRPr lang="ja-JP" altLang="en-US">
              <a:effectLst/>
            </a:endParaRPr>
          </a:p>
        </p:txBody>
      </p:sp>
      <p:sp>
        <p:nvSpPr>
          <p:cNvPr id="15" name="テキスト ボックス 14"/>
          <p:cNvSpPr txBox="1"/>
          <p:nvPr/>
        </p:nvSpPr>
        <p:spPr>
          <a:xfrm>
            <a:off x="281874" y="938892"/>
            <a:ext cx="6707431" cy="5181491"/>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ja-JP" altLang="en-US" sz="1600" dirty="0">
                <a:latin typeface="Arial" panose="020B0604020202020204" pitchFamily="34" charset="0"/>
              </a:rPr>
              <a:t>既定案：</a:t>
            </a:r>
            <a:endParaRPr kumimoji="0" lang="en-US" altLang="zh-CN" sz="16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PowerAppsで選択機能を実装（Checkbox付きGallery）。 </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ダウンロード処理: Power Automate Flowをトリガー。 </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Flow詳細: </a:t>
            </a:r>
          </a:p>
          <a:p>
            <a:pPr marL="1200150" lvl="2"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Trigger: PowerAppsから呼び出し（PowerApps V2 Trigger）。 </a:t>
            </a:r>
          </a:p>
          <a:p>
            <a:pPr marL="1200150" lvl="2"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Action: 選択ファイルのURLリストを取得 → ZIPファイル作成（OneDrive/SharePointのCreate fileアクション使用） → ダウンロードリンク生成。 </a:t>
            </a:r>
          </a:p>
          <a:p>
            <a:pPr marL="742950" lvl="1" indent="-285750" eaLnBrk="0" fontAlgn="base" hangingPunct="0">
              <a:spcBef>
                <a:spcPct val="0"/>
              </a:spcBef>
              <a:spcAft>
                <a:spcPct val="0"/>
              </a:spcAft>
              <a:buFont typeface="Arial" panose="020B0604020202020204" pitchFamily="34" charset="0"/>
              <a:buChar char="•"/>
            </a:pPr>
            <a:r>
              <a:rPr kumimoji="0" lang="en-US" altLang="ja-JP" sz="1200" dirty="0">
                <a:latin typeface="Arial" panose="020B0604020202020204" pitchFamily="34" charset="0"/>
              </a:rPr>
              <a:t>PowerApps</a:t>
            </a:r>
            <a:r>
              <a:rPr kumimoji="0" lang="ja-JP" altLang="en-US" sz="1200" dirty="0">
                <a:latin typeface="Arial" panose="020B0604020202020204" pitchFamily="34" charset="0"/>
              </a:rPr>
              <a:t>で</a:t>
            </a:r>
            <a:r>
              <a:rPr kumimoji="0" lang="zh-CN" altLang="zh-CN" sz="1200" dirty="0">
                <a:latin typeface="Arial" panose="020B0604020202020204" pitchFamily="34" charset="0"/>
              </a:rPr>
              <a:t>モバイル/デスクトップ対応のため、PowerAppsのDownload関数を使用。</a:t>
            </a:r>
            <a:endParaRPr kumimoji="0" lang="en-US" altLang="zh-CN"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sz="1200" dirty="0">
                <a:latin typeface="Arial" panose="020B0604020202020204" pitchFamily="34" charset="0"/>
              </a:rPr>
              <a:t>ファイルの</a:t>
            </a:r>
            <a:r>
              <a:rPr kumimoji="0" lang="zh-CN" altLang="zh-CN" sz="1200" dirty="0">
                <a:latin typeface="Arial" panose="020B0604020202020204" pitchFamily="34" charset="0"/>
              </a:rPr>
              <a:t>保存先: ユーザーが指定したディレクトリ（ブラウザダウンロード</a:t>
            </a:r>
            <a:r>
              <a:rPr kumimoji="0" lang="ja-JP" altLang="en-US" sz="1200" dirty="0">
                <a:latin typeface="Arial" panose="020B0604020202020204" pitchFamily="34" charset="0"/>
              </a:rPr>
              <a:t>オプションを毎回確認にし、</a:t>
            </a:r>
            <a:r>
              <a:rPr kumimoji="0" lang="zh-CN" altLang="zh-CN" sz="1200" dirty="0">
                <a:latin typeface="Arial" panose="020B0604020202020204" pitchFamily="34" charset="0"/>
              </a:rPr>
              <a:t>ユーザーが</a:t>
            </a:r>
            <a:r>
              <a:rPr kumimoji="0" lang="ja-JP" altLang="en-US" sz="1200" dirty="0">
                <a:latin typeface="Arial" panose="020B0604020202020204" pitchFamily="34" charset="0"/>
              </a:rPr>
              <a:t>保存先</a:t>
            </a:r>
            <a:r>
              <a:rPr kumimoji="0" lang="zh-CN" altLang="zh-CN" sz="1200" dirty="0">
                <a:latin typeface="Arial" panose="020B0604020202020204" pitchFamily="34" charset="0"/>
              </a:rPr>
              <a:t>選択）。</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制限: 最大100ファイル/回、合計サイズ500MB（パフォーマンス考慮）。 </a:t>
            </a:r>
          </a:p>
          <a:p>
            <a:pPr algn="l"/>
            <a:endParaRPr lang="en-US" altLang="ja-JP" sz="1600" dirty="0">
              <a:latin typeface="Yu Gothic UI" panose="020B0500000000000000" pitchFamily="50" charset="-128"/>
              <a:ea typeface="Yu Gothic UI" panose="020B0500000000000000" pitchFamily="50" charset="-128"/>
            </a:endParaRPr>
          </a:p>
          <a:p>
            <a:pPr algn="l"/>
            <a:r>
              <a:rPr lang="ja-JP" altLang="en-US" sz="1600" dirty="0">
                <a:solidFill>
                  <a:srgbClr val="C00000"/>
                </a:solidFill>
                <a:latin typeface="Yu Gothic UI" panose="020B0500000000000000" pitchFamily="50" charset="-128"/>
                <a:ea typeface="Yu Gothic UI" panose="020B0500000000000000" pitchFamily="50" charset="-128"/>
              </a:rPr>
              <a:t>向上案：</a:t>
            </a:r>
            <a:endParaRPr lang="en-US" altLang="ja-JP" sz="1600" dirty="0">
              <a:solidFill>
                <a:srgbClr val="C00000"/>
              </a:solidFill>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 Apps </a:t>
            </a:r>
            <a:r>
              <a:rPr lang="ja-JP" altLang="en-US" sz="1200" dirty="0">
                <a:latin typeface="Yu Gothic UI" panose="020B0500000000000000" pitchFamily="50" charset="-128"/>
                <a:ea typeface="Yu Gothic UI" panose="020B0500000000000000" pitchFamily="50" charset="-128"/>
              </a:rPr>
              <a:t>では、</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ページを埋め込むための </a:t>
            </a:r>
            <a:r>
              <a:rPr lang="en-US" altLang="ja-JP" sz="1200" dirty="0">
                <a:latin typeface="Yu Gothic UI" panose="020B0500000000000000" pitchFamily="50" charset="-128"/>
                <a:ea typeface="Yu Gothic UI" panose="020B0500000000000000" pitchFamily="50" charset="-128"/>
              </a:rPr>
              <a:t>WebView </a:t>
            </a:r>
            <a:r>
              <a:rPr lang="ja-JP" altLang="en-US" sz="1200" dirty="0">
                <a:latin typeface="Yu Gothic UI" panose="020B0500000000000000" pitchFamily="50" charset="-128"/>
                <a:ea typeface="Yu Gothic UI" panose="020B0500000000000000" pitchFamily="50" charset="-128"/>
              </a:rPr>
              <a:t>コントロール（または </a:t>
            </a:r>
            <a:r>
              <a:rPr lang="en-US" altLang="ja-JP" sz="1200" dirty="0">
                <a:latin typeface="Yu Gothic UI" panose="020B0500000000000000" pitchFamily="50" charset="-128"/>
                <a:ea typeface="Yu Gothic UI" panose="020B0500000000000000" pitchFamily="50" charset="-128"/>
              </a:rPr>
              <a:t>HTML text </a:t>
            </a:r>
            <a:r>
              <a:rPr lang="ja-JP" altLang="en-US" sz="1200" dirty="0">
                <a:latin typeface="Yu Gothic UI" panose="020B0500000000000000" pitchFamily="50" charset="-128"/>
                <a:ea typeface="Yu Gothic UI" panose="020B0500000000000000" pitchFamily="50" charset="-128"/>
              </a:rPr>
              <a:t>コントロールを介して </a:t>
            </a:r>
            <a:r>
              <a:rPr lang="en-US" altLang="ja-JP" sz="1200" dirty="0">
                <a:latin typeface="Yu Gothic UI" panose="020B0500000000000000" pitchFamily="50" charset="-128"/>
                <a:ea typeface="Yu Gothic UI" panose="020B0500000000000000" pitchFamily="50" charset="-128"/>
              </a:rPr>
              <a:t>HTML </a:t>
            </a:r>
            <a:r>
              <a:rPr lang="ja-JP" altLang="en-US" sz="1200" dirty="0">
                <a:latin typeface="Yu Gothic UI" panose="020B0500000000000000" pitchFamily="50" charset="-128"/>
                <a:ea typeface="Yu Gothic UI" panose="020B0500000000000000" pitchFamily="50" charset="-128"/>
              </a:rPr>
              <a:t>コンテンツを表示する）を使用して、外部の </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ページをアプリ内に表示することは可能です。この埋め込まれた </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ページ内で、</a:t>
            </a:r>
            <a:r>
              <a:rPr lang="en-US" altLang="ja-JP" sz="1200" dirty="0">
                <a:latin typeface="Yu Gothic UI" panose="020B0500000000000000" pitchFamily="50" charset="-128"/>
                <a:ea typeface="Yu Gothic UI" panose="020B0500000000000000" pitchFamily="50" charset="-128"/>
              </a:rPr>
              <a:t>JavaScript </a:t>
            </a:r>
            <a:r>
              <a:rPr lang="ja-JP" altLang="en-US" sz="1200" dirty="0">
                <a:latin typeface="Yu Gothic UI" panose="020B0500000000000000" pitchFamily="50" charset="-128"/>
                <a:ea typeface="Yu Gothic UI" panose="020B0500000000000000" pitchFamily="50" charset="-128"/>
              </a:rPr>
              <a:t>を使用して </a:t>
            </a:r>
            <a:r>
              <a:rPr lang="en-US" altLang="ja-JP" sz="1200" dirty="0">
                <a:latin typeface="Yu Gothic UI" panose="020B0500000000000000" pitchFamily="50" charset="-128"/>
                <a:ea typeface="Yu Gothic UI" panose="020B0500000000000000" pitchFamily="50" charset="-128"/>
              </a:rPr>
              <a:t>DOM </a:t>
            </a:r>
            <a:r>
              <a:rPr lang="ja-JP" altLang="en-US" sz="1200" dirty="0">
                <a:latin typeface="Yu Gothic UI" panose="020B0500000000000000" pitchFamily="50" charset="-128"/>
                <a:ea typeface="Yu Gothic UI" panose="020B0500000000000000" pitchFamily="50" charset="-128"/>
              </a:rPr>
              <a:t>操作や </a:t>
            </a:r>
            <a:r>
              <a:rPr lang="en-US" altLang="ja-JP" sz="1200" dirty="0">
                <a:latin typeface="Yu Gothic UI" panose="020B0500000000000000" pitchFamily="50" charset="-128"/>
                <a:ea typeface="Yu Gothic UI" panose="020B0500000000000000" pitchFamily="50" charset="-128"/>
              </a:rPr>
              <a:t>Web API </a:t>
            </a:r>
            <a:r>
              <a:rPr lang="ja-JP" altLang="en-US" sz="1200" dirty="0">
                <a:latin typeface="Yu Gothic UI" panose="020B0500000000000000" pitchFamily="50" charset="-128"/>
                <a:ea typeface="Yu Gothic UI" panose="020B0500000000000000" pitchFamily="50" charset="-128"/>
              </a:rPr>
              <a:t>へのアクセスを行うことはできます。</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外部ページの</a:t>
            </a:r>
            <a:r>
              <a:rPr lang="en-US" altLang="ja-JP" sz="1200" dirty="0">
                <a:latin typeface="Yu Gothic UI" panose="020B0500000000000000" pitchFamily="50" charset="-128"/>
                <a:ea typeface="Yu Gothic UI" panose="020B0500000000000000" pitchFamily="50" charset="-128"/>
              </a:rPr>
              <a:t>JavaScript</a:t>
            </a:r>
            <a:r>
              <a:rPr lang="ja-JP" altLang="en-US" sz="1200" dirty="0">
                <a:latin typeface="Yu Gothic UI" panose="020B0500000000000000" pitchFamily="50" charset="-128"/>
                <a:ea typeface="Yu Gothic UI" panose="020B0500000000000000" pitchFamily="50" charset="-128"/>
              </a:rPr>
              <a:t>を経由し、複数ファイルを指定場所に一定規則で個別保存するのは可能と認識していますが、</a:t>
            </a:r>
            <a:r>
              <a:rPr lang="en-US" altLang="ja-JP" sz="1200" dirty="0">
                <a:latin typeface="Yu Gothic UI" panose="020B0500000000000000" pitchFamily="50" charset="-128"/>
                <a:ea typeface="Yu Gothic UI" panose="020B0500000000000000" pitchFamily="50" charset="-128"/>
              </a:rPr>
              <a:t>POC</a:t>
            </a:r>
            <a:r>
              <a:rPr lang="ja-JP" altLang="en-US" sz="1200" dirty="0">
                <a:latin typeface="Yu Gothic UI" panose="020B0500000000000000" pitchFamily="50" charset="-128"/>
                <a:ea typeface="Yu Gothic UI" panose="020B0500000000000000" pitchFamily="50" charset="-128"/>
              </a:rPr>
              <a:t>が必要。</a:t>
            </a:r>
            <a:endParaRPr lang="en-US" altLang="ja-JP" sz="1200" dirty="0">
              <a:latin typeface="Yu Gothic UI" panose="020B0500000000000000" pitchFamily="50" charset="-128"/>
              <a:ea typeface="Yu Gothic UI" panose="020B0500000000000000" pitchFamily="50" charset="-128"/>
            </a:endParaRPr>
          </a:p>
        </p:txBody>
      </p:sp>
      <p:pic>
        <p:nvPicPr>
          <p:cNvPr id="4" name="図 3"/>
          <p:cNvPicPr>
            <a:picLocks noChangeAspect="1"/>
          </p:cNvPicPr>
          <p:nvPr/>
        </p:nvPicPr>
        <p:blipFill>
          <a:blip r:embed="rId3"/>
          <a:stretch>
            <a:fillRect/>
          </a:stretch>
        </p:blipFill>
        <p:spPr>
          <a:xfrm>
            <a:off x="7135273" y="2615572"/>
            <a:ext cx="1673447" cy="495901"/>
          </a:xfrm>
          <a:prstGeom prst="rect">
            <a:avLst/>
          </a:prstGeom>
        </p:spPr>
      </p:pic>
      <p:pic>
        <p:nvPicPr>
          <p:cNvPr id="3"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ED65042F-6CBD-AA69-6B0C-CF3722A869A9}"/>
              </a:ext>
            </a:extLst>
          </p:cNvPr>
          <p:cNvPicPr>
            <a:picLocks noGrp="1" noRot="1" noChangeAspect="1" noMove="1" noResize="1" noEditPoints="1" noAdjustHandles="1" noChangeArrowheads="1" noChangeShapeType="1" noCrop="1"/>
          </p:cNvPicPr>
          <p:nvPr>
            <p:ph sz="quarter" idx="10"/>
          </p:nvPr>
        </p:nvPicPr>
        <p:blipFill>
          <a:blip r:embed="rId4"/>
          <a:stretch>
            <a:fillRect/>
          </a:stretch>
        </p:blipFill>
        <p:spPr>
          <a:xfrm>
            <a:off x="7225256" y="1746213"/>
            <a:ext cx="1084608" cy="623650"/>
          </a:xfrm>
        </p:spPr>
      </p:pic>
      <p:pic>
        <p:nvPicPr>
          <p:cNvPr id="5" name="図 4"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E1ACAB65-3AB2-344A-FB04-7B15DA6A0DF0}"/>
              </a:ext>
            </a:extLst>
          </p:cNvPr>
          <p:cNvPicPr>
            <a:picLocks noGrp="1" noRot="1" noChangeAspect="1" noMove="1" noResize="1" noEditPoints="1" noAdjustHandles="1" noChangeArrowheads="1" noChangeShapeType="1" noCrop="1"/>
          </p:cNvPicPr>
          <p:nvPr/>
        </p:nvPicPr>
        <p:blipFill>
          <a:blip r:embed="rId5"/>
          <a:stretch>
            <a:fillRect/>
          </a:stretch>
        </p:blipFill>
        <p:spPr>
          <a:xfrm>
            <a:off x="9036550" y="1664184"/>
            <a:ext cx="911875" cy="786151"/>
          </a:xfrm>
          <a:prstGeom prst="rect">
            <a:avLst/>
          </a:prstGeom>
        </p:spPr>
      </p:pic>
      <p:pic>
        <p:nvPicPr>
          <p:cNvPr id="8" name="図 7" descr="部屋, 賭博場 が含まれている画像&#10;&#10;AI によって生成されたコンテンツは間違っている可能性があります。">
            <a:extLst>
              <a:ext uri="{FF2B5EF4-FFF2-40B4-BE49-F238E27FC236}">
                <a16:creationId xmlns:a16="http://schemas.microsoft.com/office/drawing/2014/main" id="{944E0A13-6EAB-94C1-BA90-E7306C49B52F}"/>
              </a:ext>
            </a:extLst>
          </p:cNvPr>
          <p:cNvPicPr>
            <a:picLocks noGrp="1" noRot="1" noChangeAspect="1" noMove="1" noResize="1" noEditPoints="1" noAdjustHandles="1" noChangeArrowheads="1" noChangeShapeType="1" noCrop="1"/>
          </p:cNvPicPr>
          <p:nvPr/>
        </p:nvPicPr>
        <p:blipFill>
          <a:blip r:embed="rId6"/>
          <a:stretch>
            <a:fillRect/>
          </a:stretch>
        </p:blipFill>
        <p:spPr>
          <a:xfrm>
            <a:off x="10675111" y="1031258"/>
            <a:ext cx="1158274" cy="683630"/>
          </a:xfrm>
          <a:prstGeom prst="rect">
            <a:avLst/>
          </a:prstGeom>
        </p:spPr>
      </p:pic>
      <p:pic>
        <p:nvPicPr>
          <p:cNvPr id="9" name="図 8" descr="ロゴ, アイコン&#10;&#10;AI によって生成されたコンテンツは間違っている可能性があります。">
            <a:extLst>
              <a:ext uri="{FF2B5EF4-FFF2-40B4-BE49-F238E27FC236}">
                <a16:creationId xmlns:a16="http://schemas.microsoft.com/office/drawing/2014/main" id="{0E7B17E4-6701-30C0-DAC9-238982F9C12A}"/>
              </a:ext>
            </a:extLst>
          </p:cNvPr>
          <p:cNvPicPr>
            <a:picLocks noGrp="1" noRot="1" noChangeAspect="1" noMove="1" noResize="1" noEditPoints="1" noAdjustHandles="1" noChangeArrowheads="1" noChangeShapeType="1" noCrop="1"/>
          </p:cNvPicPr>
          <p:nvPr/>
        </p:nvPicPr>
        <p:blipFill>
          <a:blip r:embed="rId7"/>
          <a:stretch>
            <a:fillRect/>
          </a:stretch>
        </p:blipFill>
        <p:spPr>
          <a:xfrm>
            <a:off x="10932449" y="2369863"/>
            <a:ext cx="643597" cy="629116"/>
          </a:xfrm>
          <a:prstGeom prst="rect">
            <a:avLst/>
          </a:prstGeom>
        </p:spPr>
      </p:pic>
      <p:sp>
        <p:nvSpPr>
          <p:cNvPr id="10" name="テキスト ボックス 9">
            <a:extLst>
              <a:ext uri="{FF2B5EF4-FFF2-40B4-BE49-F238E27FC236}">
                <a16:creationId xmlns:a16="http://schemas.microsoft.com/office/drawing/2014/main" id="{611FA5FB-7620-4324-88D3-512BF9B0B1D3}"/>
              </a:ext>
            </a:extLst>
          </p:cNvPr>
          <p:cNvSpPr txBox="1">
            <a:spLocks noGrp="1" noRot="1" noMove="1" noResize="1" noEditPoints="1" noAdjustHandles="1" noChangeArrowheads="1" noChangeShapeType="1"/>
          </p:cNvSpPr>
          <p:nvPr/>
        </p:nvSpPr>
        <p:spPr>
          <a:xfrm>
            <a:off x="8148659" y="1519204"/>
            <a:ext cx="1049097" cy="400110"/>
          </a:xfrm>
          <a:prstGeom prst="rect">
            <a:avLst/>
          </a:prstGeom>
          <a:noFill/>
        </p:spPr>
        <p:txBody>
          <a:bodyPr wrap="square" rtlCol="0">
            <a:spAutoFit/>
          </a:bodyPr>
          <a:lstStyle/>
          <a:p>
            <a:pPr algn="ctr"/>
            <a:r>
              <a:rPr lang="en-US" altLang="ja-JP" sz="1000"/>
              <a:t>Download</a:t>
            </a:r>
            <a:r>
              <a:rPr lang="ja-JP" altLang="en-US" sz="1000"/>
              <a:t> </a:t>
            </a:r>
            <a:endParaRPr lang="en-US" altLang="ja-JP" sz="1000"/>
          </a:p>
          <a:p>
            <a:pPr algn="ctr"/>
            <a:r>
              <a:rPr lang="en-US" altLang="ja-JP" sz="1000"/>
              <a:t>request</a:t>
            </a:r>
            <a:endParaRPr kumimoji="1" lang="ja-JP" altLang="en-US" sz="600"/>
          </a:p>
        </p:txBody>
      </p:sp>
      <p:sp>
        <p:nvSpPr>
          <p:cNvPr id="11" name="ひし形 10">
            <a:extLst>
              <a:ext uri="{FF2B5EF4-FFF2-40B4-BE49-F238E27FC236}">
                <a16:creationId xmlns:a16="http://schemas.microsoft.com/office/drawing/2014/main" id="{A2F23E60-44C9-327D-13DD-39893E0A6278}"/>
              </a:ext>
            </a:extLst>
          </p:cNvPr>
          <p:cNvSpPr>
            <a:spLocks noGrp="1" noRot="1" noMove="1" noResize="1" noEditPoints="1" noAdjustHandles="1" noChangeArrowheads="1" noChangeShapeType="1"/>
          </p:cNvSpPr>
          <p:nvPr/>
        </p:nvSpPr>
        <p:spPr>
          <a:xfrm>
            <a:off x="8962312" y="185091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12" name="コネクタ: カギ線 11">
            <a:extLst>
              <a:ext uri="{FF2B5EF4-FFF2-40B4-BE49-F238E27FC236}">
                <a16:creationId xmlns:a16="http://schemas.microsoft.com/office/drawing/2014/main" id="{F5C01C4D-AD2A-566A-7BED-260CDC8A9E3E}"/>
              </a:ext>
            </a:extLst>
          </p:cNvPr>
          <p:cNvCxnSpPr>
            <a:cxnSpLocks noGrp="1" noRot="1" noMove="1" noResize="1" noEditPoints="1" noAdjustHandles="1" noChangeArrowheads="1" noChangeShapeType="1"/>
            <a:stCxn id="11" idx="1"/>
            <a:endCxn id="3" idx="3"/>
          </p:cNvCxnSpPr>
          <p:nvPr/>
        </p:nvCxnSpPr>
        <p:spPr>
          <a:xfrm rot="10800000" flipV="1">
            <a:off x="8309864" y="1885114"/>
            <a:ext cx="652448" cy="172924"/>
          </a:xfrm>
          <a:prstGeom prst="bentConnector3">
            <a:avLst>
              <a:gd name="adj1" fmla="val 50000"/>
            </a:avLst>
          </a:prstGeom>
          <a:ln w="25400" cap="flat" cmpd="sng" algn="ctr">
            <a:solidFill>
              <a:srgbClr val="7030A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ひし形 16">
            <a:extLst>
              <a:ext uri="{FF2B5EF4-FFF2-40B4-BE49-F238E27FC236}">
                <a16:creationId xmlns:a16="http://schemas.microsoft.com/office/drawing/2014/main" id="{E25D5D8D-BA9D-B4BD-6596-D534F6178AB4}"/>
              </a:ext>
            </a:extLst>
          </p:cNvPr>
          <p:cNvSpPr>
            <a:spLocks noGrp="1" noRot="1" noMove="1" noResize="1" noEditPoints="1" noAdjustHandles="1" noChangeArrowheads="1" noChangeShapeType="1"/>
          </p:cNvSpPr>
          <p:nvPr/>
        </p:nvSpPr>
        <p:spPr>
          <a:xfrm>
            <a:off x="8971081" y="224284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19" name="コネクタ: カギ線 18">
            <a:extLst>
              <a:ext uri="{FF2B5EF4-FFF2-40B4-BE49-F238E27FC236}">
                <a16:creationId xmlns:a16="http://schemas.microsoft.com/office/drawing/2014/main" id="{A653D454-21AE-C69A-C473-415D31E457D1}"/>
              </a:ext>
            </a:extLst>
          </p:cNvPr>
          <p:cNvCxnSpPr>
            <a:cxnSpLocks noGrp="1" noRot="1" noMove="1" noResize="1" noEditPoints="1" noAdjustHandles="1" noChangeArrowheads="1" noChangeShapeType="1"/>
            <a:stCxn id="9" idx="1"/>
            <a:endCxn id="5" idx="3"/>
          </p:cNvCxnSpPr>
          <p:nvPr/>
        </p:nvCxnSpPr>
        <p:spPr>
          <a:xfrm rot="10800000">
            <a:off x="9948425" y="2057261"/>
            <a:ext cx="984024" cy="627161"/>
          </a:xfrm>
          <a:prstGeom prst="bentConnector3">
            <a:avLst>
              <a:gd name="adj1" fmla="val 50000"/>
            </a:avLst>
          </a:prstGeom>
          <a:ln w="25400" cap="flat" cmpd="sng" algn="ctr">
            <a:solidFill>
              <a:srgbClr val="7030A0"/>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22" name="ひし形 21">
            <a:extLst>
              <a:ext uri="{FF2B5EF4-FFF2-40B4-BE49-F238E27FC236}">
                <a16:creationId xmlns:a16="http://schemas.microsoft.com/office/drawing/2014/main" id="{1D19EB9E-8BF7-9B70-9F7B-CCD82D95FF36}"/>
              </a:ext>
            </a:extLst>
          </p:cNvPr>
          <p:cNvSpPr>
            <a:spLocks noGrp="1" noRot="1" noMove="1" noResize="1" noEditPoints="1" noAdjustHandles="1" noChangeArrowheads="1" noChangeShapeType="1"/>
          </p:cNvSpPr>
          <p:nvPr/>
        </p:nvSpPr>
        <p:spPr>
          <a:xfrm>
            <a:off x="8283539" y="2139770"/>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23" name="コネクタ: カギ線 22">
            <a:extLst>
              <a:ext uri="{FF2B5EF4-FFF2-40B4-BE49-F238E27FC236}">
                <a16:creationId xmlns:a16="http://schemas.microsoft.com/office/drawing/2014/main" id="{2E4EA81E-6181-E828-3E3A-321400679CF2}"/>
              </a:ext>
            </a:extLst>
          </p:cNvPr>
          <p:cNvCxnSpPr>
            <a:cxnSpLocks noGrp="1" noRot="1" noMove="1" noResize="1" noEditPoints="1" noAdjustHandles="1" noChangeArrowheads="1" noChangeShapeType="1"/>
            <a:stCxn id="22" idx="3"/>
            <a:endCxn id="17" idx="1"/>
          </p:cNvCxnSpPr>
          <p:nvPr/>
        </p:nvCxnSpPr>
        <p:spPr>
          <a:xfrm>
            <a:off x="8353281" y="2173970"/>
            <a:ext cx="617800" cy="103074"/>
          </a:xfrm>
          <a:prstGeom prst="bentConnector3">
            <a:avLst>
              <a:gd name="adj1" fmla="val 50000"/>
            </a:avLst>
          </a:prstGeom>
          <a:ln w="25400" cap="flat" cmpd="sng" algn="ctr">
            <a:solidFill>
              <a:srgbClr val="7030A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7C1F174-4F20-4865-36C6-ED7EB53B8202}"/>
              </a:ext>
            </a:extLst>
          </p:cNvPr>
          <p:cNvSpPr txBox="1">
            <a:spLocks noGrp="1" noRot="1" noMove="1" noResize="1" noEditPoints="1" noAdjustHandles="1" noChangeArrowheads="1" noChangeShapeType="1"/>
          </p:cNvSpPr>
          <p:nvPr/>
        </p:nvSpPr>
        <p:spPr>
          <a:xfrm>
            <a:off x="8097944" y="2311244"/>
            <a:ext cx="1475883" cy="400110"/>
          </a:xfrm>
          <a:prstGeom prst="rect">
            <a:avLst/>
          </a:prstGeom>
          <a:noFill/>
        </p:spPr>
        <p:txBody>
          <a:bodyPr wrap="square" rtlCol="0">
            <a:spAutoFit/>
          </a:bodyPr>
          <a:lstStyle>
            <a:defPPr>
              <a:defRPr lang="ja-JP"/>
            </a:defPPr>
            <a:lvl1pPr algn="ctr">
              <a:defRPr sz="1000"/>
            </a:lvl1pPr>
          </a:lstStyle>
          <a:p>
            <a:r>
              <a:rPr lang="en-US" altLang="ja-JP"/>
              <a:t>Zip </a:t>
            </a:r>
          </a:p>
          <a:p>
            <a:r>
              <a:rPr lang="en-US" altLang="ja-JP"/>
              <a:t>Download</a:t>
            </a:r>
            <a:endParaRPr lang="ja-JP" altLang="en-US"/>
          </a:p>
        </p:txBody>
      </p:sp>
      <p:sp>
        <p:nvSpPr>
          <p:cNvPr id="27" name="テキスト ボックス 26">
            <a:extLst>
              <a:ext uri="{FF2B5EF4-FFF2-40B4-BE49-F238E27FC236}">
                <a16:creationId xmlns:a16="http://schemas.microsoft.com/office/drawing/2014/main" id="{96C6B8BA-3036-D96F-198D-7F80076030EB}"/>
              </a:ext>
            </a:extLst>
          </p:cNvPr>
          <p:cNvSpPr txBox="1">
            <a:spLocks noGrp="1" noRot="1" noMove="1" noResize="1" noEditPoints="1" noAdjustHandles="1" noChangeArrowheads="1" noChangeShapeType="1"/>
          </p:cNvSpPr>
          <p:nvPr/>
        </p:nvSpPr>
        <p:spPr>
          <a:xfrm>
            <a:off x="10256039" y="1842320"/>
            <a:ext cx="1049097" cy="400110"/>
          </a:xfrm>
          <a:prstGeom prst="rect">
            <a:avLst/>
          </a:prstGeom>
          <a:noFill/>
        </p:spPr>
        <p:txBody>
          <a:bodyPr wrap="square" rtlCol="0">
            <a:spAutoFit/>
          </a:bodyPr>
          <a:lstStyle/>
          <a:p>
            <a:pPr algn="ctr"/>
            <a:r>
              <a:rPr lang="ja-JP" altLang="en-US" sz="1000"/>
              <a:t>添付ファイル取得</a:t>
            </a:r>
            <a:endParaRPr kumimoji="1" lang="ja-JP" altLang="en-US" sz="600"/>
          </a:p>
        </p:txBody>
      </p:sp>
      <p:sp>
        <p:nvSpPr>
          <p:cNvPr id="28" name="ひし形 27">
            <a:extLst>
              <a:ext uri="{FF2B5EF4-FFF2-40B4-BE49-F238E27FC236}">
                <a16:creationId xmlns:a16="http://schemas.microsoft.com/office/drawing/2014/main" id="{1305AC61-2ABE-194F-D3B9-A88106D091EB}"/>
              </a:ext>
            </a:extLst>
          </p:cNvPr>
          <p:cNvSpPr>
            <a:spLocks noGrp="1" noRot="1" noMove="1" noResize="1" noEditPoints="1" noAdjustHandles="1" noChangeArrowheads="1" noChangeShapeType="1"/>
          </p:cNvSpPr>
          <p:nvPr/>
        </p:nvSpPr>
        <p:spPr>
          <a:xfrm>
            <a:off x="9935789" y="1880431"/>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30" name="コネクタ: カギ線 29">
            <a:extLst>
              <a:ext uri="{FF2B5EF4-FFF2-40B4-BE49-F238E27FC236}">
                <a16:creationId xmlns:a16="http://schemas.microsoft.com/office/drawing/2014/main" id="{5F8CAA34-4EE7-0779-A287-9DF13B08A437}"/>
              </a:ext>
            </a:extLst>
          </p:cNvPr>
          <p:cNvCxnSpPr>
            <a:cxnSpLocks noGrp="1" noRot="1" noMove="1" noResize="1" noEditPoints="1" noAdjustHandles="1" noChangeArrowheads="1" noChangeShapeType="1"/>
            <a:stCxn id="8" idx="1"/>
            <a:endCxn id="28" idx="3"/>
          </p:cNvCxnSpPr>
          <p:nvPr/>
        </p:nvCxnSpPr>
        <p:spPr>
          <a:xfrm rot="10800000" flipV="1">
            <a:off x="10005531" y="1373073"/>
            <a:ext cx="669580" cy="541558"/>
          </a:xfrm>
          <a:prstGeom prst="bentConnector3">
            <a:avLst>
              <a:gd name="adj1" fmla="val 50000"/>
            </a:avLst>
          </a:prstGeom>
          <a:ln w="25400" cap="flat" cmpd="sng" algn="ctr">
            <a:solidFill>
              <a:schemeClr val="accent1">
                <a:lumMod val="60000"/>
                <a:lumOff val="40000"/>
              </a:schemeClr>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6FCCFBA2-80DA-DE56-16FB-27544437267B}"/>
              </a:ext>
            </a:extLst>
          </p:cNvPr>
          <p:cNvSpPr txBox="1">
            <a:spLocks noGrp="1" noRot="1" noMove="1" noResize="1" noEditPoints="1" noAdjustHandles="1" noChangeArrowheads="1" noChangeShapeType="1"/>
          </p:cNvSpPr>
          <p:nvPr/>
        </p:nvSpPr>
        <p:spPr>
          <a:xfrm>
            <a:off x="9946510" y="2665275"/>
            <a:ext cx="1049098" cy="461665"/>
          </a:xfrm>
          <a:prstGeom prst="rect">
            <a:avLst/>
          </a:prstGeom>
          <a:noFill/>
        </p:spPr>
        <p:txBody>
          <a:bodyPr wrap="square" rtlCol="0">
            <a:spAutoFit/>
          </a:bodyPr>
          <a:lstStyle>
            <a:defPPr>
              <a:defRPr lang="ja-JP"/>
            </a:defPPr>
            <a:lvl1pPr algn="ctr">
              <a:defRPr sz="1000"/>
            </a:lvl1pPr>
          </a:lstStyle>
          <a:p>
            <a:r>
              <a:rPr lang="ja-JP" altLang="en-US" sz="800"/>
              <a:t>添付ファイルは</a:t>
            </a:r>
            <a:r>
              <a:rPr lang="en-US" altLang="ja-JP" sz="800"/>
              <a:t>SPO</a:t>
            </a:r>
            <a:r>
              <a:rPr lang="ja-JP" altLang="en-US" sz="800"/>
              <a:t>に保存する場合</a:t>
            </a:r>
            <a:r>
              <a:rPr lang="ja-JP" altLang="en-US" sz="800">
                <a:solidFill>
                  <a:srgbClr val="00B050"/>
                </a:solidFill>
              </a:rPr>
              <a:t>（お薦め</a:t>
            </a:r>
            <a:r>
              <a:rPr lang="en-US" altLang="ja-JP" sz="800">
                <a:solidFill>
                  <a:srgbClr val="00B050"/>
                </a:solidFill>
              </a:rPr>
              <a:t>)</a:t>
            </a:r>
            <a:endParaRPr lang="ja-JP" altLang="en-US" sz="800">
              <a:solidFill>
                <a:srgbClr val="00B050"/>
              </a:solidFill>
            </a:endParaRPr>
          </a:p>
        </p:txBody>
      </p:sp>
      <p:sp>
        <p:nvSpPr>
          <p:cNvPr id="34" name="テキスト ボックス 33">
            <a:extLst>
              <a:ext uri="{FF2B5EF4-FFF2-40B4-BE49-F238E27FC236}">
                <a16:creationId xmlns:a16="http://schemas.microsoft.com/office/drawing/2014/main" id="{D080D4B5-33C2-D04C-58A4-91869F64D4F8}"/>
              </a:ext>
            </a:extLst>
          </p:cNvPr>
          <p:cNvSpPr txBox="1">
            <a:spLocks noGrp="1" noRot="1" noMove="1" noResize="1" noEditPoints="1" noAdjustHandles="1" noChangeArrowheads="1" noChangeShapeType="1"/>
          </p:cNvSpPr>
          <p:nvPr/>
        </p:nvSpPr>
        <p:spPr>
          <a:xfrm>
            <a:off x="9492487" y="1026587"/>
            <a:ext cx="1310574" cy="461665"/>
          </a:xfrm>
          <a:prstGeom prst="rect">
            <a:avLst/>
          </a:prstGeom>
          <a:noFill/>
        </p:spPr>
        <p:txBody>
          <a:bodyPr wrap="square" rtlCol="0">
            <a:spAutoFit/>
          </a:bodyPr>
          <a:lstStyle>
            <a:defPPr>
              <a:defRPr lang="ja-JP"/>
            </a:defPPr>
            <a:lvl1pPr algn="ctr">
              <a:defRPr sz="1000"/>
            </a:lvl1pPr>
          </a:lstStyle>
          <a:p>
            <a:r>
              <a:rPr lang="ja-JP" altLang="en-US" sz="800">
                <a:solidFill>
                  <a:schemeClr val="accent1">
                    <a:lumMod val="60000"/>
                    <a:lumOff val="40000"/>
                  </a:schemeClr>
                </a:solidFill>
              </a:rPr>
              <a:t>添付ファイルは</a:t>
            </a:r>
            <a:r>
              <a:rPr lang="en-US" altLang="ja-JP" sz="800">
                <a:solidFill>
                  <a:schemeClr val="accent1">
                    <a:lumMod val="60000"/>
                    <a:lumOff val="40000"/>
                  </a:schemeClr>
                </a:solidFill>
              </a:rPr>
              <a:t>Dataverse</a:t>
            </a:r>
            <a:r>
              <a:rPr lang="ja-JP" altLang="en-US" sz="800">
                <a:solidFill>
                  <a:schemeClr val="accent1">
                    <a:lumMod val="60000"/>
                    <a:lumOff val="40000"/>
                  </a:schemeClr>
                </a:solidFill>
              </a:rPr>
              <a:t>に保存する場合</a:t>
            </a:r>
          </a:p>
        </p:txBody>
      </p:sp>
      <p:sp>
        <p:nvSpPr>
          <p:cNvPr id="35" name="テキスト ボックス 34">
            <a:extLst>
              <a:ext uri="{FF2B5EF4-FFF2-40B4-BE49-F238E27FC236}">
                <a16:creationId xmlns:a16="http://schemas.microsoft.com/office/drawing/2014/main" id="{07156DEC-D84B-AD51-E4C1-C7745FF03A88}"/>
              </a:ext>
            </a:extLst>
          </p:cNvPr>
          <p:cNvSpPr txBox="1">
            <a:spLocks noGrp="1" noRot="1" noMove="1" noResize="1" noEditPoints="1" noAdjustHandles="1" noChangeArrowheads="1" noChangeShapeType="1"/>
          </p:cNvSpPr>
          <p:nvPr/>
        </p:nvSpPr>
        <p:spPr>
          <a:xfrm>
            <a:off x="9082846" y="2470646"/>
            <a:ext cx="1093047" cy="338554"/>
          </a:xfrm>
          <a:prstGeom prst="rect">
            <a:avLst/>
          </a:prstGeom>
          <a:noFill/>
        </p:spPr>
        <p:txBody>
          <a:bodyPr wrap="square" rtlCol="0">
            <a:spAutoFit/>
          </a:bodyPr>
          <a:lstStyle/>
          <a:p>
            <a:pPr algn="ctr"/>
            <a:r>
              <a:rPr lang="ja-JP" altLang="en-US" sz="800" b="1"/>
              <a:t>複数ファイルを取得し、</a:t>
            </a:r>
            <a:r>
              <a:rPr lang="en-US" altLang="ja-JP" sz="800" b="1"/>
              <a:t>Zip</a:t>
            </a:r>
            <a:r>
              <a:rPr lang="ja-JP" altLang="en-US" sz="800" b="1"/>
              <a:t>にする</a:t>
            </a:r>
            <a:endParaRPr kumimoji="1" lang="ja-JP" altLang="en-US" sz="400" b="1"/>
          </a:p>
        </p:txBody>
      </p:sp>
      <p:sp>
        <p:nvSpPr>
          <p:cNvPr id="36" name="四角形: 角を丸くする 35">
            <a:extLst>
              <a:ext uri="{FF2B5EF4-FFF2-40B4-BE49-F238E27FC236}">
                <a16:creationId xmlns:a16="http://schemas.microsoft.com/office/drawing/2014/main" id="{AB4C2A2D-9240-EDBD-C317-786B2F0B439B}"/>
              </a:ext>
            </a:extLst>
          </p:cNvPr>
          <p:cNvSpPr>
            <a:spLocks/>
          </p:cNvSpPr>
          <p:nvPr/>
        </p:nvSpPr>
        <p:spPr>
          <a:xfrm>
            <a:off x="7023551" y="746211"/>
            <a:ext cx="4919529" cy="2420005"/>
          </a:xfrm>
          <a:prstGeom prst="roundRect">
            <a:avLst>
              <a:gd name="adj" fmla="val 4625"/>
            </a:avLst>
          </a:prstGeom>
          <a:no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四角形: 角を丸くする 36">
            <a:extLst>
              <a:ext uri="{FF2B5EF4-FFF2-40B4-BE49-F238E27FC236}">
                <a16:creationId xmlns:a16="http://schemas.microsoft.com/office/drawing/2014/main" id="{5C36AF81-6A27-5DF0-5677-924E9C819293}"/>
              </a:ext>
            </a:extLst>
          </p:cNvPr>
          <p:cNvSpPr/>
          <p:nvPr/>
        </p:nvSpPr>
        <p:spPr>
          <a:xfrm>
            <a:off x="7032722" y="3415801"/>
            <a:ext cx="4919529" cy="2552854"/>
          </a:xfrm>
          <a:prstGeom prst="roundRect">
            <a:avLst>
              <a:gd name="adj" fmla="val 4625"/>
            </a:avLst>
          </a:prstGeom>
          <a:no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8"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531273D5-EDE3-11B0-B91C-0D5878763265}"/>
              </a:ext>
            </a:extLst>
          </p:cNvPr>
          <p:cNvPicPr>
            <a:picLocks/>
          </p:cNvPicPr>
          <p:nvPr/>
        </p:nvPicPr>
        <p:blipFill>
          <a:blip r:embed="rId4"/>
          <a:stretch>
            <a:fillRect/>
          </a:stretch>
        </p:blipFill>
        <p:spPr>
          <a:xfrm>
            <a:off x="7143976" y="3731248"/>
            <a:ext cx="1466624" cy="859119"/>
          </a:xfrm>
          <a:prstGeom prst="rect">
            <a:avLst/>
          </a:prstGeom>
        </p:spPr>
      </p:pic>
      <p:pic>
        <p:nvPicPr>
          <p:cNvPr id="1026" name="Picture 2" descr="WebView2APISample アプリの実行">
            <a:extLst>
              <a:ext uri="{FF2B5EF4-FFF2-40B4-BE49-F238E27FC236}">
                <a16:creationId xmlns:a16="http://schemas.microsoft.com/office/drawing/2014/main" id="{786172C5-BE22-6FE9-70AE-74E84586039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72156" y="4311581"/>
            <a:ext cx="686572" cy="397846"/>
          </a:xfrm>
          <a:prstGeom prst="rect">
            <a:avLst/>
          </a:prstGeom>
          <a:noFill/>
          <a:extLst>
            <a:ext uri="{909E8E84-426E-40DD-AFC4-6F175D3DCCD1}">
              <a14:hiddenFill xmlns:a14="http://schemas.microsoft.com/office/drawing/2010/main">
                <a:solidFill>
                  <a:srgbClr val="FFFFFF"/>
                </a:solidFill>
              </a14:hiddenFill>
            </a:ext>
          </a:extLst>
        </p:spPr>
      </p:pic>
      <p:pic>
        <p:nvPicPr>
          <p:cNvPr id="41" name="図 40" descr="部屋, 賭博場 が含まれている画像&#10;&#10;AI によって生成されたコンテンツは間違っている可能性があります。">
            <a:extLst>
              <a:ext uri="{FF2B5EF4-FFF2-40B4-BE49-F238E27FC236}">
                <a16:creationId xmlns:a16="http://schemas.microsoft.com/office/drawing/2014/main" id="{8E9EFDF4-2BCC-56FD-6252-F85371325FD0}"/>
              </a:ext>
            </a:extLst>
          </p:cNvPr>
          <p:cNvPicPr/>
          <p:nvPr/>
        </p:nvPicPr>
        <p:blipFill>
          <a:blip r:embed="rId6"/>
          <a:stretch>
            <a:fillRect/>
          </a:stretch>
        </p:blipFill>
        <p:spPr>
          <a:xfrm>
            <a:off x="10691256" y="4058777"/>
            <a:ext cx="1158274" cy="683630"/>
          </a:xfrm>
          <a:prstGeom prst="rect">
            <a:avLst/>
          </a:prstGeom>
        </p:spPr>
      </p:pic>
      <p:pic>
        <p:nvPicPr>
          <p:cNvPr id="42" name="図 41" descr="ロゴ, アイコン&#10;&#10;AI によって生成されたコンテンツは間違っている可能性があります。">
            <a:extLst>
              <a:ext uri="{FF2B5EF4-FFF2-40B4-BE49-F238E27FC236}">
                <a16:creationId xmlns:a16="http://schemas.microsoft.com/office/drawing/2014/main" id="{A3BE9140-324E-4754-4223-7B649CE936AB}"/>
              </a:ext>
            </a:extLst>
          </p:cNvPr>
          <p:cNvPicPr/>
          <p:nvPr/>
        </p:nvPicPr>
        <p:blipFill>
          <a:blip r:embed="rId7"/>
          <a:stretch>
            <a:fillRect/>
          </a:stretch>
        </p:blipFill>
        <p:spPr>
          <a:xfrm>
            <a:off x="10932449" y="5087943"/>
            <a:ext cx="643597" cy="629116"/>
          </a:xfrm>
          <a:prstGeom prst="rect">
            <a:avLst/>
          </a:prstGeom>
        </p:spPr>
      </p:pic>
      <p:sp>
        <p:nvSpPr>
          <p:cNvPr id="45" name="ひし形 44">
            <a:extLst>
              <a:ext uri="{FF2B5EF4-FFF2-40B4-BE49-F238E27FC236}">
                <a16:creationId xmlns:a16="http://schemas.microsoft.com/office/drawing/2014/main" id="{AC2A33F9-D23A-E1BF-8070-8A636ECDDA05}"/>
              </a:ext>
            </a:extLst>
          </p:cNvPr>
          <p:cNvSpPr/>
          <p:nvPr/>
        </p:nvSpPr>
        <p:spPr>
          <a:xfrm>
            <a:off x="8610600" y="389289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46" name="コネクタ: カギ線 45">
            <a:extLst>
              <a:ext uri="{FF2B5EF4-FFF2-40B4-BE49-F238E27FC236}">
                <a16:creationId xmlns:a16="http://schemas.microsoft.com/office/drawing/2014/main" id="{5B278C19-41EF-91A0-1330-9B5E1F8D5D0B}"/>
              </a:ext>
            </a:extLst>
          </p:cNvPr>
          <p:cNvCxnSpPr>
            <a:cxnSpLocks/>
            <a:endCxn id="1025" idx="3"/>
          </p:cNvCxnSpPr>
          <p:nvPr/>
        </p:nvCxnSpPr>
        <p:spPr>
          <a:xfrm rot="10800000">
            <a:off x="8673207" y="4373437"/>
            <a:ext cx="2259244" cy="1029066"/>
          </a:xfrm>
          <a:prstGeom prst="bentConnector3">
            <a:avLst>
              <a:gd name="adj1" fmla="val 24816"/>
            </a:avLst>
          </a:prstGeom>
          <a:ln w="25400" cap="flat" cmpd="sng" algn="ctr">
            <a:solidFill>
              <a:srgbClr val="7030A0"/>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CC8062C9-B741-8172-DF62-932172D25746}"/>
              </a:ext>
            </a:extLst>
          </p:cNvPr>
          <p:cNvSpPr txBox="1"/>
          <p:nvPr/>
        </p:nvSpPr>
        <p:spPr>
          <a:xfrm>
            <a:off x="9097507" y="4077426"/>
            <a:ext cx="1049097" cy="215444"/>
          </a:xfrm>
          <a:prstGeom prst="rect">
            <a:avLst/>
          </a:prstGeom>
          <a:noFill/>
        </p:spPr>
        <p:txBody>
          <a:bodyPr wrap="square" rtlCol="0">
            <a:spAutoFit/>
          </a:bodyPr>
          <a:lstStyle/>
          <a:p>
            <a:pPr algn="ctr"/>
            <a:r>
              <a:rPr lang="ja-JP" altLang="en-US" sz="800" b="1"/>
              <a:t>添付ファイル取得</a:t>
            </a:r>
            <a:endParaRPr kumimoji="1" lang="ja-JP" altLang="en-US" sz="400" b="1"/>
          </a:p>
        </p:txBody>
      </p:sp>
      <p:sp>
        <p:nvSpPr>
          <p:cNvPr id="50" name="ひし形 49">
            <a:extLst>
              <a:ext uri="{FF2B5EF4-FFF2-40B4-BE49-F238E27FC236}">
                <a16:creationId xmlns:a16="http://schemas.microsoft.com/office/drawing/2014/main" id="{CB0810E1-9F6F-6930-EBC0-582CD24EFC47}"/>
              </a:ext>
            </a:extLst>
          </p:cNvPr>
          <p:cNvSpPr/>
          <p:nvPr/>
        </p:nvSpPr>
        <p:spPr>
          <a:xfrm>
            <a:off x="8610600" y="389289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51" name="コネクタ: カギ線 50">
            <a:extLst>
              <a:ext uri="{FF2B5EF4-FFF2-40B4-BE49-F238E27FC236}">
                <a16:creationId xmlns:a16="http://schemas.microsoft.com/office/drawing/2014/main" id="{612AF02D-1591-6E53-3562-7292BCCAE86D}"/>
              </a:ext>
            </a:extLst>
          </p:cNvPr>
          <p:cNvCxnSpPr>
            <a:cxnSpLocks/>
            <a:stCxn id="41" idx="0"/>
            <a:endCxn id="50" idx="3"/>
          </p:cNvCxnSpPr>
          <p:nvPr/>
        </p:nvCxnSpPr>
        <p:spPr>
          <a:xfrm rot="16200000" flipV="1">
            <a:off x="9909527" y="2697910"/>
            <a:ext cx="131683" cy="2590051"/>
          </a:xfrm>
          <a:prstGeom prst="bentConnector2">
            <a:avLst/>
          </a:prstGeom>
          <a:ln w="25400" cap="flat" cmpd="sng" algn="ctr">
            <a:solidFill>
              <a:schemeClr val="accent1">
                <a:lumMod val="60000"/>
                <a:lumOff val="40000"/>
              </a:schemeClr>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240366E5-522F-BED1-7E22-A83EE668803E}"/>
              </a:ext>
            </a:extLst>
          </p:cNvPr>
          <p:cNvSpPr txBox="1"/>
          <p:nvPr/>
        </p:nvSpPr>
        <p:spPr>
          <a:xfrm>
            <a:off x="9946510" y="5383355"/>
            <a:ext cx="1049098" cy="461665"/>
          </a:xfrm>
          <a:prstGeom prst="rect">
            <a:avLst/>
          </a:prstGeom>
          <a:noFill/>
        </p:spPr>
        <p:txBody>
          <a:bodyPr wrap="square" rtlCol="0">
            <a:spAutoFit/>
          </a:bodyPr>
          <a:lstStyle>
            <a:defPPr>
              <a:defRPr lang="ja-JP"/>
            </a:defPPr>
            <a:lvl1pPr algn="ctr">
              <a:defRPr sz="1000"/>
            </a:lvl1pPr>
          </a:lstStyle>
          <a:p>
            <a:r>
              <a:rPr lang="ja-JP" altLang="en-US" sz="800"/>
              <a:t>添付ファイルは</a:t>
            </a:r>
            <a:r>
              <a:rPr lang="en-US" altLang="ja-JP" sz="800"/>
              <a:t>SPO</a:t>
            </a:r>
            <a:r>
              <a:rPr lang="ja-JP" altLang="en-US" sz="800"/>
              <a:t>に保存する場合</a:t>
            </a:r>
            <a:r>
              <a:rPr lang="ja-JP" altLang="en-US" sz="800">
                <a:solidFill>
                  <a:srgbClr val="00B050"/>
                </a:solidFill>
              </a:rPr>
              <a:t>（お薦め</a:t>
            </a:r>
            <a:r>
              <a:rPr lang="en-US" altLang="ja-JP" sz="800">
                <a:solidFill>
                  <a:srgbClr val="00B050"/>
                </a:solidFill>
              </a:rPr>
              <a:t>)</a:t>
            </a:r>
            <a:endParaRPr lang="ja-JP" altLang="en-US" sz="800">
              <a:solidFill>
                <a:srgbClr val="00B050"/>
              </a:solidFill>
            </a:endParaRPr>
          </a:p>
        </p:txBody>
      </p:sp>
      <p:sp>
        <p:nvSpPr>
          <p:cNvPr id="53" name="テキスト ボックス 52">
            <a:extLst>
              <a:ext uri="{FF2B5EF4-FFF2-40B4-BE49-F238E27FC236}">
                <a16:creationId xmlns:a16="http://schemas.microsoft.com/office/drawing/2014/main" id="{B2CB038B-03D1-0D8B-10DF-6400006EECF2}"/>
              </a:ext>
            </a:extLst>
          </p:cNvPr>
          <p:cNvSpPr txBox="1"/>
          <p:nvPr/>
        </p:nvSpPr>
        <p:spPr>
          <a:xfrm>
            <a:off x="9741408" y="3623980"/>
            <a:ext cx="1396882" cy="338554"/>
          </a:xfrm>
          <a:prstGeom prst="rect">
            <a:avLst/>
          </a:prstGeom>
          <a:noFill/>
        </p:spPr>
        <p:txBody>
          <a:bodyPr wrap="square" rtlCol="0">
            <a:spAutoFit/>
          </a:bodyPr>
          <a:lstStyle>
            <a:defPPr>
              <a:defRPr lang="ja-JP"/>
            </a:defPPr>
            <a:lvl1pPr algn="ctr">
              <a:defRPr sz="1000"/>
            </a:lvl1pPr>
          </a:lstStyle>
          <a:p>
            <a:r>
              <a:rPr lang="ja-JP" altLang="en-US" sz="800">
                <a:solidFill>
                  <a:schemeClr val="accent1">
                    <a:lumMod val="60000"/>
                    <a:lumOff val="40000"/>
                  </a:schemeClr>
                </a:solidFill>
              </a:rPr>
              <a:t>添付ファイルは</a:t>
            </a:r>
            <a:endParaRPr lang="en-US" altLang="ja-JP" sz="800">
              <a:solidFill>
                <a:schemeClr val="accent1">
                  <a:lumMod val="60000"/>
                  <a:lumOff val="40000"/>
                </a:schemeClr>
              </a:solidFill>
            </a:endParaRPr>
          </a:p>
          <a:p>
            <a:r>
              <a:rPr lang="en-US" altLang="ja-JP" sz="800">
                <a:solidFill>
                  <a:schemeClr val="accent1">
                    <a:lumMod val="60000"/>
                    <a:lumOff val="40000"/>
                  </a:schemeClr>
                </a:solidFill>
              </a:rPr>
              <a:t>Dataverse</a:t>
            </a:r>
            <a:r>
              <a:rPr lang="ja-JP" altLang="en-US" sz="800">
                <a:solidFill>
                  <a:schemeClr val="accent1">
                    <a:lumMod val="60000"/>
                    <a:lumOff val="40000"/>
                  </a:schemeClr>
                </a:solidFill>
              </a:rPr>
              <a:t>に保存する場合</a:t>
            </a:r>
          </a:p>
        </p:txBody>
      </p:sp>
      <p:sp>
        <p:nvSpPr>
          <p:cNvPr id="59" name="テキスト ボックス 58">
            <a:extLst>
              <a:ext uri="{FF2B5EF4-FFF2-40B4-BE49-F238E27FC236}">
                <a16:creationId xmlns:a16="http://schemas.microsoft.com/office/drawing/2014/main" id="{EEA18915-2B03-2711-02B3-AA6653EB607F}"/>
              </a:ext>
            </a:extLst>
          </p:cNvPr>
          <p:cNvSpPr txBox="1"/>
          <p:nvPr/>
        </p:nvSpPr>
        <p:spPr>
          <a:xfrm>
            <a:off x="7111744" y="4944435"/>
            <a:ext cx="2691085" cy="954107"/>
          </a:xfrm>
          <a:prstGeom prst="rect">
            <a:avLst/>
          </a:prstGeom>
          <a:noFill/>
        </p:spPr>
        <p:txBody>
          <a:bodyPr wrap="square" rtlCol="0">
            <a:spAutoFit/>
          </a:bodyPr>
          <a:lstStyle/>
          <a:p>
            <a:pPr marL="228600" indent="-228600">
              <a:buFont typeface="+mj-lt"/>
              <a:buAutoNum type="arabicPeriod"/>
            </a:pPr>
            <a:r>
              <a:rPr kumimoji="1" lang="en-US" altLang="ja-JP" sz="700"/>
              <a:t>Power</a:t>
            </a:r>
            <a:r>
              <a:rPr lang="ja-JP" altLang="en-US" sz="700"/>
              <a:t> </a:t>
            </a:r>
            <a:r>
              <a:rPr lang="en-US" altLang="ja-JP" sz="700"/>
              <a:t>Apps</a:t>
            </a:r>
            <a:r>
              <a:rPr lang="ja-JP" altLang="en-US" sz="700"/>
              <a:t>　は直接</a:t>
            </a:r>
            <a:r>
              <a:rPr lang="en-US" altLang="ja-JP" sz="700"/>
              <a:t>Dataverse</a:t>
            </a:r>
            <a:r>
              <a:rPr lang="ja-JP" altLang="en-US" sz="700"/>
              <a:t>あるいは</a:t>
            </a:r>
            <a:r>
              <a:rPr lang="en-US" altLang="ja-JP" sz="700"/>
              <a:t>SPO</a:t>
            </a:r>
            <a:r>
              <a:rPr lang="ja-JP" altLang="en-US" sz="700"/>
              <a:t>からファイル内容を取得し、画面に保存</a:t>
            </a:r>
            <a:endParaRPr lang="en-US" altLang="ja-JP" sz="700"/>
          </a:p>
          <a:p>
            <a:pPr marL="228600" indent="-228600">
              <a:buFont typeface="+mj-lt"/>
              <a:buAutoNum type="arabicPeriod"/>
            </a:pPr>
            <a:r>
              <a:rPr kumimoji="1" lang="ja-JP" altLang="en-US" sz="700"/>
              <a:t>埋め込みの</a:t>
            </a:r>
            <a:r>
              <a:rPr kumimoji="1" lang="en-US" altLang="ja-JP" sz="700" err="1"/>
              <a:t>WebControl</a:t>
            </a:r>
            <a:r>
              <a:rPr kumimoji="1" lang="ja-JP" altLang="en-US" sz="700"/>
              <a:t>に</a:t>
            </a:r>
            <a:r>
              <a:rPr kumimoji="1" lang="en-US" altLang="ja-JP" sz="700"/>
              <a:t>JavaScript</a:t>
            </a:r>
            <a:r>
              <a:rPr kumimoji="1" lang="ja-JP" altLang="en-US" sz="700"/>
              <a:t>を</a:t>
            </a:r>
            <a:r>
              <a:rPr kumimoji="1" lang="en-US" altLang="ja-JP" sz="700"/>
              <a:t>Trigger</a:t>
            </a:r>
            <a:r>
              <a:rPr kumimoji="1" lang="ja-JP" altLang="en-US" sz="700"/>
              <a:t>、</a:t>
            </a:r>
            <a:r>
              <a:rPr kumimoji="1" lang="en-US" altLang="ja-JP" sz="700"/>
              <a:t>JavaScript</a:t>
            </a:r>
            <a:r>
              <a:rPr kumimoji="1" lang="ja-JP" altLang="en-US" sz="700"/>
              <a:t>を利用し、</a:t>
            </a:r>
            <a:r>
              <a:rPr kumimoji="1" lang="en-US" altLang="ja-JP" sz="700"/>
              <a:t>DOM Interface</a:t>
            </a:r>
            <a:r>
              <a:rPr lang="ja-JP" altLang="en-US" sz="700"/>
              <a:t>と</a:t>
            </a:r>
            <a:r>
              <a:rPr lang="en-US" altLang="ja-JP" sz="700" err="1"/>
              <a:t>FileObject</a:t>
            </a:r>
            <a:r>
              <a:rPr lang="ja-JP" altLang="en-US" sz="700"/>
              <a:t>を利用し、</a:t>
            </a:r>
            <a:r>
              <a:rPr lang="en-US" altLang="ja-JP" sz="700"/>
              <a:t>JavaScript</a:t>
            </a:r>
            <a:r>
              <a:rPr lang="ja-JP" altLang="en-US" sz="700"/>
              <a:t>により指定場所（一定のルールあるいは事前設定）にファイル毎に</a:t>
            </a:r>
            <a:r>
              <a:rPr lang="en-US" altLang="ja-JP" sz="700"/>
              <a:t>Download</a:t>
            </a:r>
            <a:r>
              <a:rPr lang="ja-JP" altLang="en-US" sz="700"/>
              <a:t>する</a:t>
            </a:r>
            <a:endParaRPr lang="en-US" altLang="ja-JP" sz="700"/>
          </a:p>
          <a:p>
            <a:r>
              <a:rPr kumimoji="1" lang="en-US" altLang="ja-JP" sz="700"/>
              <a:t>※</a:t>
            </a:r>
            <a:r>
              <a:rPr kumimoji="1" lang="ja-JP" altLang="en-US" sz="700"/>
              <a:t>　ファイル</a:t>
            </a:r>
            <a:r>
              <a:rPr kumimoji="1" lang="en-US" altLang="ja-JP" sz="700"/>
              <a:t>Upload</a:t>
            </a:r>
            <a:r>
              <a:rPr kumimoji="1" lang="ja-JP" altLang="en-US" sz="700"/>
              <a:t>自体は、</a:t>
            </a:r>
            <a:r>
              <a:rPr kumimoji="1" lang="en-US" altLang="ja-JP" sz="700"/>
              <a:t>PowerApps</a:t>
            </a:r>
            <a:r>
              <a:rPr kumimoji="1" lang="ja-JP" altLang="en-US" sz="700"/>
              <a:t>の内容</a:t>
            </a:r>
            <a:r>
              <a:rPr kumimoji="1" lang="en-US" altLang="ja-JP" sz="700" err="1"/>
              <a:t>FileUpload</a:t>
            </a:r>
            <a:r>
              <a:rPr lang="ja-JP" altLang="en-US" sz="700"/>
              <a:t> </a:t>
            </a:r>
            <a:r>
              <a:rPr lang="en-US" altLang="ja-JP" sz="700"/>
              <a:t>Control</a:t>
            </a:r>
            <a:r>
              <a:rPr lang="ja-JP" altLang="en-US" sz="700"/>
              <a:t>を利用し、そのまま対応可能</a:t>
            </a:r>
            <a:endParaRPr kumimoji="1" lang="ja-JP" altLang="en-US" sz="700"/>
          </a:p>
        </p:txBody>
      </p:sp>
      <p:sp>
        <p:nvSpPr>
          <p:cNvPr id="1025" name="ひし形 1024">
            <a:extLst>
              <a:ext uri="{FF2B5EF4-FFF2-40B4-BE49-F238E27FC236}">
                <a16:creationId xmlns:a16="http://schemas.microsoft.com/office/drawing/2014/main" id="{AC3B1F0B-E566-6EF5-AAC0-CDE800C734BB}"/>
              </a:ext>
            </a:extLst>
          </p:cNvPr>
          <p:cNvSpPr/>
          <p:nvPr/>
        </p:nvSpPr>
        <p:spPr>
          <a:xfrm>
            <a:off x="8603465" y="4339237"/>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1032" name="テキスト ボックス 1031">
            <a:extLst>
              <a:ext uri="{FF2B5EF4-FFF2-40B4-BE49-F238E27FC236}">
                <a16:creationId xmlns:a16="http://schemas.microsoft.com/office/drawing/2014/main" id="{D4139182-7A25-C154-76AA-09ACC96E7A63}"/>
              </a:ext>
            </a:extLst>
          </p:cNvPr>
          <p:cNvSpPr txBox="1"/>
          <p:nvPr/>
        </p:nvSpPr>
        <p:spPr>
          <a:xfrm>
            <a:off x="7106590" y="781772"/>
            <a:ext cx="1595228" cy="307777"/>
          </a:xfrm>
          <a:prstGeom prst="rect">
            <a:avLst/>
          </a:prstGeom>
          <a:noFill/>
        </p:spPr>
        <p:txBody>
          <a:bodyPr wrap="square">
            <a:spAutoFit/>
          </a:bodyPr>
          <a:lstStyle/>
          <a:p>
            <a:r>
              <a:rPr kumimoji="0" lang="ja-JP" altLang="en-US" sz="1400">
                <a:latin typeface="Arial" panose="020B0604020202020204" pitchFamily="34" charset="0"/>
              </a:rPr>
              <a:t>既定案</a:t>
            </a:r>
            <a:endParaRPr lang="ja-JP" altLang="en-US" sz="1400"/>
          </a:p>
        </p:txBody>
      </p:sp>
      <p:sp>
        <p:nvSpPr>
          <p:cNvPr id="1033" name="テキスト ボックス 1032">
            <a:extLst>
              <a:ext uri="{FF2B5EF4-FFF2-40B4-BE49-F238E27FC236}">
                <a16:creationId xmlns:a16="http://schemas.microsoft.com/office/drawing/2014/main" id="{AA6A1C5F-CD32-06FC-BF97-C539693B7948}"/>
              </a:ext>
            </a:extLst>
          </p:cNvPr>
          <p:cNvSpPr txBox="1"/>
          <p:nvPr/>
        </p:nvSpPr>
        <p:spPr>
          <a:xfrm>
            <a:off x="7055415" y="3453109"/>
            <a:ext cx="1979778" cy="307777"/>
          </a:xfrm>
          <a:prstGeom prst="rect">
            <a:avLst/>
          </a:prstGeom>
          <a:noFill/>
        </p:spPr>
        <p:txBody>
          <a:bodyPr wrap="square">
            <a:spAutoFit/>
          </a:bodyPr>
          <a:lstStyle/>
          <a:p>
            <a:r>
              <a:rPr kumimoji="0" lang="ja-JP" altLang="en-US" sz="1400">
                <a:solidFill>
                  <a:srgbClr val="C00000"/>
                </a:solidFill>
                <a:latin typeface="Arial" panose="020B0604020202020204" pitchFamily="34" charset="0"/>
              </a:rPr>
              <a:t>向上案（</a:t>
            </a:r>
            <a:r>
              <a:rPr kumimoji="0" lang="en-US" altLang="ja-JP" sz="1400">
                <a:solidFill>
                  <a:srgbClr val="C00000"/>
                </a:solidFill>
                <a:latin typeface="Arial" panose="020B0604020202020204" pitchFamily="34" charset="0"/>
              </a:rPr>
              <a:t>POC</a:t>
            </a:r>
            <a:r>
              <a:rPr kumimoji="0" lang="ja-JP" altLang="en-US" sz="1400">
                <a:solidFill>
                  <a:srgbClr val="C00000"/>
                </a:solidFill>
                <a:latin typeface="Arial" panose="020B0604020202020204" pitchFamily="34" charset="0"/>
              </a:rPr>
              <a:t>）</a:t>
            </a:r>
            <a:endParaRPr lang="ja-JP" altLang="en-US" sz="1400">
              <a:solidFill>
                <a:srgbClr val="C00000"/>
              </a:solidFill>
            </a:endParaRPr>
          </a:p>
        </p:txBody>
      </p:sp>
      <p:sp>
        <p:nvSpPr>
          <p:cNvPr id="6" name="テキスト ボックス 5">
            <a:extLst>
              <a:ext uri="{FF2B5EF4-FFF2-40B4-BE49-F238E27FC236}">
                <a16:creationId xmlns:a16="http://schemas.microsoft.com/office/drawing/2014/main" id="{2C7FFB56-0F1F-99BF-2B98-36783FEEFC52}"/>
              </a:ext>
            </a:extLst>
          </p:cNvPr>
          <p:cNvSpPr txBox="1"/>
          <p:nvPr/>
        </p:nvSpPr>
        <p:spPr>
          <a:xfrm>
            <a:off x="215392" y="5563616"/>
            <a:ext cx="4746930" cy="369332"/>
          </a:xfrm>
          <a:prstGeom prst="rect">
            <a:avLst/>
          </a:prstGeom>
          <a:noFill/>
        </p:spPr>
        <p:txBody>
          <a:bodyPr wrap="square" rtlCol="0">
            <a:spAutoFit/>
          </a:bodyPr>
          <a:lstStyle/>
          <a:p>
            <a:r>
              <a:rPr kumimoji="1" lang="ja-JP" altLang="en-US" dirty="0"/>
              <a:t>より細かい資料を作ります。</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a:t>実現方法－検索機能１</a:t>
            </a:r>
          </a:p>
        </p:txBody>
      </p:sp>
      <p:sp>
        <p:nvSpPr>
          <p:cNvPr id="15" name="テキスト ボックス 14"/>
          <p:cNvSpPr txBox="1"/>
          <p:nvPr/>
        </p:nvSpPr>
        <p:spPr>
          <a:xfrm>
            <a:off x="414336" y="875851"/>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zh-CN" altLang="zh-CN" dirty="0">
                <a:latin typeface="Arial" panose="020B0604020202020204" pitchFamily="34" charset="0"/>
              </a:rPr>
              <a:t>添付ファイル向け検索: SharePointの検索機能またはDataverseのフィルタリングを使用。 </a:t>
            </a:r>
          </a:p>
          <a:p>
            <a:pPr lvl="0" eaLnBrk="0" fontAlgn="base" hangingPunct="0">
              <a:spcBef>
                <a:spcPct val="0"/>
              </a:spcBef>
              <a:spcAft>
                <a:spcPct val="0"/>
              </a:spcAft>
            </a:pPr>
            <a:r>
              <a:rPr kumimoji="0" lang="zh-CN" altLang="zh-CN" dirty="0">
                <a:latin typeface="Arial" panose="020B0604020202020204" pitchFamily="34" charset="0"/>
              </a:rPr>
              <a:t>実装: </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PowerAppsのSearchボックスでキーワード入力</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SQL Server側: 全文検索（Full-Text Search）インデックスを作成（PDF/Officeの内容抽出のため、iFilterインストール）</a:t>
            </a:r>
          </a:p>
          <a:p>
            <a:pPr marL="742950" lvl="1" indent="-285750" eaLnBrk="0" fontAlgn="base" hangingPunct="0">
              <a:spcBef>
                <a:spcPct val="0"/>
              </a:spcBef>
              <a:spcAft>
                <a:spcPct val="0"/>
              </a:spcAft>
              <a:buFont typeface="Arial" panose="020B0604020202020204" pitchFamily="34" charset="0"/>
              <a:buChar char="•"/>
            </a:pPr>
            <a:r>
              <a:rPr kumimoji="0" lang="zh-CN" altLang="zh-CN" sz="1400" b="1" dirty="0">
                <a:solidFill>
                  <a:srgbClr val="00B050"/>
                </a:solidFill>
                <a:latin typeface="Arial" panose="020B0604020202020204" pitchFamily="34" charset="0"/>
              </a:rPr>
              <a:t>SharePointの場合: Microsoft Graph Search APIをPower Automateで呼び出し、</a:t>
            </a:r>
            <a:r>
              <a:rPr kumimoji="0" lang="ja-JP" altLang="en-US" sz="1400" b="1" dirty="0">
                <a:solidFill>
                  <a:srgbClr val="00B050"/>
                </a:solidFill>
                <a:latin typeface="Arial" panose="020B0604020202020204" pitchFamily="34" charset="0"/>
              </a:rPr>
              <a:t>保存</a:t>
            </a:r>
            <a:r>
              <a:rPr kumimoji="0" lang="en-US" altLang="ja-JP" sz="1400" b="1" dirty="0">
                <a:solidFill>
                  <a:srgbClr val="00B050"/>
                </a:solidFill>
                <a:latin typeface="Arial" panose="020B0604020202020204" pitchFamily="34" charset="0"/>
              </a:rPr>
              <a:t>Document Library</a:t>
            </a:r>
            <a:r>
              <a:rPr kumimoji="0" lang="ja-JP" altLang="en-US" sz="1400" b="1" dirty="0">
                <a:solidFill>
                  <a:srgbClr val="00B050"/>
                </a:solidFill>
                <a:latin typeface="Arial" panose="020B0604020202020204" pitchFamily="34" charset="0"/>
              </a:rPr>
              <a:t>であるかどうかでさらにフィルタ後、</a:t>
            </a:r>
            <a:r>
              <a:rPr kumimoji="0" lang="zh-CN" altLang="zh-CN" sz="1400" b="1" dirty="0">
                <a:solidFill>
                  <a:srgbClr val="00B050"/>
                </a:solidFill>
                <a:latin typeface="Arial" panose="020B0604020202020204" pitchFamily="34" charset="0"/>
              </a:rPr>
              <a:t>結果をPowerAppsに返</a:t>
            </a:r>
            <a:r>
              <a:rPr kumimoji="0" lang="ja-JP" altLang="en-US" sz="1400" b="1" dirty="0">
                <a:solidFill>
                  <a:srgbClr val="00B050"/>
                </a:solidFill>
                <a:latin typeface="Arial" panose="020B0604020202020204" pitchFamily="34" charset="0"/>
              </a:rPr>
              <a:t>す</a:t>
            </a:r>
            <a:r>
              <a:rPr kumimoji="0" lang="ja-JP" altLang="en-US" sz="1400" dirty="0">
                <a:solidFill>
                  <a:srgbClr val="00B050"/>
                </a:solidFill>
                <a:latin typeface="Arial" panose="020B0604020202020204" pitchFamily="34" charset="0"/>
              </a:rPr>
              <a:t>（お薦め）</a:t>
            </a:r>
            <a:endParaRPr kumimoji="0" lang="zh-CN" altLang="zh-CN" sz="1400" dirty="0">
              <a:solidFill>
                <a:srgbClr val="00B050"/>
              </a:solidFill>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高度検索: ファイルタイプ、日付、キーワードの組み合わせ。PowerAppsのFilter関数で実装。 </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パフォーマンス: インデックス化により高速化。キャッシュ使用（PowerAppsのCollection）。 </a:t>
            </a:r>
          </a:p>
          <a:p>
            <a:pPr algn="l"/>
            <a:endParaRPr lang="en-US" altLang="ja-JP" dirty="0">
              <a:latin typeface="Yu Gothic UI" panose="020B0500000000000000" pitchFamily="50" charset="-128"/>
              <a:ea typeface="Yu Gothic UI" panose="020B0500000000000000" pitchFamily="50" charset="-128"/>
            </a:endParaRPr>
          </a:p>
        </p:txBody>
      </p:sp>
      <p:sp>
        <p:nvSpPr>
          <p:cNvPr id="5" name="Rectangle 1"/>
          <p:cNvSpPr>
            <a:spLocks noChangeArrowheads="1"/>
          </p:cNvSpPr>
          <p:nvPr/>
        </p:nvSpPr>
        <p:spPr bwMode="auto">
          <a:xfrm>
            <a:off x="3233738" y="20161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ja-JP" altLang="en-US"/>
          </a:p>
        </p:txBody>
      </p:sp>
      <p:graphicFrame>
        <p:nvGraphicFramePr>
          <p:cNvPr id="6" name="表 5"/>
          <p:cNvGraphicFramePr>
            <a:graphicFrameLocks noGrp="1"/>
          </p:cNvGraphicFramePr>
          <p:nvPr>
            <p:extLst>
              <p:ext uri="{D42A27DB-BD31-4B8C-83A1-F6EECF244321}">
                <p14:modId xmlns:p14="http://schemas.microsoft.com/office/powerpoint/2010/main" val="1684456232"/>
              </p:ext>
            </p:extLst>
          </p:nvPr>
        </p:nvGraphicFramePr>
        <p:xfrm>
          <a:off x="738481" y="3030466"/>
          <a:ext cx="10948606" cy="3527681"/>
        </p:xfrm>
        <a:graphic>
          <a:graphicData uri="http://schemas.openxmlformats.org/drawingml/2006/table">
            <a:tbl>
              <a:tblPr firstRow="1" bandRow="1">
                <a:tableStyleId>{35758FB7-9AC5-4552-8A53-C91805E547FA}</a:tableStyleId>
              </a:tblPr>
              <a:tblGrid>
                <a:gridCol w="1061761">
                  <a:extLst>
                    <a:ext uri="{9D8B030D-6E8A-4147-A177-3AD203B41FA5}">
                      <a16:colId xmlns:a16="http://schemas.microsoft.com/office/drawing/2014/main" val="20000"/>
                    </a:ext>
                  </a:extLst>
                </a:gridCol>
                <a:gridCol w="1774235">
                  <a:extLst>
                    <a:ext uri="{9D8B030D-6E8A-4147-A177-3AD203B41FA5}">
                      <a16:colId xmlns:a16="http://schemas.microsoft.com/office/drawing/2014/main" val="20001"/>
                    </a:ext>
                  </a:extLst>
                </a:gridCol>
                <a:gridCol w="2535382">
                  <a:extLst>
                    <a:ext uri="{9D8B030D-6E8A-4147-A177-3AD203B41FA5}">
                      <a16:colId xmlns:a16="http://schemas.microsoft.com/office/drawing/2014/main" val="20002"/>
                    </a:ext>
                  </a:extLst>
                </a:gridCol>
                <a:gridCol w="2815549">
                  <a:extLst>
                    <a:ext uri="{9D8B030D-6E8A-4147-A177-3AD203B41FA5}">
                      <a16:colId xmlns:a16="http://schemas.microsoft.com/office/drawing/2014/main" val="20003"/>
                    </a:ext>
                  </a:extLst>
                </a:gridCol>
                <a:gridCol w="2761679">
                  <a:extLst>
                    <a:ext uri="{9D8B030D-6E8A-4147-A177-3AD203B41FA5}">
                      <a16:colId xmlns:a16="http://schemas.microsoft.com/office/drawing/2014/main" val="20004"/>
                    </a:ext>
                  </a:extLst>
                </a:gridCol>
              </a:tblGrid>
              <a:tr h="277984">
                <a:tc>
                  <a:txBody>
                    <a:bodyPr/>
                    <a:lstStyle/>
                    <a:p>
                      <a:r>
                        <a:rPr lang="ja-JP" altLang="en-US" sz="900"/>
                        <a:t>項目</a:t>
                      </a:r>
                    </a:p>
                  </a:txBody>
                  <a:tcPr marL="28046" marR="28046" marT="14023" marB="14023" anchor="ctr"/>
                </a:tc>
                <a:tc>
                  <a:txBody>
                    <a:bodyPr/>
                    <a:lstStyle/>
                    <a:p>
                      <a:r>
                        <a:rPr lang="en-US" sz="900" dirty="0"/>
                        <a:t>SQL Server 2022 (with Full-Text Search)</a:t>
                      </a:r>
                    </a:p>
                  </a:txBody>
                  <a:tcPr marL="28046" marR="28046" marT="14023" marB="14023" anchor="ctr"/>
                </a:tc>
                <a:tc>
                  <a:txBody>
                    <a:bodyPr/>
                    <a:lstStyle/>
                    <a:p>
                      <a:r>
                        <a:rPr lang="de-DE" sz="900"/>
                        <a:t>Dataverse (with relevant features)</a:t>
                      </a:r>
                    </a:p>
                  </a:txBody>
                  <a:tcPr marL="28046" marR="28046" marT="14023" marB="14023" anchor="ctr"/>
                </a:tc>
                <a:tc>
                  <a:txBody>
                    <a:bodyPr/>
                    <a:lstStyle/>
                    <a:p>
                      <a:r>
                        <a:rPr lang="de-DE" sz="900"/>
                        <a:t>PostgreSQL (with extensions)</a:t>
                      </a:r>
                    </a:p>
                  </a:txBody>
                  <a:tcPr marL="28046" marR="28046" marT="14023" marB="14023" anchor="ctr"/>
                </a:tc>
                <a:tc>
                  <a:txBody>
                    <a:bodyPr/>
                    <a:lstStyle/>
                    <a:p>
                      <a:r>
                        <a:rPr lang="de-DE" sz="900" dirty="0"/>
                        <a:t>SharePoint Online</a:t>
                      </a:r>
                      <a:r>
                        <a:rPr lang="ja-JP" altLang="en-US" sz="900" dirty="0"/>
                        <a:t>（お薦め）</a:t>
                      </a:r>
                      <a:endParaRPr lang="de-DE" sz="900" dirty="0"/>
                    </a:p>
                  </a:txBody>
                  <a:tcPr marL="28046" marR="28046" marT="14023" marB="14023" anchor="ctr"/>
                </a:tc>
                <a:extLst>
                  <a:ext uri="{0D108BD9-81ED-4DB2-BD59-A6C34878D82A}">
                    <a16:rowId xmlns:a16="http://schemas.microsoft.com/office/drawing/2014/main" val="10000"/>
                  </a:ext>
                </a:extLst>
              </a:tr>
              <a:tr h="404084">
                <a:tc>
                  <a:txBody>
                    <a:bodyPr/>
                    <a:lstStyle/>
                    <a:p>
                      <a:r>
                        <a:rPr lang="ja-JP" altLang="en-US" sz="900" b="1"/>
                        <a:t>ファイル保存データ型</a:t>
                      </a:r>
                      <a:endParaRPr lang="ja-JP" altLang="en-US" sz="900"/>
                    </a:p>
                  </a:txBody>
                  <a:tcPr marL="28046" marR="28046" marT="14023" marB="14023" anchor="ctr"/>
                </a:tc>
                <a:tc>
                  <a:txBody>
                    <a:bodyPr/>
                    <a:lstStyle/>
                    <a:p>
                      <a:r>
                        <a:rPr lang="de-DE" sz="900"/>
                        <a:t>varbinary(max), varbinary, image, blob, nvarchar(max), varchar(max) </a:t>
                      </a:r>
                      <a:r>
                        <a:rPr lang="ja-JP" altLang="en-US" sz="900"/>
                        <a:t>など</a:t>
                      </a:r>
                    </a:p>
                  </a:txBody>
                  <a:tcPr marL="28046" marR="28046" marT="14023" marB="14023" anchor="ctr"/>
                </a:tc>
                <a:tc>
                  <a:txBody>
                    <a:bodyPr/>
                    <a:lstStyle/>
                    <a:p>
                      <a:r>
                        <a:rPr lang="ja-JP" altLang="en-US" sz="900"/>
                        <a:t>ファイル </a:t>
                      </a:r>
                      <a:r>
                        <a:rPr lang="en-US" altLang="ja-JP" sz="900"/>
                        <a:t>(File) </a:t>
                      </a:r>
                      <a:r>
                        <a:rPr lang="ja-JP" altLang="en-US" sz="900"/>
                        <a:t>データ型</a:t>
                      </a:r>
                    </a:p>
                  </a:txBody>
                  <a:tcPr marL="28046" marR="28046" marT="14023" marB="14023" anchor="ctr"/>
                </a:tc>
                <a:tc>
                  <a:txBody>
                    <a:bodyPr/>
                    <a:lstStyle/>
                    <a:p>
                      <a:r>
                        <a:rPr lang="de-DE" sz="900" dirty="0"/>
                        <a:t>bytea</a:t>
                      </a:r>
                    </a:p>
                  </a:txBody>
                  <a:tcPr marL="28046" marR="28046" marT="14023" marB="14023" anchor="ctr"/>
                </a:tc>
                <a:tc>
                  <a:txBody>
                    <a:bodyPr/>
                    <a:lstStyle/>
                    <a:p>
                      <a:r>
                        <a:rPr lang="ja-JP" altLang="en-US" sz="900"/>
                        <a:t>バイナリ </a:t>
                      </a:r>
                      <a:r>
                        <a:rPr lang="en-US" altLang="ja-JP" sz="900"/>
                        <a:t>(Binary) </a:t>
                      </a:r>
                      <a:r>
                        <a:rPr lang="ja-JP" altLang="en-US" sz="900"/>
                        <a:t>またはドキュメントライブラリのファイル</a:t>
                      </a:r>
                    </a:p>
                  </a:txBody>
                  <a:tcPr marL="28046" marR="28046" marT="14023" marB="14023" anchor="ctr"/>
                </a:tc>
                <a:extLst>
                  <a:ext uri="{0D108BD9-81ED-4DB2-BD59-A6C34878D82A}">
                    <a16:rowId xmlns:a16="http://schemas.microsoft.com/office/drawing/2014/main" val="10001"/>
                  </a:ext>
                </a:extLst>
              </a:tr>
              <a:tr h="277984">
                <a:tc>
                  <a:txBody>
                    <a:bodyPr/>
                    <a:lstStyle/>
                    <a:p>
                      <a:r>
                        <a:rPr lang="ja-JP" altLang="en-US" sz="900" b="1"/>
                        <a:t>最大サイズ</a:t>
                      </a:r>
                      <a:endParaRPr lang="ja-JP" altLang="en-US" sz="900"/>
                    </a:p>
                  </a:txBody>
                  <a:tcPr marL="28046" marR="28046" marT="14023" marB="14023" anchor="ctr"/>
                </a:tc>
                <a:tc>
                  <a:txBody>
                    <a:bodyPr/>
                    <a:lstStyle/>
                    <a:p>
                      <a:r>
                        <a:rPr lang="ja-JP" altLang="en-US" sz="900"/>
                        <a:t>データベースサイズに依存 </a:t>
                      </a:r>
                      <a:r>
                        <a:rPr lang="en-US" altLang="ja-JP" sz="900"/>
                        <a:t>(</a:t>
                      </a:r>
                      <a:r>
                        <a:rPr lang="ja-JP" altLang="en-US" sz="900"/>
                        <a:t>一般的に非常に大きい</a:t>
                      </a:r>
                      <a:r>
                        <a:rPr lang="en-US" altLang="ja-JP" sz="900"/>
                        <a:t>)</a:t>
                      </a:r>
                    </a:p>
                  </a:txBody>
                  <a:tcPr marL="28046" marR="28046" marT="14023" marB="14023" anchor="ctr"/>
                </a:tc>
                <a:tc>
                  <a:txBody>
                    <a:bodyPr/>
                    <a:lstStyle/>
                    <a:p>
                      <a:r>
                        <a:rPr lang="en-US" altLang="ja-JP" sz="900" dirty="0"/>
                        <a:t>300MB (</a:t>
                      </a:r>
                      <a:r>
                        <a:rPr lang="ja-JP" altLang="en-US" sz="900" dirty="0"/>
                        <a:t>レコードあたり</a:t>
                      </a:r>
                      <a:r>
                        <a:rPr lang="en-US" altLang="ja-JP" sz="900" dirty="0"/>
                        <a:t>)</a:t>
                      </a:r>
                    </a:p>
                  </a:txBody>
                  <a:tcPr marL="28046" marR="28046" marT="14023" marB="14023" anchor="ctr"/>
                </a:tc>
                <a:tc>
                  <a:txBody>
                    <a:bodyPr/>
                    <a:lstStyle/>
                    <a:p>
                      <a:r>
                        <a:rPr lang="ja-JP" altLang="en-US" sz="900" dirty="0"/>
                        <a:t>データベース</a:t>
                      </a:r>
                      <a:r>
                        <a:rPr lang="en-US" altLang="ja-JP" sz="900" dirty="0"/>
                        <a:t>/</a:t>
                      </a:r>
                      <a:r>
                        <a:rPr lang="ja-JP" altLang="en-US" sz="900" dirty="0"/>
                        <a:t>サーバー設定に依存 </a:t>
                      </a:r>
                      <a:r>
                        <a:rPr lang="en-US" altLang="ja-JP" sz="900" dirty="0"/>
                        <a:t>(</a:t>
                      </a:r>
                      <a:r>
                        <a:rPr lang="ja-JP" altLang="en-US" sz="900" dirty="0"/>
                        <a:t>一般的に大きい</a:t>
                      </a:r>
                      <a:r>
                        <a:rPr lang="en-US" altLang="ja-JP" sz="900" dirty="0"/>
                        <a:t>)</a:t>
                      </a:r>
                    </a:p>
                  </a:txBody>
                  <a:tcPr marL="28046" marR="28046" marT="14023" marB="14023" anchor="ctr"/>
                </a:tc>
                <a:tc>
                  <a:txBody>
                    <a:bodyPr/>
                    <a:lstStyle/>
                    <a:p>
                      <a:r>
                        <a:rPr lang="en-US" altLang="ja-JP" sz="900"/>
                        <a:t>15GB (</a:t>
                      </a:r>
                      <a:r>
                        <a:rPr lang="ja-JP" altLang="en-US" sz="900"/>
                        <a:t>ファイルあたり</a:t>
                      </a:r>
                      <a:r>
                        <a:rPr lang="en-US" altLang="ja-JP" sz="900"/>
                        <a:t>)</a:t>
                      </a:r>
                    </a:p>
                  </a:txBody>
                  <a:tcPr marL="28046" marR="28046" marT="14023" marB="14023" anchor="ctr"/>
                </a:tc>
                <a:extLst>
                  <a:ext uri="{0D108BD9-81ED-4DB2-BD59-A6C34878D82A}">
                    <a16:rowId xmlns:a16="http://schemas.microsoft.com/office/drawing/2014/main" val="10002"/>
                  </a:ext>
                </a:extLst>
              </a:tr>
              <a:tr h="277984">
                <a:tc>
                  <a:txBody>
                    <a:bodyPr/>
                    <a:lstStyle/>
                    <a:p>
                      <a:r>
                        <a:rPr lang="ja-JP" altLang="en-US" sz="900" b="1"/>
                        <a:t>ネイティブ全文検索</a:t>
                      </a:r>
                      <a:endParaRPr lang="ja-JP" altLang="en-US" sz="900"/>
                    </a:p>
                  </a:txBody>
                  <a:tcPr marL="28046" marR="28046" marT="14023" marB="14023" anchor="ctr"/>
                </a:tc>
                <a:tc>
                  <a:txBody>
                    <a:bodyPr/>
                    <a:lstStyle/>
                    <a:p>
                      <a:r>
                        <a:rPr lang="ja-JP" altLang="en-US" sz="900" b="1" dirty="0"/>
                        <a:t>はい</a:t>
                      </a:r>
                      <a:r>
                        <a:rPr lang="ja-JP" altLang="en-US" sz="900" dirty="0"/>
                        <a:t> </a:t>
                      </a:r>
                      <a:r>
                        <a:rPr lang="en-US" altLang="ja-JP" sz="900" dirty="0"/>
                        <a:t>(</a:t>
                      </a:r>
                      <a:r>
                        <a:rPr lang="de-DE" sz="900" dirty="0"/>
                        <a:t>Full-Text Search</a:t>
                      </a:r>
                      <a:r>
                        <a:rPr lang="ja-JP" altLang="en-US" sz="900" dirty="0"/>
                        <a:t>機能</a:t>
                      </a:r>
                      <a:r>
                        <a:rPr lang="en-US" altLang="ja-JP" sz="900" dirty="0"/>
                        <a:t>)</a:t>
                      </a:r>
                    </a:p>
                  </a:txBody>
                  <a:tcPr marL="28046" marR="28046" marT="14023" marB="14023" anchor="ctr"/>
                </a:tc>
                <a:tc>
                  <a:txBody>
                    <a:bodyPr/>
                    <a:lstStyle/>
                    <a:p>
                      <a:r>
                        <a:rPr lang="ja-JP" altLang="en-US" sz="900" b="1" dirty="0"/>
                        <a:t>はい</a:t>
                      </a:r>
                      <a:r>
                        <a:rPr lang="ja-JP" altLang="en-US" sz="900" dirty="0"/>
                        <a:t> </a:t>
                      </a:r>
                      <a:r>
                        <a:rPr lang="en-US" altLang="ja-JP" sz="900" dirty="0"/>
                        <a:t>(</a:t>
                      </a:r>
                      <a:r>
                        <a:rPr lang="de-DE" sz="900" dirty="0"/>
                        <a:t>Dataverse Search)</a:t>
                      </a:r>
                    </a:p>
                  </a:txBody>
                  <a:tcPr marL="28046" marR="28046" marT="14023" marB="14023" anchor="ctr"/>
                </a:tc>
                <a:tc>
                  <a:txBody>
                    <a:bodyPr/>
                    <a:lstStyle/>
                    <a:p>
                      <a:r>
                        <a:rPr lang="ja-JP" altLang="en-US" sz="900" b="1" dirty="0"/>
                        <a:t>はい</a:t>
                      </a:r>
                      <a:r>
                        <a:rPr lang="ja-JP" altLang="en-US" sz="900" dirty="0"/>
                        <a:t> </a:t>
                      </a:r>
                      <a:r>
                        <a:rPr lang="en-US" altLang="ja-JP" sz="900" dirty="0"/>
                        <a:t>(</a:t>
                      </a:r>
                      <a:r>
                        <a:rPr lang="en-US" altLang="ja-JP" sz="900" dirty="0" err="1">
                          <a:solidFill>
                            <a:srgbClr val="FF0000"/>
                          </a:solidFill>
                        </a:rPr>
                        <a:t>pg_trgm</a:t>
                      </a:r>
                      <a:r>
                        <a:rPr lang="en-US" altLang="ja-JP" sz="900" dirty="0">
                          <a:solidFill>
                            <a:srgbClr val="FF0000"/>
                          </a:solidFill>
                        </a:rPr>
                        <a:t> </a:t>
                      </a:r>
                      <a:r>
                        <a:rPr lang="ja-JP" altLang="en-US" sz="900" dirty="0">
                          <a:solidFill>
                            <a:srgbClr val="FF0000"/>
                          </a:solidFill>
                        </a:rPr>
                        <a:t>拡張など</a:t>
                      </a:r>
                      <a:r>
                        <a:rPr lang="en-US" altLang="ja-JP" sz="900" dirty="0"/>
                        <a:t>)</a:t>
                      </a:r>
                    </a:p>
                  </a:txBody>
                  <a:tcPr marL="28046" marR="28046" marT="14023" marB="14023" anchor="ctr"/>
                </a:tc>
                <a:tc>
                  <a:txBody>
                    <a:bodyPr/>
                    <a:lstStyle/>
                    <a:p>
                      <a:r>
                        <a:rPr lang="ja-JP" altLang="en-US" sz="900" b="1"/>
                        <a:t>はい</a:t>
                      </a:r>
                      <a:r>
                        <a:rPr lang="ja-JP" altLang="en-US" sz="900"/>
                        <a:t> </a:t>
                      </a:r>
                      <a:r>
                        <a:rPr lang="en-US" altLang="ja-JP" sz="900"/>
                        <a:t>(</a:t>
                      </a:r>
                      <a:r>
                        <a:rPr lang="de-DE" sz="900"/>
                        <a:t>SharePoint </a:t>
                      </a:r>
                      <a:r>
                        <a:rPr lang="ja-JP" altLang="en-US" sz="900"/>
                        <a:t>の検索機能</a:t>
                      </a:r>
                      <a:r>
                        <a:rPr lang="en-US" altLang="ja-JP" sz="900"/>
                        <a:t>)</a:t>
                      </a:r>
                    </a:p>
                  </a:txBody>
                  <a:tcPr marL="28046" marR="28046" marT="14023" marB="14023" anchor="ctr"/>
                </a:tc>
                <a:extLst>
                  <a:ext uri="{0D108BD9-81ED-4DB2-BD59-A6C34878D82A}">
                    <a16:rowId xmlns:a16="http://schemas.microsoft.com/office/drawing/2014/main" val="10003"/>
                  </a:ext>
                </a:extLst>
              </a:tr>
              <a:tr h="269105">
                <a:tc>
                  <a:txBody>
                    <a:bodyPr/>
                    <a:lstStyle/>
                    <a:p>
                      <a:r>
                        <a:rPr lang="ja-JP" altLang="en-US" sz="900" b="1"/>
                        <a:t>テキスト抽出機能</a:t>
                      </a:r>
                      <a:endParaRPr lang="ja-JP" altLang="en-US" sz="900"/>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de-DE" sz="900" dirty="0">
                          <a:solidFill>
                            <a:srgbClr val="FF0000"/>
                          </a:solidFill>
                        </a:rPr>
                        <a:t>SQL Server </a:t>
                      </a:r>
                      <a:r>
                        <a:rPr lang="ja-JP" altLang="en-US" sz="900" dirty="0">
                          <a:solidFill>
                            <a:srgbClr val="FF0000"/>
                          </a:solidFill>
                        </a:rPr>
                        <a:t>の機能に依存</a:t>
                      </a:r>
                      <a:r>
                        <a:rPr lang="en-US" altLang="ja-JP" sz="900" dirty="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de-DE" sz="900" dirty="0">
                          <a:solidFill>
                            <a:srgbClr val="FF0000"/>
                          </a:solidFill>
                        </a:rPr>
                        <a:t>Dataverse Search </a:t>
                      </a:r>
                      <a:r>
                        <a:rPr lang="ja-JP" altLang="en-US" sz="900" dirty="0">
                          <a:solidFill>
                            <a:srgbClr val="FF0000"/>
                          </a:solidFill>
                        </a:rPr>
                        <a:t>が内部で行う</a:t>
                      </a:r>
                      <a:r>
                        <a:rPr lang="en-US" altLang="ja-JP" sz="900" dirty="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ja-JP" altLang="en-US" sz="900" dirty="0">
                          <a:solidFill>
                            <a:srgbClr val="FF0000"/>
                          </a:solidFill>
                        </a:rPr>
                        <a:t>拡張機能や外部ツールが必要</a:t>
                      </a:r>
                      <a:r>
                        <a:rPr lang="en-US" altLang="ja-JP" sz="900" dirty="0">
                          <a:solidFill>
                            <a:srgbClr val="FF0000"/>
                          </a:solidFill>
                        </a:rPr>
                        <a:t>)</a:t>
                      </a:r>
                    </a:p>
                  </a:txBody>
                  <a:tcPr marL="28046" marR="28046" marT="14023" marB="14023" anchor="ctr"/>
                </a:tc>
                <a:tc>
                  <a:txBody>
                    <a:bodyPr/>
                    <a:lstStyle/>
                    <a:p>
                      <a:r>
                        <a:rPr lang="ja-JP" altLang="en-US" sz="900" b="1"/>
                        <a:t>はい</a:t>
                      </a:r>
                      <a:r>
                        <a:rPr lang="ja-JP" altLang="en-US" sz="900"/>
                        <a:t> </a:t>
                      </a:r>
                      <a:r>
                        <a:rPr lang="en-US" altLang="ja-JP" sz="900"/>
                        <a:t>(</a:t>
                      </a:r>
                      <a:r>
                        <a:rPr lang="de-DE" sz="900"/>
                        <a:t>SharePoint </a:t>
                      </a:r>
                      <a:r>
                        <a:rPr lang="ja-JP" altLang="en-US" sz="900"/>
                        <a:t>の検索機能が自動で行う</a:t>
                      </a:r>
                      <a:r>
                        <a:rPr lang="en-US" altLang="ja-JP" sz="900"/>
                        <a:t>)</a:t>
                      </a:r>
                    </a:p>
                  </a:txBody>
                  <a:tcPr marL="28046" marR="28046" marT="14023" marB="14023" anchor="ctr"/>
                </a:tc>
                <a:extLst>
                  <a:ext uri="{0D108BD9-81ED-4DB2-BD59-A6C34878D82A}">
                    <a16:rowId xmlns:a16="http://schemas.microsoft.com/office/drawing/2014/main" val="10004"/>
                  </a:ext>
                </a:extLst>
              </a:tr>
              <a:tr h="277984">
                <a:tc>
                  <a:txBody>
                    <a:bodyPr/>
                    <a:lstStyle/>
                    <a:p>
                      <a:r>
                        <a:rPr lang="ja-JP" altLang="en-US" sz="900" b="1"/>
                        <a:t>非テキスト検索</a:t>
                      </a:r>
                      <a:endParaRPr lang="ja-JP" altLang="en-US" sz="900"/>
                    </a:p>
                  </a:txBody>
                  <a:tcPr marL="28046" marR="28046" marT="14023" marB="14023" anchor="ctr"/>
                </a:tc>
                <a:tc>
                  <a:txBody>
                    <a:bodyPr/>
                    <a:lstStyle/>
                    <a:p>
                      <a:r>
                        <a:rPr lang="ja-JP" altLang="en-US" sz="900" b="1">
                          <a:solidFill>
                            <a:srgbClr val="FF0000"/>
                          </a:solidFill>
                        </a:rPr>
                        <a:t>限定的</a:t>
                      </a:r>
                      <a:r>
                        <a:rPr lang="ja-JP" altLang="en-US" sz="900">
                          <a:solidFill>
                            <a:srgbClr val="FF0000"/>
                          </a:solidFill>
                        </a:rPr>
                        <a:t> </a:t>
                      </a:r>
                      <a:r>
                        <a:rPr lang="en-US" altLang="ja-JP" sz="900">
                          <a:solidFill>
                            <a:srgbClr val="FF0000"/>
                          </a:solidFill>
                        </a:rPr>
                        <a:t>(</a:t>
                      </a:r>
                      <a:r>
                        <a:rPr lang="ja-JP" altLang="en-US" sz="900">
                          <a:solidFill>
                            <a:srgbClr val="FF0000"/>
                          </a:solidFill>
                        </a:rPr>
                        <a:t>インデックスやクエリによる</a:t>
                      </a:r>
                      <a:r>
                        <a:rPr lang="en-US" altLang="ja-JP" sz="900">
                          <a:solidFill>
                            <a:srgbClr val="FF0000"/>
                          </a:solidFill>
                        </a:rPr>
                        <a:t>)</a:t>
                      </a:r>
                    </a:p>
                  </a:txBody>
                  <a:tcPr marL="28046" marR="28046" marT="14023" marB="14023" anchor="ctr"/>
                </a:tc>
                <a:tc>
                  <a:txBody>
                    <a:bodyPr/>
                    <a:lstStyle/>
                    <a:p>
                      <a:r>
                        <a:rPr lang="ja-JP" altLang="en-US" sz="900" b="1">
                          <a:solidFill>
                            <a:srgbClr val="FF0000"/>
                          </a:solidFill>
                        </a:rPr>
                        <a:t>限定的</a:t>
                      </a:r>
                      <a:r>
                        <a:rPr lang="ja-JP" altLang="en-US" sz="900">
                          <a:solidFill>
                            <a:srgbClr val="FF0000"/>
                          </a:solidFill>
                        </a:rPr>
                        <a:t> </a:t>
                      </a:r>
                      <a:r>
                        <a:rPr lang="en-US" altLang="ja-JP" sz="900">
                          <a:solidFill>
                            <a:srgbClr val="FF0000"/>
                          </a:solidFill>
                        </a:rPr>
                        <a:t>(</a:t>
                      </a:r>
                      <a:r>
                        <a:rPr lang="ja-JP" altLang="en-US" sz="900">
                          <a:solidFill>
                            <a:srgbClr val="FF0000"/>
                          </a:solidFill>
                        </a:rPr>
                        <a:t>メタデータ検索が中心</a:t>
                      </a:r>
                      <a:r>
                        <a:rPr lang="en-US" altLang="ja-JP" sz="90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ja-JP" altLang="en-US" sz="900" dirty="0">
                          <a:solidFill>
                            <a:srgbClr val="FF0000"/>
                          </a:solidFill>
                        </a:rPr>
                        <a:t>拡張機能や外部ツールが必要</a:t>
                      </a:r>
                      <a:r>
                        <a:rPr lang="en-US" altLang="ja-JP" sz="900" dirty="0">
                          <a:solidFill>
                            <a:srgbClr val="FF0000"/>
                          </a:solidFill>
                        </a:rPr>
                        <a:t>)</a:t>
                      </a:r>
                    </a:p>
                  </a:txBody>
                  <a:tcPr marL="28046" marR="28046" marT="14023" marB="14023" anchor="ctr"/>
                </a:tc>
                <a:tc>
                  <a:txBody>
                    <a:bodyPr/>
                    <a:lstStyle/>
                    <a:p>
                      <a:r>
                        <a:rPr lang="ja-JP" altLang="en-US" sz="900" b="1"/>
                        <a:t>はい</a:t>
                      </a:r>
                      <a:r>
                        <a:rPr lang="ja-JP" altLang="en-US" sz="900"/>
                        <a:t> </a:t>
                      </a:r>
                      <a:r>
                        <a:rPr lang="en-US" altLang="ja-JP" sz="900"/>
                        <a:t>(</a:t>
                      </a:r>
                      <a:r>
                        <a:rPr lang="ja-JP" altLang="en-US" sz="900"/>
                        <a:t>メタデータ検索、ファイルプロパティ検索</a:t>
                      </a:r>
                      <a:r>
                        <a:rPr lang="en-US" altLang="ja-JP" sz="900"/>
                        <a:t>)</a:t>
                      </a:r>
                    </a:p>
                  </a:txBody>
                  <a:tcPr marL="28046" marR="28046" marT="14023" marB="14023" anchor="ctr"/>
                </a:tc>
                <a:extLst>
                  <a:ext uri="{0D108BD9-81ED-4DB2-BD59-A6C34878D82A}">
                    <a16:rowId xmlns:a16="http://schemas.microsoft.com/office/drawing/2014/main" val="10005"/>
                  </a:ext>
                </a:extLst>
              </a:tr>
              <a:tr h="277984">
                <a:tc>
                  <a:txBody>
                    <a:bodyPr/>
                    <a:lstStyle/>
                    <a:p>
                      <a:r>
                        <a:rPr lang="de-DE" sz="900" b="1"/>
                        <a:t>Power Apps </a:t>
                      </a:r>
                      <a:r>
                        <a:rPr lang="ja-JP" altLang="en-US" sz="900" b="1"/>
                        <a:t>統合</a:t>
                      </a:r>
                      <a:endParaRPr lang="ja-JP" altLang="en-US" sz="900"/>
                    </a:p>
                  </a:txBody>
                  <a:tcPr marL="28046" marR="28046" marT="14023" marB="14023" anchor="ctr"/>
                </a:tc>
                <a:tc>
                  <a:txBody>
                    <a:bodyPr/>
                    <a:lstStyle/>
                    <a:p>
                      <a:r>
                        <a:rPr lang="ja-JP" altLang="en-US" sz="900" b="1"/>
                        <a:t>可能</a:t>
                      </a:r>
                      <a:r>
                        <a:rPr lang="ja-JP" altLang="en-US" sz="900"/>
                        <a:t> </a:t>
                      </a:r>
                      <a:r>
                        <a:rPr lang="en-US" altLang="ja-JP" sz="900"/>
                        <a:t>(</a:t>
                      </a:r>
                      <a:r>
                        <a:rPr lang="ja-JP" altLang="en-US" sz="900"/>
                        <a:t>カスタムコネクタ、</a:t>
                      </a:r>
                      <a:r>
                        <a:rPr lang="en-US" altLang="ja-JP" sz="900"/>
                        <a:t>SQL Server </a:t>
                      </a:r>
                      <a:r>
                        <a:rPr lang="ja-JP" altLang="en-US" sz="900"/>
                        <a:t>コネクタ</a:t>
                      </a:r>
                      <a:r>
                        <a:rPr lang="en-US" altLang="ja-JP" sz="900"/>
                        <a:t>)</a:t>
                      </a:r>
                    </a:p>
                  </a:txBody>
                  <a:tcPr marL="28046" marR="28046" marT="14023" marB="14023" anchor="ctr"/>
                </a:tc>
                <a:tc>
                  <a:txBody>
                    <a:bodyPr/>
                    <a:lstStyle/>
                    <a:p>
                      <a:r>
                        <a:rPr lang="ja-JP" altLang="en-US" sz="900" b="1"/>
                        <a:t>直接統合</a:t>
                      </a:r>
                      <a:r>
                        <a:rPr lang="ja-JP" altLang="en-US" sz="900"/>
                        <a:t> </a:t>
                      </a:r>
                      <a:r>
                        <a:rPr lang="en-US" altLang="ja-JP" sz="900"/>
                        <a:t>(</a:t>
                      </a:r>
                      <a:r>
                        <a:rPr lang="ja-JP" altLang="en-US" sz="900"/>
                        <a:t>ネイティブコネクタ</a:t>
                      </a:r>
                      <a:r>
                        <a:rPr lang="en-US" altLang="ja-JP" sz="900"/>
                        <a:t>)</a:t>
                      </a:r>
                    </a:p>
                  </a:txBody>
                  <a:tcPr marL="28046" marR="28046" marT="14023" marB="14023" anchor="ctr"/>
                </a:tc>
                <a:tc>
                  <a:txBody>
                    <a:bodyPr/>
                    <a:lstStyle/>
                    <a:p>
                      <a:r>
                        <a:rPr lang="ja-JP" altLang="en-US" sz="900" b="1" dirty="0"/>
                        <a:t>可能</a:t>
                      </a:r>
                      <a:r>
                        <a:rPr lang="ja-JP" altLang="en-US" sz="900" dirty="0"/>
                        <a:t> </a:t>
                      </a:r>
                      <a:r>
                        <a:rPr lang="en-US" altLang="ja-JP" sz="900" dirty="0"/>
                        <a:t>(</a:t>
                      </a:r>
                      <a:r>
                        <a:rPr lang="ja-JP" altLang="en-US" sz="900" dirty="0"/>
                        <a:t>カスタムコネクタ、</a:t>
                      </a:r>
                      <a:r>
                        <a:rPr lang="en-US" altLang="ja-JP" sz="900" dirty="0"/>
                        <a:t>PostgreSQL </a:t>
                      </a:r>
                      <a:r>
                        <a:rPr lang="ja-JP" altLang="en-US" sz="900" dirty="0"/>
                        <a:t>コネクタ</a:t>
                      </a:r>
                      <a:r>
                        <a:rPr lang="en-US" altLang="ja-JP" sz="900" dirty="0"/>
                        <a:t>)</a:t>
                      </a:r>
                    </a:p>
                  </a:txBody>
                  <a:tcPr marL="28046" marR="28046" marT="14023" marB="14023" anchor="ctr"/>
                </a:tc>
                <a:tc>
                  <a:txBody>
                    <a:bodyPr/>
                    <a:lstStyle/>
                    <a:p>
                      <a:r>
                        <a:rPr lang="ja-JP" altLang="en-US" sz="900" b="1"/>
                        <a:t>直接統合</a:t>
                      </a:r>
                      <a:r>
                        <a:rPr lang="ja-JP" altLang="en-US" sz="900"/>
                        <a:t> </a:t>
                      </a:r>
                      <a:r>
                        <a:rPr lang="en-US" altLang="ja-JP" sz="900"/>
                        <a:t>(</a:t>
                      </a:r>
                      <a:r>
                        <a:rPr lang="de-DE" sz="900"/>
                        <a:t>SharePoint </a:t>
                      </a:r>
                      <a:r>
                        <a:rPr lang="ja-JP" altLang="en-US" sz="900"/>
                        <a:t>コネクタ</a:t>
                      </a:r>
                      <a:r>
                        <a:rPr lang="en-US" altLang="ja-JP" sz="900"/>
                        <a:t>)</a:t>
                      </a:r>
                    </a:p>
                  </a:txBody>
                  <a:tcPr marL="28046" marR="28046" marT="14023" marB="14023" anchor="ctr"/>
                </a:tc>
                <a:extLst>
                  <a:ext uri="{0D108BD9-81ED-4DB2-BD59-A6C34878D82A}">
                    <a16:rowId xmlns:a16="http://schemas.microsoft.com/office/drawing/2014/main" val="10006"/>
                  </a:ext>
                </a:extLst>
              </a:tr>
              <a:tr h="277984">
                <a:tc>
                  <a:txBody>
                    <a:bodyPr/>
                    <a:lstStyle/>
                    <a:p>
                      <a:r>
                        <a:rPr lang="de-DE" sz="900" b="1"/>
                        <a:t>Power Automate </a:t>
                      </a:r>
                      <a:r>
                        <a:rPr lang="ja-JP" altLang="en-US" sz="900" b="1"/>
                        <a:t>統合</a:t>
                      </a:r>
                      <a:endParaRPr lang="ja-JP" altLang="en-US" sz="900"/>
                    </a:p>
                  </a:txBody>
                  <a:tcPr marL="28046" marR="28046" marT="14023" marB="14023" anchor="ctr"/>
                </a:tc>
                <a:tc>
                  <a:txBody>
                    <a:bodyPr/>
                    <a:lstStyle/>
                    <a:p>
                      <a:r>
                        <a:rPr lang="ja-JP" altLang="en-US" sz="900" b="1"/>
                        <a:t>可能</a:t>
                      </a:r>
                      <a:r>
                        <a:rPr lang="ja-JP" altLang="en-US" sz="900"/>
                        <a:t> </a:t>
                      </a:r>
                      <a:r>
                        <a:rPr lang="en-US" altLang="ja-JP" sz="900"/>
                        <a:t>(</a:t>
                      </a:r>
                      <a:r>
                        <a:rPr lang="ja-JP" altLang="en-US" sz="900"/>
                        <a:t>カスタムコネクタ、</a:t>
                      </a:r>
                      <a:r>
                        <a:rPr lang="en-US" altLang="ja-JP" sz="900"/>
                        <a:t>SQL Server </a:t>
                      </a:r>
                      <a:r>
                        <a:rPr lang="ja-JP" altLang="en-US" sz="900"/>
                        <a:t>コネクタ</a:t>
                      </a:r>
                      <a:r>
                        <a:rPr lang="en-US" altLang="ja-JP" sz="900"/>
                        <a:t>)</a:t>
                      </a:r>
                    </a:p>
                  </a:txBody>
                  <a:tcPr marL="28046" marR="28046" marT="14023" marB="14023" anchor="ctr"/>
                </a:tc>
                <a:tc>
                  <a:txBody>
                    <a:bodyPr/>
                    <a:lstStyle/>
                    <a:p>
                      <a:r>
                        <a:rPr lang="ja-JP" altLang="en-US" sz="900" b="1"/>
                        <a:t>直接統合</a:t>
                      </a:r>
                      <a:r>
                        <a:rPr lang="ja-JP" altLang="en-US" sz="900"/>
                        <a:t> </a:t>
                      </a:r>
                      <a:r>
                        <a:rPr lang="en-US" altLang="ja-JP" sz="900"/>
                        <a:t>(</a:t>
                      </a:r>
                      <a:r>
                        <a:rPr lang="ja-JP" altLang="en-US" sz="900"/>
                        <a:t>ネイティブコネクタ</a:t>
                      </a:r>
                      <a:r>
                        <a:rPr lang="en-US" altLang="ja-JP" sz="900"/>
                        <a:t>)</a:t>
                      </a:r>
                    </a:p>
                  </a:txBody>
                  <a:tcPr marL="28046" marR="28046" marT="14023" marB="14023" anchor="ctr"/>
                </a:tc>
                <a:tc>
                  <a:txBody>
                    <a:bodyPr/>
                    <a:lstStyle/>
                    <a:p>
                      <a:r>
                        <a:rPr lang="ja-JP" altLang="en-US" sz="900" b="1" dirty="0"/>
                        <a:t>可能</a:t>
                      </a:r>
                      <a:r>
                        <a:rPr lang="ja-JP" altLang="en-US" sz="900" dirty="0"/>
                        <a:t> </a:t>
                      </a:r>
                      <a:r>
                        <a:rPr lang="en-US" altLang="ja-JP" sz="900" dirty="0"/>
                        <a:t>(</a:t>
                      </a:r>
                      <a:r>
                        <a:rPr lang="ja-JP" altLang="en-US" sz="900" dirty="0"/>
                        <a:t>カスタムコネクタ、</a:t>
                      </a:r>
                      <a:r>
                        <a:rPr lang="en-US" altLang="ja-JP" sz="900" dirty="0"/>
                        <a:t>PostgreSQL </a:t>
                      </a:r>
                      <a:r>
                        <a:rPr lang="ja-JP" altLang="en-US" sz="900" dirty="0"/>
                        <a:t>コネクタ</a:t>
                      </a:r>
                      <a:r>
                        <a:rPr lang="en-US" altLang="ja-JP" sz="900" dirty="0"/>
                        <a:t>)</a:t>
                      </a:r>
                    </a:p>
                  </a:txBody>
                  <a:tcPr marL="28046" marR="28046" marT="14023" marB="14023" anchor="ctr"/>
                </a:tc>
                <a:tc>
                  <a:txBody>
                    <a:bodyPr/>
                    <a:lstStyle/>
                    <a:p>
                      <a:r>
                        <a:rPr lang="ja-JP" altLang="en-US" sz="900" b="1"/>
                        <a:t>直接統合</a:t>
                      </a:r>
                      <a:r>
                        <a:rPr lang="ja-JP" altLang="en-US" sz="900"/>
                        <a:t> </a:t>
                      </a:r>
                      <a:r>
                        <a:rPr lang="en-US" altLang="ja-JP" sz="900"/>
                        <a:t>(</a:t>
                      </a:r>
                      <a:r>
                        <a:rPr lang="de-DE" sz="900"/>
                        <a:t>SharePoint </a:t>
                      </a:r>
                      <a:r>
                        <a:rPr lang="ja-JP" altLang="en-US" sz="900"/>
                        <a:t>コネクタ</a:t>
                      </a:r>
                      <a:r>
                        <a:rPr lang="en-US" altLang="ja-JP" sz="900"/>
                        <a:t>)</a:t>
                      </a:r>
                    </a:p>
                  </a:txBody>
                  <a:tcPr marL="28046" marR="28046" marT="14023" marB="14023" anchor="ctr"/>
                </a:tc>
                <a:extLst>
                  <a:ext uri="{0D108BD9-81ED-4DB2-BD59-A6C34878D82A}">
                    <a16:rowId xmlns:a16="http://schemas.microsoft.com/office/drawing/2014/main" val="10007"/>
                  </a:ext>
                </a:extLst>
              </a:tr>
              <a:tr h="502427">
                <a:tc>
                  <a:txBody>
                    <a:bodyPr/>
                    <a:lstStyle/>
                    <a:p>
                      <a:r>
                        <a:rPr lang="ja-JP" altLang="en-US" sz="900" b="1" dirty="0"/>
                        <a:t>必要なライセンス</a:t>
                      </a:r>
                      <a:endParaRPr lang="ja-JP" altLang="en-US" sz="900" dirty="0"/>
                    </a:p>
                  </a:txBody>
                  <a:tcPr marL="28046" marR="28046" marT="14023" marB="14023" anchor="ctr"/>
                </a:tc>
                <a:tc>
                  <a:txBody>
                    <a:bodyPr/>
                    <a:lstStyle/>
                    <a:p>
                      <a:r>
                        <a:rPr lang="de-DE" sz="900" dirty="0"/>
                        <a:t>SQL Server Enterprise/Standard (Full-Text Search </a:t>
                      </a:r>
                      <a:r>
                        <a:rPr lang="ja-JP" altLang="en-US" sz="900" dirty="0"/>
                        <a:t>は追加費用なし</a:t>
                      </a:r>
                      <a:r>
                        <a:rPr lang="en-US" altLang="ja-JP" sz="900" dirty="0"/>
                        <a:t>)</a:t>
                      </a:r>
                    </a:p>
                  </a:txBody>
                  <a:tcPr marL="28046" marR="28046" marT="14023" marB="14023" anchor="ctr"/>
                </a:tc>
                <a:tc>
                  <a:txBody>
                    <a:bodyPr/>
                    <a:lstStyle/>
                    <a:p>
                      <a:r>
                        <a:rPr lang="en-US" altLang="ja-JP" sz="900" dirty="0"/>
                        <a:t>Microsoft Dataverse </a:t>
                      </a:r>
                      <a:r>
                        <a:rPr lang="ja-JP" altLang="en-US" sz="900" dirty="0"/>
                        <a:t>ライセンス </a:t>
                      </a:r>
                      <a:r>
                        <a:rPr lang="en-US" altLang="ja-JP" sz="900" dirty="0"/>
                        <a:t>(Dynamics 365 </a:t>
                      </a:r>
                      <a:r>
                        <a:rPr lang="ja-JP" altLang="en-US" sz="900" dirty="0"/>
                        <a:t>または </a:t>
                      </a:r>
                      <a:r>
                        <a:rPr lang="en-US" altLang="ja-JP" sz="900" dirty="0"/>
                        <a:t>Power Apps Premium </a:t>
                      </a:r>
                      <a:r>
                        <a:rPr lang="ja-JP" altLang="en-US" sz="900" dirty="0"/>
                        <a:t>ライセンスに含まれる場合あり</a:t>
                      </a:r>
                      <a:r>
                        <a:rPr lang="en-US" altLang="ja-JP" sz="900" dirty="0"/>
                        <a:t>)</a:t>
                      </a:r>
                    </a:p>
                  </a:txBody>
                  <a:tcPr marL="28046" marR="28046" marT="14023" marB="14023" anchor="ctr"/>
                </a:tc>
                <a:tc>
                  <a:txBody>
                    <a:bodyPr/>
                    <a:lstStyle/>
                    <a:p>
                      <a:r>
                        <a:rPr lang="en-US" altLang="ja-JP" sz="900" dirty="0"/>
                        <a:t>PostgreSQL </a:t>
                      </a:r>
                      <a:r>
                        <a:rPr lang="ja-JP" altLang="en-US" sz="900" dirty="0"/>
                        <a:t>自体はオープンソース。拡張機能は追加の構成が必要。</a:t>
                      </a:r>
                    </a:p>
                  </a:txBody>
                  <a:tcPr marL="28046" marR="28046" marT="14023" marB="14023" anchor="ctr"/>
                </a:tc>
                <a:tc>
                  <a:txBody>
                    <a:bodyPr/>
                    <a:lstStyle/>
                    <a:p>
                      <a:r>
                        <a:rPr lang="de-DE" sz="900" dirty="0"/>
                        <a:t>Microsoft 365 </a:t>
                      </a:r>
                      <a:r>
                        <a:rPr lang="ja-JP" altLang="en-US" sz="900" dirty="0"/>
                        <a:t>ライセンス </a:t>
                      </a:r>
                      <a:r>
                        <a:rPr lang="en-US" altLang="ja-JP" sz="900" dirty="0"/>
                        <a:t>(</a:t>
                      </a:r>
                      <a:r>
                        <a:rPr lang="de-DE" sz="900" dirty="0"/>
                        <a:t>SharePoint Online </a:t>
                      </a:r>
                      <a:r>
                        <a:rPr lang="ja-JP" altLang="en-US" sz="900" dirty="0"/>
                        <a:t>を含むプラン</a:t>
                      </a:r>
                      <a:r>
                        <a:rPr lang="en-US" altLang="ja-JP" sz="900" dirty="0"/>
                        <a:t>)</a:t>
                      </a:r>
                    </a:p>
                  </a:txBody>
                  <a:tcPr marL="28046" marR="28046" marT="14023" marB="14023" anchor="ctr"/>
                </a:tc>
                <a:extLst>
                  <a:ext uri="{0D108BD9-81ED-4DB2-BD59-A6C34878D82A}">
                    <a16:rowId xmlns:a16="http://schemas.microsoft.com/office/drawing/2014/main" val="10008"/>
                  </a:ext>
                </a:extLst>
              </a:tr>
              <a:tr h="502427">
                <a:tc>
                  <a:txBody>
                    <a:bodyPr/>
                    <a:lstStyle/>
                    <a:p>
                      <a:endParaRPr lang="ja-JP" altLang="en-US" sz="900" dirty="0">
                        <a:solidFill>
                          <a:srgbClr val="FF0000"/>
                        </a:solidFill>
                      </a:endParaRPr>
                    </a:p>
                  </a:txBody>
                  <a:tcPr marL="28046" marR="28046" marT="14023" marB="14023" anchor="ctr"/>
                </a:tc>
                <a:tc>
                  <a:txBody>
                    <a:bodyPr/>
                    <a:lstStyle/>
                    <a:p>
                      <a:endParaRPr lang="en-US" altLang="ja-JP" sz="900" dirty="0">
                        <a:solidFill>
                          <a:srgbClr val="FF0000"/>
                        </a:solidFill>
                      </a:endParaRPr>
                    </a:p>
                  </a:txBody>
                  <a:tcPr marL="28046" marR="28046" marT="14023" marB="14023" anchor="ctr"/>
                </a:tc>
                <a:tc>
                  <a:txBody>
                    <a:bodyPr/>
                    <a:lstStyle/>
                    <a:p>
                      <a:endParaRPr lang="en-US" altLang="ja-JP" sz="900" dirty="0">
                        <a:solidFill>
                          <a:srgbClr val="FF0000"/>
                        </a:solidFill>
                      </a:endParaRPr>
                    </a:p>
                  </a:txBody>
                  <a:tcPr marL="28046" marR="28046" marT="14023" marB="14023" anchor="ctr"/>
                </a:tc>
                <a:tc>
                  <a:txBody>
                    <a:bodyPr/>
                    <a:lstStyle/>
                    <a:p>
                      <a:endParaRPr lang="ja-JP" altLang="en-US" sz="900" dirty="0">
                        <a:solidFill>
                          <a:srgbClr val="FF0000"/>
                        </a:solidFill>
                      </a:endParaRPr>
                    </a:p>
                  </a:txBody>
                  <a:tcPr marL="28046" marR="28046" marT="14023" marB="14023" anchor="ctr"/>
                </a:tc>
                <a:tc>
                  <a:txBody>
                    <a:bodyPr/>
                    <a:lstStyle/>
                    <a:p>
                      <a:r>
                        <a:rPr lang="ja-JP" altLang="en-US" sz="900" dirty="0">
                          <a:solidFill>
                            <a:srgbClr val="FF0000"/>
                          </a:solidFill>
                        </a:rPr>
                        <a:t>特別</a:t>
                      </a:r>
                      <a:r>
                        <a:rPr lang="en-US" altLang="ja-JP" sz="900" dirty="0">
                          <a:solidFill>
                            <a:srgbClr val="FF0000"/>
                          </a:solidFill>
                        </a:rPr>
                        <a:t>API</a:t>
                      </a:r>
                      <a:r>
                        <a:rPr lang="ja-JP" altLang="en-US" sz="900" dirty="0">
                          <a:solidFill>
                            <a:srgbClr val="FF0000"/>
                          </a:solidFill>
                        </a:rPr>
                        <a:t>コールが必要</a:t>
                      </a:r>
                      <a:endParaRPr lang="en-US" altLang="ja-JP" sz="900" dirty="0">
                        <a:solidFill>
                          <a:srgbClr val="FF0000"/>
                        </a:solidFill>
                      </a:endParaRPr>
                    </a:p>
                    <a:p>
                      <a:r>
                        <a:rPr lang="ja-JP" altLang="en-US" sz="900" dirty="0">
                          <a:solidFill>
                            <a:srgbClr val="FF0000"/>
                          </a:solidFill>
                        </a:rPr>
                        <a:t>事前の</a:t>
                      </a:r>
                      <a:r>
                        <a:rPr lang="en-US" altLang="ja-JP" sz="900" dirty="0">
                          <a:solidFill>
                            <a:srgbClr val="FF0000"/>
                          </a:solidFill>
                        </a:rPr>
                        <a:t>App</a:t>
                      </a:r>
                      <a:r>
                        <a:rPr lang="ja-JP" altLang="en-US" sz="900" dirty="0">
                          <a:solidFill>
                            <a:srgbClr val="FF0000"/>
                          </a:solidFill>
                        </a:rPr>
                        <a:t>登録が必須</a:t>
                      </a:r>
                      <a:endParaRPr lang="en-US" altLang="ja-JP" sz="900" dirty="0">
                        <a:solidFill>
                          <a:srgbClr val="FF0000"/>
                        </a:solidFill>
                      </a:endParaRPr>
                    </a:p>
                    <a:p>
                      <a:r>
                        <a:rPr lang="en-US" altLang="ja-JP" sz="900" dirty="0">
                          <a:solidFill>
                            <a:srgbClr val="FF0000"/>
                          </a:solidFill>
                        </a:rPr>
                        <a:t>SharePoint</a:t>
                      </a:r>
                      <a:r>
                        <a:rPr lang="ja-JP" altLang="en-US" sz="900" dirty="0">
                          <a:solidFill>
                            <a:srgbClr val="FF0000"/>
                          </a:solidFill>
                        </a:rPr>
                        <a:t>に置いている添付ファイルの管理が必要</a:t>
                      </a:r>
                      <a:endParaRPr lang="en-US" altLang="ja-JP" sz="900" dirty="0">
                        <a:solidFill>
                          <a:srgbClr val="FF0000"/>
                        </a:solidFill>
                      </a:endParaRPr>
                    </a:p>
                  </a:txBody>
                  <a:tcPr marL="28046" marR="28046" marT="14023" marB="14023" anchor="ctr"/>
                </a:tc>
                <a:extLst>
                  <a:ext uri="{0D108BD9-81ED-4DB2-BD59-A6C34878D82A}">
                    <a16:rowId xmlns:a16="http://schemas.microsoft.com/office/drawing/2014/main" val="29155561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Autofit/>
          </a:bodyPr>
          <a:lstStyle/>
          <a:p>
            <a:r>
              <a:rPr lang="ja-JP" altLang="en-US"/>
              <a:t>実現方法－ 検索機能２</a:t>
            </a:r>
          </a:p>
        </p:txBody>
      </p:sp>
      <p:sp>
        <p:nvSpPr>
          <p:cNvPr id="15" name="テキスト ボックス 14"/>
          <p:cNvSpPr txBox="1"/>
          <p:nvPr/>
        </p:nvSpPr>
        <p:spPr>
          <a:xfrm>
            <a:off x="414337" y="814891"/>
            <a:ext cx="7764464" cy="562496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zh-CN" altLang="zh-CN" sz="1400" dirty="0">
                <a:latin typeface="DengXian 本文"/>
              </a:rPr>
              <a:t>添付ファイル向け検索: SharePointの検索機能</a:t>
            </a:r>
            <a:r>
              <a:rPr kumimoji="0" lang="ja-JP" altLang="en-US" sz="1400" dirty="0">
                <a:latin typeface="DengXian 本文"/>
              </a:rPr>
              <a:t>を利用。</a:t>
            </a:r>
            <a:endParaRPr kumimoji="0" lang="en-US" altLang="ja-JP" sz="1400" dirty="0">
              <a:latin typeface="DengXian 本文"/>
            </a:endParaRPr>
          </a:p>
          <a:p>
            <a:pPr marL="342900" indent="-342900">
              <a:buFont typeface="+mj-lt"/>
              <a:buAutoNum type="arabicPeriod"/>
            </a:pPr>
            <a:r>
              <a:rPr lang="en-US" altLang="ja-JP" sz="1200" b="1" dirty="0"/>
              <a:t>Azure AD </a:t>
            </a:r>
            <a:r>
              <a:rPr lang="ja-JP" altLang="en-US" sz="1200" b="1" dirty="0"/>
              <a:t>アプリケーションの登録と権限設定</a:t>
            </a:r>
            <a:r>
              <a:rPr lang="en-US" altLang="ja-JP" sz="1200" b="1" dirty="0"/>
              <a:t>:</a:t>
            </a:r>
            <a:endParaRPr lang="ja-JP" altLang="en-US" sz="1200" dirty="0"/>
          </a:p>
          <a:p>
            <a:pPr lvl="1"/>
            <a:r>
              <a:rPr lang="en-US" altLang="ja-JP" sz="1050" dirty="0"/>
              <a:t>Azure AD </a:t>
            </a:r>
            <a:r>
              <a:rPr lang="ja-JP" altLang="en-US" sz="1050" dirty="0"/>
              <a:t>にアプリケーションを登録し、必要な </a:t>
            </a:r>
            <a:r>
              <a:rPr lang="en-US" altLang="ja-JP" sz="1050" dirty="0"/>
              <a:t>Graph API </a:t>
            </a:r>
            <a:r>
              <a:rPr lang="ja-JP" altLang="en-US" sz="1050" dirty="0"/>
              <a:t>のアクセス許可を付与します。</a:t>
            </a:r>
          </a:p>
          <a:p>
            <a:pPr lvl="1"/>
            <a:r>
              <a:rPr lang="ja-JP" altLang="en-US" sz="1050" dirty="0"/>
              <a:t>アプリケーション </a:t>
            </a:r>
            <a:r>
              <a:rPr lang="en-US" altLang="ja-JP" sz="1050" dirty="0"/>
              <a:t>ID (</a:t>
            </a:r>
            <a:r>
              <a:rPr lang="ja-JP" altLang="en-US" sz="1050" dirty="0"/>
              <a:t>クライアント </a:t>
            </a:r>
            <a:r>
              <a:rPr lang="en-US" altLang="ja-JP" sz="1050" dirty="0"/>
              <a:t>ID) </a:t>
            </a:r>
            <a:r>
              <a:rPr lang="ja-JP" altLang="en-US" sz="1050" dirty="0"/>
              <a:t>と、</a:t>
            </a:r>
            <a:r>
              <a:rPr lang="ja-JP" altLang="en-US" sz="1050" b="1" dirty="0"/>
              <a:t>クライアントシークレット</a:t>
            </a:r>
            <a:r>
              <a:rPr lang="ja-JP" altLang="en-US" sz="1050" dirty="0"/>
              <a:t> または </a:t>
            </a:r>
            <a:r>
              <a:rPr lang="ja-JP" altLang="en-US" sz="1050" b="1" dirty="0"/>
              <a:t>証明書</a:t>
            </a:r>
            <a:r>
              <a:rPr lang="ja-JP" altLang="en-US" sz="1050" dirty="0"/>
              <a:t> を取得します。</a:t>
            </a:r>
          </a:p>
          <a:p>
            <a:pPr marL="342900" lvl="0" indent="-342900" eaLnBrk="0" fontAlgn="base" hangingPunct="0">
              <a:spcBef>
                <a:spcPct val="0"/>
              </a:spcBef>
              <a:spcAft>
                <a:spcPct val="0"/>
              </a:spcAft>
              <a:buFont typeface="+mj-lt"/>
              <a:buAutoNum type="arabicPeriod"/>
            </a:pPr>
            <a:r>
              <a:rPr kumimoji="0" lang="ja-JP" altLang="ja-JP" sz="1200" b="1" dirty="0">
                <a:latin typeface="Arial" panose="020B0604020202020204" pitchFamily="34" charset="0"/>
              </a:rPr>
              <a:t>必要な Graph API 権限</a:t>
            </a:r>
          </a:p>
          <a:p>
            <a:pPr lvl="1" eaLnBrk="0" fontAlgn="base" hangingPunct="0">
              <a:spcBef>
                <a:spcPct val="0"/>
              </a:spcBef>
              <a:spcAft>
                <a:spcPct val="0"/>
              </a:spcAft>
            </a:pPr>
            <a:r>
              <a:rPr kumimoji="0" lang="ja-JP" altLang="ja-JP" sz="1050" dirty="0">
                <a:latin typeface="Arial" panose="020B0604020202020204" pitchFamily="34" charset="0"/>
              </a:rPr>
              <a:t>Graph API を使用して SharePoint のドキュメントライブラリを検索するには、主に以下の権限が必要です。</a:t>
            </a:r>
          </a:p>
          <a:p>
            <a:pPr marL="742950" lvl="1" indent="-285750" eaLnBrk="0" fontAlgn="base" hangingPunct="0">
              <a:spcBef>
                <a:spcPct val="0"/>
              </a:spcBef>
              <a:spcAft>
                <a:spcPct val="0"/>
              </a:spcAft>
              <a:buFont typeface="Arial" panose="020B0604020202020204" pitchFamily="34" charset="0"/>
              <a:buChar char="•"/>
            </a:pPr>
            <a:r>
              <a:rPr kumimoji="0" lang="ja-JP" altLang="ja-JP" sz="1050" b="1" dirty="0">
                <a:latin typeface="Arial Unicode MS"/>
              </a:rPr>
              <a:t>Files.Read.All</a:t>
            </a:r>
            <a:r>
              <a:rPr kumimoji="0" lang="ja-JP" altLang="ja-JP" sz="1050" dirty="0"/>
              <a:t>: SharePoint Online 内のすべてのファイルコンテンツを読み取る権限です。これにより、ドキュメントライブラリ内のファイルを検索し、そのメタデータやコンテンツを取得できます。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b="1" dirty="0">
                <a:latin typeface="Arial Unicode MS"/>
              </a:rPr>
              <a:t>Sites.Read.All</a:t>
            </a:r>
            <a:r>
              <a:rPr kumimoji="0" lang="ja-JP" altLang="ja-JP" sz="1050" dirty="0"/>
              <a:t>: SharePoint Online 内のすべてのサイトコレクションとサイトのメタデータを読み取る権限です。これにより、検索対象となるドキュメントライブラリが存在するサイトを特定できます。</a:t>
            </a:r>
            <a:endParaRPr kumimoji="0" lang="ja-JP" altLang="ja-JP" sz="1050" dirty="0">
              <a:latin typeface="Arial" panose="020B0604020202020204" pitchFamily="34" charset="0"/>
            </a:endParaRPr>
          </a:p>
          <a:p>
            <a:pPr lvl="1" eaLnBrk="0" fontAlgn="base" hangingPunct="0">
              <a:spcBef>
                <a:spcPct val="0"/>
              </a:spcBef>
              <a:spcAft>
                <a:spcPct val="0"/>
              </a:spcAft>
            </a:pPr>
            <a:r>
              <a:rPr kumimoji="0" lang="ja-JP" altLang="ja-JP" sz="1050" dirty="0">
                <a:latin typeface="Arial" panose="020B0604020202020204" pitchFamily="34" charset="0"/>
              </a:rPr>
              <a:t>これらの権限は、アプリケーションの登録時に Azure Active Directory (現 Microsoft Entra ID) で設定します。Power Apps や Power Automate から Graph API を呼び出す際には、これらの権限が付与されたサービスプリンシパルまたは委任された権限を持つユーザーアカウントを使用することになります。</a:t>
            </a:r>
          </a:p>
          <a:p>
            <a:pPr marL="342900" lvl="0" indent="-342900" eaLnBrk="0" fontAlgn="base" hangingPunct="0">
              <a:spcBef>
                <a:spcPct val="0"/>
              </a:spcBef>
              <a:spcAft>
                <a:spcPct val="0"/>
              </a:spcAft>
              <a:buFont typeface="+mj-lt"/>
              <a:buAutoNum type="arabicPeriod"/>
            </a:pPr>
            <a:r>
              <a:rPr kumimoji="0" lang="ja-JP" altLang="ja-JP" sz="1200" b="1" dirty="0">
                <a:latin typeface="Arial" panose="020B0604020202020204" pitchFamily="34" charset="0"/>
              </a:rPr>
              <a:t>Power Apps からの呼び出し:</a:t>
            </a:r>
            <a:endParaRPr kumimoji="0" lang="ja-JP" altLang="ja-JP"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Apps では、</a:t>
            </a:r>
            <a:r>
              <a:rPr kumimoji="0" lang="ja-JP" altLang="ja-JP" sz="1050" b="1" dirty="0">
                <a:latin typeface="Arial" panose="020B0604020202020204" pitchFamily="34" charset="0"/>
              </a:rPr>
              <a:t>カスタムコネクタ</a:t>
            </a:r>
            <a:r>
              <a:rPr kumimoji="0" lang="ja-JP" altLang="ja-JP" sz="1050" dirty="0">
                <a:latin typeface="Arial" panose="020B0604020202020204" pitchFamily="34" charset="0"/>
              </a:rPr>
              <a:t> を作成して Graph API エンドポイントを定義するのが一般的です。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カスタムコネクタの設定で、上記で説明した必要な Graph API 権限を要求するように設定します。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Graph API の検索エンドポイント（例: </a:t>
            </a:r>
            <a:r>
              <a:rPr kumimoji="0" lang="ja-JP" altLang="ja-JP" sz="1050" dirty="0">
                <a:latin typeface="Arial Unicode MS"/>
              </a:rPr>
              <a:t>https://graph.microsoft.com/v1.0/sites/{site-id}/drive/root/search(q='{search-query}')</a:t>
            </a:r>
            <a:r>
              <a:rPr kumimoji="0" lang="ja-JP" altLang="ja-JP" sz="1050" dirty="0"/>
              <a:t>）を呼び出すアクションを定義します。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特定のドキュメントライブラリを限定するには、</a:t>
            </a:r>
            <a:r>
              <a:rPr kumimoji="0" lang="ja-JP" altLang="ja-JP" sz="1050" dirty="0">
                <a:latin typeface="Arial Unicode MS"/>
              </a:rPr>
              <a:t>site-id</a:t>
            </a:r>
            <a:r>
              <a:rPr kumimoji="0" lang="ja-JP" altLang="ja-JP" sz="1050" dirty="0"/>
              <a:t> を指定するか、検索クエリ (</a:t>
            </a:r>
            <a:r>
              <a:rPr kumimoji="0" lang="ja-JP" altLang="ja-JP" sz="1050" dirty="0">
                <a:latin typeface="Arial Unicode MS"/>
              </a:rPr>
              <a:t>q</a:t>
            </a:r>
            <a:r>
              <a:rPr kumimoji="0" lang="ja-JP" altLang="ja-JP" sz="1050" dirty="0"/>
              <a:t>) にドキュメントライブラリ名やパスを含めるなどの工夫が必要になります。Graph API の検索機能は、</a:t>
            </a:r>
            <a:r>
              <a:rPr kumimoji="0" lang="ja-JP" altLang="ja-JP" sz="1050" dirty="0">
                <a:latin typeface="Arial Unicode MS"/>
              </a:rPr>
              <a:t>search</a:t>
            </a:r>
            <a:r>
              <a:rPr kumimoji="0" lang="ja-JP" altLang="ja-JP" sz="1050" dirty="0"/>
              <a:t> クエリパラメータで詳細なフィルタリングをサポートしています。例えば、</a:t>
            </a:r>
            <a:r>
              <a:rPr kumimoji="0" lang="ja-JP" altLang="ja-JP" sz="1050" dirty="0">
                <a:latin typeface="Arial Unicode MS"/>
              </a:rPr>
              <a:t>search(q='keyword in:Shared Documents')</a:t>
            </a:r>
            <a:r>
              <a:rPr kumimoji="0" lang="ja-JP" altLang="ja-JP" sz="1050" dirty="0"/>
              <a:t> のように、特定のフォルダを指定できます。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Apps のキャンバスアプリ内で、このカスタムコネクタのアクションを呼び出し、取得した検索結果を表示します。</a:t>
            </a:r>
            <a:endParaRPr kumimoji="0" lang="ja-JP" altLang="ja-JP" sz="1200" dirty="0">
              <a:latin typeface="Arial" panose="020B0604020202020204" pitchFamily="34" charset="0"/>
            </a:endParaRPr>
          </a:p>
          <a:p>
            <a:pPr marL="342900" lvl="0" indent="-342900" eaLnBrk="0" fontAlgn="base" hangingPunct="0">
              <a:spcBef>
                <a:spcPct val="0"/>
              </a:spcBef>
              <a:spcAft>
                <a:spcPct val="0"/>
              </a:spcAft>
              <a:buFont typeface="Arial" panose="020B0604020202020204" pitchFamily="34" charset="0"/>
              <a:buChar char="•"/>
            </a:pPr>
            <a:r>
              <a:rPr kumimoji="0" lang="ja-JP" altLang="ja-JP" sz="1200" b="1" dirty="0">
                <a:latin typeface="Arial" panose="020B0604020202020204" pitchFamily="34" charset="0"/>
              </a:rPr>
              <a:t>Power Automate Flow からの呼び出し:</a:t>
            </a:r>
            <a:endParaRPr kumimoji="0" lang="ja-JP" altLang="ja-JP"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Automate では、</a:t>
            </a:r>
            <a:r>
              <a:rPr kumimoji="0" lang="ja-JP" altLang="ja-JP" sz="1050" b="1" dirty="0">
                <a:latin typeface="Arial" panose="020B0604020202020204" pitchFamily="34" charset="0"/>
              </a:rPr>
              <a:t>HTTP アクション</a:t>
            </a:r>
            <a:r>
              <a:rPr kumimoji="0" lang="ja-JP" altLang="ja-JP" sz="1050" dirty="0">
                <a:latin typeface="Arial" panose="020B0604020202020204" pitchFamily="34" charset="0"/>
              </a:rPr>
              <a:t> を使用して Graph API を直接呼び出すことができます。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HTTP アクションの設定で、HTTP メソッドを </a:t>
            </a:r>
            <a:r>
              <a:rPr kumimoji="0" lang="ja-JP" altLang="ja-JP" sz="1050" dirty="0">
                <a:latin typeface="Arial Unicode MS"/>
              </a:rPr>
              <a:t>GET</a:t>
            </a:r>
            <a:r>
              <a:rPr kumimoji="0" lang="ja-JP" altLang="ja-JP" sz="1050" dirty="0"/>
              <a:t> または </a:t>
            </a:r>
            <a:r>
              <a:rPr kumimoji="0" lang="ja-JP" altLang="ja-JP" sz="1050" dirty="0">
                <a:latin typeface="Arial Unicode MS"/>
              </a:rPr>
              <a:t>POST</a:t>
            </a:r>
            <a:r>
              <a:rPr kumimoji="0" lang="ja-JP" altLang="ja-JP" sz="1050" dirty="0"/>
              <a:t> に設定し、Graph API のエンドポイント URL を指定します。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認証には、HTTP アクションの「認証」設定で「Active Directory OAuth」を選択し、必要な権限を持つ Azure AD アプリケーションのテナント ID、クライアント ID、クライアントシークレット（または証明書）を設定します。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ヘッダーには </a:t>
            </a:r>
            <a:r>
              <a:rPr kumimoji="0" lang="ja-JP" altLang="ja-JP" sz="1050" dirty="0">
                <a:latin typeface="Arial Unicode MS"/>
              </a:rPr>
              <a:t>Content-Type: application/json</a:t>
            </a:r>
            <a:r>
              <a:rPr kumimoji="0" lang="ja-JP" altLang="ja-JP" sz="1050" dirty="0"/>
              <a:t> などを設定します。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Unicode MS"/>
              </a:rPr>
              <a:t>uri</a:t>
            </a:r>
            <a:r>
              <a:rPr kumimoji="0" lang="ja-JP" altLang="ja-JP" sz="1050" dirty="0"/>
              <a:t> パラメータで検索クエリを指定し、ドキュメントライブラリを限定するための </a:t>
            </a:r>
            <a:r>
              <a:rPr kumimoji="0" lang="ja-JP" altLang="ja-JP" sz="1050" dirty="0">
                <a:latin typeface="Arial Unicode MS"/>
              </a:rPr>
              <a:t>in:</a:t>
            </a:r>
            <a:r>
              <a:rPr kumimoji="0" lang="ja-JP" altLang="ja-JP" sz="1050" dirty="0"/>
              <a:t> 演算子などを活用します。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取得した JSON レスポンスを解析し、必要に応じて後続のアクション（例: メール送信、SharePoint リストへの記録など）を実行します。</a:t>
            </a:r>
          </a:p>
        </p:txBody>
      </p:sp>
      <p:pic>
        <p:nvPicPr>
          <p:cNvPr id="2050" name="Picture 2" descr="Microsoft Graph API - Cyderes Documentation">
            <a:extLst>
              <a:ext uri="{FF2B5EF4-FFF2-40B4-BE49-F238E27FC236}">
                <a16:creationId xmlns:a16="http://schemas.microsoft.com/office/drawing/2014/main" id="{43295ADE-FC47-FFA1-997D-4CE580DDFC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7559" y="2879621"/>
            <a:ext cx="1437641" cy="718821"/>
          </a:xfrm>
          <a:prstGeom prst="rect">
            <a:avLst/>
          </a:prstGeom>
          <a:noFill/>
          <a:extLst>
            <a:ext uri="{909E8E84-426E-40DD-AFC4-6F175D3DCCD1}">
              <a14:hiddenFill xmlns:a14="http://schemas.microsoft.com/office/drawing/2010/main">
                <a:solidFill>
                  <a:srgbClr val="FFFFFF"/>
                </a:solidFill>
              </a14:hiddenFill>
            </a:ext>
          </a:extLst>
        </p:spPr>
      </p:pic>
      <p:pic>
        <p:nvPicPr>
          <p:cNvPr id="3"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782386FB-898C-0717-BDB7-73A999872525}"/>
              </a:ext>
            </a:extLst>
          </p:cNvPr>
          <p:cNvPicPr>
            <a:picLocks noGrp="1"/>
          </p:cNvPicPr>
          <p:nvPr>
            <p:ph sz="quarter" idx="10"/>
          </p:nvPr>
        </p:nvPicPr>
        <p:blipFill>
          <a:blip r:embed="rId4"/>
          <a:stretch>
            <a:fillRect/>
          </a:stretch>
        </p:blipFill>
        <p:spPr>
          <a:xfrm>
            <a:off x="9090656" y="941625"/>
            <a:ext cx="1084608" cy="623650"/>
          </a:xfrm>
        </p:spPr>
      </p:pic>
      <p:pic>
        <p:nvPicPr>
          <p:cNvPr id="4" name="図 3"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269F6357-5908-BEC3-1B53-CE426C0999BC}"/>
              </a:ext>
            </a:extLst>
          </p:cNvPr>
          <p:cNvPicPr/>
          <p:nvPr/>
        </p:nvPicPr>
        <p:blipFill>
          <a:blip r:embed="rId5"/>
          <a:stretch>
            <a:fillRect/>
          </a:stretch>
        </p:blipFill>
        <p:spPr>
          <a:xfrm>
            <a:off x="10791180" y="828069"/>
            <a:ext cx="934788" cy="737206"/>
          </a:xfrm>
          <a:prstGeom prst="rect">
            <a:avLst/>
          </a:prstGeom>
        </p:spPr>
      </p:pic>
      <p:pic>
        <p:nvPicPr>
          <p:cNvPr id="5" name="図 4" descr="ロゴ, アイコン&#10;&#10;AI によって生成されたコンテンツは間違っている可能性があります。">
            <a:extLst>
              <a:ext uri="{FF2B5EF4-FFF2-40B4-BE49-F238E27FC236}">
                <a16:creationId xmlns:a16="http://schemas.microsoft.com/office/drawing/2014/main" id="{CD476A42-664A-A687-6190-EEA8F871DBF0}"/>
              </a:ext>
            </a:extLst>
          </p:cNvPr>
          <p:cNvPicPr/>
          <p:nvPr/>
        </p:nvPicPr>
        <p:blipFill>
          <a:blip r:embed="rId6"/>
          <a:stretch>
            <a:fillRect/>
          </a:stretch>
        </p:blipFill>
        <p:spPr>
          <a:xfrm>
            <a:off x="8336472" y="2928006"/>
            <a:ext cx="643597" cy="629116"/>
          </a:xfrm>
          <a:prstGeom prst="rect">
            <a:avLst/>
          </a:prstGeom>
        </p:spPr>
      </p:pic>
      <p:sp>
        <p:nvSpPr>
          <p:cNvPr id="6" name="正方形/長方形 5">
            <a:extLst>
              <a:ext uri="{FF2B5EF4-FFF2-40B4-BE49-F238E27FC236}">
                <a16:creationId xmlns:a16="http://schemas.microsoft.com/office/drawing/2014/main" id="{178FCCE8-4792-2D25-DA6F-82A527D5F1FA}"/>
              </a:ext>
            </a:extLst>
          </p:cNvPr>
          <p:cNvSpPr/>
          <p:nvPr/>
        </p:nvSpPr>
        <p:spPr>
          <a:xfrm>
            <a:off x="9632959" y="2007933"/>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JP" altLang="en-US" sz="1100"/>
              <a:t>検索条件整備</a:t>
            </a:r>
          </a:p>
        </p:txBody>
      </p:sp>
      <p:cxnSp>
        <p:nvCxnSpPr>
          <p:cNvPr id="9" name="直線矢印コネクタ 8">
            <a:extLst>
              <a:ext uri="{FF2B5EF4-FFF2-40B4-BE49-F238E27FC236}">
                <a16:creationId xmlns:a16="http://schemas.microsoft.com/office/drawing/2014/main" id="{309FC341-0A55-57C8-568A-ADF49AF1D0A9}"/>
              </a:ext>
            </a:extLst>
          </p:cNvPr>
          <p:cNvCxnSpPr>
            <a:cxnSpLocks/>
            <a:stCxn id="6" idx="2"/>
            <a:endCxn id="2050" idx="0"/>
          </p:cNvCxnSpPr>
          <p:nvPr/>
        </p:nvCxnSpPr>
        <p:spPr>
          <a:xfrm>
            <a:off x="10326379" y="2526093"/>
            <a:ext cx="1" cy="353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26130295-4BA5-2BD7-6A42-E8D957747847}"/>
              </a:ext>
            </a:extLst>
          </p:cNvPr>
          <p:cNvSpPr/>
          <p:nvPr/>
        </p:nvSpPr>
        <p:spPr>
          <a:xfrm>
            <a:off x="9632959" y="3951970"/>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JP" altLang="en-US" sz="1100" dirty="0"/>
              <a:t>保存</a:t>
            </a:r>
            <a:r>
              <a:rPr kumimoji="1" lang="en-US" altLang="ja-JP" sz="1100" dirty="0"/>
              <a:t>Site</a:t>
            </a:r>
            <a:r>
              <a:rPr kumimoji="1" lang="ja-JP" altLang="en-US" sz="1100" dirty="0"/>
              <a:t>であるかどうかで</a:t>
            </a:r>
            <a:r>
              <a:rPr kumimoji="1" lang="en-US" altLang="ja-JP" sz="1100" dirty="0"/>
              <a:t>Filter</a:t>
            </a:r>
            <a:endParaRPr kumimoji="1" lang="ja-JP" altLang="en-US" sz="1100" dirty="0"/>
          </a:p>
        </p:txBody>
      </p:sp>
      <p:cxnSp>
        <p:nvCxnSpPr>
          <p:cNvPr id="12" name="直線矢印コネクタ 11">
            <a:extLst>
              <a:ext uri="{FF2B5EF4-FFF2-40B4-BE49-F238E27FC236}">
                <a16:creationId xmlns:a16="http://schemas.microsoft.com/office/drawing/2014/main" id="{BEB9D20D-36A3-33BF-2564-ACAC6A4335A0}"/>
              </a:ext>
            </a:extLst>
          </p:cNvPr>
          <p:cNvCxnSpPr>
            <a:cxnSpLocks/>
            <a:stCxn id="5" idx="3"/>
          </p:cNvCxnSpPr>
          <p:nvPr/>
        </p:nvCxnSpPr>
        <p:spPr>
          <a:xfrm>
            <a:off x="8980069" y="3242564"/>
            <a:ext cx="6255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CE75689F-796A-9AA2-93B7-9CAA7765CEC1}"/>
              </a:ext>
            </a:extLst>
          </p:cNvPr>
          <p:cNvSpPr/>
          <p:nvPr/>
        </p:nvSpPr>
        <p:spPr>
          <a:xfrm>
            <a:off x="9632959" y="4823658"/>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ja-JP" sz="1100"/>
              <a:t>PowerApps</a:t>
            </a:r>
            <a:r>
              <a:rPr lang="ja-JP" altLang="en-US" sz="1100"/>
              <a:t>へ表示</a:t>
            </a:r>
          </a:p>
        </p:txBody>
      </p:sp>
      <p:pic>
        <p:nvPicPr>
          <p:cNvPr id="20"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36492227-8BCD-FE3A-26B9-76411D651CEA}"/>
              </a:ext>
            </a:extLst>
          </p:cNvPr>
          <p:cNvPicPr>
            <a:picLocks/>
          </p:cNvPicPr>
          <p:nvPr/>
        </p:nvPicPr>
        <p:blipFill>
          <a:blip r:embed="rId4"/>
          <a:stretch>
            <a:fillRect/>
          </a:stretch>
        </p:blipFill>
        <p:spPr>
          <a:xfrm>
            <a:off x="9784075" y="5695346"/>
            <a:ext cx="1084608" cy="623650"/>
          </a:xfrm>
          <a:prstGeom prst="rect">
            <a:avLst/>
          </a:prstGeom>
        </p:spPr>
      </p:pic>
      <p:cxnSp>
        <p:nvCxnSpPr>
          <p:cNvPr id="22" name="コネクタ: カギ線 21">
            <a:extLst>
              <a:ext uri="{FF2B5EF4-FFF2-40B4-BE49-F238E27FC236}">
                <a16:creationId xmlns:a16="http://schemas.microsoft.com/office/drawing/2014/main" id="{A514F95F-2C0F-795C-1F2C-4D0E58CD9B08}"/>
              </a:ext>
            </a:extLst>
          </p:cNvPr>
          <p:cNvCxnSpPr>
            <a:stCxn id="4" idx="2"/>
            <a:endCxn id="6" idx="0"/>
          </p:cNvCxnSpPr>
          <p:nvPr/>
        </p:nvCxnSpPr>
        <p:spPr>
          <a:xfrm rot="5400000">
            <a:off x="10571148" y="1320507"/>
            <a:ext cx="442658" cy="93219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FA57C126-002E-5304-45D5-EE9FBE4FD342}"/>
              </a:ext>
            </a:extLst>
          </p:cNvPr>
          <p:cNvCxnSpPr>
            <a:cxnSpLocks/>
            <a:stCxn id="2050" idx="2"/>
            <a:endCxn id="11" idx="0"/>
          </p:cNvCxnSpPr>
          <p:nvPr/>
        </p:nvCxnSpPr>
        <p:spPr>
          <a:xfrm flipH="1">
            <a:off x="10326379" y="3598442"/>
            <a:ext cx="1" cy="353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B680A17E-0D76-24FF-D1DF-F363484CC77C}"/>
              </a:ext>
            </a:extLst>
          </p:cNvPr>
          <p:cNvCxnSpPr>
            <a:cxnSpLocks/>
            <a:stCxn id="11" idx="2"/>
          </p:cNvCxnSpPr>
          <p:nvPr/>
        </p:nvCxnSpPr>
        <p:spPr>
          <a:xfrm>
            <a:off x="10326379" y="4470130"/>
            <a:ext cx="0" cy="353528"/>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6F6993E4-A9A6-94E1-A556-126067F85DA0}"/>
              </a:ext>
            </a:extLst>
          </p:cNvPr>
          <p:cNvCxnSpPr>
            <a:cxnSpLocks/>
            <a:stCxn id="3" idx="2"/>
            <a:endCxn id="6" idx="0"/>
          </p:cNvCxnSpPr>
          <p:nvPr/>
        </p:nvCxnSpPr>
        <p:spPr>
          <a:xfrm rot="16200000" flipH="1">
            <a:off x="9758340" y="1439894"/>
            <a:ext cx="442658" cy="693419"/>
          </a:xfrm>
          <a:prstGeom prst="bentConnector3">
            <a:avLst>
              <a:gd name="adj1" fmla="val 50000"/>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795FF30D-DB80-CB33-286A-0ECBEC243CDB}"/>
              </a:ext>
            </a:extLst>
          </p:cNvPr>
          <p:cNvCxnSpPr>
            <a:cxnSpLocks/>
            <a:endCxn id="20" idx="0"/>
          </p:cNvCxnSpPr>
          <p:nvPr/>
        </p:nvCxnSpPr>
        <p:spPr>
          <a:xfrm>
            <a:off x="10326379" y="5307562"/>
            <a:ext cx="0" cy="387784"/>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39" name="フローチャート: 書類 38">
            <a:extLst>
              <a:ext uri="{FF2B5EF4-FFF2-40B4-BE49-F238E27FC236}">
                <a16:creationId xmlns:a16="http://schemas.microsoft.com/office/drawing/2014/main" id="{617DB24C-6360-A48E-3E41-4A96593FC94F}"/>
              </a:ext>
            </a:extLst>
          </p:cNvPr>
          <p:cNvSpPr/>
          <p:nvPr/>
        </p:nvSpPr>
        <p:spPr>
          <a:xfrm>
            <a:off x="8347719" y="4424194"/>
            <a:ext cx="619809" cy="365760"/>
          </a:xfrm>
          <a:prstGeom prst="flowChartDocumen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ja-JP" altLang="en-US" sz="1100" dirty="0"/>
              <a:t>表示用結果</a:t>
            </a:r>
          </a:p>
        </p:txBody>
      </p:sp>
      <p:cxnSp>
        <p:nvCxnSpPr>
          <p:cNvPr id="40" name="コネクタ: カギ線 39">
            <a:extLst>
              <a:ext uri="{FF2B5EF4-FFF2-40B4-BE49-F238E27FC236}">
                <a16:creationId xmlns:a16="http://schemas.microsoft.com/office/drawing/2014/main" id="{BD20209A-CAB3-3DB2-13C7-8449EC82A657}"/>
              </a:ext>
            </a:extLst>
          </p:cNvPr>
          <p:cNvCxnSpPr>
            <a:cxnSpLocks/>
            <a:stCxn id="11" idx="1"/>
            <a:endCxn id="39" idx="0"/>
          </p:cNvCxnSpPr>
          <p:nvPr/>
        </p:nvCxnSpPr>
        <p:spPr>
          <a:xfrm rot="10800000" flipV="1">
            <a:off x="8657625" y="4211050"/>
            <a:ext cx="975335" cy="21314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F3370940-4D84-9F8D-5781-4C738154AA47}"/>
              </a:ext>
            </a:extLst>
          </p:cNvPr>
          <p:cNvCxnSpPr>
            <a:cxnSpLocks/>
            <a:stCxn id="39" idx="2"/>
            <a:endCxn id="19" idx="1"/>
          </p:cNvCxnSpPr>
          <p:nvPr/>
        </p:nvCxnSpPr>
        <p:spPr>
          <a:xfrm rot="16200000" flipH="1">
            <a:off x="8986809" y="4436587"/>
            <a:ext cx="316965" cy="975335"/>
          </a:xfrm>
          <a:prstGeom prst="bentConnector2">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37A1C8A-CE1F-BE36-7865-1CB2C53DCC46}"/>
              </a:ext>
            </a:extLst>
          </p:cNvPr>
          <p:cNvSpPr txBox="1"/>
          <p:nvPr/>
        </p:nvSpPr>
        <p:spPr>
          <a:xfrm>
            <a:off x="10377301" y="2526093"/>
            <a:ext cx="1608171" cy="523220"/>
          </a:xfrm>
          <a:prstGeom prst="rect">
            <a:avLst/>
          </a:prstGeom>
          <a:noFill/>
        </p:spPr>
        <p:txBody>
          <a:bodyPr wrap="square" rtlCol="0">
            <a:spAutoFit/>
          </a:bodyPr>
          <a:lstStyle/>
          <a:p>
            <a:r>
              <a:rPr kumimoji="1" lang="en-US" altLang="zh-CN" sz="700" b="1"/>
              <a:t>Send Http Request Sequence</a:t>
            </a:r>
          </a:p>
          <a:p>
            <a:pPr marL="228600" indent="-228600">
              <a:buFont typeface="+mj-lt"/>
              <a:buAutoNum type="arabicPeriod"/>
            </a:pPr>
            <a:r>
              <a:rPr lang="en-US" altLang="ja-JP" sz="700"/>
              <a:t>Auth</a:t>
            </a:r>
          </a:p>
          <a:p>
            <a:pPr marL="228600" indent="-228600">
              <a:buFont typeface="+mj-lt"/>
              <a:buAutoNum type="arabicPeriod"/>
            </a:pPr>
            <a:r>
              <a:rPr kumimoji="1" lang="en-US" altLang="zh-CN" sz="700"/>
              <a:t>Get token</a:t>
            </a:r>
          </a:p>
          <a:p>
            <a:pPr marL="228600" indent="-228600">
              <a:buFont typeface="+mj-lt"/>
              <a:buAutoNum type="arabicPeriod"/>
            </a:pPr>
            <a:r>
              <a:rPr lang="en-US" altLang="zh-CN" sz="700"/>
              <a:t>Send Request</a:t>
            </a:r>
            <a:endParaRPr kumimoji="1" lang="ja-JP" altLang="en-US" sz="7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実現方法－パフォーマンス最適化</a:t>
            </a:r>
            <a:endParaRPr lang="ja-JP" altLang="en-US" dirty="0">
              <a:effectLst/>
            </a:endParaRPr>
          </a:p>
        </p:txBody>
      </p:sp>
      <p:sp>
        <p:nvSpPr>
          <p:cNvPr id="15" name="テキスト ボックス 14"/>
          <p:cNvSpPr txBox="1"/>
          <p:nvPr/>
        </p:nvSpPr>
        <p:spPr bwMode="auto">
          <a:xfrm>
            <a:off x="414336" y="874314"/>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データアクセス: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SQL Serverのクエリ最適化（インデックス、ストアドプロシージャ使用）。</a:t>
            </a:r>
            <a:endParaRPr kumimoji="0" lang="en-US" altLang="zh-CN" sz="16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PowerAppsのDelegationを活用（Filter/Sortをサーバーサイド処理）。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ファイル扱い: </a:t>
            </a:r>
            <a:endParaRPr kumimoji="0" lang="en-US" altLang="zh-CN" dirty="0">
              <a:latin typeface="Arial" panose="020B0604020202020204" pitchFamily="34" charset="0"/>
            </a:endParaRPr>
          </a:p>
          <a:p>
            <a:pPr lvl="1" eaLnBrk="0" fontAlgn="base" hangingPunct="0">
              <a:spcBef>
                <a:spcPct val="0"/>
              </a:spcBef>
              <a:spcAft>
                <a:spcPct val="0"/>
              </a:spcAft>
            </a:pPr>
            <a:r>
              <a:rPr kumimoji="0" lang="zh-CN" altLang="zh-CN" sz="1600" dirty="0">
                <a:latin typeface="Arial" panose="020B0604020202020204" pitchFamily="34" charset="0"/>
              </a:rPr>
              <a:t>非同期ロード（PowerAppsのConcurrent関数）。大容量ファイル時はストリーミング</a:t>
            </a:r>
            <a:r>
              <a:rPr kumimoji="0" lang="zh-CN" altLang="zh-CN"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スケーラビリティ: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lang="en-US" altLang="ja-JP" sz="1600" dirty="0">
                <a:solidFill>
                  <a:srgbClr val="C00000"/>
                </a:solidFill>
              </a:rPr>
              <a:t>On-premises </a:t>
            </a:r>
            <a:r>
              <a:rPr lang="en-US" altLang="ja-JP" sz="1600" dirty="0" err="1">
                <a:solidFill>
                  <a:srgbClr val="C00000"/>
                </a:solidFill>
              </a:rPr>
              <a:t>Sqlserver</a:t>
            </a:r>
            <a:r>
              <a:rPr lang="ja-JP" altLang="en-US" sz="1600" dirty="0">
                <a:solidFill>
                  <a:srgbClr val="C00000"/>
                </a:solidFill>
              </a:rPr>
              <a:t>を利用した場合、</a:t>
            </a:r>
            <a:r>
              <a:rPr lang="en-US" altLang="ja-JP" sz="1600" dirty="0">
                <a:solidFill>
                  <a:srgbClr val="C00000"/>
                </a:solidFill>
              </a:rPr>
              <a:t>30</a:t>
            </a:r>
            <a:r>
              <a:rPr lang="ja-JP" altLang="en-US" sz="1600" dirty="0">
                <a:solidFill>
                  <a:srgbClr val="C00000"/>
                </a:solidFill>
              </a:rPr>
              <a:t>分以内でサーバ</a:t>
            </a:r>
            <a:r>
              <a:rPr lang="en-US" altLang="ja-JP" sz="1600" dirty="0" err="1">
                <a:solidFill>
                  <a:srgbClr val="C00000"/>
                </a:solidFill>
              </a:rPr>
              <a:t>Down,CPU</a:t>
            </a:r>
            <a:r>
              <a:rPr lang="en-US" altLang="ja-JP" sz="1600" dirty="0">
                <a:solidFill>
                  <a:srgbClr val="C00000"/>
                </a:solidFill>
              </a:rPr>
              <a:t>/</a:t>
            </a:r>
            <a:r>
              <a:rPr lang="ja-JP" altLang="en-US" sz="1600" dirty="0">
                <a:solidFill>
                  <a:srgbClr val="C00000"/>
                </a:solidFill>
              </a:rPr>
              <a:t>メモリオプション変更、</a:t>
            </a:r>
            <a:r>
              <a:rPr lang="en-US" altLang="ja-JP" sz="1600" dirty="0">
                <a:solidFill>
                  <a:srgbClr val="C00000"/>
                </a:solidFill>
              </a:rPr>
              <a:t>Up</a:t>
            </a:r>
            <a:r>
              <a:rPr lang="ja-JP" altLang="en-US" sz="1600" dirty="0">
                <a:solidFill>
                  <a:srgbClr val="C00000"/>
                </a:solidFill>
              </a:rPr>
              <a:t>でリソース増設可能</a:t>
            </a:r>
            <a:endParaRPr lang="en-US" altLang="ja-JP" sz="1600" dirty="0">
              <a:solidFill>
                <a:srgbClr val="C00000"/>
              </a:solidFill>
            </a:endParaRPr>
          </a:p>
          <a:p>
            <a:pPr marL="285750" lvl="0" indent="-285750" eaLnBrk="0" fontAlgn="base" hangingPunct="0">
              <a:spcBef>
                <a:spcPct val="0"/>
              </a:spcBef>
              <a:spcAft>
                <a:spcPct val="0"/>
              </a:spcAft>
              <a:buFont typeface="Arial" panose="020B0604020202020204" pitchFamily="34" charset="0"/>
              <a:buChar char="•"/>
            </a:pPr>
            <a:r>
              <a:rPr lang="ja-JP" altLang="en-US" dirty="0"/>
              <a:t>高可用性</a:t>
            </a:r>
            <a:r>
              <a:rPr lang="zh-CN" altLang="en-US" dirty="0"/>
              <a:t>（</a:t>
            </a:r>
            <a:r>
              <a:rPr lang="en-US" altLang="zh-CN" dirty="0"/>
              <a:t>HA</a:t>
            </a:r>
            <a:r>
              <a:rPr lang="zh-CN" altLang="en-US" dirty="0"/>
              <a:t>）：</a:t>
            </a:r>
            <a:r>
              <a:rPr lang="en-US" altLang="zh-CN" dirty="0" err="1"/>
              <a:t>Sqlserver</a:t>
            </a:r>
            <a:r>
              <a:rPr lang="ja-JP" altLang="en-US" dirty="0"/>
              <a:t>は</a:t>
            </a:r>
            <a:r>
              <a:rPr lang="en-US" altLang="ja-JP" dirty="0"/>
              <a:t>Cloud</a:t>
            </a:r>
            <a:r>
              <a:rPr lang="ja-JP" altLang="en-US" dirty="0"/>
              <a:t>（</a:t>
            </a:r>
            <a:r>
              <a:rPr lang="en-US" altLang="ja-JP" dirty="0"/>
              <a:t>Vesta</a:t>
            </a:r>
            <a:r>
              <a:rPr lang="ja-JP" altLang="en-US" dirty="0"/>
              <a:t>と同様</a:t>
            </a:r>
            <a:r>
              <a:rPr lang="en-US" altLang="ja-JP" dirty="0"/>
              <a:t>AWS</a:t>
            </a:r>
            <a:r>
              <a:rPr lang="ja-JP" altLang="en-US" dirty="0"/>
              <a:t>に置くと想定）に置き、</a:t>
            </a:r>
            <a:r>
              <a:rPr lang="en-US" altLang="ja-JP" dirty="0"/>
              <a:t>AWS</a:t>
            </a:r>
            <a:r>
              <a:rPr lang="ja-JP" altLang="en-US" dirty="0"/>
              <a:t>のリージョン・</a:t>
            </a:r>
            <a:r>
              <a:rPr lang="ja-JP" altLang="en-US" sz="1600" dirty="0"/>
              <a:t>アベイラビリティゾーンを活用した冗長化および、</a:t>
            </a:r>
            <a:r>
              <a:rPr lang="en-US" altLang="ja-JP" sz="1600" dirty="0"/>
              <a:t>EC2</a:t>
            </a:r>
            <a:r>
              <a:rPr lang="ja-JP" altLang="en-US" sz="1600" dirty="0"/>
              <a:t>インスタンスの自動復旧機能を活用</a:t>
            </a:r>
            <a:endParaRPr lang="en-US" altLang="ja-JP" sz="1600" dirty="0"/>
          </a:p>
          <a:p>
            <a:pPr marL="742950" lvl="1" indent="-285750" eaLnBrk="0" fontAlgn="base" hangingPunct="0">
              <a:spcBef>
                <a:spcPct val="0"/>
              </a:spcBef>
              <a:spcAft>
                <a:spcPct val="0"/>
              </a:spcAft>
              <a:buFont typeface="Arial" panose="020B0604020202020204" pitchFamily="34" charset="0"/>
              <a:buChar char="•"/>
            </a:pPr>
            <a:r>
              <a:rPr lang="ja-JP" altLang="en-US" sz="1400" dirty="0"/>
              <a:t>を活用した冗長化</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ja-JP" altLang="en-US" sz="1400" dirty="0"/>
              <a:t>マルチ</a:t>
            </a:r>
            <a:r>
              <a:rPr lang="de-DE" altLang="ja-JP" sz="1400" dirty="0"/>
              <a:t>AZ</a:t>
            </a:r>
            <a:r>
              <a:rPr lang="ja-JP" altLang="en-US" sz="1400" dirty="0"/>
              <a:t>リージョン・アベイラビリティゾーン構成 </a:t>
            </a:r>
            <a:r>
              <a:rPr lang="en-US" altLang="ja-JP" sz="1400" dirty="0"/>
              <a:t>(</a:t>
            </a:r>
            <a:r>
              <a:rPr lang="de-DE" altLang="ja-JP" sz="1400" dirty="0"/>
              <a:t>Multi-AZ)</a:t>
            </a:r>
          </a:p>
          <a:p>
            <a:pPr marL="1200150" lvl="2" indent="-285750" eaLnBrk="0" fontAlgn="base" hangingPunct="0">
              <a:spcBef>
                <a:spcPct val="0"/>
              </a:spcBef>
              <a:spcAft>
                <a:spcPct val="0"/>
              </a:spcAft>
              <a:buFont typeface="Arial" panose="020B0604020202020204" pitchFamily="34" charset="0"/>
              <a:buChar char="•"/>
            </a:pPr>
            <a:r>
              <a:rPr lang="ja-JP" altLang="en-US" sz="1400" dirty="0"/>
              <a:t>マルチリージョン構成 </a:t>
            </a:r>
            <a:r>
              <a:rPr lang="en-US" altLang="ja-JP" sz="1400" dirty="0"/>
              <a:t>(Multi-Region)</a:t>
            </a:r>
          </a:p>
          <a:p>
            <a:pPr marL="742950" lvl="1" indent="-285750" eaLnBrk="0" fontAlgn="base" hangingPunct="0">
              <a:spcBef>
                <a:spcPct val="0"/>
              </a:spcBef>
              <a:spcAft>
                <a:spcPct val="0"/>
              </a:spcAft>
              <a:buFont typeface="Arial" panose="020B0604020202020204" pitchFamily="34" charset="0"/>
              <a:buChar char="•"/>
            </a:pPr>
            <a:r>
              <a:rPr lang="en-US" altLang="ja-JP" sz="1400" dirty="0"/>
              <a:t>EC2</a:t>
            </a:r>
            <a:r>
              <a:rPr lang="ja-JP" altLang="en-US" sz="1400" dirty="0"/>
              <a:t>インスタンスの自動復旧機能</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de-DE" altLang="ja-JP" sz="1400" dirty="0"/>
              <a:t>EC2 Auto Recovery</a:t>
            </a:r>
          </a:p>
          <a:p>
            <a:pPr marL="742950" lvl="1" indent="-285750" eaLnBrk="0" fontAlgn="base" hangingPunct="0">
              <a:spcBef>
                <a:spcPct val="0"/>
              </a:spcBef>
              <a:spcAft>
                <a:spcPct val="0"/>
              </a:spcAft>
              <a:buFont typeface="Arial" panose="020B0604020202020204" pitchFamily="34" charset="0"/>
              <a:buChar char="•"/>
            </a:pPr>
            <a:r>
              <a:rPr lang="ja-JP" altLang="en-US" sz="1400" dirty="0"/>
              <a:t>クラスタリングソフトウェアによる高可用性構成</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en-US" altLang="ja-JP" sz="1400" dirty="0"/>
              <a:t>HA</a:t>
            </a:r>
            <a:r>
              <a:rPr lang="ja-JP" altLang="en-US" sz="1400" dirty="0"/>
              <a:t>クラスタリングソフトウェア</a:t>
            </a:r>
            <a:endParaRPr kumimoji="0" lang="en-US" altLang="zh-CN" sz="1400"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監視: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Power BIでパフォーマンスレポート作成。ボトルネック検知のためのログ（Application Insights）。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テスト: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負荷テスト（例: 同時100ユーザーアクセス</a:t>
            </a:r>
            <a:r>
              <a:rPr kumimoji="0" lang="zh-CN" altLang="en-US" sz="1600" dirty="0">
                <a:latin typeface="Arial" panose="020B0604020202020204" pitchFamily="34" charset="0"/>
              </a:rPr>
              <a:t>，</a:t>
            </a:r>
            <a:r>
              <a:rPr kumimoji="0" lang="en-US" altLang="zh-CN" sz="1600" dirty="0">
                <a:latin typeface="Arial" panose="020B0604020202020204" pitchFamily="34" charset="0"/>
              </a:rPr>
              <a:t>Max 20000 </a:t>
            </a:r>
            <a:r>
              <a:rPr kumimoji="0" lang="ja-JP" altLang="en-US" sz="1600" dirty="0">
                <a:latin typeface="Arial" panose="020B0604020202020204" pitchFamily="34" charset="0"/>
              </a:rPr>
              <a:t>ユーザ、</a:t>
            </a:r>
            <a:r>
              <a:rPr kumimoji="0" lang="en-US" altLang="ja-JP" sz="1600" dirty="0">
                <a:latin typeface="Arial" panose="020B0604020202020204" pitchFamily="34" charset="0"/>
              </a:rPr>
              <a:t>10</a:t>
            </a:r>
            <a:r>
              <a:rPr kumimoji="0" lang="ja-JP" altLang="en-US" sz="1600" dirty="0">
                <a:latin typeface="Arial" panose="020B0604020202020204" pitchFamily="34" charset="0"/>
              </a:rPr>
              <a:t>年データ量ベース</a:t>
            </a:r>
            <a:r>
              <a:rPr kumimoji="0" lang="zh-CN" altLang="zh-CN" sz="1600" dirty="0">
                <a:latin typeface="Arial" panose="020B0604020202020204" pitchFamily="34" charset="0"/>
              </a:rPr>
              <a:t>）を実施。 </a:t>
            </a:r>
          </a:p>
          <a:p>
            <a:pPr marL="285750" indent="-285750" algn="l">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四角形: 角を丸くする 5">
            <a:extLst>
              <a:ext uri="{FF2B5EF4-FFF2-40B4-BE49-F238E27FC236}">
                <a16:creationId xmlns:a16="http://schemas.microsoft.com/office/drawing/2014/main" id="{98D86839-7B62-FBD9-DF67-D2C21F56F170}"/>
              </a:ext>
            </a:extLst>
          </p:cNvPr>
          <p:cNvSpPr/>
          <p:nvPr/>
        </p:nvSpPr>
        <p:spPr>
          <a:xfrm>
            <a:off x="6255509" y="3510831"/>
            <a:ext cx="3755648" cy="327857"/>
          </a:xfrm>
          <a:prstGeom prst="roundRect">
            <a:avLst>
              <a:gd name="adj" fmla="val 7206"/>
            </a:avLst>
          </a:prstGeom>
          <a:solidFill>
            <a:srgbClr val="F8CAB6">
              <a:alpha val="50000"/>
            </a:srgbClr>
          </a:solidFill>
          <a:ln w="635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p:nvPr>
        </p:nvSpPr>
        <p:spPr>
          <a:xfrm>
            <a:off x="414336" y="255263"/>
            <a:ext cx="9327072" cy="683629"/>
          </a:xfrm>
        </p:spPr>
        <p:txBody>
          <a:bodyPr>
            <a:normAutofit/>
          </a:bodyPr>
          <a:lstStyle/>
          <a:p>
            <a:r>
              <a:rPr lang="ja-JP" altLang="en-US"/>
              <a:t>実現方法－権限管理</a:t>
            </a:r>
            <a:endParaRPr lang="ja-JP" altLang="en-US">
              <a:effectLst/>
            </a:endParaRPr>
          </a:p>
        </p:txBody>
      </p:sp>
      <p:sp>
        <p:nvSpPr>
          <p:cNvPr id="15" name="テキスト ボックス 14"/>
          <p:cNvSpPr txBox="1"/>
          <p:nvPr/>
        </p:nvSpPr>
        <p:spPr>
          <a:xfrm>
            <a:off x="323843" y="1372463"/>
            <a:ext cx="5387430" cy="4185057"/>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342900" lvl="0" indent="-342900" eaLnBrk="0" fontAlgn="base" hangingPunct="0">
              <a:spcBef>
                <a:spcPct val="0"/>
              </a:spcBef>
              <a:spcAft>
                <a:spcPct val="0"/>
              </a:spcAft>
              <a:buFont typeface="+mj-lt"/>
              <a:buAutoNum type="arabicPeriod"/>
            </a:pPr>
            <a:r>
              <a:rPr kumimoji="0" lang="ja-JP" altLang="en-US" sz="1600" dirty="0">
                <a:latin typeface="Arial" panose="020B0604020202020204" pitchFamily="34" charset="0"/>
              </a:rPr>
              <a:t>ユーザグループ単位で、画面の</a:t>
            </a:r>
            <a:r>
              <a:rPr kumimoji="0" lang="en-US" altLang="ja-JP" sz="1600" dirty="0">
                <a:latin typeface="Arial" panose="020B0604020202020204" pitchFamily="34" charset="0"/>
              </a:rPr>
              <a:t>CRUD</a:t>
            </a:r>
            <a:r>
              <a:rPr kumimoji="0" lang="ja-JP" altLang="en-US" sz="1600" dirty="0">
                <a:latin typeface="Arial" panose="020B0604020202020204" pitchFamily="34" charset="0"/>
              </a:rPr>
              <a:t>権限の定義可能</a:t>
            </a:r>
            <a:endParaRPr kumimoji="0" lang="en-US" altLang="ja-JP" sz="16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r>
              <a:rPr kumimoji="0" lang="ja-JP" altLang="en-US" sz="1600" dirty="0">
                <a:latin typeface="Arial" panose="020B0604020202020204" pitchFamily="34" charset="0"/>
              </a:rPr>
              <a:t>データレコード単位で、開示範囲</a:t>
            </a:r>
            <a:endParaRPr kumimoji="0" lang="en-US" altLang="ja-JP" sz="16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（＝参照権限　ユーザ、グループ向け）の定義可能</a:t>
            </a:r>
            <a:endParaRPr kumimoji="0" lang="en-US" altLang="ja-JP" sz="16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r>
              <a:rPr kumimoji="0" lang="en-US" altLang="ja-JP" sz="1600" dirty="0">
                <a:latin typeface="Arial" panose="020B0604020202020204" pitchFamily="34" charset="0"/>
              </a:rPr>
              <a:t>PowerApps</a:t>
            </a:r>
            <a:r>
              <a:rPr kumimoji="0" lang="ja-JP" altLang="en-US" sz="1600" dirty="0">
                <a:latin typeface="Arial" panose="020B0604020202020204" pitchFamily="34" charset="0"/>
              </a:rPr>
              <a:t>アクセス可否の権限チェックに関しては、</a:t>
            </a:r>
            <a:r>
              <a:rPr kumimoji="0" lang="en-US" altLang="ja-JP" sz="1600" dirty="0">
                <a:latin typeface="Arial" panose="020B0604020202020204" pitchFamily="34" charset="0"/>
              </a:rPr>
              <a:t>Azure </a:t>
            </a:r>
            <a:r>
              <a:rPr kumimoji="0" lang="ja-JP" altLang="en-US" sz="1600" dirty="0">
                <a:latin typeface="Arial" panose="020B0604020202020204" pitchFamily="34" charset="0"/>
              </a:rPr>
              <a:t>の</a:t>
            </a:r>
            <a:r>
              <a:rPr kumimoji="0" lang="en-US" altLang="ja-JP" sz="1600" dirty="0" err="1">
                <a:latin typeface="Arial" panose="020B0604020202020204" pitchFamily="34" charset="0"/>
              </a:rPr>
              <a:t>SecurityGroup</a:t>
            </a:r>
            <a:r>
              <a:rPr kumimoji="0" lang="ja-JP" altLang="en-US" sz="1600" dirty="0">
                <a:latin typeface="Arial" panose="020B0604020202020204" pitchFamily="34" charset="0"/>
              </a:rPr>
              <a:t>で管理されますが、ユーザグループ・文書単位のアクセス権限は</a:t>
            </a:r>
            <a:r>
              <a:rPr kumimoji="0" lang="en-US" altLang="ja-JP" sz="1600" dirty="0" err="1">
                <a:latin typeface="Arial" panose="020B0604020202020204" pitchFamily="34" charset="0"/>
              </a:rPr>
              <a:t>Sqlserver</a:t>
            </a:r>
            <a:r>
              <a:rPr kumimoji="0" lang="ja-JP" altLang="en-US" sz="1600" dirty="0">
                <a:latin typeface="Arial" panose="020B0604020202020204" pitchFamily="34" charset="0"/>
              </a:rPr>
              <a:t>にて権限管理テーブルを定義し、業務レベルで管理する</a:t>
            </a:r>
            <a:endParaRPr kumimoji="0" lang="en-US" altLang="ja-JP" sz="16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一覧系（検索結果）は、</a:t>
            </a:r>
            <a:r>
              <a:rPr kumimoji="0" lang="en-US" altLang="ja-JP" sz="1400" dirty="0" err="1">
                <a:latin typeface="Arial" panose="020B0604020202020204" pitchFamily="34" charset="0"/>
              </a:rPr>
              <a:t>Sql</a:t>
            </a:r>
            <a:r>
              <a:rPr kumimoji="0" lang="ja-JP" altLang="en-US" sz="1400" dirty="0">
                <a:latin typeface="Arial" panose="020B0604020202020204" pitchFamily="34" charset="0"/>
              </a:rPr>
              <a:t>の</a:t>
            </a:r>
            <a:r>
              <a:rPr kumimoji="0" lang="en-US" altLang="ja-JP" sz="1400" dirty="0">
                <a:latin typeface="Arial" panose="020B0604020202020204" pitchFamily="34" charset="0"/>
              </a:rPr>
              <a:t>Where</a:t>
            </a:r>
            <a:r>
              <a:rPr kumimoji="0" lang="ja-JP" altLang="en-US" sz="1400" dirty="0">
                <a:latin typeface="Arial" panose="020B0604020202020204" pitchFamily="34" charset="0"/>
              </a:rPr>
              <a:t>条件でアクセス可能の文書のみで</a:t>
            </a:r>
            <a:r>
              <a:rPr kumimoji="0" lang="en-US" altLang="ja-JP" sz="1400" dirty="0">
                <a:latin typeface="Arial" panose="020B0604020202020204" pitchFamily="34" charset="0"/>
              </a:rPr>
              <a:t>Filter</a:t>
            </a:r>
            <a:r>
              <a:rPr kumimoji="0" lang="ja-JP" altLang="en-US" sz="1400" dirty="0">
                <a:latin typeface="Arial" panose="020B0604020202020204" pitchFamily="34" charset="0"/>
              </a:rPr>
              <a:t>する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文書の詳細画面直接開く場合、カレントログインユーザのアクセス可否を再度判断する（直接</a:t>
            </a:r>
            <a:r>
              <a:rPr kumimoji="0" lang="en-US" altLang="ja-JP" sz="1400" dirty="0" err="1">
                <a:latin typeface="Arial" panose="020B0604020202020204" pitchFamily="34" charset="0"/>
              </a:rPr>
              <a:t>Url</a:t>
            </a:r>
            <a:r>
              <a:rPr kumimoji="0" lang="ja-JP" altLang="en-US" sz="1400" dirty="0">
                <a:latin typeface="Arial" panose="020B0604020202020204" pitchFamily="34" charset="0"/>
              </a:rPr>
              <a:t>修正で不正アクセスを避ける）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en-US" altLang="ja-JP" sz="1400" dirty="0">
                <a:latin typeface="Arial" panose="020B0604020202020204" pitchFamily="34" charset="0"/>
              </a:rPr>
              <a:t>MCC</a:t>
            </a:r>
            <a:r>
              <a:rPr kumimoji="0" lang="ja-JP" altLang="en-US" sz="1400" dirty="0">
                <a:latin typeface="Arial" panose="020B0604020202020204" pitchFamily="34" charset="0"/>
              </a:rPr>
              <a:t>様社内の共通リスト（社員情報マスタ、組織情報マスタ）を利用し、既存資産を活用する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endParaRPr kumimoji="0" lang="en-US" altLang="ja-JP" sz="1400" dirty="0">
              <a:latin typeface="Arial" panose="020B0604020202020204" pitchFamily="34" charset="0"/>
            </a:endParaRPr>
          </a:p>
          <a:p>
            <a:pPr eaLnBrk="0" fontAlgn="base" hangingPunct="0">
              <a:spcBef>
                <a:spcPct val="0"/>
              </a:spcBef>
              <a:spcAft>
                <a:spcPct val="0"/>
              </a:spcAft>
            </a:pPr>
            <a:r>
              <a:rPr kumimoji="0" lang="en-US" altLang="ja-JP" sz="1400" dirty="0">
                <a:latin typeface="Arial" panose="020B0604020202020204" pitchFamily="34" charset="0"/>
              </a:rPr>
              <a:t>※</a:t>
            </a:r>
            <a:r>
              <a:rPr kumimoji="0" lang="ja-JP" altLang="en-US" sz="1400" dirty="0">
                <a:latin typeface="Arial" panose="020B0604020202020204" pitchFamily="34" charset="0"/>
              </a:rPr>
              <a:t>　右側は実現案の一例であり、今回案件の権限管理粒度・組織定義粒度に合わせて構造設計フェーズに、詳細化する予定</a:t>
            </a:r>
            <a:endParaRPr kumimoji="0" lang="en-US" altLang="ja-JP" sz="14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endParaRPr kumimoji="0" lang="en-US" altLang="ja-JP" sz="1600" dirty="0">
              <a:latin typeface="Arial" panose="020B0604020202020204" pitchFamily="34" charset="0"/>
            </a:endParaRPr>
          </a:p>
        </p:txBody>
      </p:sp>
      <p:sp>
        <p:nvSpPr>
          <p:cNvPr id="5" name="四角形: 角を丸くする 4">
            <a:extLst>
              <a:ext uri="{FF2B5EF4-FFF2-40B4-BE49-F238E27FC236}">
                <a16:creationId xmlns:a16="http://schemas.microsoft.com/office/drawing/2014/main" id="{6C29B304-7A3F-09EF-C13B-7D77794E56F3}"/>
              </a:ext>
            </a:extLst>
          </p:cNvPr>
          <p:cNvSpPr/>
          <p:nvPr/>
        </p:nvSpPr>
        <p:spPr>
          <a:xfrm>
            <a:off x="6255509" y="2473406"/>
            <a:ext cx="3755648" cy="555998"/>
          </a:xfrm>
          <a:prstGeom prst="roundRect">
            <a:avLst>
              <a:gd name="adj" fmla="val 7206"/>
            </a:avLst>
          </a:prstGeom>
          <a:solidFill>
            <a:srgbClr val="F8CAB6">
              <a:alpha val="50000"/>
            </a:srgbClr>
          </a:solidFill>
          <a:ln w="635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35698CB4-E2D6-2A48-32D6-594CFE09BAB9}"/>
              </a:ext>
            </a:extLst>
          </p:cNvPr>
          <p:cNvSpPr/>
          <p:nvPr/>
        </p:nvSpPr>
        <p:spPr>
          <a:xfrm>
            <a:off x="5750560" y="1833098"/>
            <a:ext cx="822438"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ログイン</a:t>
            </a:r>
            <a:endParaRPr kumimoji="1" lang="en-US" altLang="ja-JP" sz="1100" dirty="0"/>
          </a:p>
          <a:p>
            <a:pPr algn="ctr"/>
            <a:r>
              <a:rPr kumimoji="1" lang="ja-JP" altLang="en-US" sz="1100" dirty="0"/>
              <a:t>ユーザ</a:t>
            </a:r>
          </a:p>
        </p:txBody>
      </p:sp>
      <p:cxnSp>
        <p:nvCxnSpPr>
          <p:cNvPr id="12" name="コネクタ: カギ線 11">
            <a:extLst>
              <a:ext uri="{FF2B5EF4-FFF2-40B4-BE49-F238E27FC236}">
                <a16:creationId xmlns:a16="http://schemas.microsoft.com/office/drawing/2014/main" id="{9E45B141-258E-B087-8B9B-B2E1A62F2966}"/>
              </a:ext>
            </a:extLst>
          </p:cNvPr>
          <p:cNvCxnSpPr>
            <a:cxnSpLocks/>
            <a:stCxn id="11" idx="2"/>
            <a:endCxn id="16" idx="1"/>
          </p:cNvCxnSpPr>
          <p:nvPr/>
        </p:nvCxnSpPr>
        <p:spPr>
          <a:xfrm rot="16200000" flipH="1">
            <a:off x="5485049" y="2838794"/>
            <a:ext cx="1505873" cy="152412"/>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コネクタ: カギ線 12">
            <a:extLst>
              <a:ext uri="{FF2B5EF4-FFF2-40B4-BE49-F238E27FC236}">
                <a16:creationId xmlns:a16="http://schemas.microsoft.com/office/drawing/2014/main" id="{11B4CD0B-EC79-5C9F-3A86-9E0B06AD825C}"/>
              </a:ext>
            </a:extLst>
          </p:cNvPr>
          <p:cNvCxnSpPr>
            <a:cxnSpLocks/>
            <a:stCxn id="11" idx="2"/>
            <a:endCxn id="14" idx="1"/>
          </p:cNvCxnSpPr>
          <p:nvPr/>
        </p:nvCxnSpPr>
        <p:spPr>
          <a:xfrm rot="16200000" flipH="1">
            <a:off x="5975209" y="2348633"/>
            <a:ext cx="572271" cy="199131"/>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C619B2BD-96F3-7969-74B0-FBF772A968C3}"/>
              </a:ext>
            </a:extLst>
          </p:cNvPr>
          <p:cNvSpPr/>
          <p:nvPr/>
        </p:nvSpPr>
        <p:spPr>
          <a:xfrm>
            <a:off x="6360910" y="2555750"/>
            <a:ext cx="922570" cy="357169"/>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所属組織</a:t>
            </a:r>
            <a:r>
              <a:rPr kumimoji="1" lang="en-US" altLang="ja-JP" sz="1100" dirty="0"/>
              <a:t>1</a:t>
            </a:r>
            <a:endParaRPr kumimoji="1" lang="ja-JP" altLang="en-US" sz="1100" dirty="0"/>
          </a:p>
        </p:txBody>
      </p:sp>
      <p:sp>
        <p:nvSpPr>
          <p:cNvPr id="16" name="正方形/長方形 15">
            <a:extLst>
              <a:ext uri="{FF2B5EF4-FFF2-40B4-BE49-F238E27FC236}">
                <a16:creationId xmlns:a16="http://schemas.microsoft.com/office/drawing/2014/main" id="{4F9C7350-8C5D-89A3-92DB-F76D9AF22889}"/>
              </a:ext>
            </a:extLst>
          </p:cNvPr>
          <p:cNvSpPr/>
          <p:nvPr/>
        </p:nvSpPr>
        <p:spPr>
          <a:xfrm>
            <a:off x="6314191" y="3547446"/>
            <a:ext cx="922571" cy="240981"/>
          </a:xfrm>
          <a:prstGeom prst="rect">
            <a:avLst/>
          </a:prstGeom>
          <a:solidFill>
            <a:srgbClr val="0070C0">
              <a:alpha val="50000"/>
            </a:srgbClr>
          </a:solidFill>
          <a:ln w="3175">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a:t>所属組織</a:t>
            </a:r>
            <a:r>
              <a:rPr kumimoji="1" lang="en-US" altLang="ja-JP" sz="1000"/>
              <a:t>…</a:t>
            </a:r>
            <a:endParaRPr kumimoji="1" lang="ja-JP" altLang="en-US" sz="1000"/>
          </a:p>
        </p:txBody>
      </p:sp>
      <p:sp>
        <p:nvSpPr>
          <p:cNvPr id="17" name="正方形/長方形 16">
            <a:extLst>
              <a:ext uri="{FF2B5EF4-FFF2-40B4-BE49-F238E27FC236}">
                <a16:creationId xmlns:a16="http://schemas.microsoft.com/office/drawing/2014/main" id="{3186FC23-8812-E63C-825D-E93E9D1DD8DA}"/>
              </a:ext>
            </a:extLst>
          </p:cNvPr>
          <p:cNvSpPr/>
          <p:nvPr/>
        </p:nvSpPr>
        <p:spPr>
          <a:xfrm>
            <a:off x="8350034" y="2569851"/>
            <a:ext cx="450505"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kumimoji="1" lang="ja-JP" altLang="en-US" sz="800" dirty="0"/>
              <a:t>会社</a:t>
            </a:r>
          </a:p>
        </p:txBody>
      </p:sp>
      <p:sp>
        <p:nvSpPr>
          <p:cNvPr id="20" name="正方形/長方形 19">
            <a:extLst>
              <a:ext uri="{FF2B5EF4-FFF2-40B4-BE49-F238E27FC236}">
                <a16:creationId xmlns:a16="http://schemas.microsoft.com/office/drawing/2014/main" id="{EF1FCE24-8F04-1445-02A7-C0675E828A81}"/>
              </a:ext>
            </a:extLst>
          </p:cNvPr>
          <p:cNvSpPr/>
          <p:nvPr/>
        </p:nvSpPr>
        <p:spPr>
          <a:xfrm>
            <a:off x="10113745" y="3650805"/>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solidFill>
              </a:rPr>
              <a:t>所在</a:t>
            </a:r>
            <a:r>
              <a:rPr lang="en-US" altLang="ja-JP" sz="900">
                <a:solidFill>
                  <a:schemeClr val="tx1"/>
                </a:solidFill>
              </a:rPr>
              <a:t>Region</a:t>
            </a:r>
            <a:endParaRPr kumimoji="1" lang="ja-JP" altLang="en-US" sz="900">
              <a:solidFill>
                <a:schemeClr val="tx1"/>
              </a:solidFill>
            </a:endParaRPr>
          </a:p>
        </p:txBody>
      </p:sp>
      <p:cxnSp>
        <p:nvCxnSpPr>
          <p:cNvPr id="24" name="直線矢印コネクタ 23">
            <a:extLst>
              <a:ext uri="{FF2B5EF4-FFF2-40B4-BE49-F238E27FC236}">
                <a16:creationId xmlns:a16="http://schemas.microsoft.com/office/drawing/2014/main" id="{1B9626BA-8FCE-E813-819B-1FAC803F9087}"/>
              </a:ext>
            </a:extLst>
          </p:cNvPr>
          <p:cNvCxnSpPr>
            <a:cxnSpLocks/>
            <a:stCxn id="14" idx="3"/>
            <a:endCxn id="46" idx="1"/>
          </p:cNvCxnSpPr>
          <p:nvPr/>
        </p:nvCxnSpPr>
        <p:spPr>
          <a:xfrm flipV="1">
            <a:off x="7283480" y="2734334"/>
            <a:ext cx="250962" cy="1"/>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26" name="正方形/長方形 25">
            <a:extLst>
              <a:ext uri="{FF2B5EF4-FFF2-40B4-BE49-F238E27FC236}">
                <a16:creationId xmlns:a16="http://schemas.microsoft.com/office/drawing/2014/main" id="{D87EEE08-DCA0-0224-A834-F844C15ADB88}"/>
              </a:ext>
            </a:extLst>
          </p:cNvPr>
          <p:cNvSpPr/>
          <p:nvPr/>
        </p:nvSpPr>
        <p:spPr>
          <a:xfrm>
            <a:off x="7553447" y="3547446"/>
            <a:ext cx="1104499" cy="240519"/>
          </a:xfrm>
          <a:prstGeom prst="rect">
            <a:avLst/>
          </a:prstGeom>
          <a:solidFill>
            <a:srgbClr val="0070C0">
              <a:alpha val="50000"/>
            </a:srgbClr>
          </a:solidFill>
          <a:ln w="3175">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a:t>上層組織</a:t>
            </a:r>
            <a:r>
              <a:rPr kumimoji="1" lang="en-US" altLang="ja-JP" sz="1000"/>
              <a:t>…</a:t>
            </a:r>
            <a:endParaRPr kumimoji="1" lang="ja-JP" altLang="en-US" sz="1000"/>
          </a:p>
        </p:txBody>
      </p:sp>
      <p:cxnSp>
        <p:nvCxnSpPr>
          <p:cNvPr id="27" name="直線矢印コネクタ 26">
            <a:extLst>
              <a:ext uri="{FF2B5EF4-FFF2-40B4-BE49-F238E27FC236}">
                <a16:creationId xmlns:a16="http://schemas.microsoft.com/office/drawing/2014/main" id="{FF5D66F0-ED55-C441-D779-A68168BA0F73}"/>
              </a:ext>
            </a:extLst>
          </p:cNvPr>
          <p:cNvCxnSpPr>
            <a:cxnSpLocks/>
            <a:stCxn id="16" idx="3"/>
            <a:endCxn id="26" idx="1"/>
          </p:cNvCxnSpPr>
          <p:nvPr/>
        </p:nvCxnSpPr>
        <p:spPr>
          <a:xfrm flipV="1">
            <a:off x="7236762" y="3667706"/>
            <a:ext cx="316685" cy="2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DEFCB05-6372-E348-929B-20757232D221}"/>
              </a:ext>
            </a:extLst>
          </p:cNvPr>
          <p:cNvCxnSpPr>
            <a:cxnSpLocks/>
            <a:endCxn id="20" idx="3"/>
          </p:cNvCxnSpPr>
          <p:nvPr/>
        </p:nvCxnSpPr>
        <p:spPr>
          <a:xfrm rot="5400000">
            <a:off x="10402944" y="2554952"/>
            <a:ext cx="2180445" cy="340227"/>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20EF2802-EBB0-9D14-50D5-BD230FB16E81}"/>
              </a:ext>
            </a:extLst>
          </p:cNvPr>
          <p:cNvSpPr/>
          <p:nvPr/>
        </p:nvSpPr>
        <p:spPr>
          <a:xfrm>
            <a:off x="9417521" y="2570960"/>
            <a:ext cx="500435" cy="32674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900"/>
              <a:t>Region</a:t>
            </a:r>
            <a:endParaRPr kumimoji="1" lang="ja-JP" altLang="en-US" sz="900"/>
          </a:p>
        </p:txBody>
      </p:sp>
      <p:sp>
        <p:nvSpPr>
          <p:cNvPr id="44" name="四角形: 角を丸くする 43">
            <a:extLst>
              <a:ext uri="{FF2B5EF4-FFF2-40B4-BE49-F238E27FC236}">
                <a16:creationId xmlns:a16="http://schemas.microsoft.com/office/drawing/2014/main" id="{DE5AEA04-EC2F-281D-F0B5-532542F90ABB}"/>
              </a:ext>
            </a:extLst>
          </p:cNvPr>
          <p:cNvSpPr/>
          <p:nvPr/>
        </p:nvSpPr>
        <p:spPr>
          <a:xfrm>
            <a:off x="10113744" y="2107402"/>
            <a:ext cx="1209307" cy="406333"/>
          </a:xfrm>
          <a:prstGeom prst="roundRect">
            <a:avLst>
              <a:gd name="adj" fmla="val 6244"/>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p>
            <a:pPr algn="ctr"/>
            <a:r>
              <a:rPr kumimoji="1" lang="en-US" altLang="ja-JP" sz="900" dirty="0">
                <a:solidFill>
                  <a:schemeClr val="tx1"/>
                </a:solidFill>
              </a:rPr>
              <a:t>閲覧可能部署</a:t>
            </a:r>
            <a:r>
              <a:rPr kumimoji="1" lang="en-US" altLang="ja-JP" sz="800" dirty="0">
                <a:solidFill>
                  <a:schemeClr val="tx1"/>
                </a:solidFill>
              </a:rPr>
              <a:t>１～１０</a:t>
            </a:r>
            <a:r>
              <a:rPr kumimoji="1" lang="ja-JP" altLang="en-US" sz="800" dirty="0">
                <a:solidFill>
                  <a:schemeClr val="tx1"/>
                </a:solidFill>
              </a:rPr>
              <a:t>（組織＋個人</a:t>
            </a:r>
            <a:r>
              <a:rPr kumimoji="1" lang="en-US" altLang="ja-JP" sz="800" dirty="0">
                <a:solidFill>
                  <a:schemeClr val="tx1"/>
                </a:solidFill>
              </a:rPr>
              <a:t>Max10</a:t>
            </a:r>
            <a:r>
              <a:rPr kumimoji="1" lang="ja-JP" altLang="en-US" sz="800" dirty="0">
                <a:solidFill>
                  <a:schemeClr val="tx1"/>
                </a:solidFill>
              </a:rPr>
              <a:t>件、自由に選べる）</a:t>
            </a:r>
            <a:endParaRPr kumimoji="1" lang="en-US" altLang="ja-JP" sz="800" dirty="0">
              <a:solidFill>
                <a:schemeClr val="tx1"/>
              </a:solidFill>
            </a:endParaRPr>
          </a:p>
        </p:txBody>
      </p:sp>
      <p:sp>
        <p:nvSpPr>
          <p:cNvPr id="45" name="正方形/長方形 44">
            <a:extLst>
              <a:ext uri="{FF2B5EF4-FFF2-40B4-BE49-F238E27FC236}">
                <a16:creationId xmlns:a16="http://schemas.microsoft.com/office/drawing/2014/main" id="{77751E55-859F-58C0-6B2F-B1F341C9D7ED}"/>
              </a:ext>
            </a:extLst>
          </p:cNvPr>
          <p:cNvSpPr/>
          <p:nvPr/>
        </p:nvSpPr>
        <p:spPr>
          <a:xfrm>
            <a:off x="10113744" y="2643513"/>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900">
                <a:solidFill>
                  <a:srgbClr val="C00000"/>
                </a:solidFill>
              </a:rPr>
              <a:t>資産所管部署</a:t>
            </a:r>
            <a:r>
              <a:rPr kumimoji="1" lang="en-US" altLang="ja-JP" sz="900">
                <a:solidFill>
                  <a:srgbClr val="C00000"/>
                </a:solidFill>
              </a:rPr>
              <a:t>/</a:t>
            </a:r>
            <a:r>
              <a:rPr kumimoji="1" lang="ja-JP" altLang="en-US" sz="900">
                <a:solidFill>
                  <a:srgbClr val="C00000"/>
                </a:solidFill>
              </a:rPr>
              <a:t>所属組織</a:t>
            </a:r>
          </a:p>
        </p:txBody>
      </p:sp>
      <p:sp>
        <p:nvSpPr>
          <p:cNvPr id="46" name="正方形/長方形 45">
            <a:extLst>
              <a:ext uri="{FF2B5EF4-FFF2-40B4-BE49-F238E27FC236}">
                <a16:creationId xmlns:a16="http://schemas.microsoft.com/office/drawing/2014/main" id="{018BD0A1-CEB9-21DD-5B28-2DE99F8FDC1A}"/>
              </a:ext>
            </a:extLst>
          </p:cNvPr>
          <p:cNvSpPr/>
          <p:nvPr/>
        </p:nvSpPr>
        <p:spPr>
          <a:xfrm>
            <a:off x="7534442" y="2569851"/>
            <a:ext cx="697070" cy="328966"/>
          </a:xfrm>
          <a:prstGeom prst="rect">
            <a:avLst/>
          </a:prstGeom>
          <a:solidFill>
            <a:srgbClr val="0070C0"/>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t>上層組織</a:t>
            </a:r>
          </a:p>
        </p:txBody>
      </p:sp>
      <p:cxnSp>
        <p:nvCxnSpPr>
          <p:cNvPr id="47" name="直線矢印コネクタ 46">
            <a:extLst>
              <a:ext uri="{FF2B5EF4-FFF2-40B4-BE49-F238E27FC236}">
                <a16:creationId xmlns:a16="http://schemas.microsoft.com/office/drawing/2014/main" id="{CFB1942F-9A15-314C-5CD5-964EAFF8DA24}"/>
              </a:ext>
            </a:extLst>
          </p:cNvPr>
          <p:cNvCxnSpPr>
            <a:cxnSpLocks/>
            <a:stCxn id="46" idx="3"/>
            <a:endCxn id="17" idx="1"/>
          </p:cNvCxnSpPr>
          <p:nvPr/>
        </p:nvCxnSpPr>
        <p:spPr>
          <a:xfrm>
            <a:off x="8231512" y="2734334"/>
            <a:ext cx="118522" cy="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フローチャート: 判断 48">
            <a:extLst>
              <a:ext uri="{FF2B5EF4-FFF2-40B4-BE49-F238E27FC236}">
                <a16:creationId xmlns:a16="http://schemas.microsoft.com/office/drawing/2014/main" id="{970617A0-69DF-6A58-69A8-8DD19417D1EC}"/>
              </a:ext>
            </a:extLst>
          </p:cNvPr>
          <p:cNvSpPr/>
          <p:nvPr/>
        </p:nvSpPr>
        <p:spPr>
          <a:xfrm>
            <a:off x="10347491" y="2931341"/>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フローチャート: 判断 49">
            <a:extLst>
              <a:ext uri="{FF2B5EF4-FFF2-40B4-BE49-F238E27FC236}">
                <a16:creationId xmlns:a16="http://schemas.microsoft.com/office/drawing/2014/main" id="{57FB4B99-EB80-1D68-8E2D-CF0381CFC192}"/>
              </a:ext>
            </a:extLst>
          </p:cNvPr>
          <p:cNvSpPr/>
          <p:nvPr/>
        </p:nvSpPr>
        <p:spPr>
          <a:xfrm>
            <a:off x="8963349" y="2889127"/>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コネクタ: カギ線 50">
            <a:extLst>
              <a:ext uri="{FF2B5EF4-FFF2-40B4-BE49-F238E27FC236}">
                <a16:creationId xmlns:a16="http://schemas.microsoft.com/office/drawing/2014/main" id="{368FA122-369C-C9E5-E801-F33B823A2D47}"/>
              </a:ext>
            </a:extLst>
          </p:cNvPr>
          <p:cNvCxnSpPr>
            <a:cxnSpLocks/>
            <a:stCxn id="17" idx="2"/>
            <a:endCxn id="52" idx="1"/>
          </p:cNvCxnSpPr>
          <p:nvPr/>
        </p:nvCxnSpPr>
        <p:spPr>
          <a:xfrm rot="16200000" flipH="1">
            <a:off x="9112703" y="2361401"/>
            <a:ext cx="463625" cy="1538456"/>
          </a:xfrm>
          <a:prstGeom prst="bentConnector2">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F7A1DDF0-E55C-E11C-C97B-E4BE12900487}"/>
              </a:ext>
            </a:extLst>
          </p:cNvPr>
          <p:cNvSpPr/>
          <p:nvPr/>
        </p:nvSpPr>
        <p:spPr>
          <a:xfrm>
            <a:off x="10113743" y="3197959"/>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rPr>
              <a:t>所管会社</a:t>
            </a:r>
          </a:p>
        </p:txBody>
      </p:sp>
      <p:cxnSp>
        <p:nvCxnSpPr>
          <p:cNvPr id="53" name="コネクタ: カギ線 52">
            <a:extLst>
              <a:ext uri="{FF2B5EF4-FFF2-40B4-BE49-F238E27FC236}">
                <a16:creationId xmlns:a16="http://schemas.microsoft.com/office/drawing/2014/main" id="{285763A7-1F61-684C-B8ED-4013DD0D3BB4}"/>
              </a:ext>
            </a:extLst>
          </p:cNvPr>
          <p:cNvCxnSpPr>
            <a:cxnSpLocks/>
          </p:cNvCxnSpPr>
          <p:nvPr/>
        </p:nvCxnSpPr>
        <p:spPr>
          <a:xfrm rot="5400000">
            <a:off x="11372100" y="2021172"/>
            <a:ext cx="242131" cy="340228"/>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5" name="コネクタ: カギ線 54">
            <a:extLst>
              <a:ext uri="{FF2B5EF4-FFF2-40B4-BE49-F238E27FC236}">
                <a16:creationId xmlns:a16="http://schemas.microsoft.com/office/drawing/2014/main" id="{485E4F7D-96B6-4A9A-15A4-BAB4817221B8}"/>
              </a:ext>
            </a:extLst>
          </p:cNvPr>
          <p:cNvCxnSpPr>
            <a:cxnSpLocks/>
            <a:endCxn id="45" idx="3"/>
          </p:cNvCxnSpPr>
          <p:nvPr/>
        </p:nvCxnSpPr>
        <p:spPr>
          <a:xfrm rot="5400000">
            <a:off x="10827815" y="1972529"/>
            <a:ext cx="1330703" cy="340230"/>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6" name="コネクタ: カギ線 55">
            <a:extLst>
              <a:ext uri="{FF2B5EF4-FFF2-40B4-BE49-F238E27FC236}">
                <a16:creationId xmlns:a16="http://schemas.microsoft.com/office/drawing/2014/main" id="{3F861241-9381-374C-CC34-E526F15D5EEC}"/>
              </a:ext>
            </a:extLst>
          </p:cNvPr>
          <p:cNvCxnSpPr>
            <a:cxnSpLocks/>
            <a:stCxn id="38" idx="2"/>
            <a:endCxn id="20" idx="1"/>
          </p:cNvCxnSpPr>
          <p:nvPr/>
        </p:nvCxnSpPr>
        <p:spPr>
          <a:xfrm rot="16200000" flipH="1">
            <a:off x="9431952" y="3133495"/>
            <a:ext cx="917580" cy="446006"/>
          </a:xfrm>
          <a:prstGeom prst="bentConnector2">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コネクタ: カギ線 57">
            <a:extLst>
              <a:ext uri="{FF2B5EF4-FFF2-40B4-BE49-F238E27FC236}">
                <a16:creationId xmlns:a16="http://schemas.microsoft.com/office/drawing/2014/main" id="{D0C51975-B43C-A1EF-CFDD-420654B1A2E7}"/>
              </a:ext>
            </a:extLst>
          </p:cNvPr>
          <p:cNvCxnSpPr>
            <a:cxnSpLocks/>
            <a:stCxn id="14" idx="2"/>
            <a:endCxn id="45" idx="2"/>
          </p:cNvCxnSpPr>
          <p:nvPr/>
        </p:nvCxnSpPr>
        <p:spPr>
          <a:xfrm rot="16200000" flipH="1">
            <a:off x="8740516" y="994597"/>
            <a:ext cx="59560" cy="3896203"/>
          </a:xfrm>
          <a:prstGeom prst="bentConnector3">
            <a:avLst>
              <a:gd name="adj1" fmla="val 398519"/>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D5CE732D-32E5-5B0D-A7E7-BEE2405C60C8}"/>
              </a:ext>
            </a:extLst>
          </p:cNvPr>
          <p:cNvCxnSpPr>
            <a:cxnSpLocks/>
            <a:stCxn id="11" idx="3"/>
            <a:endCxn id="44" idx="1"/>
          </p:cNvCxnSpPr>
          <p:nvPr/>
        </p:nvCxnSpPr>
        <p:spPr>
          <a:xfrm>
            <a:off x="6572998" y="1997581"/>
            <a:ext cx="3540746" cy="312988"/>
          </a:xfrm>
          <a:prstGeom prst="bentConnector3">
            <a:avLst>
              <a:gd name="adj1" fmla="val 50000"/>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6" name="フローチャート: 判断 65">
            <a:extLst>
              <a:ext uri="{FF2B5EF4-FFF2-40B4-BE49-F238E27FC236}">
                <a16:creationId xmlns:a16="http://schemas.microsoft.com/office/drawing/2014/main" id="{729ACF5A-6C08-9321-59AC-2A95FA462070}"/>
              </a:ext>
            </a:extLst>
          </p:cNvPr>
          <p:cNvSpPr/>
          <p:nvPr/>
        </p:nvSpPr>
        <p:spPr>
          <a:xfrm>
            <a:off x="11335139" y="2417148"/>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フローチャート: 判断 66">
            <a:extLst>
              <a:ext uri="{FF2B5EF4-FFF2-40B4-BE49-F238E27FC236}">
                <a16:creationId xmlns:a16="http://schemas.microsoft.com/office/drawing/2014/main" id="{0159BF61-3FDE-05DE-EC82-2289BBED6EF8}"/>
              </a:ext>
            </a:extLst>
          </p:cNvPr>
          <p:cNvSpPr/>
          <p:nvPr/>
        </p:nvSpPr>
        <p:spPr>
          <a:xfrm>
            <a:off x="8004971" y="2866118"/>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テキスト ボックス 71">
            <a:extLst>
              <a:ext uri="{FF2B5EF4-FFF2-40B4-BE49-F238E27FC236}">
                <a16:creationId xmlns:a16="http://schemas.microsoft.com/office/drawing/2014/main" id="{45CC9BA9-20E2-E49C-E046-3B3B031AC814}"/>
              </a:ext>
            </a:extLst>
          </p:cNvPr>
          <p:cNvSpPr txBox="1"/>
          <p:nvPr/>
        </p:nvSpPr>
        <p:spPr>
          <a:xfrm>
            <a:off x="9667738" y="1550729"/>
            <a:ext cx="1584462" cy="523220"/>
          </a:xfrm>
          <a:prstGeom prst="rect">
            <a:avLst/>
          </a:prstGeom>
          <a:noFill/>
        </p:spPr>
        <p:txBody>
          <a:bodyPr wrap="square" rtlCol="0">
            <a:spAutoFit/>
          </a:bodyPr>
          <a:lstStyle/>
          <a:p>
            <a:r>
              <a:rPr kumimoji="1" lang="ja-JP" altLang="en-US" sz="700"/>
              <a:t>左記の権限に入れなくとしても、ここに入れば、閲覧可能</a:t>
            </a:r>
            <a:endParaRPr kumimoji="1" lang="en-US" altLang="ja-JP" sz="700"/>
          </a:p>
          <a:p>
            <a:r>
              <a:rPr kumimoji="1" lang="ja-JP" altLang="en-US" sz="700"/>
              <a:t>単位：案件レベル</a:t>
            </a:r>
            <a:endParaRPr kumimoji="1" lang="en-US" altLang="ja-JP" sz="700"/>
          </a:p>
          <a:p>
            <a:r>
              <a:rPr kumimoji="1" lang="ja-JP" altLang="en-US" sz="700"/>
              <a:t>部署＋</a:t>
            </a:r>
            <a:r>
              <a:rPr lang="ja-JP" altLang="en-US" sz="700"/>
              <a:t>個人</a:t>
            </a:r>
            <a:r>
              <a:rPr kumimoji="1" lang="ja-JP" altLang="en-US" sz="700"/>
              <a:t>両方可能</a:t>
            </a:r>
          </a:p>
        </p:txBody>
      </p:sp>
      <p:sp>
        <p:nvSpPr>
          <p:cNvPr id="74" name="フローチャート: 判断 73">
            <a:extLst>
              <a:ext uri="{FF2B5EF4-FFF2-40B4-BE49-F238E27FC236}">
                <a16:creationId xmlns:a16="http://schemas.microsoft.com/office/drawing/2014/main" id="{E4BF100E-DCF3-6932-F379-D576C6718375}"/>
              </a:ext>
            </a:extLst>
          </p:cNvPr>
          <p:cNvSpPr/>
          <p:nvPr/>
        </p:nvSpPr>
        <p:spPr>
          <a:xfrm>
            <a:off x="10045163" y="3464031"/>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6" name="コネクタ: カギ線 75">
            <a:extLst>
              <a:ext uri="{FF2B5EF4-FFF2-40B4-BE49-F238E27FC236}">
                <a16:creationId xmlns:a16="http://schemas.microsoft.com/office/drawing/2014/main" id="{C861C588-DA30-1FE8-CCC2-9EE5332D0F22}"/>
              </a:ext>
            </a:extLst>
          </p:cNvPr>
          <p:cNvCxnSpPr>
            <a:cxnSpLocks/>
            <a:stCxn id="96" idx="2"/>
            <a:endCxn id="74" idx="1"/>
          </p:cNvCxnSpPr>
          <p:nvPr/>
        </p:nvCxnSpPr>
        <p:spPr>
          <a:xfrm rot="16200000" flipH="1">
            <a:off x="9288036" y="2730304"/>
            <a:ext cx="588614" cy="925639"/>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78" name="四角形: 角を丸くする 77">
            <a:extLst>
              <a:ext uri="{FF2B5EF4-FFF2-40B4-BE49-F238E27FC236}">
                <a16:creationId xmlns:a16="http://schemas.microsoft.com/office/drawing/2014/main" id="{67838BC0-8257-718E-D0B6-C3B63BA60C8F}"/>
              </a:ext>
            </a:extLst>
          </p:cNvPr>
          <p:cNvSpPr/>
          <p:nvPr/>
        </p:nvSpPr>
        <p:spPr>
          <a:xfrm>
            <a:off x="6324838" y="3960929"/>
            <a:ext cx="1429675" cy="240982"/>
          </a:xfrm>
          <a:prstGeom prst="roundRect">
            <a:avLst>
              <a:gd name="adj" fmla="val 10876"/>
            </a:avLst>
          </a:prstGeom>
          <a:solidFill>
            <a:srgbClr val="7030A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論理</a:t>
            </a:r>
            <a:r>
              <a:rPr kumimoji="1" lang="en-US" altLang="ja-JP" sz="800" dirty="0"/>
              <a:t>Group</a:t>
            </a:r>
            <a:endParaRPr kumimoji="1" lang="ja-JP" altLang="en-US" sz="800" dirty="0"/>
          </a:p>
        </p:txBody>
      </p:sp>
      <p:sp>
        <p:nvSpPr>
          <p:cNvPr id="79" name="四角形: 角を丸くする 78">
            <a:extLst>
              <a:ext uri="{FF2B5EF4-FFF2-40B4-BE49-F238E27FC236}">
                <a16:creationId xmlns:a16="http://schemas.microsoft.com/office/drawing/2014/main" id="{117F2DB8-735C-AB14-0186-227D6C4F9863}"/>
              </a:ext>
            </a:extLst>
          </p:cNvPr>
          <p:cNvSpPr/>
          <p:nvPr/>
        </p:nvSpPr>
        <p:spPr>
          <a:xfrm>
            <a:off x="6324838" y="4356093"/>
            <a:ext cx="1429675" cy="240982"/>
          </a:xfrm>
          <a:prstGeom prst="roundRect">
            <a:avLst>
              <a:gd name="adj" fmla="val 9139"/>
            </a:avLst>
          </a:prstGeom>
          <a:solidFill>
            <a:srgbClr val="7030A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t>論理</a:t>
            </a:r>
            <a:r>
              <a:rPr lang="en-US" altLang="ja-JP" sz="800" dirty="0"/>
              <a:t>Group…</a:t>
            </a:r>
            <a:endParaRPr kumimoji="1" lang="ja-JP" altLang="en-US" sz="800" dirty="0"/>
          </a:p>
        </p:txBody>
      </p:sp>
      <p:cxnSp>
        <p:nvCxnSpPr>
          <p:cNvPr id="89" name="コネクタ: カギ線 88">
            <a:extLst>
              <a:ext uri="{FF2B5EF4-FFF2-40B4-BE49-F238E27FC236}">
                <a16:creationId xmlns:a16="http://schemas.microsoft.com/office/drawing/2014/main" id="{93561D37-214F-DEC0-23A2-48D9B0114278}"/>
              </a:ext>
            </a:extLst>
          </p:cNvPr>
          <p:cNvCxnSpPr>
            <a:cxnSpLocks/>
            <a:stCxn id="11" idx="2"/>
            <a:endCxn id="78" idx="1"/>
          </p:cNvCxnSpPr>
          <p:nvPr/>
        </p:nvCxnSpPr>
        <p:spPr>
          <a:xfrm rot="16200000" flipH="1">
            <a:off x="5283630" y="3040212"/>
            <a:ext cx="1919356" cy="163059"/>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0" name="コネクタ: カギ線 89">
            <a:extLst>
              <a:ext uri="{FF2B5EF4-FFF2-40B4-BE49-F238E27FC236}">
                <a16:creationId xmlns:a16="http://schemas.microsoft.com/office/drawing/2014/main" id="{98DDB7CD-16A1-C017-C049-A18F2B9BB2F0}"/>
              </a:ext>
            </a:extLst>
          </p:cNvPr>
          <p:cNvCxnSpPr>
            <a:cxnSpLocks/>
            <a:stCxn id="11" idx="2"/>
            <a:endCxn id="79" idx="1"/>
          </p:cNvCxnSpPr>
          <p:nvPr/>
        </p:nvCxnSpPr>
        <p:spPr>
          <a:xfrm rot="16200000" flipH="1">
            <a:off x="5086048" y="3237794"/>
            <a:ext cx="2314520" cy="163059"/>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601F555D-9479-AED5-4FAC-5A364D2637CD}"/>
              </a:ext>
            </a:extLst>
          </p:cNvPr>
          <p:cNvSpPr/>
          <p:nvPr/>
        </p:nvSpPr>
        <p:spPr>
          <a:xfrm>
            <a:off x="8894271" y="2569851"/>
            <a:ext cx="450505"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ja-JP" sz="800"/>
              <a:t>Country</a:t>
            </a:r>
            <a:endParaRPr kumimoji="1" lang="ja-JP" altLang="en-US" sz="800"/>
          </a:p>
        </p:txBody>
      </p:sp>
      <p:sp>
        <p:nvSpPr>
          <p:cNvPr id="19" name="正方形/長方形 18">
            <a:extLst>
              <a:ext uri="{FF2B5EF4-FFF2-40B4-BE49-F238E27FC236}">
                <a16:creationId xmlns:a16="http://schemas.microsoft.com/office/drawing/2014/main" id="{C33C9F49-7C0B-A526-21E9-DCD4A14C952D}"/>
              </a:ext>
            </a:extLst>
          </p:cNvPr>
          <p:cNvSpPr/>
          <p:nvPr/>
        </p:nvSpPr>
        <p:spPr>
          <a:xfrm rot="5400000">
            <a:off x="11425607" y="1683788"/>
            <a:ext cx="464082"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a:t>案件</a:t>
            </a:r>
          </a:p>
        </p:txBody>
      </p:sp>
      <p:cxnSp>
        <p:nvCxnSpPr>
          <p:cNvPr id="125" name="コネクタ: カギ線 124">
            <a:extLst>
              <a:ext uri="{FF2B5EF4-FFF2-40B4-BE49-F238E27FC236}">
                <a16:creationId xmlns:a16="http://schemas.microsoft.com/office/drawing/2014/main" id="{B9F154C0-D8FD-96EE-6CA3-38DFD74F4A53}"/>
              </a:ext>
            </a:extLst>
          </p:cNvPr>
          <p:cNvCxnSpPr>
            <a:cxnSpLocks/>
            <a:stCxn id="19" idx="3"/>
            <a:endCxn id="52" idx="3"/>
          </p:cNvCxnSpPr>
          <p:nvPr/>
        </p:nvCxnSpPr>
        <p:spPr>
          <a:xfrm rot="5400000">
            <a:off x="10849284" y="2554078"/>
            <a:ext cx="1282130" cy="334598"/>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9" name="コネクタ: カギ線 128">
            <a:extLst>
              <a:ext uri="{FF2B5EF4-FFF2-40B4-BE49-F238E27FC236}">
                <a16:creationId xmlns:a16="http://schemas.microsoft.com/office/drawing/2014/main" id="{878B4B2B-E57A-E011-D899-D3E9A43D1DCA}"/>
              </a:ext>
            </a:extLst>
          </p:cNvPr>
          <p:cNvCxnSpPr>
            <a:cxnSpLocks/>
            <a:stCxn id="46" idx="2"/>
            <a:endCxn id="49" idx="2"/>
          </p:cNvCxnSpPr>
          <p:nvPr/>
        </p:nvCxnSpPr>
        <p:spPr>
          <a:xfrm rot="16200000" flipH="1">
            <a:off x="9087002" y="1694792"/>
            <a:ext cx="79324" cy="2487374"/>
          </a:xfrm>
          <a:prstGeom prst="bentConnector3">
            <a:avLst>
              <a:gd name="adj1" fmla="val 234486"/>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1" name="コネクタ: カギ線 140">
            <a:extLst>
              <a:ext uri="{FF2B5EF4-FFF2-40B4-BE49-F238E27FC236}">
                <a16:creationId xmlns:a16="http://schemas.microsoft.com/office/drawing/2014/main" id="{965E2D9E-AD9F-B7FA-B172-327035324BDF}"/>
              </a:ext>
            </a:extLst>
          </p:cNvPr>
          <p:cNvCxnSpPr>
            <a:cxnSpLocks/>
            <a:stCxn id="78" idx="3"/>
            <a:endCxn id="66" idx="3"/>
          </p:cNvCxnSpPr>
          <p:nvPr/>
        </p:nvCxnSpPr>
        <p:spPr>
          <a:xfrm flipV="1">
            <a:off x="7754513" y="2440548"/>
            <a:ext cx="3626345" cy="1640872"/>
          </a:xfrm>
          <a:prstGeom prst="bentConnector3">
            <a:avLst>
              <a:gd name="adj1" fmla="val 112888"/>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5" name="コネクタ: カギ線 144">
            <a:extLst>
              <a:ext uri="{FF2B5EF4-FFF2-40B4-BE49-F238E27FC236}">
                <a16:creationId xmlns:a16="http://schemas.microsoft.com/office/drawing/2014/main" id="{CA808C40-634C-E3C4-7471-1D593035914D}"/>
              </a:ext>
            </a:extLst>
          </p:cNvPr>
          <p:cNvCxnSpPr>
            <a:cxnSpLocks/>
            <a:stCxn id="79" idx="3"/>
            <a:endCxn id="66" idx="3"/>
          </p:cNvCxnSpPr>
          <p:nvPr/>
        </p:nvCxnSpPr>
        <p:spPr>
          <a:xfrm flipV="1">
            <a:off x="7754513" y="2440548"/>
            <a:ext cx="3626345" cy="2036036"/>
          </a:xfrm>
          <a:prstGeom prst="bentConnector3">
            <a:avLst>
              <a:gd name="adj1" fmla="val 113028"/>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67B19-8F46-13F7-45A6-308BF5E060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E7DFC3-2567-C19D-011B-FF966B155ACC}"/>
              </a:ext>
            </a:extLst>
          </p:cNvPr>
          <p:cNvSpPr>
            <a:spLocks noGrp="1"/>
          </p:cNvSpPr>
          <p:nvPr>
            <p:ph type="title"/>
          </p:nvPr>
        </p:nvSpPr>
        <p:spPr>
          <a:xfrm>
            <a:off x="414336" y="255263"/>
            <a:ext cx="9327072" cy="683629"/>
          </a:xfrm>
        </p:spPr>
        <p:txBody>
          <a:bodyPr>
            <a:normAutofit/>
          </a:bodyPr>
          <a:lstStyle/>
          <a:p>
            <a:r>
              <a:rPr lang="ja-JP" altLang="en-US" dirty="0"/>
              <a:t>実現方法－ユーザ別の属性管理（</a:t>
            </a:r>
            <a:r>
              <a:rPr lang="en-US" altLang="ja-JP" dirty="0">
                <a:solidFill>
                  <a:srgbClr val="C00000"/>
                </a:solidFill>
              </a:rPr>
              <a:t>Option</a:t>
            </a:r>
            <a:r>
              <a:rPr lang="ja-JP" altLang="en-US" dirty="0"/>
              <a:t>）</a:t>
            </a:r>
            <a:endParaRPr lang="ja-JP" altLang="en-US" dirty="0">
              <a:effectLst/>
            </a:endParaRPr>
          </a:p>
        </p:txBody>
      </p:sp>
      <p:sp>
        <p:nvSpPr>
          <p:cNvPr id="15" name="テキスト ボックス 14">
            <a:extLst>
              <a:ext uri="{FF2B5EF4-FFF2-40B4-BE49-F238E27FC236}">
                <a16:creationId xmlns:a16="http://schemas.microsoft.com/office/drawing/2014/main" id="{3FD1C739-5DD0-ADCD-D9FB-6440AEDE687F}"/>
              </a:ext>
            </a:extLst>
          </p:cNvPr>
          <p:cNvSpPr txBox="1"/>
          <p:nvPr/>
        </p:nvSpPr>
        <p:spPr>
          <a:xfrm>
            <a:off x="414336" y="919625"/>
            <a:ext cx="11490793" cy="5516736"/>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en-US" altLang="ja-JP" dirty="0"/>
              <a:t>i13</a:t>
            </a:r>
            <a:r>
              <a:rPr lang="ja-JP" altLang="en-US" dirty="0"/>
              <a:t>：利用者は必要な項目に応じてビューの設定ができること。</a:t>
            </a:r>
          </a:p>
          <a:p>
            <a:r>
              <a:rPr lang="ja-JP" altLang="en-US" dirty="0"/>
              <a:t>実現方法：</a:t>
            </a:r>
            <a:endParaRPr lang="en-US" altLang="ja-JP" dirty="0"/>
          </a:p>
          <a:p>
            <a:pPr marL="285750" indent="-285750">
              <a:buFont typeface="Arial" panose="020B0604020202020204" pitchFamily="34" charset="0"/>
              <a:buChar char="•"/>
            </a:pPr>
            <a:r>
              <a:rPr lang="en-US" altLang="ja-JP" dirty="0"/>
              <a:t>Grid</a:t>
            </a:r>
            <a:r>
              <a:rPr lang="ja-JP" altLang="en-US" dirty="0"/>
              <a:t>形式の列の表示／非表示</a:t>
            </a:r>
            <a:r>
              <a:rPr lang="zh-CN" altLang="en-US" dirty="0"/>
              <a:t>，</a:t>
            </a:r>
            <a:r>
              <a:rPr lang="ja-JP" altLang="en-US" dirty="0"/>
              <a:t>表示順、幅情報が設定すること</a:t>
            </a:r>
            <a:endParaRPr lang="en-US" altLang="ja-JP" dirty="0"/>
          </a:p>
          <a:p>
            <a:pPr marL="285750" indent="-285750">
              <a:buFont typeface="Arial" panose="020B0604020202020204" pitchFamily="34" charset="0"/>
              <a:buChar char="•"/>
            </a:pPr>
            <a:r>
              <a:rPr lang="en-US" altLang="ja-JP" dirty="0"/>
              <a:t>Grid</a:t>
            </a:r>
            <a:r>
              <a:rPr lang="ja-JP" altLang="en-US" dirty="0"/>
              <a:t>ロード時、表示順、表示要否、幅は</a:t>
            </a:r>
            <a:r>
              <a:rPr lang="de-DE" altLang="ja-JP" dirty="0"/>
              <a:t>Tbl_UserProperityes</a:t>
            </a:r>
            <a:r>
              <a:rPr lang="ja-JP" altLang="en-US" dirty="0"/>
              <a:t> </a:t>
            </a:r>
            <a:r>
              <a:rPr lang="en-US" altLang="ja-JP" dirty="0"/>
              <a:t>Table</a:t>
            </a:r>
            <a:r>
              <a:rPr lang="ja-JP" altLang="en-US" dirty="0"/>
              <a:t>から取得し、動的に設定すること</a:t>
            </a:r>
            <a:endParaRPr lang="en-US" altLang="ja-JP" dirty="0"/>
          </a:p>
          <a:p>
            <a:pPr marL="285750" indent="-285750">
              <a:buFont typeface="Arial" panose="020B0604020202020204" pitchFamily="34" charset="0"/>
              <a:buChar char="•"/>
            </a:pPr>
            <a:r>
              <a:rPr lang="ja-JP" altLang="en-US" dirty="0"/>
              <a:t>ユーザは画面</a:t>
            </a:r>
            <a:r>
              <a:rPr lang="en-US" altLang="ja-JP" dirty="0"/>
              <a:t>Grid</a:t>
            </a:r>
            <a:r>
              <a:rPr lang="ja-JP" altLang="en-US" dirty="0"/>
              <a:t>毎に独自設定すること</a:t>
            </a:r>
          </a:p>
        </p:txBody>
      </p:sp>
      <p:pic>
        <p:nvPicPr>
          <p:cNvPr id="3074" name="Picture 2" descr="Data Table Icons - Free SVG &amp; PNG Data Table Images - Noun Project">
            <a:extLst>
              <a:ext uri="{FF2B5EF4-FFF2-40B4-BE49-F238E27FC236}">
                <a16:creationId xmlns:a16="http://schemas.microsoft.com/office/drawing/2014/main" id="{2F5C4424-93FB-92F0-8866-02FE9EBA10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51" y="2937002"/>
            <a:ext cx="3121660" cy="312166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表 3">
            <a:extLst>
              <a:ext uri="{FF2B5EF4-FFF2-40B4-BE49-F238E27FC236}">
                <a16:creationId xmlns:a16="http://schemas.microsoft.com/office/drawing/2014/main" id="{83EDAD6E-DA98-32A4-512A-FC93FEBFEFD1}"/>
              </a:ext>
            </a:extLst>
          </p:cNvPr>
          <p:cNvGraphicFramePr>
            <a:graphicFrameLocks noGrp="1"/>
          </p:cNvGraphicFramePr>
          <p:nvPr>
            <p:extLst>
              <p:ext uri="{D42A27DB-BD31-4B8C-83A1-F6EECF244321}">
                <p14:modId xmlns:p14="http://schemas.microsoft.com/office/powerpoint/2010/main" val="3557817681"/>
              </p:ext>
            </p:extLst>
          </p:nvPr>
        </p:nvGraphicFramePr>
        <p:xfrm>
          <a:off x="3797761" y="2856185"/>
          <a:ext cx="8107370" cy="3474720"/>
        </p:xfrm>
        <a:graphic>
          <a:graphicData uri="http://schemas.openxmlformats.org/drawingml/2006/table">
            <a:tbl>
              <a:tblPr firstRow="1" bandRow="1">
                <a:tableStyleId>{5C22544A-7EE6-4342-B048-85BDC9FD1C3A}</a:tableStyleId>
              </a:tblPr>
              <a:tblGrid>
                <a:gridCol w="1098160">
                  <a:extLst>
                    <a:ext uri="{9D8B030D-6E8A-4147-A177-3AD203B41FA5}">
                      <a16:colId xmlns:a16="http://schemas.microsoft.com/office/drawing/2014/main" val="2397676565"/>
                    </a:ext>
                  </a:extLst>
                </a:gridCol>
                <a:gridCol w="703477">
                  <a:extLst>
                    <a:ext uri="{9D8B030D-6E8A-4147-A177-3AD203B41FA5}">
                      <a16:colId xmlns:a16="http://schemas.microsoft.com/office/drawing/2014/main" val="671841962"/>
                    </a:ext>
                  </a:extLst>
                </a:gridCol>
                <a:gridCol w="900819">
                  <a:extLst>
                    <a:ext uri="{9D8B030D-6E8A-4147-A177-3AD203B41FA5}">
                      <a16:colId xmlns:a16="http://schemas.microsoft.com/office/drawing/2014/main" val="1281376549"/>
                    </a:ext>
                  </a:extLst>
                </a:gridCol>
                <a:gridCol w="900819">
                  <a:extLst>
                    <a:ext uri="{9D8B030D-6E8A-4147-A177-3AD203B41FA5}">
                      <a16:colId xmlns:a16="http://schemas.microsoft.com/office/drawing/2014/main" val="130658311"/>
                    </a:ext>
                  </a:extLst>
                </a:gridCol>
                <a:gridCol w="900819">
                  <a:extLst>
                    <a:ext uri="{9D8B030D-6E8A-4147-A177-3AD203B41FA5}">
                      <a16:colId xmlns:a16="http://schemas.microsoft.com/office/drawing/2014/main" val="3799252065"/>
                    </a:ext>
                  </a:extLst>
                </a:gridCol>
                <a:gridCol w="900819">
                  <a:extLst>
                    <a:ext uri="{9D8B030D-6E8A-4147-A177-3AD203B41FA5}">
                      <a16:colId xmlns:a16="http://schemas.microsoft.com/office/drawing/2014/main" val="1727719180"/>
                    </a:ext>
                  </a:extLst>
                </a:gridCol>
                <a:gridCol w="900819">
                  <a:extLst>
                    <a:ext uri="{9D8B030D-6E8A-4147-A177-3AD203B41FA5}">
                      <a16:colId xmlns:a16="http://schemas.microsoft.com/office/drawing/2014/main" val="3380522917"/>
                    </a:ext>
                  </a:extLst>
                </a:gridCol>
                <a:gridCol w="900819">
                  <a:extLst>
                    <a:ext uri="{9D8B030D-6E8A-4147-A177-3AD203B41FA5}">
                      <a16:colId xmlns:a16="http://schemas.microsoft.com/office/drawing/2014/main" val="2870809028"/>
                    </a:ext>
                  </a:extLst>
                </a:gridCol>
                <a:gridCol w="900819">
                  <a:extLst>
                    <a:ext uri="{9D8B030D-6E8A-4147-A177-3AD203B41FA5}">
                      <a16:colId xmlns:a16="http://schemas.microsoft.com/office/drawing/2014/main" val="1057143928"/>
                    </a:ext>
                  </a:extLst>
                </a:gridCol>
              </a:tblGrid>
              <a:tr h="157480">
                <a:tc>
                  <a:txBody>
                    <a:bodyPr/>
                    <a:lstStyle/>
                    <a:p>
                      <a:r>
                        <a:rPr kumimoji="1" lang="en-US" altLang="ja-JP" sz="1200" dirty="0" err="1"/>
                        <a:t>userid</a:t>
                      </a:r>
                      <a:endParaRPr kumimoji="1" lang="ja-JP" altLang="en-US" sz="1200" dirty="0"/>
                    </a:p>
                  </a:txBody>
                  <a:tcPr/>
                </a:tc>
                <a:tc>
                  <a:txBody>
                    <a:bodyPr/>
                    <a:lstStyle/>
                    <a:p>
                      <a:r>
                        <a:rPr kumimoji="1" lang="en-US" altLang="ja-JP" sz="1200" dirty="0"/>
                        <a:t>screen</a:t>
                      </a:r>
                      <a:endParaRPr kumimoji="1" lang="ja-JP" altLang="en-US" sz="1200" dirty="0"/>
                    </a:p>
                  </a:txBody>
                  <a:tcPr/>
                </a:tc>
                <a:tc>
                  <a:txBody>
                    <a:bodyPr/>
                    <a:lstStyle/>
                    <a:p>
                      <a:r>
                        <a:rPr kumimoji="1" lang="en-US" altLang="ja-JP" sz="1200" dirty="0" err="1"/>
                        <a:t>Gridid</a:t>
                      </a:r>
                      <a:endParaRPr kumimoji="1" lang="ja-JP" altLang="en-US" sz="1200" dirty="0"/>
                    </a:p>
                  </a:txBody>
                  <a:tcPr/>
                </a:tc>
                <a:tc>
                  <a:txBody>
                    <a:bodyPr/>
                    <a:lstStyle/>
                    <a:p>
                      <a:r>
                        <a:rPr kumimoji="1" lang="en-US" altLang="ja-JP" sz="1200" dirty="0"/>
                        <a:t>Col num</a:t>
                      </a:r>
                      <a:endParaRPr kumimoji="1" lang="ja-JP" altLang="en-US" sz="1200" dirty="0"/>
                    </a:p>
                  </a:txBody>
                  <a:tcPr/>
                </a:tc>
                <a:tc>
                  <a:txBody>
                    <a:bodyPr/>
                    <a:lstStyle/>
                    <a:p>
                      <a:r>
                        <a:rPr kumimoji="1" lang="en-US" altLang="ja-JP" sz="1200" dirty="0"/>
                        <a:t>Col Name</a:t>
                      </a:r>
                      <a:endParaRPr kumimoji="1" lang="ja-JP" altLang="en-US" sz="1200" dirty="0"/>
                    </a:p>
                  </a:txBody>
                  <a:tcPr/>
                </a:tc>
                <a:tc>
                  <a:txBody>
                    <a:bodyPr/>
                    <a:lstStyle/>
                    <a:p>
                      <a:r>
                        <a:rPr kumimoji="1" lang="en-US" altLang="ja-JP" sz="1200" dirty="0" err="1"/>
                        <a:t>Colwidth</a:t>
                      </a:r>
                      <a:endParaRPr kumimoji="1" lang="ja-JP" altLang="en-US" sz="1200" dirty="0"/>
                    </a:p>
                  </a:txBody>
                  <a:tcPr/>
                </a:tc>
                <a:tc>
                  <a:txBody>
                    <a:bodyPr/>
                    <a:lstStyle/>
                    <a:p>
                      <a:r>
                        <a:rPr kumimoji="1" lang="en-US" altLang="ja-JP" sz="1200" err="1"/>
                        <a:t>DispNum</a:t>
                      </a:r>
                      <a:endParaRPr kumimoji="1" lang="ja-JP" altLang="en-US" sz="1200"/>
                    </a:p>
                  </a:txBody>
                  <a:tcPr/>
                </a:tc>
                <a:tc>
                  <a:txBody>
                    <a:bodyPr/>
                    <a:lstStyle/>
                    <a:p>
                      <a:r>
                        <a:rPr kumimoji="1" lang="en-US" altLang="ja-JP" sz="1200" dirty="0" err="1"/>
                        <a:t>Colvisible</a:t>
                      </a:r>
                      <a:endParaRPr kumimoji="1" lang="ja-JP" altLang="en-US" sz="1200" dirty="0"/>
                    </a:p>
                  </a:txBody>
                  <a:tcPr/>
                </a:tc>
                <a:tc>
                  <a:txBody>
                    <a:bodyPr/>
                    <a:lstStyle/>
                    <a:p>
                      <a:r>
                        <a:rPr kumimoji="1" lang="en-US" altLang="ja-JP" sz="1200"/>
                        <a:t>…</a:t>
                      </a:r>
                      <a:endParaRPr kumimoji="1" lang="ja-JP" altLang="en-US" sz="1200"/>
                    </a:p>
                  </a:txBody>
                  <a:tcPr/>
                </a:tc>
                <a:extLst>
                  <a:ext uri="{0D108BD9-81ED-4DB2-BD59-A6C34878D82A}">
                    <a16:rowId xmlns:a16="http://schemas.microsoft.com/office/drawing/2014/main" val="3090158873"/>
                  </a:ext>
                </a:extLst>
              </a:tr>
              <a:tr h="157480">
                <a:tc>
                  <a:txBody>
                    <a:bodyPr/>
                    <a:lstStyle/>
                    <a:p>
                      <a:r>
                        <a:rPr kumimoji="1" lang="en-US" altLang="ja-JP" sz="1200" dirty="0" err="1"/>
                        <a:t>xxx@mchcgr</a:t>
                      </a:r>
                      <a:endParaRPr kumimoji="1" lang="ja-JP" altLang="en-US" sz="1200" dirty="0"/>
                    </a:p>
                  </a:txBody>
                  <a:tcPr/>
                </a:tc>
                <a:tc>
                  <a:txBody>
                    <a:bodyPr/>
                    <a:lstStyle/>
                    <a:p>
                      <a:r>
                        <a:rPr kumimoji="1" lang="en-US" altLang="ja-JP" sz="1200" dirty="0"/>
                        <a:t>XXX1</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ID</a:t>
                      </a:r>
                      <a:endParaRPr kumimoji="1" lang="ja-JP" altLang="en-US" sz="1200" dirty="0"/>
                    </a:p>
                  </a:txBody>
                  <a:tcPr/>
                </a:tc>
                <a:tc>
                  <a:txBody>
                    <a:bodyPr/>
                    <a:lstStyle/>
                    <a:p>
                      <a:r>
                        <a:rPr kumimoji="1" lang="en-US" altLang="ja-JP" sz="1200" dirty="0"/>
                        <a:t>150</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t>…</a:t>
                      </a:r>
                      <a:endParaRPr kumimoji="1" lang="ja-JP" altLang="en-US" sz="1200"/>
                    </a:p>
                  </a:txBody>
                  <a:tcPr/>
                </a:tc>
                <a:extLst>
                  <a:ext uri="{0D108BD9-81ED-4DB2-BD59-A6C34878D82A}">
                    <a16:rowId xmlns:a16="http://schemas.microsoft.com/office/drawing/2014/main" val="3980125211"/>
                  </a:ext>
                </a:extLst>
              </a:tr>
              <a:tr h="157480">
                <a:tc>
                  <a:txBody>
                    <a:bodyPr/>
                    <a:lstStyle/>
                    <a:p>
                      <a:r>
                        <a:rPr kumimoji="1" lang="en-US" altLang="ja-JP" sz="1200" dirty="0" err="1"/>
                        <a:t>xxx@mchcgr</a:t>
                      </a:r>
                      <a:endParaRPr kumimoji="1" lang="ja-JP" altLang="en-US" sz="1200" dirty="0"/>
                    </a:p>
                  </a:txBody>
                  <a:tcPr/>
                </a:tc>
                <a:tc>
                  <a:txBody>
                    <a:bodyPr/>
                    <a:lstStyle/>
                    <a:p>
                      <a:r>
                        <a:rPr kumimoji="1" lang="en-US" altLang="ja-JP" sz="1200"/>
                        <a:t>XXX1</a:t>
                      </a:r>
                      <a:endParaRPr kumimoji="1" lang="ja-JP" altLang="en-US" sz="120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2</a:t>
                      </a:r>
                      <a:endParaRPr kumimoji="1" lang="ja-JP" altLang="en-US" sz="1200" dirty="0"/>
                    </a:p>
                  </a:txBody>
                  <a:tcPr/>
                </a:tc>
                <a:tc>
                  <a:txBody>
                    <a:bodyPr/>
                    <a:lstStyle/>
                    <a:p>
                      <a:r>
                        <a:rPr kumimoji="1" lang="en-US" altLang="ja-JP" sz="1200"/>
                        <a:t>name</a:t>
                      </a:r>
                      <a:endParaRPr kumimoji="1" lang="ja-JP" altLang="en-US" sz="1200"/>
                    </a:p>
                  </a:txBody>
                  <a:tcPr/>
                </a:tc>
                <a:tc>
                  <a:txBody>
                    <a:bodyPr/>
                    <a:lstStyle/>
                    <a:p>
                      <a:r>
                        <a:rPr kumimoji="1" lang="en-US" altLang="ja-JP" sz="1200" dirty="0"/>
                        <a:t>300</a:t>
                      </a:r>
                      <a:endParaRPr kumimoji="1" lang="ja-JP" altLang="en-US" sz="1200" dirty="0"/>
                    </a:p>
                  </a:txBody>
                  <a:tcPr/>
                </a:tc>
                <a:tc>
                  <a:txBody>
                    <a:bodyPr/>
                    <a:lstStyle/>
                    <a:p>
                      <a:r>
                        <a:rPr kumimoji="1" lang="en-US" altLang="ja-JP" sz="1200" dirty="0"/>
                        <a:t>3</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t>…</a:t>
                      </a:r>
                      <a:endParaRPr kumimoji="1" lang="ja-JP" altLang="en-US" sz="1200"/>
                    </a:p>
                  </a:txBody>
                  <a:tcPr/>
                </a:tc>
                <a:extLst>
                  <a:ext uri="{0D108BD9-81ED-4DB2-BD59-A6C34878D82A}">
                    <a16:rowId xmlns:a16="http://schemas.microsoft.com/office/drawing/2014/main" val="2054722717"/>
                  </a:ext>
                </a:extLst>
              </a:tr>
              <a:tr h="157480">
                <a:tc>
                  <a:txBody>
                    <a:bodyPr/>
                    <a:lstStyle/>
                    <a:p>
                      <a:r>
                        <a:rPr kumimoji="1" lang="en-US" altLang="ja-JP" sz="1200" err="1"/>
                        <a:t>xxx@mchcgr</a:t>
                      </a:r>
                      <a:endParaRPr kumimoji="1" lang="ja-JP" altLang="en-US" sz="1200"/>
                    </a:p>
                  </a:txBody>
                  <a:tcPr/>
                </a:tc>
                <a:tc>
                  <a:txBody>
                    <a:bodyPr/>
                    <a:lstStyle/>
                    <a:p>
                      <a:r>
                        <a:rPr kumimoji="1" lang="en-US" altLang="ja-JP" sz="1200"/>
                        <a:t>XXX1</a:t>
                      </a:r>
                      <a:endParaRPr kumimoji="1" lang="ja-JP" altLang="en-US" sz="120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3</a:t>
                      </a:r>
                      <a:endParaRPr kumimoji="1" lang="ja-JP" altLang="en-US" sz="1200" dirty="0"/>
                    </a:p>
                  </a:txBody>
                  <a:tcPr/>
                </a:tc>
                <a:tc>
                  <a:txBody>
                    <a:bodyPr/>
                    <a:lstStyle/>
                    <a:p>
                      <a:r>
                        <a:rPr kumimoji="1" lang="en-US" altLang="ja-JP" sz="1200" dirty="0"/>
                        <a:t>email</a:t>
                      </a:r>
                      <a:endParaRPr kumimoji="1" lang="ja-JP" altLang="en-US" sz="1200" dirty="0"/>
                    </a:p>
                  </a:txBody>
                  <a:tcPr/>
                </a:tc>
                <a:tc>
                  <a:txBody>
                    <a:bodyPr/>
                    <a:lstStyle/>
                    <a:p>
                      <a:r>
                        <a:rPr kumimoji="1" lang="en-US" altLang="ja-JP" sz="1200" dirty="0"/>
                        <a:t>300</a:t>
                      </a:r>
                      <a:endParaRPr kumimoji="1" lang="ja-JP" altLang="en-US" sz="1200" dirty="0"/>
                    </a:p>
                  </a:txBody>
                  <a:tcPr/>
                </a:tc>
                <a:tc>
                  <a:txBody>
                    <a:bodyPr/>
                    <a:lstStyle/>
                    <a:p>
                      <a:r>
                        <a:rPr kumimoji="1" lang="en-US" altLang="ja-JP" sz="1200" dirty="0"/>
                        <a:t>2</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dirty="0"/>
                    </a:p>
                  </a:txBody>
                  <a:tcPr/>
                </a:tc>
                <a:extLst>
                  <a:ext uri="{0D108BD9-81ED-4DB2-BD59-A6C34878D82A}">
                    <a16:rowId xmlns:a16="http://schemas.microsoft.com/office/drawing/2014/main" val="4132914302"/>
                  </a:ext>
                </a:extLst>
              </a:tr>
              <a:tr h="157480">
                <a:tc>
                  <a:txBody>
                    <a:bodyPr/>
                    <a:lstStyle/>
                    <a:p>
                      <a:r>
                        <a:rPr kumimoji="1" lang="en-US" altLang="ja-JP" sz="1200"/>
                        <a:t>….</a:t>
                      </a:r>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463137258"/>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950397744"/>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3459055392"/>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022971352"/>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4249636636"/>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1181908287"/>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924555285"/>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225539358"/>
                  </a:ext>
                </a:extLst>
              </a:tr>
            </a:tbl>
          </a:graphicData>
        </a:graphic>
      </p:graphicFrame>
      <p:sp>
        <p:nvSpPr>
          <p:cNvPr id="5" name="テキスト ボックス 4">
            <a:extLst>
              <a:ext uri="{FF2B5EF4-FFF2-40B4-BE49-F238E27FC236}">
                <a16:creationId xmlns:a16="http://schemas.microsoft.com/office/drawing/2014/main" id="{07BD27C6-F2DC-7472-D127-616D54BFA62E}"/>
              </a:ext>
            </a:extLst>
          </p:cNvPr>
          <p:cNvSpPr txBox="1"/>
          <p:nvPr/>
        </p:nvSpPr>
        <p:spPr>
          <a:xfrm>
            <a:off x="3797761" y="2574913"/>
            <a:ext cx="2778760" cy="276999"/>
          </a:xfrm>
          <a:prstGeom prst="rect">
            <a:avLst/>
          </a:prstGeom>
          <a:noFill/>
        </p:spPr>
        <p:txBody>
          <a:bodyPr wrap="square" rtlCol="0">
            <a:spAutoFit/>
          </a:bodyPr>
          <a:lstStyle/>
          <a:p>
            <a:r>
              <a:rPr kumimoji="1" lang="en-US" altLang="ja-JP" sz="1200" b="1" dirty="0" err="1"/>
              <a:t>Tbl_UserProperityes</a:t>
            </a:r>
            <a:endParaRPr kumimoji="1" lang="ja-JP" altLang="en-US" sz="1200" b="1" dirty="0"/>
          </a:p>
        </p:txBody>
      </p:sp>
      <p:sp>
        <p:nvSpPr>
          <p:cNvPr id="6" name="矢印: 左右 5">
            <a:extLst>
              <a:ext uri="{FF2B5EF4-FFF2-40B4-BE49-F238E27FC236}">
                <a16:creationId xmlns:a16="http://schemas.microsoft.com/office/drawing/2014/main" id="{9AFC5A8A-1F4E-61BF-A8DA-B444B8655B2C}"/>
              </a:ext>
            </a:extLst>
          </p:cNvPr>
          <p:cNvSpPr/>
          <p:nvPr/>
        </p:nvSpPr>
        <p:spPr>
          <a:xfrm>
            <a:off x="2908761" y="4269231"/>
            <a:ext cx="929640" cy="457201"/>
          </a:xfrm>
          <a:prstGeom prst="leftRightArrow">
            <a:avLst>
              <a:gd name="adj1" fmla="val 50000"/>
              <a:gd name="adj2" fmla="val 3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19632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a:t>データ移行</a:t>
            </a:r>
            <a:endParaRPr lang="ja-JP" altLang="en-US">
              <a:effectLst/>
            </a:endParaRPr>
          </a:p>
        </p:txBody>
      </p:sp>
      <p:pic>
        <p:nvPicPr>
          <p:cNvPr id="1026" name="Picture 2">
            <a:extLst>
              <a:ext uri="{FF2B5EF4-FFF2-40B4-BE49-F238E27FC236}">
                <a16:creationId xmlns:a16="http://schemas.microsoft.com/office/drawing/2014/main" id="{D1632910-BE32-F265-83B9-4565F79A88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5560" y="3738880"/>
            <a:ext cx="2153920" cy="21539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Xml file - Free files and folders icons">
            <a:extLst>
              <a:ext uri="{FF2B5EF4-FFF2-40B4-BE49-F238E27FC236}">
                <a16:creationId xmlns:a16="http://schemas.microsoft.com/office/drawing/2014/main" id="{CE76113A-9866-946D-B1DE-F6FD3DD853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7392" y="3782060"/>
            <a:ext cx="2067560" cy="2067560"/>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descr="テーブル, カップ が含まれている画像&#10;&#10;AI によって生成されたコンテンツは間違っている可能性があります。">
            <a:extLst>
              <a:ext uri="{FF2B5EF4-FFF2-40B4-BE49-F238E27FC236}">
                <a16:creationId xmlns:a16="http://schemas.microsoft.com/office/drawing/2014/main" id="{448E30F5-F7C6-B30C-C848-261AA239178E}"/>
              </a:ext>
            </a:extLst>
          </p:cNvPr>
          <p:cNvPicPr>
            <a:picLocks noChangeAspect="1"/>
          </p:cNvPicPr>
          <p:nvPr/>
        </p:nvPicPr>
        <p:blipFill>
          <a:blip r:embed="rId5"/>
          <a:stretch>
            <a:fillRect/>
          </a:stretch>
        </p:blipFill>
        <p:spPr>
          <a:xfrm>
            <a:off x="8890002" y="4126051"/>
            <a:ext cx="1711120" cy="1379578"/>
          </a:xfrm>
          <a:prstGeom prst="rect">
            <a:avLst/>
          </a:prstGeom>
        </p:spPr>
      </p:pic>
      <p:sp>
        <p:nvSpPr>
          <p:cNvPr id="8" name="矢印: 右 7">
            <a:extLst>
              <a:ext uri="{FF2B5EF4-FFF2-40B4-BE49-F238E27FC236}">
                <a16:creationId xmlns:a16="http://schemas.microsoft.com/office/drawing/2014/main" id="{D22D31AA-5FD6-B777-6BF4-0B7D196B767A}"/>
              </a:ext>
            </a:extLst>
          </p:cNvPr>
          <p:cNvSpPr/>
          <p:nvPr/>
        </p:nvSpPr>
        <p:spPr>
          <a:xfrm>
            <a:off x="3698240" y="4513580"/>
            <a:ext cx="1349152" cy="6045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E6C1DF6B-8773-06D7-70DD-582E45A85272}"/>
              </a:ext>
            </a:extLst>
          </p:cNvPr>
          <p:cNvSpPr/>
          <p:nvPr/>
        </p:nvSpPr>
        <p:spPr>
          <a:xfrm>
            <a:off x="7249160" y="4513580"/>
            <a:ext cx="1349152" cy="6045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19ECB5DD-BCB2-2AB2-A839-16B3402A2FF0}"/>
              </a:ext>
            </a:extLst>
          </p:cNvPr>
          <p:cNvSpPr txBox="1"/>
          <p:nvPr/>
        </p:nvSpPr>
        <p:spPr>
          <a:xfrm>
            <a:off x="1661160" y="5770880"/>
            <a:ext cx="1442720" cy="369332"/>
          </a:xfrm>
          <a:prstGeom prst="rect">
            <a:avLst/>
          </a:prstGeom>
          <a:noFill/>
        </p:spPr>
        <p:txBody>
          <a:bodyPr wrap="square" rtlCol="0">
            <a:spAutoFit/>
          </a:bodyPr>
          <a:lstStyle/>
          <a:p>
            <a:r>
              <a:rPr kumimoji="1" lang="en-US" altLang="ja-JP"/>
              <a:t>Notes DB</a:t>
            </a:r>
            <a:endParaRPr kumimoji="1" lang="ja-JP" altLang="en-US"/>
          </a:p>
        </p:txBody>
      </p:sp>
      <p:sp>
        <p:nvSpPr>
          <p:cNvPr id="11" name="テキスト ボックス 10">
            <a:extLst>
              <a:ext uri="{FF2B5EF4-FFF2-40B4-BE49-F238E27FC236}">
                <a16:creationId xmlns:a16="http://schemas.microsoft.com/office/drawing/2014/main" id="{F9B58B41-AB6F-C4B4-5050-5FF6659310AA}"/>
              </a:ext>
            </a:extLst>
          </p:cNvPr>
          <p:cNvSpPr txBox="1"/>
          <p:nvPr/>
        </p:nvSpPr>
        <p:spPr>
          <a:xfrm>
            <a:off x="3418841" y="5073829"/>
            <a:ext cx="1856328" cy="369332"/>
          </a:xfrm>
          <a:prstGeom prst="rect">
            <a:avLst/>
          </a:prstGeom>
          <a:noFill/>
        </p:spPr>
        <p:txBody>
          <a:bodyPr wrap="square" rtlCol="0">
            <a:spAutoFit/>
          </a:bodyPr>
          <a:lstStyle/>
          <a:p>
            <a:pPr algn="ctr"/>
            <a:r>
              <a:rPr lang="ja-JP" altLang="en-US" dirty="0"/>
              <a:t>エクスポート</a:t>
            </a:r>
            <a:endParaRPr kumimoji="1" lang="ja-JP" altLang="en-US" dirty="0"/>
          </a:p>
        </p:txBody>
      </p:sp>
      <p:sp>
        <p:nvSpPr>
          <p:cNvPr id="12" name="テキスト ボックス 11">
            <a:extLst>
              <a:ext uri="{FF2B5EF4-FFF2-40B4-BE49-F238E27FC236}">
                <a16:creationId xmlns:a16="http://schemas.microsoft.com/office/drawing/2014/main" id="{18890A41-4075-437C-32AC-C5F233C1F848}"/>
              </a:ext>
            </a:extLst>
          </p:cNvPr>
          <p:cNvSpPr txBox="1"/>
          <p:nvPr/>
        </p:nvSpPr>
        <p:spPr>
          <a:xfrm>
            <a:off x="6995572" y="5070535"/>
            <a:ext cx="1856328" cy="923330"/>
          </a:xfrm>
          <a:prstGeom prst="rect">
            <a:avLst/>
          </a:prstGeom>
          <a:noFill/>
        </p:spPr>
        <p:txBody>
          <a:bodyPr wrap="square" rtlCol="0">
            <a:spAutoFit/>
          </a:bodyPr>
          <a:lstStyle/>
          <a:p>
            <a:pPr algn="ctr"/>
            <a:r>
              <a:rPr kumimoji="1" lang="en-US" altLang="ja-JP" dirty="0"/>
              <a:t>Java/Python/PowerShell</a:t>
            </a:r>
          </a:p>
          <a:p>
            <a:pPr algn="ctr"/>
            <a:r>
              <a:rPr kumimoji="1" lang="ja-JP" altLang="en-US" dirty="0"/>
              <a:t>ツール</a:t>
            </a:r>
          </a:p>
        </p:txBody>
      </p:sp>
      <p:graphicFrame>
        <p:nvGraphicFramePr>
          <p:cNvPr id="13" name="表 12">
            <a:extLst>
              <a:ext uri="{FF2B5EF4-FFF2-40B4-BE49-F238E27FC236}">
                <a16:creationId xmlns:a16="http://schemas.microsoft.com/office/drawing/2014/main" id="{CCEE3F59-435C-2042-9CB5-81A93BE17519}"/>
              </a:ext>
            </a:extLst>
          </p:cNvPr>
          <p:cNvGraphicFramePr>
            <a:graphicFrameLocks noGrp="1"/>
          </p:cNvGraphicFramePr>
          <p:nvPr>
            <p:extLst>
              <p:ext uri="{D42A27DB-BD31-4B8C-83A1-F6EECF244321}">
                <p14:modId xmlns:p14="http://schemas.microsoft.com/office/powerpoint/2010/main" val="3165255062"/>
              </p:ext>
            </p:extLst>
          </p:nvPr>
        </p:nvGraphicFramePr>
        <p:xfrm>
          <a:off x="535939" y="1078051"/>
          <a:ext cx="11120121" cy="2072640"/>
        </p:xfrm>
        <a:graphic>
          <a:graphicData uri="http://schemas.openxmlformats.org/drawingml/2006/table">
            <a:tbl>
              <a:tblPr firstRow="1" bandRow="1">
                <a:tableStyleId>{7DF18680-E054-41AD-8BC1-D1AEF772440D}</a:tableStyleId>
              </a:tblPr>
              <a:tblGrid>
                <a:gridCol w="3706707">
                  <a:extLst>
                    <a:ext uri="{9D8B030D-6E8A-4147-A177-3AD203B41FA5}">
                      <a16:colId xmlns:a16="http://schemas.microsoft.com/office/drawing/2014/main" val="2649257964"/>
                    </a:ext>
                  </a:extLst>
                </a:gridCol>
                <a:gridCol w="817034">
                  <a:extLst>
                    <a:ext uri="{9D8B030D-6E8A-4147-A177-3AD203B41FA5}">
                      <a16:colId xmlns:a16="http://schemas.microsoft.com/office/drawing/2014/main" val="3843299209"/>
                    </a:ext>
                  </a:extLst>
                </a:gridCol>
                <a:gridCol w="6596380">
                  <a:extLst>
                    <a:ext uri="{9D8B030D-6E8A-4147-A177-3AD203B41FA5}">
                      <a16:colId xmlns:a16="http://schemas.microsoft.com/office/drawing/2014/main" val="3345850908"/>
                    </a:ext>
                  </a:extLst>
                </a:gridCol>
              </a:tblGrid>
              <a:tr h="204526">
                <a:tc>
                  <a:txBody>
                    <a:bodyPr/>
                    <a:lstStyle/>
                    <a:p>
                      <a:r>
                        <a:rPr kumimoji="1" lang="ja-JP" altLang="en-US" sz="1600"/>
                        <a:t>カテゴリ</a:t>
                      </a:r>
                    </a:p>
                  </a:txBody>
                  <a:tcPr/>
                </a:tc>
                <a:tc>
                  <a:txBody>
                    <a:bodyPr/>
                    <a:lstStyle/>
                    <a:p>
                      <a:r>
                        <a:rPr kumimoji="1" lang="en-US" altLang="ja-JP" sz="1600" dirty="0"/>
                        <a:t>DB</a:t>
                      </a:r>
                      <a:r>
                        <a:rPr kumimoji="1" lang="ja-JP" altLang="en-US" sz="1600" dirty="0"/>
                        <a:t>数</a:t>
                      </a:r>
                    </a:p>
                  </a:txBody>
                  <a:tcPr/>
                </a:tc>
                <a:tc>
                  <a:txBody>
                    <a:bodyPr/>
                    <a:lstStyle/>
                    <a:p>
                      <a:endParaRPr kumimoji="1" lang="ja-JP" altLang="en-US" sz="1600"/>
                    </a:p>
                  </a:txBody>
                  <a:tcPr/>
                </a:tc>
                <a:extLst>
                  <a:ext uri="{0D108BD9-81ED-4DB2-BD59-A6C34878D82A}">
                    <a16:rowId xmlns:a16="http://schemas.microsoft.com/office/drawing/2014/main" val="2208701059"/>
                  </a:ext>
                </a:extLst>
              </a:tr>
              <a:tr h="357921">
                <a:tc>
                  <a:txBody>
                    <a:bodyPr/>
                    <a:lstStyle/>
                    <a:p>
                      <a:r>
                        <a:rPr lang="ja-JP" altLang="en-US" sz="1600" kern="1200" dirty="0">
                          <a:solidFill>
                            <a:schemeClr val="dk1"/>
                          </a:solidFill>
                          <a:latin typeface="+mn-lt"/>
                          <a:ea typeface="+mn-ea"/>
                          <a:cs typeface="+mn-cs"/>
                        </a:rPr>
                        <a:t>製品仕様書管理（黄）</a:t>
                      </a:r>
                    </a:p>
                  </a:txBody>
                  <a:tcPr/>
                </a:tc>
                <a:tc>
                  <a:txBody>
                    <a:bodyPr/>
                    <a:lstStyle/>
                    <a:p>
                      <a:r>
                        <a:rPr lang="en-US" altLang="ja-JP" sz="1600" kern="1200" dirty="0">
                          <a:solidFill>
                            <a:schemeClr val="dk1"/>
                          </a:solidFill>
                          <a:latin typeface="+mn-lt"/>
                          <a:ea typeface="+mn-ea"/>
                          <a:cs typeface="+mn-cs"/>
                        </a:rPr>
                        <a:t>33</a:t>
                      </a:r>
                      <a:endParaRPr lang="ja-JP" altLang="en-US" sz="16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600" dirty="0"/>
                        <a:t>3DB</a:t>
                      </a:r>
                      <a:r>
                        <a:rPr lang="ja-JP" altLang="en-US" sz="1600" dirty="0"/>
                        <a:t>で</a:t>
                      </a:r>
                      <a:r>
                        <a:rPr lang="en-US" altLang="ja-JP" sz="1600" dirty="0"/>
                        <a:t>1</a:t>
                      </a:r>
                      <a:r>
                        <a:rPr lang="ja-JP" altLang="en-US" sz="1600" dirty="0"/>
                        <a:t>セットとなる構成（同一設計）</a:t>
                      </a:r>
                      <a:br>
                        <a:rPr lang="en-US" altLang="ja-JP" sz="1600" dirty="0"/>
                      </a:br>
                      <a:r>
                        <a:rPr lang="en-US" altLang="ja-JP" sz="1600" dirty="0"/>
                        <a:t>※</a:t>
                      </a:r>
                      <a:r>
                        <a:rPr kumimoji="1" lang="ja-JP" altLang="en-US" sz="1600" dirty="0"/>
                        <a:t>製品仕様書管理</a:t>
                      </a:r>
                      <a:r>
                        <a:rPr kumimoji="1" lang="en-US" altLang="ja-JP" sz="1600" dirty="0"/>
                        <a:t>DB/</a:t>
                      </a:r>
                      <a:r>
                        <a:rPr lang="ja-JP" altLang="en-US" sz="1600" dirty="0"/>
                        <a:t>関連文書</a:t>
                      </a:r>
                      <a:r>
                        <a:rPr lang="en-US" altLang="ja-JP" sz="1600" dirty="0"/>
                        <a:t>DB/</a:t>
                      </a:r>
                      <a:r>
                        <a:rPr kumimoji="1" lang="ja-JP" altLang="en-US" sz="1600" dirty="0"/>
                        <a:t>品質情報</a:t>
                      </a:r>
                      <a:r>
                        <a:rPr kumimoji="1" lang="en-US" altLang="ja-JP" sz="1600" dirty="0"/>
                        <a:t>M</a:t>
                      </a:r>
                    </a:p>
                  </a:txBody>
                  <a:tcPr/>
                </a:tc>
                <a:extLst>
                  <a:ext uri="{0D108BD9-81ED-4DB2-BD59-A6C34878D82A}">
                    <a16:rowId xmlns:a16="http://schemas.microsoft.com/office/drawing/2014/main" val="3179909173"/>
                  </a:ext>
                </a:extLst>
              </a:tr>
              <a:tr h="664710">
                <a:tc>
                  <a:txBody>
                    <a:bodyPr/>
                    <a:lstStyle/>
                    <a:p>
                      <a:r>
                        <a:rPr lang="en-US" altLang="ja-JP" sz="1600" kern="1200">
                          <a:solidFill>
                            <a:schemeClr val="dk1"/>
                          </a:solidFill>
                          <a:latin typeface="+mn-lt"/>
                          <a:ea typeface="+mn-ea"/>
                          <a:cs typeface="+mn-cs"/>
                        </a:rPr>
                        <a:t>【</a:t>
                      </a:r>
                      <a:r>
                        <a:rPr lang="ja-JP" altLang="en-US" sz="1600" kern="1200">
                          <a:solidFill>
                            <a:schemeClr val="dk1"/>
                          </a:solidFill>
                          <a:latin typeface="+mn-lt"/>
                          <a:ea typeface="+mn-ea"/>
                          <a:cs typeface="+mn-cs"/>
                        </a:rPr>
                        <a:t>納入仕様書管理（青）</a:t>
                      </a:r>
                      <a:r>
                        <a:rPr lang="en-US" altLang="ja-JP" sz="1600" kern="1200">
                          <a:solidFill>
                            <a:schemeClr val="dk1"/>
                          </a:solidFill>
                          <a:latin typeface="+mn-lt"/>
                          <a:ea typeface="+mn-ea"/>
                          <a:cs typeface="+mn-cs"/>
                        </a:rPr>
                        <a:t>】</a:t>
                      </a:r>
                      <a:endParaRPr lang="ja-JP" altLang="en-US" sz="1600" kern="1200">
                        <a:solidFill>
                          <a:schemeClr val="dk1"/>
                        </a:solidFill>
                        <a:latin typeface="+mn-lt"/>
                        <a:ea typeface="+mn-ea"/>
                        <a:cs typeface="+mn-cs"/>
                      </a:endParaRPr>
                    </a:p>
                  </a:txBody>
                  <a:tcPr/>
                </a:tc>
                <a:tc>
                  <a:txBody>
                    <a:bodyPr/>
                    <a:lstStyle/>
                    <a:p>
                      <a:r>
                        <a:rPr lang="en-US" altLang="ja-JP" sz="1600" kern="1200">
                          <a:solidFill>
                            <a:schemeClr val="dk1"/>
                          </a:solidFill>
                          <a:latin typeface="+mn-lt"/>
                          <a:ea typeface="+mn-ea"/>
                          <a:cs typeface="+mn-cs"/>
                        </a:rPr>
                        <a:t>12</a:t>
                      </a:r>
                      <a:endParaRPr lang="ja-JP" altLang="en-US" sz="1600" kern="1200">
                        <a:solidFill>
                          <a:schemeClr val="dk1"/>
                        </a:solidFill>
                        <a:latin typeface="+mn-lt"/>
                        <a:ea typeface="+mn-ea"/>
                        <a:cs typeface="+mn-cs"/>
                      </a:endParaRPr>
                    </a:p>
                  </a:txBody>
                  <a:tcPr/>
                </a:tc>
                <a:tc>
                  <a:txBody>
                    <a:bodyPr/>
                    <a:lstStyle/>
                    <a:p>
                      <a:pPr marL="171450" indent="-171450">
                        <a:buFont typeface="Arial" panose="020B0604020202020204" pitchFamily="34" charset="0"/>
                        <a:buChar char="•"/>
                      </a:pPr>
                      <a:r>
                        <a:rPr lang="ja-JP" altLang="en-US" sz="1600" dirty="0"/>
                        <a:t>納入仕様書管理</a:t>
                      </a:r>
                      <a:r>
                        <a:rPr lang="en-US" altLang="ja-JP" sz="1600" dirty="0"/>
                        <a:t>1DB</a:t>
                      </a:r>
                      <a:r>
                        <a:rPr lang="ja-JP" altLang="en-US" sz="1600" dirty="0"/>
                        <a:t>を複数の事業部で利用する構成（同一設計）</a:t>
                      </a:r>
                      <a:br>
                        <a:rPr lang="en-US" altLang="ja-JP" sz="1600" dirty="0"/>
                      </a:br>
                      <a:r>
                        <a:rPr lang="en-US" altLang="ja-JP" sz="1600" dirty="0"/>
                        <a:t>※</a:t>
                      </a:r>
                      <a:r>
                        <a:rPr lang="ja-JP" altLang="en-US" sz="1600" dirty="0"/>
                        <a:t>仕様書関連文書</a:t>
                      </a:r>
                      <a:r>
                        <a:rPr lang="en-US" altLang="ja-JP" sz="1600" dirty="0"/>
                        <a:t>DB/</a:t>
                      </a:r>
                      <a:r>
                        <a:rPr lang="ja-JP" altLang="en-US" sz="1600" dirty="0"/>
                        <a:t>品質情報マスター</a:t>
                      </a:r>
                      <a:endParaRPr lang="en-US" altLang="ja-JP" sz="1600" dirty="0"/>
                    </a:p>
                    <a:p>
                      <a:pPr marL="171450" indent="-171450">
                        <a:buFont typeface="Arial" panose="020B0604020202020204" pitchFamily="34" charset="0"/>
                        <a:buChar char="•"/>
                      </a:pPr>
                      <a:r>
                        <a:rPr lang="ja-JP" altLang="en-US" sz="1600" dirty="0"/>
                        <a:t>アーカイブ用の</a:t>
                      </a:r>
                      <a:r>
                        <a:rPr lang="en-US" altLang="ja-JP" sz="1600" dirty="0"/>
                        <a:t>DB</a:t>
                      </a:r>
                      <a:r>
                        <a:rPr lang="ja-JP" altLang="en-US" sz="1600" dirty="0"/>
                        <a:t>を持つ構成</a:t>
                      </a:r>
                      <a:endParaRPr lang="en-US" altLang="ja-JP" sz="1600" dirty="0"/>
                    </a:p>
                  </a:txBody>
                  <a:tcPr/>
                </a:tc>
                <a:extLst>
                  <a:ext uri="{0D108BD9-81ED-4DB2-BD59-A6C34878D82A}">
                    <a16:rowId xmlns:a16="http://schemas.microsoft.com/office/drawing/2014/main" val="3928298953"/>
                  </a:ext>
                </a:extLst>
              </a:tr>
              <a:tr h="204526">
                <a:tc>
                  <a:txBody>
                    <a:bodyPr/>
                    <a:lstStyle/>
                    <a:p>
                      <a:r>
                        <a:rPr lang="en-US" altLang="ja-JP" sz="1600" kern="1200">
                          <a:solidFill>
                            <a:schemeClr val="dk1"/>
                          </a:solidFill>
                          <a:latin typeface="+mn-lt"/>
                          <a:ea typeface="+mn-ea"/>
                          <a:cs typeface="+mn-cs"/>
                        </a:rPr>
                        <a:t>【</a:t>
                      </a:r>
                      <a:r>
                        <a:rPr lang="ja-JP" altLang="en-US" sz="1600" kern="1200">
                          <a:solidFill>
                            <a:schemeClr val="dk1"/>
                          </a:solidFill>
                          <a:latin typeface="+mn-lt"/>
                          <a:ea typeface="+mn-ea"/>
                          <a:cs typeface="+mn-cs"/>
                        </a:rPr>
                        <a:t>その他個別</a:t>
                      </a:r>
                      <a:r>
                        <a:rPr lang="en-US" altLang="ja-JP" sz="1600" kern="1200">
                          <a:solidFill>
                            <a:schemeClr val="dk1"/>
                          </a:solidFill>
                          <a:latin typeface="+mn-lt"/>
                          <a:ea typeface="+mn-ea"/>
                          <a:cs typeface="+mn-cs"/>
                        </a:rPr>
                        <a:t>DB】</a:t>
                      </a:r>
                      <a:endParaRPr lang="ja-JP" altLang="en-US" sz="1600" kern="1200">
                        <a:solidFill>
                          <a:schemeClr val="dk1"/>
                        </a:solidFill>
                        <a:latin typeface="+mn-lt"/>
                        <a:ea typeface="+mn-ea"/>
                        <a:cs typeface="+mn-cs"/>
                      </a:endParaRPr>
                    </a:p>
                  </a:txBody>
                  <a:tcPr/>
                </a:tc>
                <a:tc>
                  <a:txBody>
                    <a:bodyPr/>
                    <a:lstStyle/>
                    <a:p>
                      <a:r>
                        <a:rPr lang="en-US" altLang="ja-JP" sz="1600" kern="1200">
                          <a:solidFill>
                            <a:schemeClr val="dk1"/>
                          </a:solidFill>
                          <a:latin typeface="+mn-lt"/>
                          <a:ea typeface="+mn-ea"/>
                          <a:cs typeface="+mn-cs"/>
                        </a:rPr>
                        <a:t>8</a:t>
                      </a:r>
                      <a:endParaRPr lang="ja-JP" altLang="en-US" sz="16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dirty="0"/>
                        <a:t>それぞれ設計が異なり、独立した構成</a:t>
                      </a:r>
                      <a:endParaRPr lang="en-US" altLang="ja-JP" sz="1600" dirty="0"/>
                    </a:p>
                  </a:txBody>
                  <a:tcPr/>
                </a:tc>
                <a:extLst>
                  <a:ext uri="{0D108BD9-81ED-4DB2-BD59-A6C34878D82A}">
                    <a16:rowId xmlns:a16="http://schemas.microsoft.com/office/drawing/2014/main" val="1289625531"/>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BE479-5FC9-9CCA-D99B-70E8795F04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E0A3B2A-7E2F-F016-3731-A5F75381D9F3}"/>
              </a:ext>
            </a:extLst>
          </p:cNvPr>
          <p:cNvSpPr>
            <a:spLocks noGrp="1"/>
          </p:cNvSpPr>
          <p:nvPr>
            <p:ph type="title"/>
          </p:nvPr>
        </p:nvSpPr>
        <p:spPr>
          <a:xfrm>
            <a:off x="414336" y="255263"/>
            <a:ext cx="9327072" cy="683629"/>
          </a:xfrm>
        </p:spPr>
        <p:txBody>
          <a:bodyPr>
            <a:normAutofit/>
          </a:bodyPr>
          <a:lstStyle/>
          <a:p>
            <a:r>
              <a:rPr lang="ja-JP" altLang="en-US"/>
              <a:t>機能一覧</a:t>
            </a:r>
            <a:r>
              <a:rPr lang="en-US" altLang="ja-JP" sz="1600">
                <a:solidFill>
                  <a:srgbClr val="FF0000"/>
                </a:solidFill>
              </a:rPr>
              <a:t>※</a:t>
            </a:r>
            <a:r>
              <a:rPr lang="ja-JP" altLang="en-US" sz="1600">
                <a:solidFill>
                  <a:srgbClr val="FF0000"/>
                </a:solidFill>
              </a:rPr>
              <a:t>ご提示頂いた「</a:t>
            </a:r>
            <a:r>
              <a:rPr lang="en-US" altLang="ja-JP" sz="1600">
                <a:solidFill>
                  <a:srgbClr val="FF0000"/>
                </a:solidFill>
              </a:rPr>
              <a:t>【</a:t>
            </a:r>
            <a:r>
              <a:rPr lang="ja-JP" altLang="en-US" sz="1600">
                <a:solidFill>
                  <a:srgbClr val="FF0000"/>
                </a:solidFill>
              </a:rPr>
              <a:t>新アプリ</a:t>
            </a:r>
            <a:r>
              <a:rPr lang="en-US" altLang="ja-JP" sz="1600">
                <a:solidFill>
                  <a:srgbClr val="FF0000"/>
                </a:solidFill>
              </a:rPr>
              <a:t>】</a:t>
            </a:r>
            <a:r>
              <a:rPr lang="ja-JP" altLang="en-US" sz="1600">
                <a:solidFill>
                  <a:srgbClr val="FF0000"/>
                </a:solidFill>
              </a:rPr>
              <a:t>機能要件一覧 </a:t>
            </a:r>
            <a:r>
              <a:rPr lang="en-US" altLang="ja-JP" sz="1600">
                <a:solidFill>
                  <a:srgbClr val="FF0000"/>
                </a:solidFill>
              </a:rPr>
              <a:t>V1.1.xlsx</a:t>
            </a:r>
            <a:r>
              <a:rPr lang="ja-JP" altLang="en-US" sz="1600">
                <a:solidFill>
                  <a:srgbClr val="FF0000"/>
                </a:solidFill>
              </a:rPr>
              <a:t>」の中項目単位で抽出</a:t>
            </a:r>
            <a:endParaRPr lang="ja-JP" altLang="en-US">
              <a:effectLst/>
            </a:endParaRPr>
          </a:p>
        </p:txBody>
      </p:sp>
      <p:graphicFrame>
        <p:nvGraphicFramePr>
          <p:cNvPr id="7" name="表 6">
            <a:extLst>
              <a:ext uri="{FF2B5EF4-FFF2-40B4-BE49-F238E27FC236}">
                <a16:creationId xmlns:a16="http://schemas.microsoft.com/office/drawing/2014/main" id="{12C87BA9-C0B9-D7F8-6EC4-F7BD151BE9A3}"/>
              </a:ext>
            </a:extLst>
          </p:cNvPr>
          <p:cNvGraphicFramePr>
            <a:graphicFrameLocks noGrp="1"/>
          </p:cNvGraphicFramePr>
          <p:nvPr/>
        </p:nvGraphicFramePr>
        <p:xfrm>
          <a:off x="288130" y="779668"/>
          <a:ext cx="11615739" cy="5745816"/>
        </p:xfrm>
        <a:graphic>
          <a:graphicData uri="http://schemas.openxmlformats.org/drawingml/2006/table">
            <a:tbl>
              <a:tblPr/>
              <a:tblGrid>
                <a:gridCol w="219461">
                  <a:extLst>
                    <a:ext uri="{9D8B030D-6E8A-4147-A177-3AD203B41FA5}">
                      <a16:colId xmlns:a16="http://schemas.microsoft.com/office/drawing/2014/main" val="2820677060"/>
                    </a:ext>
                  </a:extLst>
                </a:gridCol>
                <a:gridCol w="2116227">
                  <a:extLst>
                    <a:ext uri="{9D8B030D-6E8A-4147-A177-3AD203B41FA5}">
                      <a16:colId xmlns:a16="http://schemas.microsoft.com/office/drawing/2014/main" val="799914121"/>
                    </a:ext>
                  </a:extLst>
                </a:gridCol>
                <a:gridCol w="1426495">
                  <a:extLst>
                    <a:ext uri="{9D8B030D-6E8A-4147-A177-3AD203B41FA5}">
                      <a16:colId xmlns:a16="http://schemas.microsoft.com/office/drawing/2014/main" val="2402481679"/>
                    </a:ext>
                  </a:extLst>
                </a:gridCol>
                <a:gridCol w="1222709">
                  <a:extLst>
                    <a:ext uri="{9D8B030D-6E8A-4147-A177-3AD203B41FA5}">
                      <a16:colId xmlns:a16="http://schemas.microsoft.com/office/drawing/2014/main" val="2668831253"/>
                    </a:ext>
                  </a:extLst>
                </a:gridCol>
                <a:gridCol w="5361110">
                  <a:extLst>
                    <a:ext uri="{9D8B030D-6E8A-4147-A177-3AD203B41FA5}">
                      <a16:colId xmlns:a16="http://schemas.microsoft.com/office/drawing/2014/main" val="3132363046"/>
                    </a:ext>
                  </a:extLst>
                </a:gridCol>
                <a:gridCol w="1269737">
                  <a:extLst>
                    <a:ext uri="{9D8B030D-6E8A-4147-A177-3AD203B41FA5}">
                      <a16:colId xmlns:a16="http://schemas.microsoft.com/office/drawing/2014/main" val="1933255338"/>
                    </a:ext>
                  </a:extLst>
                </a:gridCol>
              </a:tblGrid>
              <a:tr h="126384">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2700608525"/>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納入仕様書（依頼）起票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支店・支社（営業部門）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納入仕様書を新規作成・改定できること。作成・改定時、納入仕様書の各項目を設定されて、システムは関連マスタから承認者情報を取得できること。それに、文書に必要な資料を添付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605257937"/>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確認・承認①</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事業所窓口</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事業部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への回答可否に応じて、ワークフロー有無・直列並列を選択できること。文書の承認ルートを、事前に定義された承認ルートマスタから選択できること。ワークフローの各段階において、現在の担当者や承認者を他の利用者に変更できること。承認プロセス中の文書を、定義されたワークフローの次工程に進めることができること（申請・承認・差戻し等）。</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86789564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ワークフローの各承認段階（例：窓口確認、審査確認）において、担当者は承認をシステム上で実行できること。本文ファイル閲覧し、添付ファイルを直接編集・保存ができること。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926995604"/>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192307590"/>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審査①</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ワークフローの各承認段階（例：窓口確認、審査確認）において、担当者は承認をシステム上で実行できること。添付ファイルの閲覧、編集、添付、連絡事項が記入できること。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86136667"/>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920040131"/>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ワークフローの各承認段階（例：窓口確認、審査確認）において、担当者は承認をシステム上で実行できること。添付ファイルの閲覧、編集、添付、連絡事項が記入できること。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197276658"/>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21927837"/>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確認・承認⑥</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最終承認部署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担当者による最終確認後、利用者は文書を次工程（例：部署長確認）に進めることができること。連絡事項の入力、ファイル添付が可能な項目であること。部署長による最終確認後、利用者は文書を次工程（例：顧客提出準備）に進めることができること。システム設定に基づき、通知メールの件名等に文書の補足情報を付加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998445278"/>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10</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顧客提出後処理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支店・支社（営業部門）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が顧客に提出済みであることをシステムに記録できること。文書をワークフローの次工程（例：保管責任部署作業）に進めることができること。必要に応じて上位者の確認プロセスを経ること。所定の承認プロセスが実行され、ワークフローの引継ぎ情報が設定された上で文書が保存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071043778"/>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締結完了処理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保管責任者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契約成立日を入力できること。文書の締結処理を実行できること。改訂の場合、システムは旧版文書のステータスを「旧版」等に更新し、運用停止日等を設定すること。文書種類に応じた開示範囲を設定す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63279104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契約不成立処理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関係者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利用者は、文書ステータス（例：制定中・改訂中）によって、任意のタイミングで文書の契約不成立処理を実行できること。所定の承認プロセスが実行されること。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243961259"/>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承認クリア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利用者（例：特定ロール保有者）は、文書の承認状態（承認フラグ、承認者、承認日等）を全てクリアし、承認ステータスを定義された初期状態（例：「製造窓口確認中」）に戻せること。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承認クリア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931013020"/>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差戻</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承認プロセス中の文書を、指定した差戻し理由と共に特定の工程（例：事業部・事業所確認中）へ差し戻すことができること。差戻し時には、元の文書が保存・複製（版管理され、フォーム変更・アクセス権変更を伴う）され、差戻し情報（日時、理由、種別等）が記録されること。承認ステータスが適切な状態に戻され、以降の承認情報はクリア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承認差戻</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688018319"/>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権限を持った利用者は、文書に削除フラグを設定し、論理削除できること。削除日も記録されること。重複する旧版文書がある場合、それらにも同様に削除フラグが設定されること。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08337629"/>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督促メール停止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利用者は、特定の文書に対する督促通知（メール等）の送信を停止するための設定を行えること。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81517253"/>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17</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a:t>
                      </a:r>
                      <a:r>
                        <a:rPr lang="en-US" altLang="zh-TW" sz="800" b="0" i="0" u="none" strike="noStrike">
                          <a:solidFill>
                            <a:srgbClr val="000000"/>
                          </a:solidFill>
                          <a:effectLst/>
                          <a:latin typeface="游ゴシック 本文"/>
                          <a:ea typeface="ＭＳ Ｐゴシック" panose="020B0600070205080204" pitchFamily="50" charset="-128"/>
                        </a:rPr>
                        <a:t>DB</a:t>
                      </a:r>
                      <a:r>
                        <a:rPr lang="zh-TW" altLang="en-US" sz="800" b="0" i="0" u="none" strike="noStrike">
                          <a:solidFill>
                            <a:srgbClr val="000000"/>
                          </a:solidFill>
                          <a:effectLst/>
                          <a:latin typeface="游ゴシック 本文"/>
                          <a:ea typeface="ＭＳ Ｐゴシック" panose="020B0600070205080204" pitchFamily="50" charset="-128"/>
                        </a:rPr>
                        <a:t>参照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利用者は、本システムから関連文書管理システム（または機能）へアクセスし、情報を参照できること。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615731376"/>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18</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利用者は、現在開いている文書を編集モードに切り替えることができること。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174074060"/>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19</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利用者は、編集中の文書を保存し、編集画面を閉じることができること。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577745692"/>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20</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利用者は、現在開いている文書を印刷プレビューし、指定プリンタから印刷できること。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48505006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利用者は、現在開いている文書へのリンク情報を含む新規メール作成画面を、標準メーラーまたはシステム連携メーラーで表示できること。送付されたメールが受信トレイに格納されること。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890062738"/>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本文閲覧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利用者は、本文ファイルに添付された</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を閲覧できること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746865168"/>
                  </a:ext>
                </a:extLst>
              </a:tr>
              <a:tr h="230477">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利用者は、現在開いている文書（または選択した文書）に対応する旧版文書を、文書番号や版番号等をキーに検索し、表示できること。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660506185"/>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締結版閲覧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利用者は、現在開いている文書（または選択した文書）に対応する締結版文書を、文書番号等をキーに検索し、表示できること。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6682223"/>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複数納入先分作成</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利用者は、締結済みの納入仕様書を元に、複数の納入先に対応する納入仕様書を一括作成されること。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901093505"/>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ワークフロー一括更新</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権限を持つ利用者は、ワークフロー申請先を登録したマスタデータから一括変更できること。申請先を更新した際は、実施済みの承認結果は引き継がれること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626578263"/>
                  </a:ext>
                </a:extLst>
              </a:tr>
            </a:tbl>
          </a:graphicData>
        </a:graphic>
      </p:graphicFrame>
    </p:spTree>
    <p:extLst>
      <p:ext uri="{BB962C8B-B14F-4D97-AF65-F5344CB8AC3E}">
        <p14:creationId xmlns:p14="http://schemas.microsoft.com/office/powerpoint/2010/main" val="1614550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8CF94-ED59-EAD6-EE70-D0C32F0ACB4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2185BB-2E8F-0DD6-D588-AE129F70CC88}"/>
              </a:ext>
            </a:extLst>
          </p:cNvPr>
          <p:cNvSpPr>
            <a:spLocks noGrp="1"/>
          </p:cNvSpPr>
          <p:nvPr>
            <p:ph type="title"/>
          </p:nvPr>
        </p:nvSpPr>
        <p:spPr>
          <a:xfrm>
            <a:off x="414336" y="255263"/>
            <a:ext cx="9327072" cy="683629"/>
          </a:xfrm>
        </p:spPr>
        <p:txBody>
          <a:bodyPr/>
          <a:lstStyle/>
          <a:p>
            <a:r>
              <a:rPr lang="ja-JP" altLang="en-US"/>
              <a:t>機能一覧</a:t>
            </a:r>
            <a:endParaRPr lang="ja-JP" altLang="en-US">
              <a:effectLst/>
            </a:endParaRPr>
          </a:p>
        </p:txBody>
      </p:sp>
      <p:graphicFrame>
        <p:nvGraphicFramePr>
          <p:cNvPr id="5" name="表 4">
            <a:extLst>
              <a:ext uri="{FF2B5EF4-FFF2-40B4-BE49-F238E27FC236}">
                <a16:creationId xmlns:a16="http://schemas.microsoft.com/office/drawing/2014/main" id="{0972F7E1-D324-7C95-AAA8-6DD6247E2C6E}"/>
              </a:ext>
            </a:extLst>
          </p:cNvPr>
          <p:cNvGraphicFramePr>
            <a:graphicFrameLocks noGrp="1"/>
          </p:cNvGraphicFramePr>
          <p:nvPr/>
        </p:nvGraphicFramePr>
        <p:xfrm>
          <a:off x="288130" y="830468"/>
          <a:ext cx="11615739" cy="5616078"/>
        </p:xfrm>
        <a:graphic>
          <a:graphicData uri="http://schemas.openxmlformats.org/drawingml/2006/table">
            <a:tbl>
              <a:tblPr/>
              <a:tblGrid>
                <a:gridCol w="219460">
                  <a:extLst>
                    <a:ext uri="{9D8B030D-6E8A-4147-A177-3AD203B41FA5}">
                      <a16:colId xmlns:a16="http://schemas.microsoft.com/office/drawing/2014/main" val="799463105"/>
                    </a:ext>
                  </a:extLst>
                </a:gridCol>
                <a:gridCol w="2116228">
                  <a:extLst>
                    <a:ext uri="{9D8B030D-6E8A-4147-A177-3AD203B41FA5}">
                      <a16:colId xmlns:a16="http://schemas.microsoft.com/office/drawing/2014/main" val="2703095698"/>
                    </a:ext>
                  </a:extLst>
                </a:gridCol>
                <a:gridCol w="1426494">
                  <a:extLst>
                    <a:ext uri="{9D8B030D-6E8A-4147-A177-3AD203B41FA5}">
                      <a16:colId xmlns:a16="http://schemas.microsoft.com/office/drawing/2014/main" val="139665031"/>
                    </a:ext>
                  </a:extLst>
                </a:gridCol>
                <a:gridCol w="1222709">
                  <a:extLst>
                    <a:ext uri="{9D8B030D-6E8A-4147-A177-3AD203B41FA5}">
                      <a16:colId xmlns:a16="http://schemas.microsoft.com/office/drawing/2014/main" val="124102189"/>
                    </a:ext>
                  </a:extLst>
                </a:gridCol>
                <a:gridCol w="5361111">
                  <a:extLst>
                    <a:ext uri="{9D8B030D-6E8A-4147-A177-3AD203B41FA5}">
                      <a16:colId xmlns:a16="http://schemas.microsoft.com/office/drawing/2014/main" val="923264518"/>
                    </a:ext>
                  </a:extLst>
                </a:gridCol>
                <a:gridCol w="1269737">
                  <a:extLst>
                    <a:ext uri="{9D8B030D-6E8A-4147-A177-3AD203B41FA5}">
                      <a16:colId xmlns:a16="http://schemas.microsoft.com/office/drawing/2014/main" val="2764900046"/>
                    </a:ext>
                  </a:extLst>
                </a:gridCol>
              </a:tblGrid>
              <a:tr h="92013">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119656229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登録者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利用者は、納入仕様書（締結版）を新規作成・改定できること。文書種類に応じた開示範囲を設定すること。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文書登録</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617520809"/>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利用者は、編集中の締結版文書を保存し、編集画面を閉じることができること。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828896702"/>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利用者は、現在開いている締結版文書を印刷プレビューし、指定プリンタから印刷できること。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07466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利用者は、現在開いている締結版文書へのリンク情報を含む新規メール作成画面を、標準メーラーまたはシステム連携メーラーで表示できること。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458562480"/>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フロー版閲覧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利用者は、締結版文書に対応する承認フロー中の文書（申請・承認過程の文書）を、文書番号等をキーに検索し、読み取り専用で表示できること。対象文書が見つからない場合は、その旨を通知すること。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346641748"/>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本文閲覧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ビューアで表示すること。編集中でも保存せず処理を行い、エラー時はメッセージを表示して中断すること。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27617507"/>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33</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利用者は、締結済みの納入仕様書を改訂できること。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259968054"/>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34</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利用者が操作を実行すると、確認ダイアログを表示し、「はい」を選択した場合に対象文書のステータスを「廃版処理中」に変更できること。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144449327"/>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35</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顧客情報変更</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権限を持つ利用者（例：特定ロール保有者）は、締結版文書の顧客情報を変更できること。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顧客情報変更</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51333054"/>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36</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削除フラグを設定し、論理削除できること。削除日も記録されること。関連する旧版文書がある場合、それらにも同様に削除フラグが設定されること。文書ステータス（最新版）に応じて機能制限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163278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関連文書</a:t>
                      </a:r>
                      <a:r>
                        <a:rPr lang="en-US" sz="800" b="0" i="0" u="none" strike="noStrike">
                          <a:solidFill>
                            <a:srgbClr val="000000"/>
                          </a:solidFill>
                          <a:effectLst/>
                          <a:latin typeface="游ゴシック 本文"/>
                          <a:ea typeface="ＭＳ Ｐゴシック" panose="020B0600070205080204" pitchFamily="50" charset="-128"/>
                        </a:rPr>
                        <a:t>DB</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利用者は、本システムから関連文書管理システム（または機能）へアクセスし、情報を参照できること。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59411346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利用者は、現在開いている文書を編集モードに切り替えることができること。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7933110"/>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複数納入先分作成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利用者は、締結済みの納入仕様書を元に、複数の納入先に対応する納入仕様書を一括作成できること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639154924"/>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製品規格（制定）依頼書起票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制定依頼者（事業所窓口）</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利用者は、製品規格書を新規作成・改定できること。文書種類に応じた開示範囲を設定すること。規格書のワークフローにおいて、各承認段階から次工程に進めることができること。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58658745"/>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事業所作成部署（作成者）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利用者が文書を編集できること。添付資料をダウンロード、アップロードできること。規格書のワークフローの各承認段階において、担当者は自身の確認行為（承認）をシステム上で実行できること。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703934722"/>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事業所作成部署（承認者）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利用者が文書を編集できること。添付資料をダウンロード、アップロードできること。規格書のワークフローの各承認段階において、担当者は自身の確認行為（承認）をシステム上で実行できること。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77574559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43</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規格登録</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制定依頼者（事業所窓口）</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利用者は、規格書の配布先を設定して登録できること。システム上で配付履歴が管理できること。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4378386"/>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44</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利用者は、現在開いている規格書を編集モードに切り替えることができること。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921125180"/>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45</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利用者は、編集中の規格書を保存し、編集画面を閉じることができること。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56899834"/>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46</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利用者は、現在開いている規格書を印刷プレビューし、指定プリンタから印刷できること。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114151290"/>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利用者は、現在開いている規格書へのリンク情報を含む新規メール作成画面を、標準メーラーまたはシステム連携メーラーで表示できること。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033010315"/>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利用者は、現在開いている規格書（または選択した規格書）に対応する旧版文書を、表示できること。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0221153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利用者は、登録済みの規格書を改訂できること。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43761415"/>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廃棄承認ワークフロー実施</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設定に応じて利用者は、規格書の廃棄処理を開始し、承認ワークフローを実行できること。実行前にシステムは確認メッセージを表示し、利用者の意思確認を行うこと。文書を保存・更新、関連管理文書を起票し更新履歴を追記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009184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文書廃棄</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即廃棄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システム設定に応じて利用者は、規格書を承認ワークフローを経ずに即時廃棄できること。実行前にシステムは確認メッセージを表示し、利用者の意思確認を行うこと。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85341910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廃棄取消</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利用者は、一度「廃版処理中」となった規格書の廃棄処理を取り消すことができること。実行前にシステムは確認メッセージを表示し、利用者の意思確認を行うこと。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73223829"/>
                  </a:ext>
                </a:extLst>
              </a:tr>
            </a:tbl>
          </a:graphicData>
        </a:graphic>
      </p:graphicFrame>
    </p:spTree>
    <p:extLst>
      <p:ext uri="{BB962C8B-B14F-4D97-AF65-F5344CB8AC3E}">
        <p14:creationId xmlns:p14="http://schemas.microsoft.com/office/powerpoint/2010/main" val="1279511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F29F4-8089-DCCE-8249-7AAD90C264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55561E9-FB4B-FA8B-FC60-52E0F7E51BD4}"/>
              </a:ext>
            </a:extLst>
          </p:cNvPr>
          <p:cNvSpPr>
            <a:spLocks noGrp="1"/>
          </p:cNvSpPr>
          <p:nvPr>
            <p:ph type="title"/>
          </p:nvPr>
        </p:nvSpPr>
        <p:spPr>
          <a:xfrm>
            <a:off x="414336" y="255263"/>
            <a:ext cx="9327072" cy="683629"/>
          </a:xfrm>
        </p:spPr>
        <p:txBody>
          <a:bodyPr/>
          <a:lstStyle/>
          <a:p>
            <a:r>
              <a:rPr lang="ja-JP" altLang="en-US"/>
              <a:t>機能一覧</a:t>
            </a:r>
            <a:endParaRPr lang="ja-JP" altLang="en-US">
              <a:effectLst/>
            </a:endParaRPr>
          </a:p>
        </p:txBody>
      </p:sp>
      <p:graphicFrame>
        <p:nvGraphicFramePr>
          <p:cNvPr id="6" name="表 5">
            <a:extLst>
              <a:ext uri="{FF2B5EF4-FFF2-40B4-BE49-F238E27FC236}">
                <a16:creationId xmlns:a16="http://schemas.microsoft.com/office/drawing/2014/main" id="{222F90E7-C603-055B-C149-663D0397BE88}"/>
              </a:ext>
            </a:extLst>
          </p:cNvPr>
          <p:cNvGraphicFramePr>
            <a:graphicFrameLocks noGrp="1"/>
          </p:cNvGraphicFramePr>
          <p:nvPr/>
        </p:nvGraphicFramePr>
        <p:xfrm>
          <a:off x="288130" y="840628"/>
          <a:ext cx="11615740" cy="5420520"/>
        </p:xfrm>
        <a:graphic>
          <a:graphicData uri="http://schemas.openxmlformats.org/drawingml/2006/table">
            <a:tbl>
              <a:tblPr/>
              <a:tblGrid>
                <a:gridCol w="219461">
                  <a:extLst>
                    <a:ext uri="{9D8B030D-6E8A-4147-A177-3AD203B41FA5}">
                      <a16:colId xmlns:a16="http://schemas.microsoft.com/office/drawing/2014/main" val="3538993151"/>
                    </a:ext>
                  </a:extLst>
                </a:gridCol>
                <a:gridCol w="2116228">
                  <a:extLst>
                    <a:ext uri="{9D8B030D-6E8A-4147-A177-3AD203B41FA5}">
                      <a16:colId xmlns:a16="http://schemas.microsoft.com/office/drawing/2014/main" val="1286442542"/>
                    </a:ext>
                  </a:extLst>
                </a:gridCol>
                <a:gridCol w="1426494">
                  <a:extLst>
                    <a:ext uri="{9D8B030D-6E8A-4147-A177-3AD203B41FA5}">
                      <a16:colId xmlns:a16="http://schemas.microsoft.com/office/drawing/2014/main" val="974574590"/>
                    </a:ext>
                  </a:extLst>
                </a:gridCol>
                <a:gridCol w="1222710">
                  <a:extLst>
                    <a:ext uri="{9D8B030D-6E8A-4147-A177-3AD203B41FA5}">
                      <a16:colId xmlns:a16="http://schemas.microsoft.com/office/drawing/2014/main" val="2037760273"/>
                    </a:ext>
                  </a:extLst>
                </a:gridCol>
                <a:gridCol w="5361110">
                  <a:extLst>
                    <a:ext uri="{9D8B030D-6E8A-4147-A177-3AD203B41FA5}">
                      <a16:colId xmlns:a16="http://schemas.microsoft.com/office/drawing/2014/main" val="660889682"/>
                    </a:ext>
                  </a:extLst>
                </a:gridCol>
                <a:gridCol w="1269737">
                  <a:extLst>
                    <a:ext uri="{9D8B030D-6E8A-4147-A177-3AD203B41FA5}">
                      <a16:colId xmlns:a16="http://schemas.microsoft.com/office/drawing/2014/main" val="1927077323"/>
                    </a:ext>
                  </a:extLst>
                </a:gridCol>
              </a:tblGrid>
              <a:tr h="50726">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2720975212"/>
                  </a:ext>
                </a:extLst>
              </a:tr>
              <a:tr h="100050">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権限を持った利用者は、文書に削除フラグを設定し、論理削除できること。削除日も記録されること。関連する旧版文書がある場合、それらにも同様に削除フラグが設定されること。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451579832"/>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督促メール停止</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利用者は、特定の規格書に対する督促通知（メール等）の送信を停止するための設定を行えること。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403328405"/>
                  </a:ext>
                </a:extLst>
              </a:tr>
              <a:tr h="100050">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権限を持つ利用者は、ワークフロー申請先を登録したマスタデータから一括変更できること。申請先を更新した際は、実施済みの承認結果は引き継がれること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38973141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文書メンテナンス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事業所変更</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利用者は、既存の納入仕様書の事業部・事業所情報を一括で変更できること。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5145306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利用者は、事業所窓口マスタを作成・登録・削除できること。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58579086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事業所ルートマスタ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利用者は、事業所ルートマスタを作成・登録・削除できること。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6244507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承認窓口マスタ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利用者は、承認窓口マスタを作成・登録・削除できること。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1468667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DB</a:t>
                      </a:r>
                      <a:r>
                        <a:rPr lang="ja-JP" altLang="en-US" sz="800" b="0" i="0" u="none" strike="noStrike">
                          <a:solidFill>
                            <a:srgbClr val="000000"/>
                          </a:solidFill>
                          <a:effectLst/>
                          <a:latin typeface="游ゴシック 本文"/>
                          <a:ea typeface="ＭＳ Ｐゴシック" panose="020B0600070205080204" pitchFamily="50" charset="-128"/>
                        </a:rPr>
                        <a:t>情報マスタ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a:t>
                      </a:r>
                      <a:r>
                        <a:rPr lang="en-US" altLang="ja-JP" sz="800" b="0" i="0" u="none" strike="noStrike">
                          <a:solidFill>
                            <a:srgbClr val="000000"/>
                          </a:solidFill>
                          <a:effectLst/>
                          <a:latin typeface="游ゴシック 本文"/>
                          <a:ea typeface="ＭＳ Ｐゴシック" panose="020B0600070205080204" pitchFamily="50" charset="-128"/>
                        </a:rPr>
                        <a:t>DB</a:t>
                      </a:r>
                      <a:r>
                        <a:rPr lang="ja-JP" altLang="en-US" sz="800" b="0" i="0" u="none" strike="noStrike">
                          <a:solidFill>
                            <a:srgbClr val="000000"/>
                          </a:solidFill>
                          <a:effectLst/>
                          <a:latin typeface="游ゴシック 本文"/>
                          <a:ea typeface="ＭＳ Ｐゴシック" panose="020B0600070205080204" pitchFamily="50" charset="-128"/>
                        </a:rPr>
                        <a:t>情報マスタを作成・登録・削除できること。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10101018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事業部マスタ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利用者は、事業部マスタを作成・登録・削除できること。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58760404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環境マスタ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利用者は、環境マスタを作成・登録・削除できること。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34802843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文書種類マスタ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利用者は、文書種類マスタを作成・登録・削除できること。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0266631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システム管理者マスタ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利用者は、システム管理者マスタを作成・登録・削除できること。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8447005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製品情報作成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利用者は、仕様書に関連する新規文書を作成できること。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2107450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組管未登録会社マスタ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組管未登録会社マスタを作成・登録・削除できること。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2352958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システム定義</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システム定義を作成・登録・削除できること。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3593685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事業部変更</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利用者は、複数の既存文書に記録されている事業部情報を一括で変更できること。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6586709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利用者は、仕様書に関連する新規文書を作成できること。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74220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データメンテナンス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利用者は、選択した複数の仕様書関連文書に対して、管理部署情報を一括で変更できること。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08498298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利用者は、仕様書関連文書を廃棄処理できること。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05006013"/>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場所マスタ設定</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利用者は、場所マスタ編集（または作成）時に、事業所名・事業所コードを文書の所定フィールドに設定できること。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5057189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アナウンス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資料</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お知らせ作成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利用者は、システム上で共有すべき情報を新規作成・改訂できること。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6100986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利用者が文書ステータスごとに、確認したいビューの設定ができること。ビューに表示されている本文が閲覧できること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31984302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一般規格閲覧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利用者が文書ステータスごとに、確認したいビューの設定ができること。ビューに表示されている本文が閲覧できること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98780271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書き出し閲覧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09388823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マスター閲覧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503332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管理者用閲覧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31210359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閲覧制御</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03150139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利用者は、現在開いている文書（または選択した文書）に対応する締結版文書を、文書番号等をキーに検索し、表示できること。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93185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872851452"/>
                  </a:ext>
                </a:extLst>
              </a:tr>
              <a:tr h="9528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納入仕様書（フロー版）閲覧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利用者は、締結版文書に対応する承認フロー中の文書（申請・承認過程の文書）を、文書番号等をキーに検索し、読み取り専用で表示できること。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46789858"/>
                  </a:ext>
                </a:extLst>
              </a:tr>
              <a:tr h="9528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利用者は、現在開いている文書（または選択した文書）に対応する旧版文書を、文書番号や版番号等をキーに検索し、表示できること。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805065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書き出し</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利用者は、一覧等で選択された複数の文書情報を、表計算ソフト互換ファイル形式（例：</a:t>
                      </a:r>
                      <a:r>
                        <a:rPr lang="en-US" altLang="ja-JP"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a:t>
                      </a:r>
                      <a:r>
                        <a:rPr lang="en-US" altLang="ja-JP" sz="800" b="0" i="0" u="none" strike="noStrike">
                          <a:solidFill>
                            <a:srgbClr val="000000"/>
                          </a:solidFill>
                          <a:effectLst/>
                          <a:latin typeface="游ゴシック 本文"/>
                          <a:ea typeface="ＭＳ Ｐゴシック" panose="020B0600070205080204" pitchFamily="50" charset="-128"/>
                        </a:rPr>
                        <a:t>CSV</a:t>
                      </a:r>
                      <a:r>
                        <a:rPr lang="ja-JP" altLang="en-US" sz="800" b="0" i="0" u="none" strike="noStrike">
                          <a:solidFill>
                            <a:srgbClr val="000000"/>
                          </a:solidFill>
                          <a:effectLst/>
                          <a:latin typeface="游ゴシック 本文"/>
                          <a:ea typeface="ＭＳ Ｐゴシック" panose="020B0600070205080204" pitchFamily="50" charset="-128"/>
                        </a:rPr>
                        <a:t>）でエクスポートできること。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01719346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検索</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利用者は、文書内容や添付ファイルを含めて検索し、該当する文書が表示できること。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40353322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ビュー設定</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利用者は必要な項目に応じてビューの設定ができること。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3980018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運用中文書廃棄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利用者が操作を実行すると、対象文書のステータスを「廃版処理中」に変更できること。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2837916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登録者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利用者は、締結版文書の廃棄処理を完了できること。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7467381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製品規格廃棄開始</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利用者は、規格書を承認ワークフローを経ずに即時廃棄できること。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89653606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製品規格廃棄情報の登録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利用者は、規格書の廃版情報に関連する配布先を設定して規格書の廃棄処理を完了できること。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36010509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製品規格廃棄取り消し</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利用者は、一度「廃版処理中」となった規格書の廃棄処理を取り消すことができること。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731510950"/>
                  </a:ext>
                </a:extLst>
              </a:tr>
            </a:tbl>
          </a:graphicData>
        </a:graphic>
      </p:graphicFrame>
    </p:spTree>
    <p:extLst>
      <p:ext uri="{BB962C8B-B14F-4D97-AF65-F5344CB8AC3E}">
        <p14:creationId xmlns:p14="http://schemas.microsoft.com/office/powerpoint/2010/main" val="922828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DF211-D340-F663-89DC-8951D56340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37AF1DB-F9D5-EE5F-A91D-13DB97041D9B}"/>
              </a:ext>
            </a:extLst>
          </p:cNvPr>
          <p:cNvSpPr>
            <a:spLocks noGrp="1"/>
          </p:cNvSpPr>
          <p:nvPr>
            <p:ph type="title"/>
          </p:nvPr>
        </p:nvSpPr>
        <p:spPr>
          <a:xfrm>
            <a:off x="414336" y="255263"/>
            <a:ext cx="9327072" cy="683629"/>
          </a:xfrm>
        </p:spPr>
        <p:txBody>
          <a:bodyPr/>
          <a:lstStyle/>
          <a:p>
            <a:r>
              <a:rPr lang="ja-JP" altLang="en-US"/>
              <a:t>機能一覧</a:t>
            </a:r>
            <a:endParaRPr lang="ja-JP" altLang="en-US">
              <a:effectLst/>
            </a:endParaRPr>
          </a:p>
        </p:txBody>
      </p:sp>
      <p:graphicFrame>
        <p:nvGraphicFramePr>
          <p:cNvPr id="5" name="表 4">
            <a:extLst>
              <a:ext uri="{FF2B5EF4-FFF2-40B4-BE49-F238E27FC236}">
                <a16:creationId xmlns:a16="http://schemas.microsoft.com/office/drawing/2014/main" id="{79886BEB-E96A-6CDA-3769-DFDFF7A883AA}"/>
              </a:ext>
            </a:extLst>
          </p:cNvPr>
          <p:cNvGraphicFramePr>
            <a:graphicFrameLocks noGrp="1"/>
          </p:cNvGraphicFramePr>
          <p:nvPr/>
        </p:nvGraphicFramePr>
        <p:xfrm>
          <a:off x="327974" y="896508"/>
          <a:ext cx="11615740" cy="5016611"/>
        </p:xfrm>
        <a:graphic>
          <a:graphicData uri="http://schemas.openxmlformats.org/drawingml/2006/table">
            <a:tbl>
              <a:tblPr/>
              <a:tblGrid>
                <a:gridCol w="219460">
                  <a:extLst>
                    <a:ext uri="{9D8B030D-6E8A-4147-A177-3AD203B41FA5}">
                      <a16:colId xmlns:a16="http://schemas.microsoft.com/office/drawing/2014/main" val="4085510554"/>
                    </a:ext>
                  </a:extLst>
                </a:gridCol>
                <a:gridCol w="2116228">
                  <a:extLst>
                    <a:ext uri="{9D8B030D-6E8A-4147-A177-3AD203B41FA5}">
                      <a16:colId xmlns:a16="http://schemas.microsoft.com/office/drawing/2014/main" val="463652928"/>
                    </a:ext>
                  </a:extLst>
                </a:gridCol>
                <a:gridCol w="1426495">
                  <a:extLst>
                    <a:ext uri="{9D8B030D-6E8A-4147-A177-3AD203B41FA5}">
                      <a16:colId xmlns:a16="http://schemas.microsoft.com/office/drawing/2014/main" val="946555260"/>
                    </a:ext>
                  </a:extLst>
                </a:gridCol>
                <a:gridCol w="1222710">
                  <a:extLst>
                    <a:ext uri="{9D8B030D-6E8A-4147-A177-3AD203B41FA5}">
                      <a16:colId xmlns:a16="http://schemas.microsoft.com/office/drawing/2014/main" val="690609709"/>
                    </a:ext>
                  </a:extLst>
                </a:gridCol>
                <a:gridCol w="5361110">
                  <a:extLst>
                    <a:ext uri="{9D8B030D-6E8A-4147-A177-3AD203B41FA5}">
                      <a16:colId xmlns:a16="http://schemas.microsoft.com/office/drawing/2014/main" val="2818717537"/>
                    </a:ext>
                  </a:extLst>
                </a:gridCol>
                <a:gridCol w="1269737">
                  <a:extLst>
                    <a:ext uri="{9D8B030D-6E8A-4147-A177-3AD203B41FA5}">
                      <a16:colId xmlns:a16="http://schemas.microsoft.com/office/drawing/2014/main" val="2040657454"/>
                    </a:ext>
                  </a:extLst>
                </a:gridCol>
              </a:tblGrid>
              <a:tr h="169428">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3092403812"/>
                  </a:ext>
                </a:extLst>
              </a:tr>
              <a:tr h="335545">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92</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競合管理文書削除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不要となった競合管理用の一時文書等を自動的に削除できること。処理結果（例：削除件数、エラー情報）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11626563"/>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93</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回答期限超過連絡メール送信</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文書に設定された回答期限を超過した案件を検出し、関係者（例：担当者、申請者）及びシステム管理者に自動的に通知（メール等）できること。通知の要否、通知内容（件名への補足情報付加等）、対象期間はシステム設定により制御でき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220742084"/>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94</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システムが送受信したメールログ等のうち、保存期間を経過した不要なメール関連文書を自動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527653392"/>
                  </a:ext>
                </a:extLst>
              </a:tr>
              <a:tr h="335545">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95</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不要文書削除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完全に不要となった文書（例：削除フラグ設定後、一定期間経過した文書）を物理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820712109"/>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96</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旧版ソースファイル削除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旧版となった文書に添付されているソースファイル等のうち、保管ポリシーに基づき不要と判断されたものを自動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58513294"/>
                  </a:ext>
                </a:extLst>
              </a:tr>
              <a:tr h="83389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97</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督促メール送信＊納入仕様書</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納入仕様書の承認プロセスにおいて、予め設定された督促基準日及び督促日数を超過しても未処理の案件を検出し、該当の未承認者及び関係者に督促通知（メール等）を自動的に送信できること。督促機能の利用有無、通知内容、督促日数のカウント方法（例：営業日のみ）はシステム設定により制御できること。督促対象期間も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798067126"/>
                  </a:ext>
                </a:extLst>
              </a:tr>
              <a:tr h="83389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98</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督促メール送信＊一般規格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一般規格書の承認プロセスにおいて、予め設定された督促基準日及び督促日数を超過しても未処理の案件を検出し、該当の未承認者及び関係者に督促通知（メール等）を自動的に送信できること。督促機能の利用有無、通知内容、督促日数のカウント方法（例：営業日のみ）はシステム設定により制御できること。督促対象期間も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713822153"/>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99</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廃版置換</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廃版となった文書に対応する旧版文書を自動的に検索し、それらの旧版文書のステータスも「廃版」に更新し、文書種類に応じた開示範囲を再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039079646"/>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100</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補助項目反映</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文書種類マスター等で設定変更された補助項目情報を、関連する既存の全文書に一括で反映できること。反映対象となる文書種類やタイミングはシステム設定で制御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16497497"/>
                  </a:ext>
                </a:extLst>
              </a:tr>
            </a:tbl>
          </a:graphicData>
        </a:graphic>
      </p:graphicFrame>
    </p:spTree>
    <p:extLst>
      <p:ext uri="{BB962C8B-B14F-4D97-AF65-F5344CB8AC3E}">
        <p14:creationId xmlns:p14="http://schemas.microsoft.com/office/powerpoint/2010/main" val="1293496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プロジェクトリスク</a:t>
            </a:r>
            <a:endParaRPr lang="zh-CN" altLang="en-US" dirty="0"/>
          </a:p>
        </p:txBody>
      </p:sp>
      <p:graphicFrame>
        <p:nvGraphicFramePr>
          <p:cNvPr id="4" name="表 3">
            <a:extLst>
              <a:ext uri="{FF2B5EF4-FFF2-40B4-BE49-F238E27FC236}">
                <a16:creationId xmlns:a16="http://schemas.microsoft.com/office/drawing/2014/main" id="{9364F8F7-8993-8F9F-93B4-950689A63292}"/>
              </a:ext>
            </a:extLst>
          </p:cNvPr>
          <p:cNvGraphicFramePr>
            <a:graphicFrameLocks noGrp="1"/>
          </p:cNvGraphicFramePr>
          <p:nvPr>
            <p:extLst>
              <p:ext uri="{D42A27DB-BD31-4B8C-83A1-F6EECF244321}">
                <p14:modId xmlns:p14="http://schemas.microsoft.com/office/powerpoint/2010/main" val="3177754344"/>
              </p:ext>
            </p:extLst>
          </p:nvPr>
        </p:nvGraphicFramePr>
        <p:xfrm>
          <a:off x="532873" y="938892"/>
          <a:ext cx="11126254" cy="4974518"/>
        </p:xfrm>
        <a:graphic>
          <a:graphicData uri="http://schemas.openxmlformats.org/drawingml/2006/table">
            <a:tbl>
              <a:tblPr firstRow="1" bandRow="1">
                <a:tableStyleId>{7DF18680-E054-41AD-8BC1-D1AEF772440D}</a:tableStyleId>
              </a:tblPr>
              <a:tblGrid>
                <a:gridCol w="467456">
                  <a:extLst>
                    <a:ext uri="{9D8B030D-6E8A-4147-A177-3AD203B41FA5}">
                      <a16:colId xmlns:a16="http://schemas.microsoft.com/office/drawing/2014/main" val="2481844383"/>
                    </a:ext>
                  </a:extLst>
                </a:gridCol>
                <a:gridCol w="2340279">
                  <a:extLst>
                    <a:ext uri="{9D8B030D-6E8A-4147-A177-3AD203B41FA5}">
                      <a16:colId xmlns:a16="http://schemas.microsoft.com/office/drawing/2014/main" val="2412485662"/>
                    </a:ext>
                  </a:extLst>
                </a:gridCol>
                <a:gridCol w="1679091">
                  <a:extLst>
                    <a:ext uri="{9D8B030D-6E8A-4147-A177-3AD203B41FA5}">
                      <a16:colId xmlns:a16="http://schemas.microsoft.com/office/drawing/2014/main" val="1209637643"/>
                    </a:ext>
                  </a:extLst>
                </a:gridCol>
                <a:gridCol w="6639428">
                  <a:extLst>
                    <a:ext uri="{9D8B030D-6E8A-4147-A177-3AD203B41FA5}">
                      <a16:colId xmlns:a16="http://schemas.microsoft.com/office/drawing/2014/main" val="187323411"/>
                    </a:ext>
                  </a:extLst>
                </a:gridCol>
              </a:tblGrid>
              <a:tr h="305092">
                <a:tc>
                  <a:txBody>
                    <a:bodyPr/>
                    <a:lstStyle/>
                    <a:p>
                      <a:pPr marL="0" algn="ctr" defTabSz="914400" rtl="0" eaLnBrk="1" fontAlgn="b" latinLnBrk="0" hangingPunct="1"/>
                      <a:r>
                        <a:rPr lang="en-US" altLang="ja-JP" sz="1100" b="0" i="0" u="none" strike="noStrike" kern="1200">
                          <a:solidFill>
                            <a:schemeClr val="bg1"/>
                          </a:solidFill>
                          <a:effectLst/>
                          <a:latin typeface="Meiryo UI" panose="020B0604030504040204" pitchFamily="50" charset="-128"/>
                          <a:ea typeface="Meiryo UI" panose="020B0604030504040204" pitchFamily="50" charset="-128"/>
                          <a:cs typeface="+mn-cs"/>
                        </a:rPr>
                        <a:t>No.</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リスク内容</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rPr>
                        <a:t>分類</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説明</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239716863"/>
                  </a:ext>
                </a:extLst>
              </a:tr>
              <a:tr h="424333">
                <a:tc>
                  <a:txBody>
                    <a:bodyPr/>
                    <a:lstStyle/>
                    <a:p>
                      <a:pPr marL="0" algn="ctr" defTabSz="914400" rtl="0" eaLnBrk="1" fontAlgn="b" latinLnBrk="0" hangingPunct="1"/>
                      <a:r>
                        <a:rPr lang="en-US" altLang="ja-JP" sz="1100" b="0" u="none" strike="noStrike" kern="1200">
                          <a:solidFill>
                            <a:schemeClr val="tx1"/>
                          </a:solidFill>
                          <a:effectLst/>
                          <a:latin typeface="+mn-lt"/>
                          <a:ea typeface="+mn-ea"/>
                          <a:cs typeface="+mn-cs"/>
                        </a:rPr>
                        <a:t>1</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dirty="0"/>
                        <a:t>データ移行時の整合性</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データ</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会社毎の</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UAT</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を契約、実施</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597438182"/>
                  </a:ext>
                </a:extLst>
              </a:tr>
              <a:tr h="305092">
                <a:tc>
                  <a:txBody>
                    <a:bodyPr/>
                    <a:lstStyle/>
                    <a:p>
                      <a:pPr marL="0" algn="ctr" defTabSz="914400" rtl="0" eaLnBrk="1" fontAlgn="b" latinLnBrk="0" hangingPunct="1"/>
                      <a:r>
                        <a:rPr lang="en-US" altLang="ja-JP" sz="1100" b="0" u="none" strike="noStrike" kern="1200">
                          <a:solidFill>
                            <a:schemeClr val="tx1"/>
                          </a:solidFill>
                          <a:effectLst/>
                          <a:latin typeface="+mn-lt"/>
                          <a:ea typeface="+mn-ea"/>
                          <a:cs typeface="+mn-cs"/>
                        </a:rPr>
                        <a:t>2</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100" dirty="0"/>
                        <a:t>Office</a:t>
                      </a:r>
                      <a:r>
                        <a:rPr lang="ja-JP" altLang="en-US" sz="1100" dirty="0"/>
                        <a:t>統合の互換性</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システム</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rPr>
                        <a:t>様標準業務用機器（予インストールオフィスバージョンに限定）</a:t>
                      </a:r>
                    </a:p>
                  </a:txBody>
                  <a:tcPr marL="0" marR="0" marT="0" marB="0" anchor="ctr"/>
                </a:tc>
                <a:extLst>
                  <a:ext uri="{0D108BD9-81ED-4DB2-BD59-A6C34878D82A}">
                    <a16:rowId xmlns:a16="http://schemas.microsoft.com/office/drawing/2014/main" val="2178132955"/>
                  </a:ext>
                </a:extLst>
              </a:tr>
              <a:tr h="1220365">
                <a:tc>
                  <a:txBody>
                    <a:bodyPr/>
                    <a:lstStyle/>
                    <a:p>
                      <a:pPr marL="0" algn="ctr"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3</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各社の具体操作面に差異が出る</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具体業務</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変更</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Buffer</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を事前に用意</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３</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分けて開発計画</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228600" indent="-228600" algn="l" defTabSz="914400" rtl="0" eaLnBrk="1" fontAlgn="b" latinLnBrk="0" hangingPunct="1">
                        <a:buFont typeface="+mj-lt"/>
                        <a:buAutoNum type="arabicPeriod"/>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Round1</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には機能主体、すべてのパターンをカバー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228600" indent="-228600" algn="l" defTabSz="914400" rtl="0" eaLnBrk="1" fontAlgn="b" latinLnBrk="0" hangingPunct="1">
                        <a:buFont typeface="+mj-lt"/>
                        <a:buAutoNum type="arabicPeriod"/>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Round2,3</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は段階的に展開、個別要望対応、検収</a:t>
                      </a:r>
                    </a:p>
                  </a:txBody>
                  <a:tcPr marL="0" marR="0" marT="0" marB="0" anchor="ctr"/>
                </a:tc>
                <a:extLst>
                  <a:ext uri="{0D108BD9-81ED-4DB2-BD59-A6C34878D82A}">
                    <a16:rowId xmlns:a16="http://schemas.microsoft.com/office/drawing/2014/main" val="2707901240"/>
                  </a:ext>
                </a:extLst>
              </a:tr>
              <a:tr h="305092">
                <a:tc>
                  <a:txBody>
                    <a:bodyPr/>
                    <a:lstStyle/>
                    <a:p>
                      <a:pPr marL="0" algn="ctr"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4</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u="none" strike="noStrike" kern="1200">
                          <a:solidFill>
                            <a:schemeClr val="tx1"/>
                          </a:solidFill>
                          <a:effectLst/>
                          <a:latin typeface="+mn-lt"/>
                          <a:ea typeface="+mn-ea"/>
                          <a:cs typeface="+mn-cs"/>
                        </a:rPr>
                        <a:t>Guest</a:t>
                      </a:r>
                      <a:r>
                        <a:rPr lang="ja-JP" altLang="en-US" sz="1100" b="0" u="none" strike="noStrike" kern="1200">
                          <a:solidFill>
                            <a:schemeClr val="tx1"/>
                          </a:solidFill>
                          <a:effectLst/>
                          <a:latin typeface="+mn-lt"/>
                          <a:ea typeface="+mn-ea"/>
                          <a:cs typeface="+mn-cs"/>
                        </a:rPr>
                        <a:t>ユーザの対応</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システム</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非</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様</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 Domain</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ユーザの利用可能性検討。必要な場合、</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POC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検証、依存性処理</a:t>
                      </a:r>
                    </a:p>
                  </a:txBody>
                  <a:tcPr marL="0" marR="0" marT="0" marB="0" anchor="ctr"/>
                </a:tc>
                <a:extLst>
                  <a:ext uri="{0D108BD9-81ED-4DB2-BD59-A6C34878D82A}">
                    <a16:rowId xmlns:a16="http://schemas.microsoft.com/office/drawing/2014/main" val="3123786813"/>
                  </a:ext>
                </a:extLst>
              </a:tr>
              <a:tr h="1194176">
                <a:tc>
                  <a:txBody>
                    <a:bodyPr/>
                    <a:lstStyle/>
                    <a:p>
                      <a:pPr marL="0" algn="ctr"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5</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添付ファイルの保存</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システム</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Dataverse</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SPO</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SqlServer2022</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にすべて可能ですが、</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SqlServer2022</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に保存する場合、</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DB</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の</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Size</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が膨大になる恐れがあります。（費用と保守に影響）</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0" algn="l"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Dataverse</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に保存する場合、</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様全体費用でカバーできますが、添付ファイルの検索に実案件の経験がなく、リスク高く、お薦めしたい（</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Vesta</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はこの案を利用、但し、添付ファイルの検索要件がない）。</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0" algn="l" defTabSz="914400" rtl="0" eaLnBrk="1" fontAlgn="b" latinLnBrk="0" hangingPunct="1"/>
                      <a:r>
                        <a:rPr lang="en-US" altLang="ja-JP" sz="1100" b="0" i="0" u="none" strike="noStrike" kern="1200" dirty="0">
                          <a:solidFill>
                            <a:srgbClr val="C00000"/>
                          </a:solidFill>
                          <a:effectLst/>
                          <a:latin typeface="Meiryo UI" panose="020B0604030504040204" pitchFamily="50" charset="-128"/>
                          <a:ea typeface="Meiryo UI" panose="020B0604030504040204" pitchFamily="50" charset="-128"/>
                          <a:cs typeface="+mn-cs"/>
                        </a:rPr>
                        <a:t>SPO</a:t>
                      </a:r>
                      <a:r>
                        <a:rPr lang="ja-JP" altLang="en-US" sz="1100" b="0" i="0" u="none" strike="noStrike" kern="1200" dirty="0">
                          <a:solidFill>
                            <a:srgbClr val="C00000"/>
                          </a:solidFill>
                          <a:effectLst/>
                          <a:latin typeface="Meiryo UI" panose="020B0604030504040204" pitchFamily="50" charset="-128"/>
                          <a:ea typeface="Meiryo UI" panose="020B0604030504040204" pitchFamily="50" charset="-128"/>
                          <a:cs typeface="+mn-cs"/>
                        </a:rPr>
                        <a:t>に保存する場合、</a:t>
                      </a:r>
                      <a:r>
                        <a:rPr lang="en-US" altLang="ja-JP" sz="1100" b="0" i="0" u="none" strike="noStrike" kern="1200" dirty="0">
                          <a:solidFill>
                            <a:srgbClr val="C00000"/>
                          </a:solidFill>
                          <a:effectLst/>
                          <a:latin typeface="Meiryo UI" panose="020B0604030504040204" pitchFamily="50" charset="-128"/>
                          <a:ea typeface="Meiryo UI" panose="020B0604030504040204" pitchFamily="50" charset="-128"/>
                          <a:cs typeface="+mn-cs"/>
                        </a:rPr>
                        <a:t>MCC</a:t>
                      </a:r>
                      <a:r>
                        <a:rPr lang="ja-JP" altLang="en-US" sz="1100" b="0" i="0" u="none" strike="noStrike" kern="1200" dirty="0">
                          <a:solidFill>
                            <a:srgbClr val="C00000"/>
                          </a:solidFill>
                          <a:effectLst/>
                          <a:latin typeface="Meiryo UI" panose="020B0604030504040204" pitchFamily="50" charset="-128"/>
                          <a:ea typeface="Meiryo UI" panose="020B0604030504040204" pitchFamily="50" charset="-128"/>
                          <a:cs typeface="+mn-cs"/>
                        </a:rPr>
                        <a:t>様全体費用でカバーされるもので、</a:t>
                      </a:r>
                      <a:r>
                        <a:rPr lang="en-US" altLang="ja-JP" sz="1100" b="0" i="0" u="none" strike="noStrike" kern="1200" dirty="0" err="1">
                          <a:solidFill>
                            <a:srgbClr val="C00000"/>
                          </a:solidFill>
                          <a:effectLst/>
                          <a:latin typeface="Meiryo UI" panose="020B0604030504040204" pitchFamily="50" charset="-128"/>
                          <a:ea typeface="Meiryo UI" panose="020B0604030504040204" pitchFamily="50" charset="-128"/>
                          <a:cs typeface="+mn-cs"/>
                        </a:rPr>
                        <a:t>GraphAPI</a:t>
                      </a:r>
                      <a:r>
                        <a:rPr lang="ja-JP" altLang="en-US" sz="1100" b="0" i="0" u="none" strike="noStrike" kern="1200" dirty="0">
                          <a:solidFill>
                            <a:srgbClr val="C00000"/>
                          </a:solidFill>
                          <a:effectLst/>
                          <a:latin typeface="Meiryo UI" panose="020B0604030504040204" pitchFamily="50" charset="-128"/>
                          <a:ea typeface="Meiryo UI" panose="020B0604030504040204" pitchFamily="50" charset="-128"/>
                          <a:cs typeface="+mn-cs"/>
                        </a:rPr>
                        <a:t>で</a:t>
                      </a:r>
                      <a:r>
                        <a:rPr lang="en-US" altLang="ja-JP" sz="1100" b="0" i="0" u="none" strike="noStrike" kern="1200" dirty="0">
                          <a:solidFill>
                            <a:srgbClr val="C00000"/>
                          </a:solidFill>
                          <a:effectLst/>
                          <a:latin typeface="Meiryo UI" panose="020B0604030504040204" pitchFamily="50" charset="-128"/>
                          <a:ea typeface="Meiryo UI" panose="020B0604030504040204" pitchFamily="50" charset="-128"/>
                          <a:cs typeface="+mn-cs"/>
                        </a:rPr>
                        <a:t>SPO</a:t>
                      </a:r>
                      <a:r>
                        <a:rPr lang="ja-JP" altLang="en-US" sz="1100" b="0" i="0" u="none" strike="noStrike" kern="1200" dirty="0">
                          <a:solidFill>
                            <a:srgbClr val="C00000"/>
                          </a:solidFill>
                          <a:effectLst/>
                          <a:latin typeface="Meiryo UI" panose="020B0604030504040204" pitchFamily="50" charset="-128"/>
                          <a:ea typeface="Meiryo UI" panose="020B0604030504040204" pitchFamily="50" charset="-128"/>
                          <a:cs typeface="+mn-cs"/>
                        </a:rPr>
                        <a:t>内蔵の検索機能を活用すれば、運用保守へ影響がなく、開発にもリスクも限定（弊社は他社案件で</a:t>
                      </a:r>
                      <a:r>
                        <a:rPr lang="en-US" altLang="ja-JP" sz="1100" b="0" i="0" u="none" strike="noStrike" kern="1200" dirty="0">
                          <a:solidFill>
                            <a:srgbClr val="C00000"/>
                          </a:solidFill>
                          <a:effectLst/>
                          <a:latin typeface="Meiryo UI" panose="020B0604030504040204" pitchFamily="50" charset="-128"/>
                          <a:ea typeface="Meiryo UI" panose="020B0604030504040204" pitchFamily="50" charset="-128"/>
                          <a:cs typeface="+mn-cs"/>
                        </a:rPr>
                        <a:t>Dotnet</a:t>
                      </a:r>
                      <a:r>
                        <a:rPr lang="ja-JP" altLang="en-US" sz="1100" b="0" i="0" u="none" strike="noStrike" kern="1200" dirty="0">
                          <a:solidFill>
                            <a:srgbClr val="C00000"/>
                          </a:solidFill>
                          <a:effectLst/>
                          <a:latin typeface="Meiryo UI" panose="020B0604030504040204" pitchFamily="50" charset="-128"/>
                          <a:ea typeface="Meiryo UI" panose="020B0604030504040204" pitchFamily="50" charset="-128"/>
                          <a:cs typeface="+mn-cs"/>
                        </a:rPr>
                        <a:t>クライアントから</a:t>
                      </a:r>
                      <a:r>
                        <a:rPr lang="en-US" altLang="ja-JP" sz="1100" b="0" i="0" u="none" strike="noStrike" kern="1200" dirty="0" err="1">
                          <a:solidFill>
                            <a:srgbClr val="C00000"/>
                          </a:solidFill>
                          <a:effectLst/>
                          <a:latin typeface="Meiryo UI" panose="020B0604030504040204" pitchFamily="50" charset="-128"/>
                          <a:ea typeface="Meiryo UI" panose="020B0604030504040204" pitchFamily="50" charset="-128"/>
                          <a:cs typeface="+mn-cs"/>
                        </a:rPr>
                        <a:t>GraphAPI</a:t>
                      </a:r>
                      <a:r>
                        <a:rPr lang="ja-JP" altLang="en-US" sz="1100" b="0" i="0" u="none" strike="noStrike" kern="1200" dirty="0">
                          <a:solidFill>
                            <a:srgbClr val="C00000"/>
                          </a:solidFill>
                          <a:effectLst/>
                          <a:latin typeface="Meiryo UI" panose="020B0604030504040204" pitchFamily="50" charset="-128"/>
                          <a:ea typeface="Meiryo UI" panose="020B0604030504040204" pitchFamily="50" charset="-128"/>
                          <a:cs typeface="+mn-cs"/>
                        </a:rPr>
                        <a:t>の利用経験があり）</a:t>
                      </a:r>
                    </a:p>
                  </a:txBody>
                  <a:tcPr marL="0" marR="0" marT="0" marB="0" anchor="ctr"/>
                </a:tc>
                <a:extLst>
                  <a:ext uri="{0D108BD9-81ED-4DB2-BD59-A6C34878D82A}">
                    <a16:rowId xmlns:a16="http://schemas.microsoft.com/office/drawing/2014/main" val="2872179259"/>
                  </a:ext>
                </a:extLst>
              </a:tr>
              <a:tr h="305092">
                <a:tc>
                  <a:txBody>
                    <a:bodyPr/>
                    <a:lstStyle/>
                    <a:p>
                      <a:pPr marL="0" algn="ctr" defTabSz="914400" rtl="0" eaLnBrk="1" fontAlgn="b" latinLnBrk="0" hangingPunct="1"/>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u="none" strike="noStrike" kern="1200" dirty="0">
                          <a:solidFill>
                            <a:srgbClr val="C00000"/>
                          </a:solidFill>
                          <a:effectLst/>
                          <a:latin typeface="+mn-lt"/>
                          <a:ea typeface="+mn-ea"/>
                          <a:cs typeface="+mn-cs"/>
                        </a:rPr>
                        <a:t>SharePoint</a:t>
                      </a:r>
                      <a:r>
                        <a:rPr lang="ja-JP" altLang="en-US" sz="1100" b="0" u="none" strike="noStrike" kern="1200" dirty="0">
                          <a:solidFill>
                            <a:srgbClr val="C00000"/>
                          </a:solidFill>
                          <a:effectLst/>
                          <a:latin typeface="+mn-lt"/>
                          <a:ea typeface="+mn-ea"/>
                          <a:cs typeface="+mn-cs"/>
                        </a:rPr>
                        <a:t>ファイルの権限</a:t>
                      </a:r>
                      <a:endParaRPr lang="en-US" altLang="ja-JP" sz="1100" b="0" u="none" strike="noStrike" kern="1200" dirty="0">
                        <a:solidFill>
                          <a:srgbClr val="C00000"/>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362442768"/>
                  </a:ext>
                </a:extLst>
              </a:tr>
              <a:tr h="305092">
                <a:tc>
                  <a:txBody>
                    <a:bodyPr/>
                    <a:lstStyle/>
                    <a:p>
                      <a:pPr marL="0" algn="ctr"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612283848"/>
                  </a:ext>
                </a:extLst>
              </a:tr>
              <a:tr h="305092">
                <a:tc>
                  <a:txBody>
                    <a:bodyPr/>
                    <a:lstStyle/>
                    <a:p>
                      <a:pPr marL="0" algn="ctr"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562567830"/>
                  </a:ext>
                </a:extLst>
              </a:tr>
              <a:tr h="305092">
                <a:tc>
                  <a:txBody>
                    <a:bodyPr/>
                    <a:lstStyle/>
                    <a:p>
                      <a:pPr marL="0" algn="ctr"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11406826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a:t>スケジュール表</a:t>
            </a:r>
            <a:endParaRPr lang="zh-CN" altLang="en-US">
              <a:effectLst/>
            </a:endParaRPr>
          </a:p>
        </p:txBody>
      </p:sp>
      <p:sp>
        <p:nvSpPr>
          <p:cNvPr id="10" name="四角形: 角を丸くする 9">
            <a:extLst>
              <a:ext uri="{FF2B5EF4-FFF2-40B4-BE49-F238E27FC236}">
                <a16:creationId xmlns:a16="http://schemas.microsoft.com/office/drawing/2014/main" id="{E44B76A0-0272-1390-DBE5-63E5B5A913F3}"/>
              </a:ext>
            </a:extLst>
          </p:cNvPr>
          <p:cNvSpPr/>
          <p:nvPr/>
        </p:nvSpPr>
        <p:spPr bwMode="gray">
          <a:xfrm>
            <a:off x="1058675" y="1831368"/>
            <a:ext cx="10398783" cy="4012364"/>
          </a:xfrm>
          <a:prstGeom prst="roundRect">
            <a:avLst>
              <a:gd name="adj" fmla="val 3324"/>
            </a:avLst>
          </a:prstGeom>
          <a:gradFill>
            <a:gsLst>
              <a:gs pos="0">
                <a:srgbClr val="FFC000"/>
              </a:gs>
              <a:gs pos="50000">
                <a:srgbClr val="FDF0CC"/>
              </a:gs>
              <a:gs pos="100000">
                <a:schemeClr val="accent6">
                  <a:lumMod val="105000"/>
                  <a:satMod val="109000"/>
                  <a:tint val="81000"/>
                </a:schemeClr>
              </a:gs>
            </a:gsLst>
          </a:gradFill>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1" lang="ja-JP" altLang="en-US" sz="1200" b="0" i="0" u="none" strike="noStrike" kern="0" cap="none" spc="0" normalizeH="0" baseline="0" noProof="0">
                <a:ln>
                  <a:noFill/>
                </a:ln>
                <a:solidFill>
                  <a:prstClr val="black"/>
                </a:solidFill>
                <a:effectLst/>
                <a:uLnTx/>
                <a:uFillTx/>
                <a:latin typeface="Arial"/>
                <a:ea typeface="Yu Gothic UI"/>
                <a:cs typeface="Arial"/>
              </a:rPr>
              <a:t>UI見直す、DB統合再構築</a:t>
            </a:r>
          </a:p>
        </p:txBody>
      </p:sp>
      <p:sp>
        <p:nvSpPr>
          <p:cNvPr id="11" name="四角形: 角を丸くする 10">
            <a:extLst>
              <a:ext uri="{FF2B5EF4-FFF2-40B4-BE49-F238E27FC236}">
                <a16:creationId xmlns:a16="http://schemas.microsoft.com/office/drawing/2014/main" id="{6A18FCF6-A3B7-3D27-D4BA-7CA8D7ADD3BF}"/>
              </a:ext>
            </a:extLst>
          </p:cNvPr>
          <p:cNvSpPr/>
          <p:nvPr/>
        </p:nvSpPr>
        <p:spPr bwMode="gray">
          <a:xfrm>
            <a:off x="1238487" y="2012697"/>
            <a:ext cx="2754964"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schemeClr val="tx1"/>
                </a:solidFill>
                <a:effectLst/>
                <a:uLnTx/>
                <a:uFillTx/>
                <a:latin typeface="Arial"/>
                <a:ea typeface="Yu Gothic UI"/>
                <a:cs typeface="Arial" panose="020B0604020202020204" pitchFamily="34" charset="0"/>
              </a:rPr>
              <a:t>POC</a:t>
            </a:r>
            <a:endParaRPr kumimoji="0" lang="ja-JP" altLang="en-US" sz="1200" b="0" i="0" u="none" strike="noStrike" kern="0" cap="none" spc="0" normalizeH="0" baseline="0" noProof="0" dirty="0">
              <a:ln>
                <a:noFill/>
              </a:ln>
              <a:solidFill>
                <a:schemeClr val="tx1"/>
              </a:solidFill>
              <a:effectLst/>
              <a:uLnTx/>
              <a:uFillTx/>
              <a:latin typeface="Arial"/>
              <a:ea typeface="Yu Gothic UI"/>
              <a:cs typeface="Arial" panose="020B0604020202020204" pitchFamily="34" charset="0"/>
            </a:endParaRPr>
          </a:p>
        </p:txBody>
      </p:sp>
      <p:sp>
        <p:nvSpPr>
          <p:cNvPr id="12" name="四角形: 角を丸くする 11">
            <a:extLst>
              <a:ext uri="{FF2B5EF4-FFF2-40B4-BE49-F238E27FC236}">
                <a16:creationId xmlns:a16="http://schemas.microsoft.com/office/drawing/2014/main" id="{99C8C7D3-4385-E7F7-5D50-FB6089D5BD87}"/>
              </a:ext>
            </a:extLst>
          </p:cNvPr>
          <p:cNvSpPr/>
          <p:nvPr/>
        </p:nvSpPr>
        <p:spPr bwMode="gray">
          <a:xfrm>
            <a:off x="1936526" y="3453513"/>
            <a:ext cx="2056925"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詳細設計（画面）</a:t>
            </a:r>
          </a:p>
        </p:txBody>
      </p:sp>
      <p:sp>
        <p:nvSpPr>
          <p:cNvPr id="13" name="四角形: 角を丸くする 12">
            <a:extLst>
              <a:ext uri="{FF2B5EF4-FFF2-40B4-BE49-F238E27FC236}">
                <a16:creationId xmlns:a16="http://schemas.microsoft.com/office/drawing/2014/main" id="{20F437F9-F1E3-7A6E-D183-3524B7764422}"/>
              </a:ext>
            </a:extLst>
          </p:cNvPr>
          <p:cNvSpPr/>
          <p:nvPr/>
        </p:nvSpPr>
        <p:spPr bwMode="gray">
          <a:xfrm>
            <a:off x="4036547" y="3132693"/>
            <a:ext cx="3049502" cy="630763"/>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開発、</a:t>
            </a:r>
            <a:r>
              <a:rPr kumimoji="0" lang="ja-JP" altLang="en-US" sz="1200" kern="0" dirty="0">
                <a:solidFill>
                  <a:prstClr val="black"/>
                </a:solidFill>
                <a:latin typeface="Arial"/>
                <a:ea typeface="Yu Gothic UI"/>
                <a:cs typeface="Arial" panose="020B0604020202020204" pitchFamily="34" charset="0"/>
              </a:rPr>
              <a:t>機能</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試験</a:t>
            </a:r>
            <a:endParaRPr kumimoji="0" lang="en-US" altLang="ja-JP" sz="1200" kern="0" dirty="0">
              <a:solidFill>
                <a:prstClr val="black"/>
              </a:solidFill>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すべてパターン</a:t>
            </a:r>
            <a:r>
              <a:rPr kumimoji="0" lang="ja-JP" altLang="en-US" sz="1200" kern="0" dirty="0">
                <a:solidFill>
                  <a:prstClr val="black"/>
                </a:solidFill>
                <a:latin typeface="Arial"/>
                <a:ea typeface="Yu Gothic UI"/>
                <a:cs typeface="Arial" panose="020B0604020202020204" pitchFamily="34" charset="0"/>
              </a:rPr>
              <a:t>をカバー</a:t>
            </a:r>
            <a:r>
              <a:rPr kumimoji="0" lang="en-US" altLang="ja-JP" sz="1200" kern="0" dirty="0">
                <a:solidFill>
                  <a:prstClr val="black"/>
                </a:solidFill>
                <a:latin typeface="Arial"/>
                <a:ea typeface="Yu Gothic UI"/>
                <a:cs typeface="Arial" panose="020B0604020202020204" pitchFamily="34" charset="0"/>
              </a:rPr>
              <a:t>(10DB</a:t>
            </a:r>
            <a:r>
              <a:rPr kumimoji="0" lang="ja-JP" altLang="en-US" sz="1200" kern="0" dirty="0">
                <a:solidFill>
                  <a:prstClr val="black"/>
                </a:solidFill>
                <a:latin typeface="Arial"/>
                <a:ea typeface="Yu Gothic UI"/>
                <a:cs typeface="Arial" panose="020B0604020202020204" pitchFamily="34" charset="0"/>
              </a:rPr>
              <a:t>程度</a:t>
            </a:r>
            <a:r>
              <a:rPr kumimoji="0" lang="en-US" altLang="ja-JP" sz="1200" kern="0" dirty="0">
                <a:solidFill>
                  <a:prstClr val="black"/>
                </a:solidFill>
                <a:latin typeface="Arial"/>
                <a:ea typeface="Yu Gothic UI"/>
                <a:cs typeface="Arial" panose="020B0604020202020204" pitchFamily="34" charset="0"/>
              </a:rPr>
              <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14" name="四角形: 角を丸くする 13">
            <a:extLst>
              <a:ext uri="{FF2B5EF4-FFF2-40B4-BE49-F238E27FC236}">
                <a16:creationId xmlns:a16="http://schemas.microsoft.com/office/drawing/2014/main" id="{42AE617F-8791-7DF1-3A74-EE8EFFB19FB9}"/>
              </a:ext>
            </a:extLst>
          </p:cNvPr>
          <p:cNvSpPr/>
          <p:nvPr/>
        </p:nvSpPr>
        <p:spPr bwMode="gray">
          <a:xfrm>
            <a:off x="4067773" y="3867352"/>
            <a:ext cx="3024776"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移行ツールの計画と実装</a:t>
            </a:r>
          </a:p>
        </p:txBody>
      </p:sp>
      <p:sp>
        <p:nvSpPr>
          <p:cNvPr id="21" name="四角形: 角を丸くする 20">
            <a:extLst>
              <a:ext uri="{FF2B5EF4-FFF2-40B4-BE49-F238E27FC236}">
                <a16:creationId xmlns:a16="http://schemas.microsoft.com/office/drawing/2014/main" id="{0185A894-7F68-5B0F-70C1-8F0154D2E469}"/>
              </a:ext>
            </a:extLst>
          </p:cNvPr>
          <p:cNvSpPr/>
          <p:nvPr/>
        </p:nvSpPr>
        <p:spPr bwMode="gray">
          <a:xfrm>
            <a:off x="7131729" y="3130324"/>
            <a:ext cx="1577386" cy="62492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MCC</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様受け入れ、</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22" name="四角形: 角を丸くする 21">
            <a:extLst>
              <a:ext uri="{FF2B5EF4-FFF2-40B4-BE49-F238E27FC236}">
                <a16:creationId xmlns:a16="http://schemas.microsoft.com/office/drawing/2014/main" id="{EB6975E9-868C-47F9-4909-53F9D70BFA82}"/>
              </a:ext>
            </a:extLst>
          </p:cNvPr>
          <p:cNvSpPr/>
          <p:nvPr/>
        </p:nvSpPr>
        <p:spPr bwMode="gray">
          <a:xfrm>
            <a:off x="6432858" y="4199344"/>
            <a:ext cx="1120894"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マニュアル作成</a:t>
            </a:r>
          </a:p>
        </p:txBody>
      </p:sp>
      <p:cxnSp>
        <p:nvCxnSpPr>
          <p:cNvPr id="23" name="直線コネクタ 22">
            <a:extLst>
              <a:ext uri="{FF2B5EF4-FFF2-40B4-BE49-F238E27FC236}">
                <a16:creationId xmlns:a16="http://schemas.microsoft.com/office/drawing/2014/main" id="{7B2622C9-FE18-4EEA-99F0-F0B9566DBAE0}"/>
              </a:ext>
            </a:extLst>
          </p:cNvPr>
          <p:cNvCxnSpPr>
            <a:cxnSpLocks/>
          </p:cNvCxnSpPr>
          <p:nvPr/>
        </p:nvCxnSpPr>
        <p:spPr>
          <a:xfrm>
            <a:off x="966642" y="6042285"/>
            <a:ext cx="10800000" cy="0"/>
          </a:xfrm>
          <a:prstGeom prst="line">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AE04A841-4639-C043-F74D-71AD70D00E3D}"/>
              </a:ext>
            </a:extLst>
          </p:cNvPr>
          <p:cNvCxnSpPr>
            <a:cxnSpLocks/>
          </p:cNvCxnSpPr>
          <p:nvPr/>
        </p:nvCxnSpPr>
        <p:spPr>
          <a:xfrm>
            <a:off x="1251467"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CF32C160-0CED-0FB0-17B3-526417809500}"/>
              </a:ext>
            </a:extLst>
          </p:cNvPr>
          <p:cNvCxnSpPr>
            <a:cxnSpLocks/>
          </p:cNvCxnSpPr>
          <p:nvPr/>
        </p:nvCxnSpPr>
        <p:spPr>
          <a:xfrm>
            <a:off x="1131500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9A40DED7-F6C5-1274-5BF1-856D41DBE13F}"/>
              </a:ext>
            </a:extLst>
          </p:cNvPr>
          <p:cNvCxnSpPr>
            <a:cxnSpLocks/>
          </p:cNvCxnSpPr>
          <p:nvPr/>
        </p:nvCxnSpPr>
        <p:spPr>
          <a:xfrm>
            <a:off x="398130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226E2F55-DA54-8165-0877-CB3D3DD429F4}"/>
              </a:ext>
            </a:extLst>
          </p:cNvPr>
          <p:cNvCxnSpPr>
            <a:cxnSpLocks/>
          </p:cNvCxnSpPr>
          <p:nvPr/>
        </p:nvCxnSpPr>
        <p:spPr>
          <a:xfrm>
            <a:off x="7132064"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05949E1F-4FA5-F31B-BEC6-9F4AEDD59826}"/>
              </a:ext>
            </a:extLst>
          </p:cNvPr>
          <p:cNvCxnSpPr>
            <a:cxnSpLocks/>
          </p:cNvCxnSpPr>
          <p:nvPr/>
        </p:nvCxnSpPr>
        <p:spPr>
          <a:xfrm>
            <a:off x="948128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8A4E1765-5EB8-9556-412C-EE2ACFBB11FA}"/>
              </a:ext>
            </a:extLst>
          </p:cNvPr>
          <p:cNvSpPr txBox="1"/>
          <p:nvPr/>
        </p:nvSpPr>
        <p:spPr>
          <a:xfrm>
            <a:off x="1295149"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11/1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2" name="テキスト ボックス 31">
            <a:extLst>
              <a:ext uri="{FF2B5EF4-FFF2-40B4-BE49-F238E27FC236}">
                <a16:creationId xmlns:a16="http://schemas.microsoft.com/office/drawing/2014/main" id="{75D896C3-1B62-79A9-025B-DA7A49AFB8AE}"/>
              </a:ext>
            </a:extLst>
          </p:cNvPr>
          <p:cNvSpPr txBox="1"/>
          <p:nvPr/>
        </p:nvSpPr>
        <p:spPr>
          <a:xfrm>
            <a:off x="4065715" y="5857519"/>
            <a:ext cx="669077" cy="13026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1/6</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3" name="テキスト ボックス 32">
            <a:extLst>
              <a:ext uri="{FF2B5EF4-FFF2-40B4-BE49-F238E27FC236}">
                <a16:creationId xmlns:a16="http://schemas.microsoft.com/office/drawing/2014/main" id="{FDFB3CBF-574A-7598-3BE2-A3A922FB82C2}"/>
              </a:ext>
            </a:extLst>
          </p:cNvPr>
          <p:cNvSpPr txBox="1"/>
          <p:nvPr/>
        </p:nvSpPr>
        <p:spPr>
          <a:xfrm>
            <a:off x="8818224" y="5850414"/>
            <a:ext cx="458043"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8/1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4" name="テキスト ボックス 33">
            <a:extLst>
              <a:ext uri="{FF2B5EF4-FFF2-40B4-BE49-F238E27FC236}">
                <a16:creationId xmlns:a16="http://schemas.microsoft.com/office/drawing/2014/main" id="{ADC1CB54-7557-F51B-A295-A98362CFC3C2}"/>
              </a:ext>
            </a:extLst>
          </p:cNvPr>
          <p:cNvSpPr txBox="1"/>
          <p:nvPr/>
        </p:nvSpPr>
        <p:spPr>
          <a:xfrm>
            <a:off x="7174125" y="5843732"/>
            <a:ext cx="584302" cy="15783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6/1</a:t>
            </a:r>
            <a:endParaRPr kumimoji="1" lang="ja-JP" altLang="en-US" sz="1000" b="0" i="0" u="none" strike="noStrike" kern="1200" cap="none" spc="0" normalizeH="0" baseline="0" noProof="0">
              <a:ln>
                <a:noFill/>
              </a:ln>
              <a:solidFill>
                <a:srgbClr val="000000"/>
              </a:solidFill>
              <a:effectLst/>
              <a:uLnTx/>
              <a:uFillTx/>
              <a:latin typeface="Arial"/>
              <a:ea typeface="游ゴシック Medium"/>
              <a:cs typeface="+mn-cs"/>
            </a:endParaRPr>
          </a:p>
        </p:txBody>
      </p:sp>
      <p:sp>
        <p:nvSpPr>
          <p:cNvPr id="36" name="テキスト ボックス 35">
            <a:extLst>
              <a:ext uri="{FF2B5EF4-FFF2-40B4-BE49-F238E27FC236}">
                <a16:creationId xmlns:a16="http://schemas.microsoft.com/office/drawing/2014/main" id="{DF6ADFB0-EEC2-C0DF-C02A-46809441BAEA}"/>
              </a:ext>
            </a:extLst>
          </p:cNvPr>
          <p:cNvSpPr txBox="1"/>
          <p:nvPr/>
        </p:nvSpPr>
        <p:spPr>
          <a:xfrm>
            <a:off x="9549114" y="5850414"/>
            <a:ext cx="584301" cy="12527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10/1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7" name="テキスト ボックス 36">
            <a:extLst>
              <a:ext uri="{FF2B5EF4-FFF2-40B4-BE49-F238E27FC236}">
                <a16:creationId xmlns:a16="http://schemas.microsoft.com/office/drawing/2014/main" id="{4AABB290-6FE3-0414-F530-6FBE6D132164}"/>
              </a:ext>
            </a:extLst>
          </p:cNvPr>
          <p:cNvSpPr txBox="1"/>
          <p:nvPr/>
        </p:nvSpPr>
        <p:spPr>
          <a:xfrm>
            <a:off x="11396013" y="5850414"/>
            <a:ext cx="584302"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8" name="四角形: 角を丸くする 37">
            <a:extLst>
              <a:ext uri="{FF2B5EF4-FFF2-40B4-BE49-F238E27FC236}">
                <a16:creationId xmlns:a16="http://schemas.microsoft.com/office/drawing/2014/main" id="{174E74FD-E3FA-1108-BF7D-52EF7B2666C1}"/>
              </a:ext>
            </a:extLst>
          </p:cNvPr>
          <p:cNvSpPr/>
          <p:nvPr/>
        </p:nvSpPr>
        <p:spPr bwMode="gray">
          <a:xfrm>
            <a:off x="1933003" y="3128393"/>
            <a:ext cx="2060448" cy="282449"/>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DB</a:t>
            </a: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設計</a:t>
            </a:r>
          </a:p>
        </p:txBody>
      </p:sp>
      <p:sp>
        <p:nvSpPr>
          <p:cNvPr id="43" name="四角形: 角を丸くする 42">
            <a:extLst>
              <a:ext uri="{FF2B5EF4-FFF2-40B4-BE49-F238E27FC236}">
                <a16:creationId xmlns:a16="http://schemas.microsoft.com/office/drawing/2014/main" id="{D521F013-820D-C57C-BFB9-27E05AD16713}"/>
              </a:ext>
            </a:extLst>
          </p:cNvPr>
          <p:cNvSpPr/>
          <p:nvPr/>
        </p:nvSpPr>
        <p:spPr bwMode="gray">
          <a:xfrm>
            <a:off x="1236849" y="2392863"/>
            <a:ext cx="1523191"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構造設計</a:t>
            </a:r>
          </a:p>
        </p:txBody>
      </p:sp>
      <p:cxnSp>
        <p:nvCxnSpPr>
          <p:cNvPr id="44" name="直線コネクタ 43">
            <a:extLst>
              <a:ext uri="{FF2B5EF4-FFF2-40B4-BE49-F238E27FC236}">
                <a16:creationId xmlns:a16="http://schemas.microsoft.com/office/drawing/2014/main" id="{30EFDE1D-07E8-C61E-BC3B-5714710E8F7A}"/>
              </a:ext>
            </a:extLst>
          </p:cNvPr>
          <p:cNvCxnSpPr>
            <a:cxnSpLocks/>
          </p:cNvCxnSpPr>
          <p:nvPr/>
        </p:nvCxnSpPr>
        <p:spPr>
          <a:xfrm>
            <a:off x="2028729"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正方形/長方形 44">
            <a:extLst>
              <a:ext uri="{FF2B5EF4-FFF2-40B4-BE49-F238E27FC236}">
                <a16:creationId xmlns:a16="http://schemas.microsoft.com/office/drawing/2014/main" id="{B44AFE27-A04B-B1FC-53B4-85B5D558C077}"/>
              </a:ext>
            </a:extLst>
          </p:cNvPr>
          <p:cNvSpPr/>
          <p:nvPr/>
        </p:nvSpPr>
        <p:spPr bwMode="gray">
          <a:xfrm>
            <a:off x="367031" y="1167637"/>
            <a:ext cx="2391122"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lang="ja-JP" altLang="en-US" sz="1200" b="1" kern="0">
                <a:solidFill>
                  <a:srgbClr val="FF0000"/>
                </a:solidFill>
                <a:latin typeface="Arial"/>
                <a:ea typeface="Yu Gothic UI"/>
                <a:cs typeface="Arial" panose="020B0604020202020204" pitchFamily="34" charset="0"/>
              </a:rPr>
              <a:t>・</a:t>
            </a:r>
            <a:r>
              <a:rPr lang="en-US" altLang="ja-JP" sz="1200" b="1" kern="0">
                <a:solidFill>
                  <a:srgbClr val="FF0000"/>
                </a:solidFill>
                <a:latin typeface="Arial"/>
                <a:ea typeface="Yu Gothic UI"/>
                <a:cs typeface="Arial" panose="020B0604020202020204" pitchFamily="34" charset="0"/>
              </a:rPr>
              <a:t>POC</a:t>
            </a:r>
            <a:r>
              <a:rPr lang="ja-JP" altLang="en-US" sz="1200" b="1" kern="0">
                <a:solidFill>
                  <a:srgbClr val="FF0000"/>
                </a:solidFill>
                <a:latin typeface="Arial"/>
                <a:ea typeface="Yu Gothic UI"/>
                <a:cs typeface="Arial" panose="020B0604020202020204" pitchFamily="34" charset="0"/>
              </a:rPr>
              <a:t>、構造設計</a:t>
            </a:r>
            <a:r>
              <a:rPr kumimoji="0" lang="ja-JP" altLang="en-US" sz="1200" b="1" i="0" u="none" strike="noStrike" kern="0" cap="none" spc="0" normalizeH="0" baseline="0" noProof="0">
                <a:ln>
                  <a:noFill/>
                </a:ln>
                <a:solidFill>
                  <a:srgbClr val="FF0000"/>
                </a:solidFill>
                <a:effectLst/>
                <a:uLnTx/>
                <a:uFillTx/>
                <a:latin typeface="Arial"/>
                <a:ea typeface="Yu Gothic UI"/>
                <a:cs typeface="Arial" panose="020B0604020202020204" pitchFamily="34" charset="0"/>
              </a:rPr>
              <a:t>・製造工程の概算見積</a:t>
            </a:r>
            <a:r>
              <a:rPr lang="ja-JP" altLang="en-US" sz="1200" b="1" kern="0">
                <a:solidFill>
                  <a:srgbClr val="FF0000"/>
                </a:solidFill>
                <a:latin typeface="Arial"/>
                <a:ea typeface="Yu Gothic UI"/>
                <a:cs typeface="Arial" panose="020B0604020202020204" pitchFamily="34" charset="0"/>
              </a:rPr>
              <a:t>⇒社内稟議</a:t>
            </a:r>
            <a:endParaRPr kumimoji="0" lang="en-US" altLang="ja-JP" sz="1200" b="0" i="0" u="none" strike="noStrike" kern="0" cap="none" spc="0" normalizeH="0" baseline="0" noProof="0">
              <a:ln>
                <a:noFill/>
              </a:ln>
              <a:solidFill>
                <a:srgbClr val="FF0000"/>
              </a:solidFill>
              <a:effectLst/>
              <a:uLnTx/>
              <a:uFillTx/>
              <a:latin typeface="Arial"/>
              <a:ea typeface="Yu Gothic UI"/>
              <a:cs typeface="Arial" panose="020B0604020202020204" pitchFamily="34" charset="0"/>
            </a:endParaRPr>
          </a:p>
        </p:txBody>
      </p:sp>
      <p:cxnSp>
        <p:nvCxnSpPr>
          <p:cNvPr id="46" name="直線コネクタ 45">
            <a:extLst>
              <a:ext uri="{FF2B5EF4-FFF2-40B4-BE49-F238E27FC236}">
                <a16:creationId xmlns:a16="http://schemas.microsoft.com/office/drawing/2014/main" id="{B651CEE3-B5BE-6362-8B7A-A62B2B71C8D5}"/>
              </a:ext>
            </a:extLst>
          </p:cNvPr>
          <p:cNvCxnSpPr>
            <a:cxnSpLocks/>
          </p:cNvCxnSpPr>
          <p:nvPr/>
        </p:nvCxnSpPr>
        <p:spPr>
          <a:xfrm>
            <a:off x="3980498"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C0F98B3F-0A08-B70D-6FDD-5CFCD5782A97}"/>
              </a:ext>
            </a:extLst>
          </p:cNvPr>
          <p:cNvSpPr/>
          <p:nvPr/>
        </p:nvSpPr>
        <p:spPr bwMode="gray">
          <a:xfrm>
            <a:off x="3893224" y="1167637"/>
            <a:ext cx="145329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製造工程の正式見積</a:t>
            </a:r>
            <a:endParaRPr kumimoji="0" lang="en-US" altLang="ja-JP"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lang="ja-JP" altLang="en-US" sz="1200" b="1" kern="0" dirty="0">
                <a:solidFill>
                  <a:prstClr val="black"/>
                </a:solidFill>
                <a:latin typeface="Arial"/>
                <a:ea typeface="Yu Gothic UI"/>
                <a:cs typeface="Arial" panose="020B0604020202020204" pitchFamily="34" charset="0"/>
              </a:rPr>
              <a:t>⇒ご</a:t>
            </a: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発注</a:t>
            </a:r>
            <a:endPar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cxnSp>
        <p:nvCxnSpPr>
          <p:cNvPr id="48" name="直線コネクタ 47">
            <a:extLst>
              <a:ext uri="{FF2B5EF4-FFF2-40B4-BE49-F238E27FC236}">
                <a16:creationId xmlns:a16="http://schemas.microsoft.com/office/drawing/2014/main" id="{34CDE9F9-DF4D-E328-4249-387D2BAF8AE2}"/>
              </a:ext>
            </a:extLst>
          </p:cNvPr>
          <p:cNvCxnSpPr>
            <a:cxnSpLocks/>
          </p:cNvCxnSpPr>
          <p:nvPr/>
        </p:nvCxnSpPr>
        <p:spPr>
          <a:xfrm>
            <a:off x="7086049"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F13DC96F-04BE-10EA-9C42-2EB6895085A9}"/>
              </a:ext>
            </a:extLst>
          </p:cNvPr>
          <p:cNvSpPr/>
          <p:nvPr/>
        </p:nvSpPr>
        <p:spPr bwMode="gray">
          <a:xfrm>
            <a:off x="6407371" y="1167637"/>
            <a:ext cx="1496228"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a:t>
            </a:r>
            <a:r>
              <a:rPr kumimoji="0" lang="ja-JP" altLang="en-US"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検証</a:t>
            </a: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50" name="直線コネクタ 49">
            <a:extLst>
              <a:ext uri="{FF2B5EF4-FFF2-40B4-BE49-F238E27FC236}">
                <a16:creationId xmlns:a16="http://schemas.microsoft.com/office/drawing/2014/main" id="{19F59E26-489D-FE33-1E6B-FEF5FFEE7604}"/>
              </a:ext>
            </a:extLst>
          </p:cNvPr>
          <p:cNvCxnSpPr>
            <a:cxnSpLocks/>
          </p:cNvCxnSpPr>
          <p:nvPr/>
        </p:nvCxnSpPr>
        <p:spPr>
          <a:xfrm>
            <a:off x="11290006" y="1623226"/>
            <a:ext cx="26578"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正方形/長方形 50">
            <a:extLst>
              <a:ext uri="{FF2B5EF4-FFF2-40B4-BE49-F238E27FC236}">
                <a16:creationId xmlns:a16="http://schemas.microsoft.com/office/drawing/2014/main" id="{DE56DBCE-35B5-5363-D554-A7AE280BD8BB}"/>
              </a:ext>
            </a:extLst>
          </p:cNvPr>
          <p:cNvSpPr/>
          <p:nvPr/>
        </p:nvSpPr>
        <p:spPr bwMode="gray">
          <a:xfrm>
            <a:off x="10840563" y="1167637"/>
            <a:ext cx="89924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lvl="0" algn="ctr" fontAlgn="base">
              <a:spcBef>
                <a:spcPct val="0"/>
              </a:spcBef>
              <a:spcAft>
                <a:spcPct val="0"/>
              </a:spcAft>
              <a:defRPr/>
            </a:pPr>
            <a:r>
              <a:rPr kumimoji="0" lang="en-US" altLang="ja-JP" sz="1200" b="1" kern="0">
                <a:solidFill>
                  <a:prstClr val="black"/>
                </a:solidFill>
                <a:latin typeface="Arial"/>
                <a:ea typeface="Yu Gothic UI"/>
                <a:cs typeface="Arial" panose="020B0604020202020204" pitchFamily="34" charset="0"/>
              </a:rPr>
              <a:t>Round3</a:t>
            </a:r>
          </a:p>
          <a:p>
            <a:pPr lvl="0" algn="ctr" fontAlgn="base">
              <a:spcBef>
                <a:spcPct val="0"/>
              </a:spcBef>
              <a:spcAft>
                <a:spcPct val="0"/>
              </a:spcAft>
              <a:defRPr/>
            </a:pPr>
            <a:r>
              <a:rPr kumimoji="0" lang="ja-JP" altLang="en-US" sz="1200" b="1" kern="0">
                <a:solidFill>
                  <a:prstClr val="black"/>
                </a:solidFill>
                <a:latin typeface="Arial"/>
                <a:ea typeface="Yu Gothic UI"/>
                <a:cs typeface="Arial" panose="020B0604020202020204" pitchFamily="34" charset="0"/>
              </a:rPr>
              <a:t>全体</a:t>
            </a:r>
            <a:r>
              <a:rPr kumimoji="0" lang="en-US" altLang="ja-JP" sz="1200" b="1" kern="0">
                <a:solidFill>
                  <a:prstClr val="black"/>
                </a:solidFill>
                <a:latin typeface="Arial"/>
                <a:ea typeface="Yu Gothic UI"/>
                <a:cs typeface="Arial" panose="020B0604020202020204" pitchFamily="34" charset="0"/>
              </a:rPr>
              <a:t>GA</a:t>
            </a:r>
            <a:endParaRPr kumimoji="0" lang="ja-JP" altLang="en-US" sz="1200" kern="0">
              <a:solidFill>
                <a:prstClr val="black"/>
              </a:solidFill>
              <a:latin typeface="Arial"/>
              <a:ea typeface="Yu Gothic UI"/>
              <a:cs typeface="Arial" panose="020B0604020202020204" pitchFamily="34" charset="0"/>
            </a:endParaRPr>
          </a:p>
        </p:txBody>
      </p:sp>
      <p:sp>
        <p:nvSpPr>
          <p:cNvPr id="55" name="四角形: 角を丸くする 54">
            <a:extLst>
              <a:ext uri="{FF2B5EF4-FFF2-40B4-BE49-F238E27FC236}">
                <a16:creationId xmlns:a16="http://schemas.microsoft.com/office/drawing/2014/main" id="{4B115AEA-6E76-3FFE-8146-C00089B179C2}"/>
              </a:ext>
            </a:extLst>
          </p:cNvPr>
          <p:cNvSpPr/>
          <p:nvPr/>
        </p:nvSpPr>
        <p:spPr bwMode="gray">
          <a:xfrm>
            <a:off x="5095154" y="2792973"/>
            <a:ext cx="1985481"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性能評価と改善</a:t>
            </a:r>
          </a:p>
        </p:txBody>
      </p:sp>
      <p:sp>
        <p:nvSpPr>
          <p:cNvPr id="56" name="四角形: 角を丸くする 55">
            <a:extLst>
              <a:ext uri="{FF2B5EF4-FFF2-40B4-BE49-F238E27FC236}">
                <a16:creationId xmlns:a16="http://schemas.microsoft.com/office/drawing/2014/main" id="{0B36B7ED-11D3-ABA2-07F3-E5C3B6903DB8}"/>
              </a:ext>
            </a:extLst>
          </p:cNvPr>
          <p:cNvSpPr/>
          <p:nvPr/>
        </p:nvSpPr>
        <p:spPr bwMode="gray">
          <a:xfrm>
            <a:off x="7120916" y="2785215"/>
            <a:ext cx="1588536"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性能試験</a:t>
            </a:r>
          </a:p>
        </p:txBody>
      </p:sp>
      <p:sp>
        <p:nvSpPr>
          <p:cNvPr id="57" name="四角形: 角を丸くする 56">
            <a:extLst>
              <a:ext uri="{FF2B5EF4-FFF2-40B4-BE49-F238E27FC236}">
                <a16:creationId xmlns:a16="http://schemas.microsoft.com/office/drawing/2014/main" id="{8DBF02CA-125F-9E35-2504-DF1A68DA6B2F}"/>
              </a:ext>
            </a:extLst>
          </p:cNvPr>
          <p:cNvSpPr/>
          <p:nvPr/>
        </p:nvSpPr>
        <p:spPr bwMode="gray">
          <a:xfrm>
            <a:off x="1236849" y="2792973"/>
            <a:ext cx="2756602"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性能</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Facility</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58" name="四角形: 角を丸くする 57">
            <a:extLst>
              <a:ext uri="{FF2B5EF4-FFF2-40B4-BE49-F238E27FC236}">
                <a16:creationId xmlns:a16="http://schemas.microsoft.com/office/drawing/2014/main" id="{81417237-7BCD-B6EA-422F-3FC08177AC37}"/>
              </a:ext>
            </a:extLst>
          </p:cNvPr>
          <p:cNvSpPr/>
          <p:nvPr/>
        </p:nvSpPr>
        <p:spPr bwMode="gray">
          <a:xfrm>
            <a:off x="7157755" y="3864809"/>
            <a:ext cx="1120894" cy="277890"/>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kern="0">
                <a:solidFill>
                  <a:prstClr val="black"/>
                </a:solidFill>
                <a:latin typeface="Arial"/>
                <a:ea typeface="Yu Gothic UI"/>
                <a:cs typeface="Arial" panose="020B0604020202020204" pitchFamily="34" charset="0"/>
              </a:rPr>
              <a:t>Round1 </a:t>
            </a:r>
            <a:r>
              <a:rPr kumimoji="0" lang="ja-JP" altLang="en-US" sz="1200" kern="0">
                <a:solidFill>
                  <a:prstClr val="black"/>
                </a:solidFill>
                <a:latin typeface="Arial"/>
                <a:ea typeface="Yu Gothic UI"/>
                <a:cs typeface="Arial" panose="020B0604020202020204" pitchFamily="34" charset="0"/>
              </a:rPr>
              <a:t>データ移行</a:t>
            </a:r>
            <a:r>
              <a:rPr kumimoji="0" lang="en-US" altLang="ja-JP"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 </a:t>
            </a:r>
          </a:p>
        </p:txBody>
      </p:sp>
      <p:sp>
        <p:nvSpPr>
          <p:cNvPr id="63" name="四角形: 角を丸くする 62">
            <a:extLst>
              <a:ext uri="{FF2B5EF4-FFF2-40B4-BE49-F238E27FC236}">
                <a16:creationId xmlns:a16="http://schemas.microsoft.com/office/drawing/2014/main" id="{5AB9770A-D1EA-5FD6-9999-322CC1586E80}"/>
              </a:ext>
            </a:extLst>
          </p:cNvPr>
          <p:cNvSpPr/>
          <p:nvPr/>
        </p:nvSpPr>
        <p:spPr bwMode="gray">
          <a:xfrm>
            <a:off x="7157754" y="4540383"/>
            <a:ext cx="2275409" cy="490942"/>
          </a:xfrm>
          <a:prstGeom prst="roundRect">
            <a:avLst/>
          </a:prstGeom>
          <a:ln>
            <a:prstDash val="sysDash"/>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lvl="0" algn="ctr" fontAlgn="base">
              <a:spcBef>
                <a:spcPct val="0"/>
              </a:spcBef>
              <a:spcAft>
                <a:spcPct val="0"/>
              </a:spcAf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２展開</a:t>
            </a:r>
          </a:p>
        </p:txBody>
      </p:sp>
      <p:sp>
        <p:nvSpPr>
          <p:cNvPr id="65" name="四角形: 角を丸くする 64">
            <a:extLst>
              <a:ext uri="{FF2B5EF4-FFF2-40B4-BE49-F238E27FC236}">
                <a16:creationId xmlns:a16="http://schemas.microsoft.com/office/drawing/2014/main" id="{4B94B9BA-AB77-F1CD-5430-C55DE238BE62}"/>
              </a:ext>
            </a:extLst>
          </p:cNvPr>
          <p:cNvSpPr/>
          <p:nvPr/>
        </p:nvSpPr>
        <p:spPr bwMode="gray">
          <a:xfrm>
            <a:off x="9511469" y="5150883"/>
            <a:ext cx="1778718" cy="490942"/>
          </a:xfrm>
          <a:prstGeom prst="roundRect">
            <a:avLst/>
          </a:prstGeom>
          <a:ln>
            <a:prstDash val="sysDash"/>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lvl="0" algn="ctr" fontAlgn="base">
              <a:spcBef>
                <a:spcPct val="0"/>
              </a:spcBef>
              <a:spcAft>
                <a:spcPct val="0"/>
              </a:spcAf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Round3</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展開</a:t>
            </a:r>
          </a:p>
        </p:txBody>
      </p:sp>
      <p:cxnSp>
        <p:nvCxnSpPr>
          <p:cNvPr id="66" name="直線コネクタ 65">
            <a:extLst>
              <a:ext uri="{FF2B5EF4-FFF2-40B4-BE49-F238E27FC236}">
                <a16:creationId xmlns:a16="http://schemas.microsoft.com/office/drawing/2014/main" id="{2202BEC9-C5D1-C6E4-FE89-52BE677DAED8}"/>
              </a:ext>
            </a:extLst>
          </p:cNvPr>
          <p:cNvCxnSpPr>
            <a:cxnSpLocks/>
          </p:cNvCxnSpPr>
          <p:nvPr/>
        </p:nvCxnSpPr>
        <p:spPr>
          <a:xfrm>
            <a:off x="8716560"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7" name="正方形/長方形 66">
            <a:extLst>
              <a:ext uri="{FF2B5EF4-FFF2-40B4-BE49-F238E27FC236}">
                <a16:creationId xmlns:a16="http://schemas.microsoft.com/office/drawing/2014/main" id="{259D0577-A5C0-FE48-C7EE-6684D79BA595}"/>
              </a:ext>
            </a:extLst>
          </p:cNvPr>
          <p:cNvSpPr/>
          <p:nvPr/>
        </p:nvSpPr>
        <p:spPr bwMode="gray">
          <a:xfrm>
            <a:off x="8374332"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Round1GA</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68" name="直線コネクタ 67">
            <a:extLst>
              <a:ext uri="{FF2B5EF4-FFF2-40B4-BE49-F238E27FC236}">
                <a16:creationId xmlns:a16="http://schemas.microsoft.com/office/drawing/2014/main" id="{4BE95EF1-0B54-0794-C240-31889AF2CBAC}"/>
              </a:ext>
            </a:extLst>
          </p:cNvPr>
          <p:cNvCxnSpPr>
            <a:cxnSpLocks/>
          </p:cNvCxnSpPr>
          <p:nvPr/>
        </p:nvCxnSpPr>
        <p:spPr>
          <a:xfrm>
            <a:off x="876529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034DDE8F-E097-CB07-176B-D5ED3C4A97A3}"/>
              </a:ext>
            </a:extLst>
          </p:cNvPr>
          <p:cNvCxnSpPr>
            <a:cxnSpLocks/>
          </p:cNvCxnSpPr>
          <p:nvPr/>
        </p:nvCxnSpPr>
        <p:spPr>
          <a:xfrm>
            <a:off x="9439043"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0" name="正方形/長方形 69">
            <a:extLst>
              <a:ext uri="{FF2B5EF4-FFF2-40B4-BE49-F238E27FC236}">
                <a16:creationId xmlns:a16="http://schemas.microsoft.com/office/drawing/2014/main" id="{445069B9-4D77-023E-84D7-7DE311C7EBEB}"/>
              </a:ext>
            </a:extLst>
          </p:cNvPr>
          <p:cNvSpPr/>
          <p:nvPr/>
        </p:nvSpPr>
        <p:spPr bwMode="gray">
          <a:xfrm>
            <a:off x="9147854"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Round2GA</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74" name="直線コネクタ 73">
            <a:extLst>
              <a:ext uri="{FF2B5EF4-FFF2-40B4-BE49-F238E27FC236}">
                <a16:creationId xmlns:a16="http://schemas.microsoft.com/office/drawing/2014/main" id="{A82C34ED-59CD-FECD-8462-64046DF5BD91}"/>
              </a:ext>
            </a:extLst>
          </p:cNvPr>
          <p:cNvCxnSpPr>
            <a:cxnSpLocks/>
          </p:cNvCxnSpPr>
          <p:nvPr/>
        </p:nvCxnSpPr>
        <p:spPr>
          <a:xfrm>
            <a:off x="2030829"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5" name="テキスト ボックス 74">
            <a:extLst>
              <a:ext uri="{FF2B5EF4-FFF2-40B4-BE49-F238E27FC236}">
                <a16:creationId xmlns:a16="http://schemas.microsoft.com/office/drawing/2014/main" id="{0AABA1AE-3FCC-5B32-DB85-E4F452E1A67E}"/>
              </a:ext>
            </a:extLst>
          </p:cNvPr>
          <p:cNvSpPr txBox="1"/>
          <p:nvPr/>
        </p:nvSpPr>
        <p:spPr>
          <a:xfrm>
            <a:off x="2074511"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 name="四角形: 角を丸くする 2">
            <a:extLst>
              <a:ext uri="{FF2B5EF4-FFF2-40B4-BE49-F238E27FC236}">
                <a16:creationId xmlns:a16="http://schemas.microsoft.com/office/drawing/2014/main" id="{81BD2CC8-5AF4-CBDE-B7B8-3BA5DFF36E09}"/>
              </a:ext>
            </a:extLst>
          </p:cNvPr>
          <p:cNvSpPr/>
          <p:nvPr/>
        </p:nvSpPr>
        <p:spPr>
          <a:xfrm>
            <a:off x="4036547" y="2564512"/>
            <a:ext cx="4781677" cy="1938433"/>
          </a:xfrm>
          <a:prstGeom prst="roundRect">
            <a:avLst>
              <a:gd name="adj" fmla="val 5456"/>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0156BDFD-E0EA-04DE-E6E8-55BA3E349755}"/>
              </a:ext>
            </a:extLst>
          </p:cNvPr>
          <p:cNvSpPr txBox="1"/>
          <p:nvPr/>
        </p:nvSpPr>
        <p:spPr>
          <a:xfrm>
            <a:off x="4033732" y="2587937"/>
            <a:ext cx="6766132" cy="276999"/>
          </a:xfrm>
          <a:prstGeom prst="rect">
            <a:avLst/>
          </a:prstGeom>
          <a:noFill/>
        </p:spPr>
        <p:txBody>
          <a:bodyPr wrap="square">
            <a:spAutoFit/>
          </a:bodyPr>
          <a:lstStyle/>
          <a:p>
            <a:r>
              <a:rPr kumimoji="0" lang="en-US" altLang="ja-JP"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 1 </a:t>
            </a: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全体システム構築と先行運用</a:t>
            </a:r>
            <a:endParaRPr lang="ja-JP" altLang="en-US" sz="1200"/>
          </a:p>
        </p:txBody>
      </p:sp>
      <p:graphicFrame>
        <p:nvGraphicFramePr>
          <p:cNvPr id="9" name="表 8">
            <a:extLst>
              <a:ext uri="{FF2B5EF4-FFF2-40B4-BE49-F238E27FC236}">
                <a16:creationId xmlns:a16="http://schemas.microsoft.com/office/drawing/2014/main" id="{1B049202-C3C6-E6F7-1181-53CD19D188C8}"/>
              </a:ext>
            </a:extLst>
          </p:cNvPr>
          <p:cNvGraphicFramePr>
            <a:graphicFrameLocks noGrp="1"/>
          </p:cNvGraphicFramePr>
          <p:nvPr/>
        </p:nvGraphicFramePr>
        <p:xfrm>
          <a:off x="403231" y="3864809"/>
          <a:ext cx="2873349" cy="1916430"/>
        </p:xfrm>
        <a:graphic>
          <a:graphicData uri="http://schemas.openxmlformats.org/drawingml/2006/table">
            <a:tbl>
              <a:tblPr firstRow="1" bandRow="1">
                <a:tableStyleId>{5C22544A-7EE6-4342-B048-85BDC9FD1C3A}</a:tableStyleId>
              </a:tblPr>
              <a:tblGrid>
                <a:gridCol w="148988">
                  <a:extLst>
                    <a:ext uri="{9D8B030D-6E8A-4147-A177-3AD203B41FA5}">
                      <a16:colId xmlns:a16="http://schemas.microsoft.com/office/drawing/2014/main" val="1590383083"/>
                    </a:ext>
                  </a:extLst>
                </a:gridCol>
                <a:gridCol w="1039114">
                  <a:extLst>
                    <a:ext uri="{9D8B030D-6E8A-4147-A177-3AD203B41FA5}">
                      <a16:colId xmlns:a16="http://schemas.microsoft.com/office/drawing/2014/main" val="1710678529"/>
                    </a:ext>
                  </a:extLst>
                </a:gridCol>
                <a:gridCol w="1685247">
                  <a:extLst>
                    <a:ext uri="{9D8B030D-6E8A-4147-A177-3AD203B41FA5}">
                      <a16:colId xmlns:a16="http://schemas.microsoft.com/office/drawing/2014/main" val="2280072178"/>
                    </a:ext>
                  </a:extLst>
                </a:gridCol>
              </a:tblGrid>
              <a:tr h="0">
                <a:tc>
                  <a:txBody>
                    <a:bodyPr/>
                    <a:lstStyle/>
                    <a:p>
                      <a:r>
                        <a:rPr kumimoji="1" lang="en-US" altLang="ja-JP" sz="600" dirty="0"/>
                        <a:t>#</a:t>
                      </a:r>
                      <a:endParaRPr kumimoji="1" lang="ja-JP" altLang="en-US" sz="600" dirty="0"/>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dirty="0"/>
                        <a:t>代表</a:t>
                      </a:r>
                      <a:r>
                        <a:rPr kumimoji="1" lang="en-US" altLang="ja-JP" sz="600" dirty="0"/>
                        <a:t>DB</a:t>
                      </a:r>
                      <a:r>
                        <a:rPr kumimoji="1" lang="ja-JP" altLang="en-US" sz="600" dirty="0"/>
                        <a:t>名</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a:t>関連</a:t>
                      </a:r>
                      <a:r>
                        <a:rPr kumimoji="1" lang="en-US" altLang="ja-JP" sz="600"/>
                        <a:t>DB</a:t>
                      </a:r>
                      <a:r>
                        <a:rPr kumimoji="1" lang="ja-JP" altLang="en-US" sz="600"/>
                        <a:t>名　　　　　</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15882101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イオン</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3318491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5076731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2294341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 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33943938"/>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5</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4890753"/>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6</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イメージング</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1870362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7</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835244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8</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ガリナイ</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0542757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9</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4521938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10</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ディスプ</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ディスプ</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9244439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600" b="0" kern="1200" noProof="0" dirty="0">
                          <a:solidFill>
                            <a:schemeClr val="tx1"/>
                          </a:solidFill>
                          <a:latin typeface="+mn-lt"/>
                          <a:ea typeface="+mn-ea"/>
                          <a:cs typeface="+mn-cs"/>
                        </a:rPr>
                        <a:t>納入仕様書管理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zh-TW" altLang="en-US" sz="600" b="0" kern="1200" dirty="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749284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アーカイブ</a:t>
                      </a: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652646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仕様書 関連文書</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379878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品質情報ﾏｽﾀ</a:t>
                      </a:r>
                      <a:r>
                        <a:rPr kumimoji="1" lang="en-US" altLang="zh-TW" sz="600" b="0" kern="1200" dirty="0">
                          <a:solidFill>
                            <a:schemeClr val="tx1"/>
                          </a:solidFill>
                          <a:latin typeface="+mn-lt"/>
                          <a:ea typeface="+mn-ea"/>
                          <a:cs typeface="+mn-cs"/>
                        </a:rPr>
                        <a:t>-</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0244223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dirty="0">
                          <a:solidFill>
                            <a:schemeClr val="tx1"/>
                          </a:solidFill>
                          <a:latin typeface="+mn-lt"/>
                          <a:ea typeface="+mn-ea"/>
                          <a:cs typeface="+mn-cs"/>
                        </a:rPr>
                        <a:t>貿易管理・納入仕様書ＤＢ</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445465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a:solidFill>
                            <a:schemeClr val="tx1"/>
                          </a:solidFill>
                          <a:latin typeface="+mn-lt"/>
                          <a:ea typeface="+mn-ea"/>
                          <a:cs typeface="+mn-cs"/>
                        </a:rPr>
                        <a:t>納入仕様書システム</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98560373"/>
                  </a:ext>
                </a:extLst>
              </a:tr>
            </a:tbl>
          </a:graphicData>
        </a:graphic>
      </p:graphicFrame>
      <p:sp>
        <p:nvSpPr>
          <p:cNvPr id="16" name="テキスト ボックス 15">
            <a:extLst>
              <a:ext uri="{FF2B5EF4-FFF2-40B4-BE49-F238E27FC236}">
                <a16:creationId xmlns:a16="http://schemas.microsoft.com/office/drawing/2014/main" id="{3B2AFFD5-2193-A6D2-7ED0-36818492A140}"/>
              </a:ext>
            </a:extLst>
          </p:cNvPr>
          <p:cNvSpPr txBox="1"/>
          <p:nvPr/>
        </p:nvSpPr>
        <p:spPr>
          <a:xfrm>
            <a:off x="311630" y="3622150"/>
            <a:ext cx="6766560" cy="215444"/>
          </a:xfrm>
          <a:prstGeom prst="rect">
            <a:avLst/>
          </a:prstGeom>
          <a:noFill/>
        </p:spPr>
        <p:txBody>
          <a:bodyPr wrap="square">
            <a:spAutoFit/>
          </a:bodyPr>
          <a:lstStyle/>
          <a:p>
            <a:r>
              <a:rPr lang="en-US" altLang="ja-JP" sz="800" b="1"/>
              <a:t>Round1</a:t>
            </a:r>
            <a:r>
              <a:rPr lang="ja-JP" altLang="en-US" sz="800" b="1"/>
              <a:t>対象機能想定</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lstStyle/>
          <a:p>
            <a:r>
              <a:rPr lang="ja-JP" altLang="en-US"/>
              <a:t>見積もり</a:t>
            </a:r>
            <a:endParaRPr lang="ja-JP" altLang="en-US">
              <a:effectLst/>
            </a:endParaRPr>
          </a:p>
        </p:txBody>
      </p:sp>
      <p:graphicFrame>
        <p:nvGraphicFramePr>
          <p:cNvPr id="8" name="表 7">
            <a:extLst>
              <a:ext uri="{FF2B5EF4-FFF2-40B4-BE49-F238E27FC236}">
                <a16:creationId xmlns:a16="http://schemas.microsoft.com/office/drawing/2014/main" id="{EA5FED8C-15C3-BBF2-E85B-99DBE2ED9970}"/>
              </a:ext>
            </a:extLst>
          </p:cNvPr>
          <p:cNvGraphicFramePr>
            <a:graphicFrameLocks noGrp="1"/>
          </p:cNvGraphicFramePr>
          <p:nvPr>
            <p:extLst>
              <p:ext uri="{D42A27DB-BD31-4B8C-83A1-F6EECF244321}">
                <p14:modId xmlns:p14="http://schemas.microsoft.com/office/powerpoint/2010/main" val="3984966754"/>
              </p:ext>
            </p:extLst>
          </p:nvPr>
        </p:nvGraphicFramePr>
        <p:xfrm>
          <a:off x="479552" y="836570"/>
          <a:ext cx="11121173" cy="5184860"/>
        </p:xfrm>
        <a:graphic>
          <a:graphicData uri="http://schemas.openxmlformats.org/drawingml/2006/table">
            <a:tbl>
              <a:tblPr firstRow="1" bandRow="1">
                <a:tableStyleId>{7DF18680-E054-41AD-8BC1-D1AEF772440D}</a:tableStyleId>
              </a:tblPr>
              <a:tblGrid>
                <a:gridCol w="1964235">
                  <a:extLst>
                    <a:ext uri="{9D8B030D-6E8A-4147-A177-3AD203B41FA5}">
                      <a16:colId xmlns:a16="http://schemas.microsoft.com/office/drawing/2014/main" val="1822749168"/>
                    </a:ext>
                  </a:extLst>
                </a:gridCol>
                <a:gridCol w="1053894">
                  <a:extLst>
                    <a:ext uri="{9D8B030D-6E8A-4147-A177-3AD203B41FA5}">
                      <a16:colId xmlns:a16="http://schemas.microsoft.com/office/drawing/2014/main" val="1141317570"/>
                    </a:ext>
                  </a:extLst>
                </a:gridCol>
                <a:gridCol w="8103044">
                  <a:extLst>
                    <a:ext uri="{9D8B030D-6E8A-4147-A177-3AD203B41FA5}">
                      <a16:colId xmlns:a16="http://schemas.microsoft.com/office/drawing/2014/main" val="371397195"/>
                    </a:ext>
                  </a:extLst>
                </a:gridCol>
              </a:tblGrid>
              <a:tr h="191709">
                <a:tc>
                  <a:txBody>
                    <a:bodyPr/>
                    <a:lstStyle/>
                    <a:p>
                      <a:pPr marL="0" algn="l" defTabSz="914400" rtl="0" eaLnBrk="1" fontAlgn="b" latinLnBrk="0" hangingPunct="1"/>
                      <a:r>
                        <a:rPr lang="ja-JP" altLang="en-US" sz="1100" b="0" u="none" strike="noStrike" kern="1200">
                          <a:solidFill>
                            <a:schemeClr val="tx1"/>
                          </a:solidFill>
                          <a:effectLst/>
                        </a:rPr>
                        <a:t>工程</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工数（</a:t>
                      </a:r>
                      <a:r>
                        <a:rPr lang="de-DE" sz="1100" b="0" u="none" strike="noStrike" kern="1200">
                          <a:solidFill>
                            <a:schemeClr val="tx1"/>
                          </a:solidFill>
                          <a:effectLst/>
                        </a:rPr>
                        <a:t>MM）</a:t>
                      </a:r>
                      <a:endParaRPr lang="de-DE"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説明</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06662851"/>
                  </a:ext>
                </a:extLst>
              </a:tr>
              <a:tr h="1097971">
                <a:tc>
                  <a:txBody>
                    <a:bodyPr/>
                    <a:lstStyle/>
                    <a:p>
                      <a:pPr marL="0" algn="l" defTabSz="914400" rtl="0" eaLnBrk="1" fontAlgn="b" latinLnBrk="0" hangingPunct="1"/>
                      <a:r>
                        <a:rPr lang="ja-JP" altLang="en-US" sz="1050" b="0" u="none" strike="noStrike" kern="1200" dirty="0">
                          <a:solidFill>
                            <a:schemeClr val="tx1"/>
                          </a:solidFill>
                          <a:effectLst/>
                        </a:rPr>
                        <a:t>要件</a:t>
                      </a:r>
                      <a:r>
                        <a:rPr lang="ja-JP" altLang="en-US" sz="1050" b="0" u="none" strike="noStrike" kern="1200" dirty="0">
                          <a:solidFill>
                            <a:schemeClr val="tx1"/>
                          </a:solidFill>
                          <a:effectLst/>
                          <a:latin typeface="+mn-lt"/>
                          <a:ea typeface="+mn-ea"/>
                          <a:cs typeface="+mn-cs"/>
                        </a:rPr>
                        <a:t>定義理解、仕様確認</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■製品仕様書管理：</a:t>
                      </a:r>
                      <a:r>
                        <a:rPr lang="en-US" altLang="ja-JP" sz="1050" b="0" u="none" strike="noStrike" kern="1200" dirty="0">
                          <a:solidFill>
                            <a:schemeClr val="tx1"/>
                          </a:solidFill>
                          <a:effectLst/>
                        </a:rPr>
                        <a:t>4.20MM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4MD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2.20MM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納入仕様書管理：</a:t>
                      </a:r>
                      <a:r>
                        <a:rPr lang="en-US" altLang="ja-JP" sz="1050" b="0" u="none" strike="noStrike" kern="1200" dirty="0">
                          <a:solidFill>
                            <a:schemeClr val="tx1"/>
                          </a:solidFill>
                          <a:effectLst/>
                        </a:rPr>
                        <a:t>2.10MM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1.10MM</a:t>
                      </a:r>
                      <a:br>
                        <a:rPr lang="en-US" altLang="ja-JP" sz="90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その他個別</a:t>
                      </a:r>
                      <a:r>
                        <a:rPr lang="en-US" altLang="ja-JP" sz="1050" b="0" u="none" strike="noStrike" kern="1200" dirty="0">
                          <a:solidFill>
                            <a:schemeClr val="tx1"/>
                          </a:solidFill>
                          <a:effectLst/>
                        </a:rPr>
                        <a:t>DB</a:t>
                      </a:r>
                      <a:r>
                        <a:rPr lang="ja-JP" altLang="en-US" sz="1050" b="0" u="none" strike="noStrike" kern="1200" dirty="0">
                          <a:solidFill>
                            <a:schemeClr val="tx1"/>
                          </a:solidFill>
                          <a:effectLst/>
                        </a:rPr>
                        <a:t>：</a:t>
                      </a:r>
                      <a:r>
                        <a:rPr lang="en-US" altLang="ja-JP" sz="1050" b="0" u="none" strike="noStrike" kern="1200" dirty="0">
                          <a:solidFill>
                            <a:schemeClr val="tx1"/>
                          </a:solidFill>
                          <a:effectLst/>
                        </a:rPr>
                        <a:t>1.70MM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0.70MM</a:t>
                      </a:r>
                      <a:endParaRPr lang="en-US" altLang="ja-JP" sz="9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625447426"/>
                  </a:ext>
                </a:extLst>
              </a:tr>
              <a:tr h="365990">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構造設計＆</a:t>
                      </a:r>
                      <a:r>
                        <a:rPr lang="en-US" altLang="ja-JP" sz="1050" b="0" u="none" strike="noStrike" kern="1200" dirty="0">
                          <a:solidFill>
                            <a:schemeClr val="tx1"/>
                          </a:solidFill>
                          <a:effectLst/>
                          <a:latin typeface="+mn-lt"/>
                          <a:ea typeface="+mn-ea"/>
                          <a:cs typeface="+mn-cs"/>
                        </a:rPr>
                        <a:t>POC</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a:t>
                      </a:r>
                    </a:p>
                  </a:txBody>
                  <a:tcPr marL="0" marR="0" marT="0" marB="0" anchor="ctr"/>
                </a:tc>
                <a:tc>
                  <a:txBody>
                    <a:bodyPr/>
                    <a:lstStyle/>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Automation Flow</a:t>
                      </a:r>
                      <a:r>
                        <a:rPr lang="ja-JP" altLang="en-US" sz="1050" b="0" u="none" strike="noStrike" kern="1200" dirty="0">
                          <a:solidFill>
                            <a:schemeClr val="tx1"/>
                          </a:solidFill>
                          <a:effectLst/>
                          <a:latin typeface="+mn-lt"/>
                          <a:ea typeface="+mn-ea"/>
                          <a:cs typeface="+mn-cs"/>
                        </a:rPr>
                        <a:t>で複数ファイルまとめて</a:t>
                      </a:r>
                      <a:r>
                        <a:rPr lang="en-US" altLang="ja-JP" sz="1050" b="0" u="none" strike="noStrike" kern="1200" dirty="0">
                          <a:solidFill>
                            <a:schemeClr val="tx1"/>
                          </a:solidFill>
                          <a:effectLst/>
                          <a:latin typeface="+mn-lt"/>
                          <a:ea typeface="+mn-ea"/>
                          <a:cs typeface="+mn-cs"/>
                        </a:rPr>
                        <a:t>Download</a:t>
                      </a:r>
                      <a:r>
                        <a:rPr lang="ja-JP" altLang="en-US" sz="1050" b="0" u="none" strike="noStrike" kern="1200" dirty="0">
                          <a:solidFill>
                            <a:schemeClr val="tx1"/>
                          </a:solidFill>
                          <a:effectLst/>
                          <a:latin typeface="+mn-lt"/>
                          <a:ea typeface="+mn-ea"/>
                          <a:cs typeface="+mn-cs"/>
                        </a:rPr>
                        <a:t>とユーザにより個別ファイル</a:t>
                      </a:r>
                      <a:r>
                        <a:rPr lang="en-US" altLang="ja-JP" sz="1050" b="0" u="none" strike="noStrike" kern="1200" dirty="0">
                          <a:solidFill>
                            <a:schemeClr val="tx1"/>
                          </a:solidFill>
                          <a:effectLst/>
                          <a:latin typeface="+mn-lt"/>
                          <a:ea typeface="+mn-ea"/>
                          <a:cs typeface="+mn-cs"/>
                        </a:rPr>
                        <a:t>Upload/Download</a:t>
                      </a:r>
                      <a:r>
                        <a:rPr lang="ja-JP" altLang="en-US" sz="1050" b="0" u="none" strike="noStrike" kern="1200" dirty="0">
                          <a:solidFill>
                            <a:schemeClr val="tx1"/>
                          </a:solidFill>
                          <a:effectLst/>
                          <a:latin typeface="+mn-lt"/>
                          <a:ea typeface="+mn-ea"/>
                          <a:cs typeface="+mn-cs"/>
                        </a:rPr>
                        <a:t>のコスト差異がなし</a:t>
                      </a:r>
                      <a:endParaRPr lang="en-US" altLang="ja-JP" sz="1050" b="0" u="none" strike="noStrike" kern="1200" dirty="0">
                        <a:solidFill>
                          <a:schemeClr val="tx1"/>
                        </a:solidFill>
                        <a:effectLst/>
                        <a:latin typeface="+mn-lt"/>
                        <a:ea typeface="+mn-ea"/>
                        <a:cs typeface="+mn-cs"/>
                      </a:endParaRPr>
                    </a:p>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5000User</a:t>
                      </a:r>
                      <a:r>
                        <a:rPr lang="ja-JP" altLang="en-US" sz="1050" b="0" u="none" strike="noStrike" kern="1200" dirty="0">
                          <a:solidFill>
                            <a:schemeClr val="tx1"/>
                          </a:solidFill>
                          <a:effectLst/>
                          <a:latin typeface="+mn-lt"/>
                          <a:ea typeface="+mn-ea"/>
                          <a:cs typeface="+mn-cs"/>
                        </a:rPr>
                        <a:t>と</a:t>
                      </a:r>
                      <a:r>
                        <a:rPr lang="en-US" altLang="ja-JP" sz="1050" b="0" u="none" strike="noStrike" kern="1200" dirty="0">
                          <a:solidFill>
                            <a:schemeClr val="tx1"/>
                          </a:solidFill>
                          <a:effectLst/>
                          <a:latin typeface="+mn-lt"/>
                          <a:ea typeface="+mn-ea"/>
                          <a:cs typeface="+mn-cs"/>
                        </a:rPr>
                        <a:t>10000User</a:t>
                      </a:r>
                      <a:r>
                        <a:rPr lang="ja-JP" altLang="en-US" sz="1050" b="0" u="none" strike="noStrike" kern="1200" dirty="0">
                          <a:solidFill>
                            <a:schemeClr val="tx1"/>
                          </a:solidFill>
                          <a:effectLst/>
                          <a:latin typeface="+mn-lt"/>
                          <a:ea typeface="+mn-ea"/>
                          <a:cs typeface="+mn-cs"/>
                        </a:rPr>
                        <a:t>の影響は誤差範囲（</a:t>
                      </a:r>
                      <a:r>
                        <a:rPr lang="en-US" altLang="ja-JP" sz="1050" b="0" u="none" strike="noStrike" kern="1200" dirty="0">
                          <a:solidFill>
                            <a:schemeClr val="tx1"/>
                          </a:solidFill>
                          <a:effectLst/>
                          <a:latin typeface="+mn-lt"/>
                          <a:ea typeface="+mn-ea"/>
                          <a:cs typeface="+mn-cs"/>
                        </a:rPr>
                        <a:t>Sizing</a:t>
                      </a:r>
                      <a:r>
                        <a:rPr lang="ja-JP" altLang="en-US" sz="1050" b="0" u="none" strike="noStrike" kern="1200" dirty="0">
                          <a:solidFill>
                            <a:schemeClr val="tx1"/>
                          </a:solidFill>
                          <a:effectLst/>
                          <a:latin typeface="+mn-lt"/>
                          <a:ea typeface="+mn-ea"/>
                          <a:cs typeface="+mn-cs"/>
                        </a:rPr>
                        <a:t>と性能試験に影響するのみ、性能測定に</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年間データを考えると、略）</a:t>
                      </a:r>
                      <a:endParaRPr lang="en-US" altLang="ja-JP"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849158256"/>
                  </a:ext>
                </a:extLst>
              </a:tr>
              <a:tr h="182995">
                <a:tc>
                  <a:txBody>
                    <a:bodyPr/>
                    <a:lstStyle/>
                    <a:p>
                      <a:pPr marL="0" algn="l" defTabSz="914400" rtl="0" eaLnBrk="1" fontAlgn="b" latinLnBrk="0" hangingPunct="1"/>
                      <a:r>
                        <a:rPr lang="ja-JP" altLang="en-US" sz="1050" b="0" u="none" strike="noStrike" kern="1200" dirty="0">
                          <a:solidFill>
                            <a:schemeClr val="tx1"/>
                          </a:solidFill>
                          <a:effectLst/>
                        </a:rPr>
                        <a:t>システム設計①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12.82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開発単体①部分の設計、工数は開発単体工数</a:t>
                      </a:r>
                      <a:r>
                        <a:rPr lang="en-US" altLang="ja-JP" sz="1050" b="0" u="none" strike="noStrike" kern="1200" dirty="0">
                          <a:solidFill>
                            <a:schemeClr val="tx1"/>
                          </a:solidFill>
                          <a:effectLst/>
                        </a:rPr>
                        <a:t>×0.3</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2204961108"/>
                  </a:ext>
                </a:extLst>
              </a:tr>
              <a:tr h="182995">
                <a:tc>
                  <a:txBody>
                    <a:bodyPr/>
                    <a:lstStyle/>
                    <a:p>
                      <a:pPr marL="0" algn="l" defTabSz="914400" rtl="0" eaLnBrk="1" fontAlgn="b" latinLnBrk="0" hangingPunct="1"/>
                      <a:r>
                        <a:rPr lang="ja-JP" altLang="en-US" sz="1050" b="0" u="none" strike="noStrike" kern="1200" dirty="0">
                          <a:solidFill>
                            <a:schemeClr val="tx1"/>
                          </a:solidFill>
                          <a:effectLst/>
                        </a:rPr>
                        <a:t>システム設計②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開発単体②部分の設計、</a:t>
                      </a:r>
                      <a:r>
                        <a:rPr lang="en-US" altLang="ja-JP" sz="1050" b="0" u="none" strike="noStrike" kern="1200" dirty="0">
                          <a:solidFill>
                            <a:schemeClr val="tx1"/>
                          </a:solidFill>
                          <a:effectLst/>
                        </a:rPr>
                        <a:t>1</a:t>
                      </a:r>
                      <a:r>
                        <a:rPr lang="ja-JP" altLang="en-US" sz="1050" b="0" u="none" strike="noStrike" kern="1200" dirty="0">
                          <a:solidFill>
                            <a:schemeClr val="tx1"/>
                          </a:solidFill>
                          <a:effectLst/>
                        </a:rPr>
                        <a:t>機能１</a:t>
                      </a:r>
                      <a:r>
                        <a:rPr lang="en-US" altLang="ja-JP" sz="1050" b="0" u="none" strike="noStrike" kern="1200" dirty="0">
                          <a:solidFill>
                            <a:schemeClr val="tx1"/>
                          </a:solidFill>
                          <a:effectLst/>
                        </a:rPr>
                        <a:t>MM</a:t>
                      </a:r>
                      <a:r>
                        <a:rPr lang="ja-JP" altLang="en-US" sz="1050" b="0" u="none" strike="noStrike" kern="1200" dirty="0">
                          <a:solidFill>
                            <a:schemeClr val="tx1"/>
                          </a:solidFill>
                          <a:effectLst/>
                        </a:rPr>
                        <a:t>と概算する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66353059"/>
                  </a:ext>
                </a:extLst>
              </a:tr>
              <a:tr h="182995">
                <a:tc>
                  <a:txBody>
                    <a:bodyPr/>
                    <a:lstStyle/>
                    <a:p>
                      <a:pPr marL="0" algn="l" defTabSz="914400" rtl="0" eaLnBrk="1" fontAlgn="b" latinLnBrk="0" hangingPunct="1"/>
                      <a:r>
                        <a:rPr lang="ja-JP" altLang="en-US" sz="1050" b="0" u="none" strike="noStrike" kern="1200" dirty="0">
                          <a:solidFill>
                            <a:schemeClr val="tx1"/>
                          </a:solidFill>
                          <a:effectLst/>
                        </a:rPr>
                        <a:t>開発単体①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42.74 </a:t>
                      </a:r>
                    </a:p>
                  </a:txBody>
                  <a:tcPr marL="0" marR="0" marT="0" marB="0" anchor="ctr"/>
                </a:tc>
                <a:tc>
                  <a:txBody>
                    <a:bodyPr/>
                    <a:lstStyle/>
                    <a:p>
                      <a:pPr marL="0" algn="l" defTabSz="914400" rtl="0" eaLnBrk="1" fontAlgn="b" latinLnBrk="0" hangingPunct="1"/>
                      <a:r>
                        <a:rPr lang="ja-JP" altLang="en-US" sz="1050" b="0" u="none" strike="noStrike" kern="1200">
                          <a:solidFill>
                            <a:schemeClr val="tx1"/>
                          </a:solidFill>
                          <a:effectLst/>
                        </a:rPr>
                        <a:t>機能一覧の</a:t>
                      </a:r>
                      <a:r>
                        <a:rPr lang="en-US" altLang="ja-JP" sz="1050" b="0" u="none" strike="noStrike" kern="1200">
                          <a:solidFill>
                            <a:schemeClr val="tx1"/>
                          </a:solidFill>
                          <a:effectLst/>
                        </a:rPr>
                        <a:t>i12,i13</a:t>
                      </a:r>
                      <a:r>
                        <a:rPr lang="ja-JP" altLang="en-US" sz="1050" b="0" u="none" strike="noStrike" kern="1200">
                          <a:solidFill>
                            <a:schemeClr val="tx1"/>
                          </a:solidFill>
                          <a:effectLst/>
                        </a:rPr>
                        <a:t>以外、システム設計</a:t>
                      </a:r>
                      <a:endParaRPr lang="ja-JP" altLang="en-US" sz="105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15517710"/>
                  </a:ext>
                </a:extLst>
              </a:tr>
              <a:tr h="182995">
                <a:tc>
                  <a:txBody>
                    <a:bodyPr/>
                    <a:lstStyle/>
                    <a:p>
                      <a:pPr marL="0" algn="l" defTabSz="914400" rtl="0" eaLnBrk="1" fontAlgn="b" latinLnBrk="0" hangingPunct="1"/>
                      <a:r>
                        <a:rPr lang="ja-JP" altLang="en-US" sz="1050" b="0" u="none" strike="noStrike" kern="1200" dirty="0">
                          <a:solidFill>
                            <a:schemeClr val="tx1"/>
                          </a:solidFill>
                          <a:effectLst/>
                        </a:rPr>
                        <a:t>開発単体②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de-DE" sz="1050" b="0" u="none" strike="noStrike" kern="1200" dirty="0">
                          <a:solidFill>
                            <a:schemeClr val="tx1"/>
                          </a:solidFill>
                          <a:effectLst/>
                        </a:rPr>
                        <a:t>i12,i13</a:t>
                      </a:r>
                      <a:r>
                        <a:rPr lang="ja-JP" altLang="en-US" sz="1050" b="0" u="none" strike="noStrike" kern="1200" dirty="0">
                          <a:solidFill>
                            <a:schemeClr val="tx1"/>
                          </a:solidFill>
                          <a:effectLst/>
                        </a:rPr>
                        <a:t>分</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22087986"/>
                  </a:ext>
                </a:extLst>
              </a:tr>
              <a:tr h="182995">
                <a:tc>
                  <a:txBody>
                    <a:bodyPr/>
                    <a:lstStyle/>
                    <a:p>
                      <a:pPr marL="0" algn="l" defTabSz="914400" rtl="0" eaLnBrk="1" fontAlgn="b" latinLnBrk="0" hangingPunct="1"/>
                      <a:r>
                        <a:rPr lang="ja-JP" altLang="en-US" sz="1050" b="0" u="none" strike="noStrike" kern="1200" dirty="0">
                          <a:solidFill>
                            <a:schemeClr val="tx1"/>
                          </a:solidFill>
                          <a:effectLst/>
                        </a:rPr>
                        <a:t>結合テスト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8.55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開発単体①部分の結合テスト、工数は開発単体工数</a:t>
                      </a:r>
                      <a:r>
                        <a:rPr lang="en-US" altLang="ja-JP" sz="1050" b="0" u="none" strike="noStrike" kern="1200" dirty="0">
                          <a:solidFill>
                            <a:schemeClr val="tx1"/>
                          </a:solidFill>
                          <a:effectLst/>
                        </a:rPr>
                        <a:t>×0.2</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139015387"/>
                  </a:ext>
                </a:extLst>
              </a:tr>
              <a:tr h="182995">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仕様などリスク</a:t>
                      </a:r>
                      <a:r>
                        <a:rPr lang="en-US" altLang="ja-JP" sz="1050" b="0" u="none" strike="noStrike" kern="1200" dirty="0">
                          <a:solidFill>
                            <a:schemeClr val="tx1"/>
                          </a:solidFill>
                          <a:effectLst/>
                          <a:latin typeface="+mn-lt"/>
                          <a:ea typeface="+mn-ea"/>
                          <a:cs typeface="+mn-cs"/>
                        </a:rPr>
                        <a:t>Buffer</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20.00</a:t>
                      </a:r>
                    </a:p>
                  </a:txBody>
                  <a:tcPr marL="0" marR="0" marT="0" marB="0" anchor="ctr"/>
                </a:tc>
                <a:tc>
                  <a:txBody>
                    <a:bodyPr/>
                    <a:lstStyle/>
                    <a:p>
                      <a:pPr marL="0" algn="l" defTabSz="914400" rtl="0" eaLnBrk="1" fontAlgn="b" latinLnBrk="0" hangingPunct="1"/>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開発工数の</a:t>
                      </a:r>
                      <a:r>
                        <a:rPr lang="en-US" altLang="ja-JP" sz="1050" b="0" i="0" u="none" strike="noStrike" kern="1200" dirty="0">
                          <a:solidFill>
                            <a:schemeClr val="tx1"/>
                          </a:solidFill>
                          <a:effectLst/>
                          <a:latin typeface="Meiryo UI" panose="020B0604030504040204" pitchFamily="50" charset="-128"/>
                          <a:ea typeface="Meiryo UI" panose="020B0604030504040204" pitchFamily="50" charset="-128"/>
                          <a:cs typeface="+mn-cs"/>
                        </a:rPr>
                        <a:t>20%</a:t>
                      </a:r>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程度　（添付ファイルは</a:t>
                      </a:r>
                      <a:r>
                        <a:rPr lang="en-US" altLang="ja-JP" sz="1050" b="0" i="0" u="none" strike="noStrike" kern="1200" dirty="0">
                          <a:solidFill>
                            <a:schemeClr val="tx1"/>
                          </a:solidFill>
                          <a:effectLst/>
                          <a:latin typeface="Meiryo UI" panose="020B0604030504040204" pitchFamily="50" charset="-128"/>
                          <a:ea typeface="Meiryo UI" panose="020B0604030504040204" pitchFamily="50" charset="-128"/>
                          <a:cs typeface="+mn-cs"/>
                        </a:rPr>
                        <a:t>Dataverse</a:t>
                      </a:r>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へ保存する場合、</a:t>
                      </a:r>
                      <a:r>
                        <a:rPr lang="en-US" altLang="ja-JP" sz="1050" b="0" i="0" u="none" strike="noStrike" kern="1200" dirty="0">
                          <a:solidFill>
                            <a:schemeClr val="tx1"/>
                          </a:solidFill>
                          <a:effectLst/>
                          <a:latin typeface="Meiryo UI" panose="020B0604030504040204" pitchFamily="50" charset="-128"/>
                          <a:ea typeface="Meiryo UI" panose="020B0604030504040204" pitchFamily="50" charset="-128"/>
                          <a:cs typeface="+mn-cs"/>
                        </a:rPr>
                        <a:t>8</a:t>
                      </a:r>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人月程度含む）</a:t>
                      </a:r>
                    </a:p>
                  </a:txBody>
                  <a:tcPr marL="0" marR="0" marT="0" marB="0" anchor="ctr"/>
                </a:tc>
                <a:extLst>
                  <a:ext uri="{0D108BD9-81ED-4DB2-BD59-A6C34878D82A}">
                    <a16:rowId xmlns:a16="http://schemas.microsoft.com/office/drawing/2014/main" val="1502352858"/>
                  </a:ext>
                </a:extLst>
              </a:tr>
              <a:tr h="1882235">
                <a:tc>
                  <a:txBody>
                    <a:bodyPr/>
                    <a:lstStyle/>
                    <a:p>
                      <a:pPr marL="0" algn="l" defTabSz="914400" rtl="0" eaLnBrk="1" fontAlgn="b" latinLnBrk="0" hangingPunct="1"/>
                      <a:r>
                        <a:rPr lang="ja-JP" altLang="en-US" sz="1050" b="0" u="none" strike="noStrike" kern="1200" dirty="0">
                          <a:solidFill>
                            <a:schemeClr val="tx1"/>
                          </a:solidFill>
                          <a:effectLst/>
                        </a:rPr>
                        <a:t>移行</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25.95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■移行開発</a:t>
                      </a:r>
                      <a:br>
                        <a:rPr lang="ja-JP" altLang="en-US"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①製品仕様書管理：</a:t>
                      </a:r>
                      <a:r>
                        <a:rPr lang="en-US" altLang="ja-JP" sz="900" b="0" u="none" strike="noStrike" kern="1200" dirty="0">
                          <a:solidFill>
                            <a:schemeClr val="tx1"/>
                          </a:solidFill>
                          <a:effectLst/>
                        </a:rPr>
                        <a:t>10.50MM</a:t>
                      </a:r>
                      <a:br>
                        <a:rPr lang="en-US" altLang="ja-JP" sz="900" b="0" u="none" strike="noStrike" kern="1200" dirty="0">
                          <a:solidFill>
                            <a:schemeClr val="tx1"/>
                          </a:solidFill>
                          <a:effectLst/>
                        </a:rPr>
                      </a:br>
                      <a:r>
                        <a:rPr lang="en-US" altLang="ja-JP" sz="900" b="0" u="none" strike="noStrike" kern="1200" dirty="0">
                          <a:solidFill>
                            <a:schemeClr val="tx1"/>
                          </a:solidFill>
                          <a:effectLst/>
                        </a:rPr>
                        <a:t>  </a:t>
                      </a: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5.00MM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10MD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5.50MM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②納入仕様書管理：</a:t>
                      </a:r>
                      <a:r>
                        <a:rPr lang="en-US" altLang="ja-JP" sz="900" b="0" u="none" strike="noStrike" kern="1200" dirty="0">
                          <a:solidFill>
                            <a:schemeClr val="tx1"/>
                          </a:solidFill>
                          <a:effectLst/>
                        </a:rPr>
                        <a:t>4.75MM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③その他個別</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a:t>
                      </a:r>
                      <a:r>
                        <a:rPr lang="en-US" altLang="ja-JP" sz="900" b="0" u="none" strike="noStrike" kern="1200" dirty="0">
                          <a:solidFill>
                            <a:schemeClr val="tx1"/>
                          </a:solidFill>
                          <a:effectLst/>
                        </a:rPr>
                        <a:t>2.35MM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0.35MM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移行手順書作成：</a:t>
                      </a:r>
                      <a:r>
                        <a:rPr lang="en-US" altLang="ja-JP" sz="1050" b="0" u="none" strike="noStrike" kern="1200" dirty="0">
                          <a:solidFill>
                            <a:schemeClr val="tx1"/>
                          </a:solidFill>
                          <a:effectLst/>
                        </a:rPr>
                        <a:t>1.00MM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20MD</a:t>
                      </a:r>
                      <a:r>
                        <a:rPr lang="ja-JP" altLang="en-US" sz="900" b="0" u="none" strike="noStrike" kern="1200" dirty="0">
                          <a:solidFill>
                            <a:schemeClr val="tx1"/>
                          </a:solidFill>
                          <a:effectLst/>
                        </a:rPr>
                        <a:t>の作業想定（メインはそれぞれの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で、残りの</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はコピー展開）</a:t>
                      </a:r>
                      <a:br>
                        <a:rPr lang="ja-JP" altLang="en-US" sz="900" b="0" u="none" strike="noStrike" kern="1200" dirty="0">
                          <a:solidFill>
                            <a:schemeClr val="tx1"/>
                          </a:solidFill>
                          <a:effectLst/>
                        </a:rPr>
                      </a:br>
                      <a:r>
                        <a:rPr lang="ja-JP" altLang="en-US" sz="1050" b="0" u="none" strike="noStrike" kern="1200" dirty="0">
                          <a:solidFill>
                            <a:schemeClr val="tx1"/>
                          </a:solidFill>
                          <a:effectLst/>
                        </a:rPr>
                        <a:t>■移行リハーサル：</a:t>
                      </a:r>
                      <a:r>
                        <a:rPr lang="en-US" altLang="ja-JP" sz="1050" b="0" u="none" strike="noStrike" kern="1200" dirty="0">
                          <a:solidFill>
                            <a:schemeClr val="tx1"/>
                          </a:solidFill>
                          <a:effectLst/>
                        </a:rPr>
                        <a:t>7.60MM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マインはそれぞれの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en-US" altLang="ja-JP" sz="900" b="0" u="none" strike="noStrike" kern="1200" dirty="0">
                          <a:solidFill>
                            <a:schemeClr val="tx1"/>
                          </a:solidFill>
                          <a:effectLst/>
                          <a:latin typeface="+mn-lt"/>
                          <a:ea typeface="+mn-ea"/>
                          <a:cs typeface="+mn-cs"/>
                        </a:rPr>
                        <a:t>3</a:t>
                      </a:r>
                      <a:r>
                        <a:rPr lang="ja-JP" altLang="en-US" sz="900" b="0" u="none" strike="noStrike" kern="1200" dirty="0">
                          <a:solidFill>
                            <a:schemeClr val="tx1"/>
                          </a:solidFill>
                          <a:effectLst/>
                          <a:latin typeface="+mn-lt"/>
                          <a:ea typeface="+mn-ea"/>
                          <a:cs typeface="+mn-cs"/>
                        </a:rPr>
                        <a:t>回実施で</a:t>
                      </a:r>
                      <a:r>
                        <a:rPr lang="en-US" altLang="ja-JP" sz="900" b="0" u="none" strike="noStrike" kern="1200" dirty="0">
                          <a:solidFill>
                            <a:schemeClr val="tx1"/>
                          </a:solidFill>
                          <a:effectLst/>
                        </a:rPr>
                        <a:t>12MD/</a:t>
                      </a:r>
                      <a:r>
                        <a:rPr lang="ja-JP" altLang="en-US" sz="900" b="0" u="none" strike="noStrike" kern="1200" dirty="0">
                          <a:solidFill>
                            <a:schemeClr val="tx1"/>
                          </a:solidFill>
                          <a:effectLst/>
                        </a:rPr>
                        <a:t>システム、残り</a:t>
                      </a:r>
                      <a:r>
                        <a:rPr lang="en-US" altLang="ja-JP" sz="900" b="0" u="none" strike="noStrike" kern="1200" dirty="0">
                          <a:solidFill>
                            <a:schemeClr val="tx1"/>
                          </a:solidFill>
                          <a:effectLst/>
                        </a:rPr>
                        <a:t>29</a:t>
                      </a:r>
                      <a:r>
                        <a:rPr lang="ja-JP" altLang="en-US" sz="900" b="0" u="none" strike="noStrike" kern="1200" dirty="0">
                          <a:solidFill>
                            <a:schemeClr val="tx1"/>
                          </a:solidFill>
                          <a:effectLst/>
                          <a:latin typeface="+mn-lt"/>
                          <a:ea typeface="+mn-ea"/>
                          <a:cs typeface="+mn-cs"/>
                        </a:rPr>
                        <a:t>システムは</a:t>
                      </a:r>
                      <a:r>
                        <a:rPr lang="en-US" altLang="ja-JP" sz="900" b="0" u="none" strike="noStrike" kern="1200" dirty="0">
                          <a:solidFill>
                            <a:schemeClr val="tx1"/>
                          </a:solidFill>
                          <a:effectLst/>
                          <a:latin typeface="+mn-lt"/>
                          <a:ea typeface="+mn-ea"/>
                          <a:cs typeface="+mn-cs"/>
                        </a:rPr>
                        <a:t>2</a:t>
                      </a:r>
                      <a:r>
                        <a:rPr lang="ja-JP" altLang="en-US" sz="900" b="0" u="none" strike="noStrike" kern="1200" dirty="0">
                          <a:solidFill>
                            <a:schemeClr val="tx1"/>
                          </a:solidFill>
                          <a:effectLst/>
                          <a:latin typeface="+mn-lt"/>
                          <a:ea typeface="+mn-ea"/>
                          <a:cs typeface="+mn-cs"/>
                        </a:rPr>
                        <a:t>回実施</a:t>
                      </a:r>
                      <a:r>
                        <a:rPr lang="en-US" altLang="ja-JP" sz="900" b="0" u="none" strike="noStrike" kern="1200" dirty="0">
                          <a:solidFill>
                            <a:schemeClr val="tx1"/>
                          </a:solidFill>
                          <a:effectLst/>
                          <a:latin typeface="+mn-lt"/>
                          <a:ea typeface="+mn-ea"/>
                          <a:cs typeface="+mn-cs"/>
                        </a:rPr>
                        <a:t>4MD</a:t>
                      </a:r>
                      <a:r>
                        <a:rPr lang="en-US" altLang="ja-JP" sz="900" b="0" u="none" strike="noStrike" kern="1200" dirty="0">
                          <a:solidFill>
                            <a:schemeClr val="tx1"/>
                          </a:solidFill>
                          <a:effectLst/>
                        </a:rPr>
                        <a:t>/</a:t>
                      </a:r>
                      <a:r>
                        <a:rPr lang="ja-JP" altLang="en-US" sz="900" b="0" u="none" strike="noStrike" kern="1200" dirty="0">
                          <a:solidFill>
                            <a:schemeClr val="tx1"/>
                          </a:solidFill>
                          <a:effectLst/>
                        </a:rPr>
                        <a:t>システム</a:t>
                      </a:r>
                      <a:endParaRPr lang="ja-JP" altLang="en-US" sz="1050" b="0" i="0" u="none" strike="sngStrike" kern="1200" baseline="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705557341"/>
                  </a:ext>
                </a:extLst>
              </a:tr>
              <a:tr h="182995">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性能測定、</a:t>
                      </a:r>
                      <a:r>
                        <a:rPr lang="en-US" altLang="ja-JP" sz="1050" b="0" u="none" strike="noStrike" kern="1200" dirty="0">
                          <a:solidFill>
                            <a:schemeClr val="tx1"/>
                          </a:solidFill>
                          <a:effectLst/>
                          <a:latin typeface="+mn-lt"/>
                          <a:ea typeface="+mn-ea"/>
                          <a:cs typeface="+mn-cs"/>
                        </a:rPr>
                        <a:t>Tunning</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6.00</a:t>
                      </a:r>
                    </a:p>
                  </a:txBody>
                  <a:tcPr marL="0" marR="0" marT="0" marB="0" anchor="ctr"/>
                </a:tc>
                <a:tc>
                  <a:txBody>
                    <a:bodyPr/>
                    <a:lstStyle/>
                    <a:p>
                      <a:pPr marL="0" algn="l" defTabSz="914400" rtl="0" eaLnBrk="1" fontAlgn="b" latinLnBrk="0" hangingPunct="1"/>
                      <a:endParaRPr lang="ja-JP" altLang="en-US"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1346797334"/>
                  </a:ext>
                </a:extLst>
              </a:tr>
              <a:tr h="182995">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検収対応、</a:t>
                      </a:r>
                      <a:r>
                        <a:rPr lang="en-US" altLang="ja-JP" sz="1050" b="0" u="none" strike="noStrike" kern="1200" dirty="0">
                          <a:solidFill>
                            <a:schemeClr val="tx1"/>
                          </a:solidFill>
                          <a:effectLst/>
                          <a:latin typeface="+mn-lt"/>
                          <a:ea typeface="+mn-ea"/>
                          <a:cs typeface="+mn-cs"/>
                        </a:rPr>
                        <a:t>UAT</a:t>
                      </a:r>
                      <a:r>
                        <a:rPr lang="ja-JP" altLang="en-US" sz="1050" b="0" u="none" strike="noStrike" kern="1200" dirty="0">
                          <a:solidFill>
                            <a:schemeClr val="tx1"/>
                          </a:solidFill>
                          <a:effectLst/>
                          <a:latin typeface="+mn-lt"/>
                          <a:ea typeface="+mn-ea"/>
                          <a:cs typeface="+mn-cs"/>
                        </a:rPr>
                        <a:t>支援、リリース</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32.00</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システム毎に、</a:t>
                      </a:r>
                      <a:r>
                        <a:rPr lang="en-US" altLang="ja-JP" sz="1050" b="0" u="none" strike="noStrike" kern="1200" dirty="0">
                          <a:solidFill>
                            <a:schemeClr val="tx1"/>
                          </a:solidFill>
                          <a:effectLst/>
                          <a:latin typeface="+mn-lt"/>
                          <a:ea typeface="+mn-ea"/>
                          <a:cs typeface="+mn-cs"/>
                        </a:rPr>
                        <a:t>1MM*32</a:t>
                      </a:r>
                      <a:endParaRPr lang="ja-JP" altLang="en-US"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3197948973"/>
                  </a:ext>
                </a:extLst>
              </a:tr>
              <a:tr h="182995">
                <a:tc>
                  <a:txBody>
                    <a:bodyPr/>
                    <a:lstStyle/>
                    <a:p>
                      <a:pPr marL="0" algn="l" defTabSz="914400" rtl="0" eaLnBrk="1" fontAlgn="b" latinLnBrk="0" hangingPunct="1"/>
                      <a:r>
                        <a:rPr lang="ja-JP" altLang="en-US" sz="1050" b="0" u="none" strike="noStrike" kern="1200">
                          <a:solidFill>
                            <a:schemeClr val="tx1"/>
                          </a:solidFill>
                          <a:effectLst/>
                          <a:latin typeface="+mn-lt"/>
                          <a:ea typeface="+mn-ea"/>
                          <a:cs typeface="+mn-cs"/>
                        </a:rPr>
                        <a:t>初期サポート</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32.00</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システム毎に、</a:t>
                      </a:r>
                      <a:r>
                        <a:rPr lang="en-US" altLang="ja-JP" sz="1050" b="0" u="none" strike="noStrike" kern="1200" dirty="0">
                          <a:solidFill>
                            <a:schemeClr val="tx1"/>
                          </a:solidFill>
                          <a:effectLst/>
                          <a:latin typeface="+mn-lt"/>
                          <a:ea typeface="+mn-ea"/>
                          <a:cs typeface="+mn-cs"/>
                        </a:rPr>
                        <a:t>1MM*32</a:t>
                      </a:r>
                      <a:r>
                        <a:rPr lang="ja-JP" altLang="en-US" sz="1050" b="0" u="none" strike="noStrike" kern="1200" dirty="0">
                          <a:solidFill>
                            <a:schemeClr val="tx1"/>
                          </a:solidFill>
                          <a:effectLst/>
                          <a:latin typeface="+mn-lt"/>
                          <a:ea typeface="+mn-ea"/>
                          <a:cs typeface="+mn-cs"/>
                        </a:rPr>
                        <a:t>（</a:t>
                      </a:r>
                      <a:r>
                        <a:rPr lang="en-US" altLang="ja-JP" sz="1050" b="0" u="none" strike="noStrike" kern="1200" dirty="0">
                          <a:solidFill>
                            <a:schemeClr val="tx1"/>
                          </a:solidFill>
                          <a:effectLst/>
                          <a:latin typeface="+mn-lt"/>
                          <a:ea typeface="+mn-ea"/>
                          <a:cs typeface="+mn-cs"/>
                        </a:rPr>
                        <a:t>2</a:t>
                      </a:r>
                      <a:r>
                        <a:rPr lang="ja-JP" altLang="en-US" sz="1050" b="0" u="none" strike="noStrike" kern="1200" dirty="0">
                          <a:solidFill>
                            <a:schemeClr val="tx1"/>
                          </a:solidFill>
                          <a:effectLst/>
                          <a:latin typeface="+mn-lt"/>
                          <a:ea typeface="+mn-ea"/>
                          <a:cs typeface="+mn-cs"/>
                        </a:rPr>
                        <a:t>－</a:t>
                      </a:r>
                      <a:r>
                        <a:rPr lang="en-US" altLang="ja-JP" sz="1050" b="0" u="none" strike="noStrike" kern="1200" dirty="0">
                          <a:solidFill>
                            <a:schemeClr val="tx1"/>
                          </a:solidFill>
                          <a:effectLst/>
                          <a:latin typeface="+mn-lt"/>
                          <a:ea typeface="+mn-ea"/>
                          <a:cs typeface="+mn-cs"/>
                        </a:rPr>
                        <a:t>4</a:t>
                      </a:r>
                      <a:r>
                        <a:rPr lang="ja-JP" altLang="en-US" sz="1050" b="0" u="none" strike="noStrike" kern="1200" dirty="0">
                          <a:solidFill>
                            <a:schemeClr val="tx1"/>
                          </a:solidFill>
                          <a:effectLst/>
                          <a:latin typeface="+mn-lt"/>
                          <a:ea typeface="+mn-ea"/>
                          <a:cs typeface="+mn-cs"/>
                        </a:rPr>
                        <a:t>週間程度の問い合わせ</a:t>
                      </a:r>
                      <a:r>
                        <a:rPr lang="en-US" altLang="ja-JP" sz="1050" b="0" u="none" strike="noStrike" kern="1200" dirty="0">
                          <a:solidFill>
                            <a:schemeClr val="tx1"/>
                          </a:solidFill>
                          <a:effectLst/>
                          <a:latin typeface="+mn-lt"/>
                          <a:ea typeface="+mn-ea"/>
                          <a:cs typeface="+mn-cs"/>
                        </a:rPr>
                        <a:t>,</a:t>
                      </a:r>
                      <a:r>
                        <a:rPr lang="ja-JP" altLang="en-US" sz="1050" b="0" u="none" strike="noStrike" kern="1200" dirty="0">
                          <a:solidFill>
                            <a:schemeClr val="tx1"/>
                          </a:solidFill>
                          <a:effectLst/>
                          <a:latin typeface="+mn-lt"/>
                          <a:ea typeface="+mn-ea"/>
                          <a:cs typeface="+mn-cs"/>
                        </a:rPr>
                        <a:t>対応）、初期稼働後の運用保守は該当見積もり範囲外（備考参照）</a:t>
                      </a:r>
                    </a:p>
                  </a:txBody>
                  <a:tcPr marL="0" marR="0" marT="0" marB="0" anchor="ctr"/>
                </a:tc>
                <a:extLst>
                  <a:ext uri="{0D108BD9-81ED-4DB2-BD59-A6C34878D82A}">
                    <a16:rowId xmlns:a16="http://schemas.microsoft.com/office/drawing/2014/main" val="83785411"/>
                  </a:ext>
                </a:extLst>
              </a:tr>
            </a:tbl>
          </a:graphicData>
        </a:graphic>
      </p:graphicFrame>
      <p:sp>
        <p:nvSpPr>
          <p:cNvPr id="5" name="テキスト ボックス 4">
            <a:extLst>
              <a:ext uri="{FF2B5EF4-FFF2-40B4-BE49-F238E27FC236}">
                <a16:creationId xmlns:a16="http://schemas.microsoft.com/office/drawing/2014/main" id="{5F2B4342-4843-AA7D-BBBC-EEDC3E1CB57B}"/>
              </a:ext>
            </a:extLst>
          </p:cNvPr>
          <p:cNvSpPr txBox="1"/>
          <p:nvPr/>
        </p:nvSpPr>
        <p:spPr>
          <a:xfrm>
            <a:off x="453136" y="6086581"/>
            <a:ext cx="8280400" cy="338554"/>
          </a:xfrm>
          <a:prstGeom prst="rect">
            <a:avLst/>
          </a:prstGeom>
          <a:noFill/>
        </p:spPr>
        <p:txBody>
          <a:bodyPr wrap="square" rtlCol="0">
            <a:spAutoFit/>
          </a:bodyPr>
          <a:lstStyle/>
          <a:p>
            <a:r>
              <a:rPr kumimoji="1" lang="ja-JP" altLang="en-US" sz="1600" dirty="0"/>
              <a:t>工数：</a:t>
            </a:r>
            <a:r>
              <a:rPr kumimoji="1" lang="en-US" altLang="ja-JP" sz="1600" dirty="0"/>
              <a:t>213.06MM</a:t>
            </a:r>
            <a:r>
              <a:rPr kumimoji="1" lang="ja-JP" altLang="en-US" sz="1600" dirty="0"/>
              <a:t>、</a:t>
            </a:r>
            <a:r>
              <a:rPr lang="ja-JP" altLang="en-US" sz="1600" dirty="0"/>
              <a:t>費用： </a:t>
            </a:r>
            <a:r>
              <a:rPr kumimoji="1" lang="en-US" altLang="ja-JP" sz="1600" dirty="0"/>
              <a:t>1.53</a:t>
            </a:r>
            <a:r>
              <a:rPr kumimoji="1" lang="ja-JP" altLang="en-US" sz="1600" dirty="0"/>
              <a:t>億</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lstStyle/>
          <a:p>
            <a:r>
              <a:rPr lang="zh-CN" altLang="en-US"/>
              <a:t>結論</a:t>
            </a:r>
            <a:endParaRPr lang="zh-CN" altLang="en-US">
              <a:effectLst/>
            </a:endParaRPr>
          </a:p>
        </p:txBody>
      </p:sp>
      <p:sp>
        <p:nvSpPr>
          <p:cNvPr id="15" name="テキスト ボックス 14"/>
          <p:cNvSpPr txBox="1"/>
          <p:nvPr/>
        </p:nvSpPr>
        <p:spPr>
          <a:xfrm>
            <a:off x="414336" y="783771"/>
            <a:ext cx="11490793" cy="532424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提案のまとめ: </a:t>
            </a:r>
            <a:endParaRPr kumimoji="0" lang="en-US" altLang="zh-CN">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本方案により、効率的でセキュアな</a:t>
            </a:r>
            <a:r>
              <a:rPr kumimoji="0" lang="ja-JP" altLang="en-US">
                <a:latin typeface="Arial" panose="020B0604020202020204" pitchFamily="34" charset="0"/>
              </a:rPr>
              <a:t>文書</a:t>
            </a:r>
            <a:r>
              <a:rPr kumimoji="0" lang="zh-CN" altLang="zh-CN">
                <a:latin typeface="Arial" panose="020B0604020202020204" pitchFamily="34" charset="0"/>
              </a:rPr>
              <a:t>管理を実現。</a:t>
            </a:r>
            <a:endParaRPr kumimoji="0" lang="en-US" altLang="zh-CN">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ja-JP">
                <a:latin typeface="Arial" panose="020B0604020202020204" pitchFamily="34" charset="0"/>
              </a:rPr>
              <a:t>3</a:t>
            </a:r>
            <a:r>
              <a:rPr kumimoji="0" lang="en-US" altLang="ja-JP" baseline="30000">
                <a:latin typeface="Arial" panose="020B0604020202020204" pitchFamily="34" charset="0"/>
              </a:rPr>
              <a:t>rd</a:t>
            </a:r>
            <a:r>
              <a:rPr kumimoji="0" lang="en-US" altLang="ja-JP">
                <a:latin typeface="Arial" panose="020B0604020202020204" pitchFamily="34" charset="0"/>
              </a:rPr>
              <a:t> Party</a:t>
            </a:r>
            <a:r>
              <a:rPr kumimoji="0" lang="ja-JP" altLang="en-US">
                <a:latin typeface="Arial" panose="020B0604020202020204" pitchFamily="34" charset="0"/>
              </a:rPr>
              <a:t>の</a:t>
            </a:r>
            <a:r>
              <a:rPr kumimoji="0" lang="en-US" altLang="ja-JP">
                <a:latin typeface="Arial" panose="020B0604020202020204" pitchFamily="34" charset="0"/>
              </a:rPr>
              <a:t>CMS</a:t>
            </a:r>
            <a:r>
              <a:rPr kumimoji="0" lang="ja-JP" altLang="en-US">
                <a:latin typeface="Arial" panose="020B0604020202020204" pitchFamily="34" charset="0"/>
              </a:rPr>
              <a:t>パッケージを導入せず、</a:t>
            </a:r>
            <a:r>
              <a:rPr kumimoji="0" lang="en-US" altLang="ja-JP">
                <a:latin typeface="Arial" panose="020B0604020202020204" pitchFamily="34" charset="0"/>
              </a:rPr>
              <a:t>10</a:t>
            </a:r>
            <a:r>
              <a:rPr kumimoji="0" lang="ja-JP" altLang="en-US">
                <a:latin typeface="Arial" panose="020B0604020202020204" pitchFamily="34" charset="0"/>
              </a:rPr>
              <a:t>年間数億のライセンス費用節約</a:t>
            </a:r>
            <a:r>
              <a:rPr kumimoji="0" lang="zh-CN" altLang="zh-CN">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次ステップ:</a:t>
            </a:r>
            <a:endParaRPr kumimoji="0" lang="en-US" altLang="zh-CN">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ja-JP">
                <a:latin typeface="Arial" panose="020B0604020202020204" pitchFamily="34" charset="0"/>
              </a:rPr>
              <a:t>Q/A</a:t>
            </a:r>
            <a:r>
              <a:rPr kumimoji="0" lang="ja-JP" altLang="en-US">
                <a:latin typeface="Arial" panose="020B0604020202020204" pitchFamily="34" charset="0"/>
              </a:rPr>
              <a:t>ミーティングの日程調整</a:t>
            </a:r>
            <a:endParaRPr kumimoji="0" lang="en-US" altLang="ja-JP">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本方案</a:t>
            </a:r>
            <a:r>
              <a:rPr kumimoji="0" lang="ja-JP" altLang="en-US">
                <a:latin typeface="Arial" panose="020B0604020202020204" pitchFamily="34" charset="0"/>
              </a:rPr>
              <a:t>に合意が取れた場合、社内稟議に必要となる期間の確認</a:t>
            </a:r>
            <a:endParaRPr kumimoji="0" lang="zh-CN" altLang="zh-CN">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連絡先: </a:t>
            </a:r>
            <a:endParaRPr kumimoji="0" lang="en-US" altLang="zh-CN">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a:latin typeface="Arial" panose="020B0604020202020204" pitchFamily="34" charset="0"/>
                <a:hlinkClick r:id="rId3"/>
              </a:rPr>
              <a:t>yli@gcsoft-jp.com</a:t>
            </a:r>
            <a:endParaRPr kumimoji="0" lang="en-US" altLang="zh-CN">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a:latin typeface="Arial" panose="020B0604020202020204" pitchFamily="34" charset="0"/>
              </a:rPr>
              <a:t>zdhe@gcsoft-jp.com</a:t>
            </a:r>
            <a:endParaRPr kumimoji="0" lang="zh-CN" altLang="zh-CN">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a:latin typeface="Arial" panose="020B0604020202020204" pitchFamily="34" charset="0"/>
              </a:rPr>
              <a:t>cc: admin@gcsoft-jp.com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a:lstStyle/>
          <a:p>
            <a:r>
              <a:rPr lang="ja-JP" altLang="en-US"/>
              <a:t>備考</a:t>
            </a:r>
          </a:p>
        </p:txBody>
      </p:sp>
      <p:sp>
        <p:nvSpPr>
          <p:cNvPr id="2" name="字幕 1">
            <a:extLst>
              <a:ext uri="{FF2B5EF4-FFF2-40B4-BE49-F238E27FC236}">
                <a16:creationId xmlns:a16="http://schemas.microsoft.com/office/drawing/2014/main" id="{EDCC7EBC-091F-22E7-1716-7E345DA138F8}"/>
              </a:ext>
            </a:extLst>
          </p:cNvPr>
          <p:cNvSpPr>
            <a:spLocks noGrp="1"/>
          </p:cNvSpPr>
          <p:nvPr>
            <p:ph type="subTitle" idx="1"/>
          </p:nvPr>
        </p:nvSpPr>
        <p:spPr/>
        <p:txBody>
          <a:bodyPr/>
          <a:lstStyle/>
          <a:p>
            <a:endParaRPr lang="ja-JP"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DA57A1BE-A81A-15A1-5623-828891414FED}"/>
              </a:ext>
            </a:extLst>
          </p:cNvPr>
          <p:cNvSpPr/>
          <p:nvPr/>
        </p:nvSpPr>
        <p:spPr>
          <a:xfrm>
            <a:off x="4636477" y="3590420"/>
            <a:ext cx="7175101" cy="1359885"/>
          </a:xfrm>
          <a:prstGeom prst="roundRect">
            <a:avLst>
              <a:gd name="adj" fmla="val 4381"/>
            </a:avLst>
          </a:prstGeom>
          <a:solidFill>
            <a:schemeClr val="accent5">
              <a:lumMod val="20000"/>
              <a:lumOff val="8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p:nvPr>
        </p:nvSpPr>
        <p:spPr>
          <a:xfrm>
            <a:off x="414336" y="255264"/>
            <a:ext cx="9327072" cy="765272"/>
          </a:xfrm>
        </p:spPr>
        <p:txBody>
          <a:bodyPr>
            <a:normAutofit fontScale="90000"/>
          </a:bodyPr>
          <a:lstStyle/>
          <a:p>
            <a:r>
              <a:rPr lang="ja-JP" altLang="en-US" sz="3600"/>
              <a:t>アーキテクチャ全体</a:t>
            </a:r>
            <a:br>
              <a:rPr lang="en-US" altLang="ja-JP"/>
            </a:br>
            <a:r>
              <a:rPr lang="ja-JP" altLang="en-US" sz="2200"/>
              <a:t>添付ファイルは</a:t>
            </a:r>
            <a:r>
              <a:rPr lang="en-US" altLang="ja-JP" sz="2200" err="1"/>
              <a:t>DaTAVERSE</a:t>
            </a:r>
            <a:r>
              <a:rPr lang="ja-JP" altLang="en-US" sz="2200"/>
              <a:t>保存（案</a:t>
            </a:r>
            <a:r>
              <a:rPr lang="en-US" altLang="ja-JP" sz="2200"/>
              <a:t>B</a:t>
            </a:r>
            <a:r>
              <a:rPr lang="ja-JP" altLang="en-US" sz="2200"/>
              <a:t>）</a:t>
            </a:r>
            <a:endParaRPr lang="ja-JP" altLang="en-US" sz="2200">
              <a:effectLst/>
            </a:endParaRPr>
          </a:p>
        </p:txBody>
      </p:sp>
      <p:sp>
        <p:nvSpPr>
          <p:cNvPr id="15" name="テキスト ボックス 14"/>
          <p:cNvSpPr txBox="1"/>
          <p:nvPr/>
        </p:nvSpPr>
        <p:spPr>
          <a:xfrm>
            <a:off x="414336" y="758810"/>
            <a:ext cx="11490793" cy="563336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endParaRPr lang="en-US" altLang="ja-JP">
              <a:latin typeface="Yu Gothic UI" panose="020B0500000000000000" pitchFamily="50" charset="-128"/>
              <a:ea typeface="Yu Gothic UI" panose="020B0500000000000000" pitchFamily="50" charset="-128"/>
            </a:endParaRPr>
          </a:p>
        </p:txBody>
      </p:sp>
      <p:pic>
        <p:nvPicPr>
          <p:cNvPr id="3" name="コンテンツ プレースホルダー 4" descr="グラフィカル ユーザー インターフェイス&#10;&#10;AI によって生成されたコンテンツは間違っている可能性があります。"/>
          <p:cNvPicPr>
            <a:picLocks noGrp="1" noChangeAspect="1"/>
          </p:cNvPicPr>
          <p:nvPr>
            <p:ph sz="quarter" idx="10"/>
          </p:nvPr>
        </p:nvPicPr>
        <p:blipFill>
          <a:blip r:embed="rId3"/>
          <a:stretch>
            <a:fillRect/>
          </a:stretch>
        </p:blipFill>
        <p:spPr>
          <a:xfrm>
            <a:off x="9797761" y="5800728"/>
            <a:ext cx="771118" cy="456744"/>
          </a:xfrm>
        </p:spPr>
      </p:pic>
      <p:pic>
        <p:nvPicPr>
          <p:cNvPr id="5" name="図 4" descr="部屋, 賭博場 が含まれている画像&#10;&#10;AI によって生成されたコンテンツは間違っている可能性があります。"/>
          <p:cNvPicPr>
            <a:picLocks noChangeAspect="1"/>
          </p:cNvPicPr>
          <p:nvPr/>
        </p:nvPicPr>
        <p:blipFill>
          <a:blip r:embed="rId4"/>
          <a:stretch>
            <a:fillRect/>
          </a:stretch>
        </p:blipFill>
        <p:spPr>
          <a:xfrm>
            <a:off x="1156896" y="1451992"/>
            <a:ext cx="1274791" cy="752400"/>
          </a:xfrm>
          <a:prstGeom prst="rect">
            <a:avLst/>
          </a:prstGeom>
        </p:spPr>
      </p:pic>
      <p:pic>
        <p:nvPicPr>
          <p:cNvPr id="7" name="図 6" descr="グラフィカル ユーザー インターフェイス, アプリケーション, テーブル, Excel"/>
          <p:cNvPicPr>
            <a:picLocks noChangeAspect="1"/>
          </p:cNvPicPr>
          <p:nvPr/>
        </p:nvPicPr>
        <p:blipFill>
          <a:blip r:embed="rId5"/>
          <a:stretch>
            <a:fillRect/>
          </a:stretch>
        </p:blipFill>
        <p:spPr>
          <a:xfrm>
            <a:off x="11189414" y="5799654"/>
            <a:ext cx="899975" cy="444385"/>
          </a:xfrm>
          <a:prstGeom prst="rect">
            <a:avLst/>
          </a:prstGeom>
        </p:spPr>
      </p:pic>
      <p:pic>
        <p:nvPicPr>
          <p:cNvPr id="9"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3"/>
          <a:stretch>
            <a:fillRect/>
          </a:stretch>
        </p:blipFill>
        <p:spPr>
          <a:xfrm>
            <a:off x="3313416" y="3118589"/>
            <a:ext cx="1302261" cy="748800"/>
          </a:xfrm>
          <a:prstGeom prst="rect">
            <a:avLst/>
          </a:prstGeom>
        </p:spPr>
      </p:pic>
      <p:pic>
        <p:nvPicPr>
          <p:cNvPr id="10" name="図 9" descr="アイコン&#10;&#10;AI によって生成されたコンテンツは間違っている可能性があります。"/>
          <p:cNvPicPr>
            <a:picLocks noChangeAspect="1"/>
          </p:cNvPicPr>
          <p:nvPr/>
        </p:nvPicPr>
        <p:blipFill>
          <a:blip r:embed="rId6"/>
          <a:stretch>
            <a:fillRect/>
          </a:stretch>
        </p:blipFill>
        <p:spPr>
          <a:xfrm>
            <a:off x="3532580" y="4737544"/>
            <a:ext cx="863933" cy="748800"/>
          </a:xfrm>
          <a:prstGeom prst="rect">
            <a:avLst/>
          </a:prstGeom>
        </p:spPr>
      </p:pic>
      <p:pic>
        <p:nvPicPr>
          <p:cNvPr id="11" name="図 10" descr="アイコン&#10;&#10;AI によって生成されたコンテンツは間違っている可能性があります。"/>
          <p:cNvPicPr>
            <a:picLocks noChangeAspect="1"/>
          </p:cNvPicPr>
          <p:nvPr/>
        </p:nvPicPr>
        <p:blipFill>
          <a:blip r:embed="rId7"/>
          <a:stretch>
            <a:fillRect/>
          </a:stretch>
        </p:blipFill>
        <p:spPr>
          <a:xfrm>
            <a:off x="5801680" y="3711590"/>
            <a:ext cx="780290" cy="780290"/>
          </a:xfrm>
          <a:prstGeom prst="rect">
            <a:avLst/>
          </a:prstGeom>
        </p:spPr>
      </p:pic>
      <p:sp>
        <p:nvSpPr>
          <p:cNvPr id="12" name="テキスト ボックス 11"/>
          <p:cNvSpPr txBox="1"/>
          <p:nvPr/>
        </p:nvSpPr>
        <p:spPr>
          <a:xfrm>
            <a:off x="5263925" y="4488640"/>
            <a:ext cx="1971040" cy="276999"/>
          </a:xfrm>
          <a:prstGeom prst="rect">
            <a:avLst/>
          </a:prstGeom>
          <a:noFill/>
        </p:spPr>
        <p:txBody>
          <a:bodyPr wrap="square" rtlCol="0">
            <a:spAutoFit/>
          </a:bodyPr>
          <a:lstStyle/>
          <a:p>
            <a:pPr algn="ctr"/>
            <a:r>
              <a:rPr kumimoji="1" lang="en-US" altLang="ja-JP" sz="1200"/>
              <a:t>Gateway Cloud service</a:t>
            </a:r>
            <a:endParaRPr kumimoji="1" lang="ja-JP" altLang="en-US" sz="1200"/>
          </a:p>
        </p:txBody>
      </p:sp>
      <p:pic>
        <p:nvPicPr>
          <p:cNvPr id="13" name="図 12" descr="アイコン&#10;&#10;AI によって生成されたコンテンツは間違っている可能性があります。"/>
          <p:cNvPicPr>
            <a:picLocks noChangeAspect="1"/>
          </p:cNvPicPr>
          <p:nvPr/>
        </p:nvPicPr>
        <p:blipFill>
          <a:blip r:embed="rId8"/>
          <a:stretch>
            <a:fillRect/>
          </a:stretch>
        </p:blipFill>
        <p:spPr>
          <a:xfrm>
            <a:off x="7509284" y="3711590"/>
            <a:ext cx="780290" cy="780290"/>
          </a:xfrm>
          <a:prstGeom prst="rect">
            <a:avLst/>
          </a:prstGeom>
        </p:spPr>
      </p:pic>
      <p:sp>
        <p:nvSpPr>
          <p:cNvPr id="14" name="テキスト ボックス 13"/>
          <p:cNvSpPr txBox="1"/>
          <p:nvPr/>
        </p:nvSpPr>
        <p:spPr>
          <a:xfrm>
            <a:off x="7229839" y="4488640"/>
            <a:ext cx="1339180" cy="276999"/>
          </a:xfrm>
          <a:prstGeom prst="rect">
            <a:avLst/>
          </a:prstGeom>
          <a:noFill/>
        </p:spPr>
        <p:txBody>
          <a:bodyPr wrap="square" rtlCol="0">
            <a:spAutoFit/>
          </a:bodyPr>
          <a:lstStyle/>
          <a:p>
            <a:pPr algn="ctr"/>
            <a:r>
              <a:rPr kumimoji="1" lang="en-US" altLang="ja-JP" sz="1200"/>
              <a:t>Azure Relay</a:t>
            </a:r>
            <a:endParaRPr kumimoji="1" lang="ja-JP" altLang="en-US" sz="1200"/>
          </a:p>
        </p:txBody>
      </p:sp>
      <p:pic>
        <p:nvPicPr>
          <p:cNvPr id="16" name="図 15"/>
          <p:cNvPicPr>
            <a:picLocks noChangeAspect="1"/>
          </p:cNvPicPr>
          <p:nvPr/>
        </p:nvPicPr>
        <p:blipFill>
          <a:blip r:embed="rId9"/>
          <a:stretch>
            <a:fillRect/>
          </a:stretch>
        </p:blipFill>
        <p:spPr>
          <a:xfrm>
            <a:off x="9200819" y="3731914"/>
            <a:ext cx="736235" cy="739643"/>
          </a:xfrm>
          <a:prstGeom prst="rect">
            <a:avLst/>
          </a:prstGeom>
        </p:spPr>
      </p:pic>
      <p:pic>
        <p:nvPicPr>
          <p:cNvPr id="17" name="図 16" descr="テーブル, カップ が含まれている画像&#10;&#10;AI によって生成されたコンテンツは間違っている可能性があります。"/>
          <p:cNvPicPr>
            <a:picLocks noChangeAspect="1"/>
          </p:cNvPicPr>
          <p:nvPr/>
        </p:nvPicPr>
        <p:blipFill>
          <a:blip r:embed="rId10"/>
          <a:stretch>
            <a:fillRect/>
          </a:stretch>
        </p:blipFill>
        <p:spPr>
          <a:xfrm>
            <a:off x="10694240" y="3711590"/>
            <a:ext cx="967810" cy="780290"/>
          </a:xfrm>
          <a:prstGeom prst="rect">
            <a:avLst/>
          </a:prstGeom>
        </p:spPr>
      </p:pic>
      <p:sp>
        <p:nvSpPr>
          <p:cNvPr id="18" name="テキスト ボックス 17"/>
          <p:cNvSpPr txBox="1"/>
          <p:nvPr/>
        </p:nvSpPr>
        <p:spPr>
          <a:xfrm>
            <a:off x="8628917" y="4488640"/>
            <a:ext cx="1971040" cy="461665"/>
          </a:xfrm>
          <a:prstGeom prst="rect">
            <a:avLst/>
          </a:prstGeom>
          <a:noFill/>
        </p:spPr>
        <p:txBody>
          <a:bodyPr wrap="square" rtlCol="0">
            <a:spAutoFit/>
          </a:bodyPr>
          <a:lstStyle/>
          <a:p>
            <a:pPr algn="ctr"/>
            <a:r>
              <a:rPr kumimoji="1" lang="en-US" altLang="ja-JP" sz="1200"/>
              <a:t>On-premises</a:t>
            </a:r>
          </a:p>
          <a:p>
            <a:pPr algn="ctr"/>
            <a:r>
              <a:rPr kumimoji="1" lang="en-US" altLang="ja-JP" sz="1200"/>
              <a:t>Data Gateway</a:t>
            </a:r>
            <a:endParaRPr kumimoji="1" lang="ja-JP" altLang="en-US" sz="1200"/>
          </a:p>
        </p:txBody>
      </p:sp>
      <p:cxnSp>
        <p:nvCxnSpPr>
          <p:cNvPr id="19" name="直線矢印コネクタ 18"/>
          <p:cNvCxnSpPr>
            <a:stCxn id="11" idx="3"/>
            <a:endCxn id="13" idx="1"/>
          </p:cNvCxnSpPr>
          <p:nvPr/>
        </p:nvCxnSpPr>
        <p:spPr>
          <a:xfrm>
            <a:off x="6581970" y="4101735"/>
            <a:ext cx="927314" cy="0"/>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p:cNvCxnSpPr>
            <a:stCxn id="16" idx="3"/>
          </p:cNvCxnSpPr>
          <p:nvPr/>
        </p:nvCxnSpPr>
        <p:spPr>
          <a:xfrm flipV="1">
            <a:off x="9937054" y="4101735"/>
            <a:ext cx="90968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p:cNvCxnSpPr>
            <a:stCxn id="13" idx="3"/>
            <a:endCxn id="16" idx="1"/>
          </p:cNvCxnSpPr>
          <p:nvPr/>
        </p:nvCxnSpPr>
        <p:spPr>
          <a:xfrm>
            <a:off x="8289574" y="4101735"/>
            <a:ext cx="91124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コネクタ: カギ線 21"/>
          <p:cNvCxnSpPr>
            <a:stCxn id="10" idx="3"/>
            <a:endCxn id="1050" idx="1"/>
          </p:cNvCxnSpPr>
          <p:nvPr/>
        </p:nvCxnSpPr>
        <p:spPr>
          <a:xfrm flipV="1">
            <a:off x="4396513" y="4180737"/>
            <a:ext cx="1366650" cy="931207"/>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コネクタ: カギ線 22"/>
          <p:cNvCxnSpPr>
            <a:stCxn id="9" idx="3"/>
            <a:endCxn id="1051" idx="1"/>
          </p:cNvCxnSpPr>
          <p:nvPr/>
        </p:nvCxnSpPr>
        <p:spPr>
          <a:xfrm>
            <a:off x="4615677" y="3492989"/>
            <a:ext cx="1185545" cy="540413"/>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3091382" y="2833667"/>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25" name="図 24" descr="電子機器の内部&#10;&#10;AI によって生成されたコンテンツは間違っている可能性があります。"/>
          <p:cNvPicPr>
            <a:picLocks noChangeAspect="1"/>
          </p:cNvPicPr>
          <p:nvPr/>
        </p:nvPicPr>
        <p:blipFill>
          <a:blip r:embed="rId11"/>
          <a:stretch>
            <a:fillRect/>
          </a:stretch>
        </p:blipFill>
        <p:spPr>
          <a:xfrm>
            <a:off x="3311806" y="3589046"/>
            <a:ext cx="480623" cy="270351"/>
          </a:xfrm>
          <a:prstGeom prst="rect">
            <a:avLst/>
          </a:prstGeom>
        </p:spPr>
      </p:pic>
      <p:sp>
        <p:nvSpPr>
          <p:cNvPr id="26" name="テキスト ボックス 25"/>
          <p:cNvSpPr txBox="1"/>
          <p:nvPr/>
        </p:nvSpPr>
        <p:spPr>
          <a:xfrm>
            <a:off x="2618201" y="5836628"/>
            <a:ext cx="4354880" cy="276999"/>
          </a:xfrm>
          <a:prstGeom prst="rect">
            <a:avLst/>
          </a:prstGeom>
          <a:noFill/>
        </p:spPr>
        <p:txBody>
          <a:bodyPr wrap="square">
            <a:spAutoFit/>
          </a:bodyPr>
          <a:lstStyle/>
          <a:p>
            <a:r>
              <a:rPr lang="ja-JP" altLang="en-US" sz="1200"/>
              <a:t>ファイル</a:t>
            </a:r>
            <a:r>
              <a:rPr lang="en-US" altLang="ja-JP" sz="1200"/>
              <a:t>ID</a:t>
            </a:r>
            <a:r>
              <a:rPr lang="ja-JP" altLang="en-US" sz="1200"/>
              <a:t>で</a:t>
            </a:r>
            <a:r>
              <a:rPr lang="en-US" altLang="ja-JP" sz="1200" err="1"/>
              <a:t>Sqlserver</a:t>
            </a:r>
            <a:r>
              <a:rPr lang="en-US" altLang="ja-JP" sz="1200"/>
              <a:t> </a:t>
            </a:r>
            <a:r>
              <a:rPr lang="ja-JP" altLang="en-US" sz="1200"/>
              <a:t>と</a:t>
            </a:r>
            <a:r>
              <a:rPr lang="en-US" altLang="ja-JP" sz="1200"/>
              <a:t>Dataverse</a:t>
            </a:r>
            <a:r>
              <a:rPr lang="ja-JP" altLang="en-US" sz="1200"/>
              <a:t>でレコードをリンクする</a:t>
            </a:r>
          </a:p>
        </p:txBody>
      </p:sp>
      <p:pic>
        <p:nvPicPr>
          <p:cNvPr id="27" name="図 26" descr="ロゴ, アイコン&#10;&#10;AI によって生成されたコンテンツは間違っている可能性があります。"/>
          <p:cNvPicPr>
            <a:picLocks noChangeAspect="1"/>
          </p:cNvPicPr>
          <p:nvPr/>
        </p:nvPicPr>
        <p:blipFill>
          <a:blip r:embed="rId12"/>
          <a:stretch>
            <a:fillRect/>
          </a:stretch>
        </p:blipFill>
        <p:spPr>
          <a:xfrm>
            <a:off x="3749165" y="1423146"/>
            <a:ext cx="771118" cy="753768"/>
          </a:xfrm>
          <a:prstGeom prst="rect">
            <a:avLst/>
          </a:prstGeom>
        </p:spPr>
      </p:pic>
      <p:sp>
        <p:nvSpPr>
          <p:cNvPr id="28" name="テキスト ボックス 27"/>
          <p:cNvSpPr txBox="1"/>
          <p:nvPr/>
        </p:nvSpPr>
        <p:spPr>
          <a:xfrm>
            <a:off x="4475384" y="1633693"/>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cxnSp>
        <p:nvCxnSpPr>
          <p:cNvPr id="29" name="直線矢印コネクタ 28"/>
          <p:cNvCxnSpPr/>
          <p:nvPr/>
        </p:nvCxnSpPr>
        <p:spPr>
          <a:xfrm>
            <a:off x="4200764" y="2176914"/>
            <a:ext cx="0" cy="941675"/>
          </a:xfrm>
          <a:prstGeom prst="straightConnector1">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4187085" y="2140807"/>
            <a:ext cx="1057324" cy="415498"/>
          </a:xfrm>
          <a:prstGeom prst="rect">
            <a:avLst/>
          </a:prstGeom>
          <a:noFill/>
        </p:spPr>
        <p:txBody>
          <a:bodyPr wrap="square" rtlCol="0">
            <a:spAutoFit/>
          </a:bodyPr>
          <a:lstStyle/>
          <a:p>
            <a:r>
              <a:rPr kumimoji="1" lang="ja-JP" altLang="en-US" sz="1050"/>
              <a:t>社員、組織、役職リスト</a:t>
            </a:r>
          </a:p>
        </p:txBody>
      </p:sp>
      <p:cxnSp>
        <p:nvCxnSpPr>
          <p:cNvPr id="31" name="コネクタ: カギ線 30"/>
          <p:cNvCxnSpPr>
            <a:endCxn id="17" idx="0"/>
          </p:cNvCxnSpPr>
          <p:nvPr/>
        </p:nvCxnSpPr>
        <p:spPr>
          <a:xfrm>
            <a:off x="4615677" y="3336595"/>
            <a:ext cx="6562468" cy="374995"/>
          </a:xfrm>
          <a:prstGeom prst="bentConnector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コネクタ: カギ線 31"/>
          <p:cNvCxnSpPr>
            <a:stCxn id="10" idx="2"/>
            <a:endCxn id="33" idx="2"/>
          </p:cNvCxnSpPr>
          <p:nvPr/>
        </p:nvCxnSpPr>
        <p:spPr>
          <a:xfrm rot="5400000" flipH="1" flipV="1">
            <a:off x="6940511" y="1519156"/>
            <a:ext cx="991224" cy="6943152"/>
          </a:xfrm>
          <a:prstGeom prst="bentConnector3">
            <a:avLst>
              <a:gd name="adj1" fmla="val -16912"/>
            </a:avLst>
          </a:prstGeom>
          <a:ln w="25400">
            <a:headEnd type="triangle"/>
            <a:tailEnd type="none"/>
          </a:ln>
        </p:spPr>
        <p:style>
          <a:lnRef idx="1">
            <a:schemeClr val="accent1"/>
          </a:lnRef>
          <a:fillRef idx="0">
            <a:schemeClr val="accent1"/>
          </a:fillRef>
          <a:effectRef idx="0">
            <a:schemeClr val="accent1"/>
          </a:effectRef>
          <a:fontRef idx="minor">
            <a:schemeClr val="tx1"/>
          </a:fontRef>
        </p:style>
      </p:cxnSp>
      <p:sp>
        <p:nvSpPr>
          <p:cNvPr id="33" name="フローチャート: 判断 32"/>
          <p:cNvSpPr/>
          <p:nvPr/>
        </p:nvSpPr>
        <p:spPr>
          <a:xfrm>
            <a:off x="10883315" y="4431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p:cNvSpPr txBox="1"/>
          <p:nvPr/>
        </p:nvSpPr>
        <p:spPr>
          <a:xfrm>
            <a:off x="6232449" y="3046066"/>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pic>
        <p:nvPicPr>
          <p:cNvPr id="38" name="図 37" descr="グラフィカル ユーザー インターフェイス, アプリケーション&#10;&#10;AI によって生成されたコンテンツは間違っている可能性があります。"/>
          <p:cNvPicPr>
            <a:picLocks noChangeAspect="1"/>
          </p:cNvPicPr>
          <p:nvPr/>
        </p:nvPicPr>
        <p:blipFill>
          <a:blip r:embed="rId13"/>
          <a:stretch>
            <a:fillRect/>
          </a:stretch>
        </p:blipFill>
        <p:spPr>
          <a:xfrm>
            <a:off x="1472506" y="3903349"/>
            <a:ext cx="642168" cy="789867"/>
          </a:xfrm>
          <a:prstGeom prst="rect">
            <a:avLst/>
          </a:prstGeom>
        </p:spPr>
      </p:pic>
      <p:cxnSp>
        <p:nvCxnSpPr>
          <p:cNvPr id="39" name="直線コネクタ 38"/>
          <p:cNvCxnSpPr/>
          <p:nvPr/>
        </p:nvCxnSpPr>
        <p:spPr>
          <a:xfrm>
            <a:off x="8755204" y="801768"/>
            <a:ext cx="0" cy="5880346"/>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40" name="図 39"/>
          <p:cNvPicPr>
            <a:picLocks noChangeAspect="1"/>
          </p:cNvPicPr>
          <p:nvPr/>
        </p:nvPicPr>
        <p:blipFill>
          <a:blip r:embed="rId14"/>
          <a:stretch>
            <a:fillRect/>
          </a:stretch>
        </p:blipFill>
        <p:spPr>
          <a:xfrm flipH="1">
            <a:off x="8918370" y="5996710"/>
            <a:ext cx="879391" cy="494658"/>
          </a:xfrm>
          <a:prstGeom prst="rect">
            <a:avLst/>
          </a:prstGeom>
        </p:spPr>
      </p:pic>
      <p:pic>
        <p:nvPicPr>
          <p:cNvPr id="41" name="図 40"/>
          <p:cNvPicPr>
            <a:picLocks noChangeAspect="1"/>
          </p:cNvPicPr>
          <p:nvPr/>
        </p:nvPicPr>
        <p:blipFill>
          <a:blip r:embed="rId15"/>
          <a:stretch>
            <a:fillRect/>
          </a:stretch>
        </p:blipFill>
        <p:spPr>
          <a:xfrm flipH="1">
            <a:off x="9310625" y="2214310"/>
            <a:ext cx="820738" cy="430887"/>
          </a:xfrm>
          <a:prstGeom prst="rect">
            <a:avLst/>
          </a:prstGeom>
        </p:spPr>
      </p:pic>
      <p:sp>
        <p:nvSpPr>
          <p:cNvPr id="42" name="テキスト ボックス 41"/>
          <p:cNvSpPr txBox="1"/>
          <p:nvPr/>
        </p:nvSpPr>
        <p:spPr>
          <a:xfrm>
            <a:off x="9716871" y="6214369"/>
            <a:ext cx="2677573" cy="369332"/>
          </a:xfrm>
          <a:prstGeom prst="rect">
            <a:avLst/>
          </a:prstGeom>
          <a:noFill/>
        </p:spPr>
        <p:txBody>
          <a:bodyPr wrap="square" rtlCol="0">
            <a:spAutoFit/>
          </a:bodyPr>
          <a:lstStyle/>
          <a:p>
            <a:r>
              <a:rPr lang="ja-JP" altLang="en-US" sz="900"/>
              <a:t>システム</a:t>
            </a:r>
            <a:r>
              <a:rPr kumimoji="1" lang="ja-JP" altLang="en-US" sz="900"/>
              <a:t>利用者</a:t>
            </a:r>
            <a:endParaRPr kumimoji="1" lang="en-US" altLang="ja-JP" sz="900"/>
          </a:p>
          <a:p>
            <a:r>
              <a:rPr lang="en-US" altLang="zh-CN" sz="900"/>
              <a:t>PowerApps/Power BI/</a:t>
            </a:r>
            <a:r>
              <a:rPr lang="en-US" altLang="ja-JP" sz="900"/>
              <a:t>Office 365</a:t>
            </a:r>
            <a:r>
              <a:rPr lang="en-US" altLang="zh-CN" sz="900"/>
              <a:t> </a:t>
            </a:r>
            <a:r>
              <a:rPr lang="ja-JP" altLang="en-US" sz="900"/>
              <a:t>画面</a:t>
            </a:r>
            <a:endParaRPr kumimoji="1" lang="ja-JP" altLang="en-US" sz="900"/>
          </a:p>
        </p:txBody>
      </p:sp>
      <p:sp>
        <p:nvSpPr>
          <p:cNvPr id="43" name="テキスト ボックス 42"/>
          <p:cNvSpPr txBox="1"/>
          <p:nvPr/>
        </p:nvSpPr>
        <p:spPr>
          <a:xfrm>
            <a:off x="9055523" y="2633975"/>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45" name="フローチャート: 判断 44"/>
          <p:cNvSpPr/>
          <p:nvPr/>
        </p:nvSpPr>
        <p:spPr>
          <a:xfrm>
            <a:off x="4555146" y="312853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コネクタ: カギ線 45"/>
          <p:cNvCxnSpPr>
            <a:stCxn id="45" idx="3"/>
            <a:endCxn id="41" idx="3"/>
          </p:cNvCxnSpPr>
          <p:nvPr/>
        </p:nvCxnSpPr>
        <p:spPr>
          <a:xfrm flipV="1">
            <a:off x="4603914" y="2429754"/>
            <a:ext cx="4706711" cy="730482"/>
          </a:xfrm>
          <a:prstGeom prst="bentConnector3">
            <a:avLst>
              <a:gd name="adj1" fmla="val 4093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p:cNvCxnSpPr>
            <a:stCxn id="51" idx="3"/>
            <a:endCxn id="48" idx="1"/>
          </p:cNvCxnSpPr>
          <p:nvPr/>
        </p:nvCxnSpPr>
        <p:spPr>
          <a:xfrm flipV="1">
            <a:off x="4395368" y="2532487"/>
            <a:ext cx="4891523" cy="2857146"/>
          </a:xfrm>
          <a:prstGeom prst="bentConnector3">
            <a:avLst>
              <a:gd name="adj1" fmla="val 45639"/>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フローチャート: 判断 47"/>
          <p:cNvSpPr/>
          <p:nvPr/>
        </p:nvSpPr>
        <p:spPr>
          <a:xfrm>
            <a:off x="9286891" y="25007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ローチャート: 判断 48"/>
          <p:cNvSpPr/>
          <p:nvPr/>
        </p:nvSpPr>
        <p:spPr>
          <a:xfrm>
            <a:off x="4346598" y="542295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コネクタ: カギ線 49"/>
          <p:cNvCxnSpPr>
            <a:stCxn id="49" idx="3"/>
          </p:cNvCxnSpPr>
          <p:nvPr/>
        </p:nvCxnSpPr>
        <p:spPr>
          <a:xfrm>
            <a:off x="4395366" y="5454647"/>
            <a:ext cx="4521277" cy="909577"/>
          </a:xfrm>
          <a:prstGeom prst="bentConnector3">
            <a:avLst>
              <a:gd name="adj1" fmla="val 6168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フローチャート: 判断 50"/>
          <p:cNvSpPr/>
          <p:nvPr/>
        </p:nvSpPr>
        <p:spPr>
          <a:xfrm>
            <a:off x="4346600" y="535793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p:cNvCxnSpPr>
            <a:stCxn id="53" idx="3"/>
            <a:endCxn id="40" idx="3"/>
          </p:cNvCxnSpPr>
          <p:nvPr/>
        </p:nvCxnSpPr>
        <p:spPr>
          <a:xfrm>
            <a:off x="4607530" y="3429307"/>
            <a:ext cx="4310840" cy="2814732"/>
          </a:xfrm>
          <a:prstGeom prst="bentConnector3">
            <a:avLst>
              <a:gd name="adj1" fmla="val 6284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フローチャート: 判断 52"/>
          <p:cNvSpPr/>
          <p:nvPr/>
        </p:nvSpPr>
        <p:spPr>
          <a:xfrm>
            <a:off x="4558762" y="339761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p:cNvSpPr txBox="1"/>
          <p:nvPr/>
        </p:nvSpPr>
        <p:spPr>
          <a:xfrm>
            <a:off x="5787547" y="835870"/>
            <a:ext cx="2848443" cy="369332"/>
          </a:xfrm>
          <a:prstGeom prst="rect">
            <a:avLst/>
          </a:prstGeom>
          <a:noFill/>
        </p:spPr>
        <p:txBody>
          <a:bodyPr wrap="square" rtlCol="0">
            <a:spAutoFit/>
          </a:bodyPr>
          <a:lstStyle/>
          <a:p>
            <a:pPr algn="r"/>
            <a:r>
              <a:rPr kumimoji="1" lang="en-US" altLang="ja-JP">
                <a:ln w="0"/>
                <a:solidFill>
                  <a:schemeClr val="accent1"/>
                </a:solidFill>
                <a:effectLst>
                  <a:outerShdw blurRad="38100" dist="25400" dir="5400000" algn="ctr" rotWithShape="0">
                    <a:srgbClr val="6E747A">
                      <a:alpha val="43000"/>
                    </a:srgbClr>
                  </a:outerShdw>
                </a:effectLst>
              </a:rPr>
              <a:t>Microsoft Data Center</a:t>
            </a:r>
            <a:endParaRPr kumimoji="1" lang="ja-JP" altLang="en-US">
              <a:ln w="0"/>
              <a:solidFill>
                <a:schemeClr val="accent1"/>
              </a:solidFill>
              <a:effectLst>
                <a:outerShdw blurRad="38100" dist="25400" dir="5400000" algn="ctr" rotWithShape="0">
                  <a:srgbClr val="6E747A">
                    <a:alpha val="43000"/>
                  </a:srgbClr>
                </a:outerShdw>
              </a:effectLst>
            </a:endParaRPr>
          </a:p>
        </p:txBody>
      </p:sp>
      <p:sp>
        <p:nvSpPr>
          <p:cNvPr id="55" name="テキスト ボックス 54"/>
          <p:cNvSpPr txBox="1"/>
          <p:nvPr/>
        </p:nvSpPr>
        <p:spPr>
          <a:xfrm>
            <a:off x="8881492" y="835870"/>
            <a:ext cx="2848443" cy="369332"/>
          </a:xfrm>
          <a:prstGeom prst="rect">
            <a:avLst/>
          </a:prstGeom>
          <a:noFill/>
        </p:spPr>
        <p:txBody>
          <a:bodyPr wrap="square" rtlCol="0">
            <a:spAutoFit/>
          </a:bodyPr>
          <a:lstStyle/>
          <a:p>
            <a:r>
              <a:rPr kumimoji="1" lang="en-US" altLang="ja-JP">
                <a:ln w="0"/>
                <a:solidFill>
                  <a:schemeClr val="accent1"/>
                </a:solidFill>
                <a:effectLst>
                  <a:outerShdw blurRad="38100" dist="25400" dir="5400000" algn="ctr" rotWithShape="0">
                    <a:srgbClr val="6E747A">
                      <a:alpha val="43000"/>
                    </a:srgbClr>
                  </a:outerShdw>
                </a:effectLst>
              </a:rPr>
              <a:t>MCC</a:t>
            </a:r>
            <a:r>
              <a:rPr kumimoji="1" lang="ja-JP" altLang="en-US">
                <a:ln w="0"/>
                <a:solidFill>
                  <a:schemeClr val="accent1"/>
                </a:solidFill>
                <a:effectLst>
                  <a:outerShdw blurRad="38100" dist="25400" dir="5400000" algn="ctr" rotWithShape="0">
                    <a:srgbClr val="6E747A">
                      <a:alpha val="43000"/>
                    </a:srgbClr>
                  </a:outerShdw>
                </a:effectLst>
              </a:rPr>
              <a:t>様</a:t>
            </a:r>
            <a:r>
              <a:rPr kumimoji="1" lang="en-US" altLang="ja-JP">
                <a:ln w="0"/>
                <a:solidFill>
                  <a:schemeClr val="accent1"/>
                </a:solidFill>
                <a:effectLst>
                  <a:outerShdw blurRad="38100" dist="25400" dir="5400000" algn="ctr" rotWithShape="0">
                    <a:srgbClr val="6E747A">
                      <a:alpha val="43000"/>
                    </a:srgbClr>
                  </a:outerShdw>
                </a:effectLst>
              </a:rPr>
              <a:t> </a:t>
            </a:r>
            <a:r>
              <a:rPr kumimoji="1" lang="ja-JP" altLang="en-US">
                <a:ln w="0"/>
                <a:solidFill>
                  <a:schemeClr val="accent1"/>
                </a:solidFill>
                <a:effectLst>
                  <a:outerShdw blurRad="38100" dist="25400" dir="5400000" algn="ctr" rotWithShape="0">
                    <a:srgbClr val="6E747A">
                      <a:alpha val="43000"/>
                    </a:srgbClr>
                  </a:outerShdw>
                </a:effectLst>
              </a:rPr>
              <a:t>環境</a:t>
            </a:r>
          </a:p>
        </p:txBody>
      </p:sp>
      <p:sp>
        <p:nvSpPr>
          <p:cNvPr id="56" name="テキスト ボックス 55"/>
          <p:cNvSpPr txBox="1"/>
          <p:nvPr/>
        </p:nvSpPr>
        <p:spPr>
          <a:xfrm>
            <a:off x="10423406" y="4521695"/>
            <a:ext cx="1971040" cy="276999"/>
          </a:xfrm>
          <a:prstGeom prst="rect">
            <a:avLst/>
          </a:prstGeom>
          <a:noFill/>
        </p:spPr>
        <p:txBody>
          <a:bodyPr wrap="square" rtlCol="0">
            <a:spAutoFit/>
          </a:bodyPr>
          <a:lstStyle/>
          <a:p>
            <a:pPr algn="ctr"/>
            <a:r>
              <a:rPr kumimoji="1" lang="en-US" altLang="ja-JP" sz="1200"/>
              <a:t>On-premises</a:t>
            </a:r>
          </a:p>
        </p:txBody>
      </p:sp>
      <p:pic>
        <p:nvPicPr>
          <p:cNvPr id="57" name="図 56" descr="アイコン&#10;&#10;AI によって生成されたコンテンツは間違っている可能性があります。"/>
          <p:cNvPicPr>
            <a:picLocks noChangeAspect="1"/>
          </p:cNvPicPr>
          <p:nvPr/>
        </p:nvPicPr>
        <p:blipFill>
          <a:blip r:embed="rId6"/>
          <a:stretch>
            <a:fillRect/>
          </a:stretch>
        </p:blipFill>
        <p:spPr>
          <a:xfrm>
            <a:off x="10616774" y="5799863"/>
            <a:ext cx="527498" cy="457200"/>
          </a:xfrm>
          <a:prstGeom prst="rect">
            <a:avLst/>
          </a:prstGeom>
        </p:spPr>
      </p:pic>
      <p:pic>
        <p:nvPicPr>
          <p:cNvPr id="58"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3"/>
          <a:stretch>
            <a:fillRect/>
          </a:stretch>
        </p:blipFill>
        <p:spPr>
          <a:xfrm>
            <a:off x="9499749" y="1703843"/>
            <a:ext cx="771118" cy="456744"/>
          </a:xfrm>
          <a:prstGeom prst="rect">
            <a:avLst/>
          </a:prstGeom>
        </p:spPr>
      </p:pic>
      <p:pic>
        <p:nvPicPr>
          <p:cNvPr id="59" name="図 58" descr="アイコン&#10;&#10;AI によって生成されたコンテンツは間違っている可能性があります。"/>
          <p:cNvPicPr>
            <a:picLocks noChangeAspect="1"/>
          </p:cNvPicPr>
          <p:nvPr/>
        </p:nvPicPr>
        <p:blipFill>
          <a:blip r:embed="rId6"/>
          <a:stretch>
            <a:fillRect/>
          </a:stretch>
        </p:blipFill>
        <p:spPr>
          <a:xfrm>
            <a:off x="10318762" y="1702978"/>
            <a:ext cx="527498" cy="457200"/>
          </a:xfrm>
          <a:prstGeom prst="rect">
            <a:avLst/>
          </a:prstGeom>
        </p:spPr>
      </p:pic>
      <p:pic>
        <p:nvPicPr>
          <p:cNvPr id="1026" name="Picture 2" descr="Sql Server Icons For Windows PNG Transparent Background, Free Download  #11351 - FreeIconsPNG"/>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774948" y="1646603"/>
            <a:ext cx="561417" cy="561417"/>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線矢印コネクタ 59"/>
          <p:cNvCxnSpPr/>
          <p:nvPr/>
        </p:nvCxnSpPr>
        <p:spPr>
          <a:xfrm>
            <a:off x="3984866" y="2171834"/>
            <a:ext cx="0" cy="941675"/>
          </a:xfrm>
          <a:prstGeom prst="straightConnector1">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1402227" y="2708236"/>
            <a:ext cx="1057324" cy="253916"/>
          </a:xfrm>
          <a:prstGeom prst="rect">
            <a:avLst/>
          </a:prstGeom>
          <a:noFill/>
        </p:spPr>
        <p:txBody>
          <a:bodyPr wrap="square" rtlCol="0">
            <a:spAutoFit/>
          </a:bodyPr>
          <a:lstStyle/>
          <a:p>
            <a:r>
              <a:rPr lang="ja-JP" altLang="en-US" sz="1050"/>
              <a:t>添付ファイル</a:t>
            </a:r>
            <a:endParaRPr lang="en-US" altLang="ja-JP" sz="1050"/>
          </a:p>
        </p:txBody>
      </p:sp>
      <p:cxnSp>
        <p:nvCxnSpPr>
          <p:cNvPr id="62" name="コネクタ: カギ線 61"/>
          <p:cNvCxnSpPr>
            <a:stCxn id="1062" idx="2"/>
            <a:endCxn id="9" idx="1"/>
          </p:cNvCxnSpPr>
          <p:nvPr/>
        </p:nvCxnSpPr>
        <p:spPr>
          <a:xfrm rot="16200000" flipH="1">
            <a:off x="2051355" y="2230928"/>
            <a:ext cx="1222872" cy="1301249"/>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7" name="テキスト ボックス 1026"/>
          <p:cNvSpPr txBox="1"/>
          <p:nvPr/>
        </p:nvSpPr>
        <p:spPr>
          <a:xfrm>
            <a:off x="9370325" y="297721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28" name="コネクタ: カギ線 1027"/>
          <p:cNvCxnSpPr>
            <a:stCxn id="38" idx="3"/>
            <a:endCxn id="1048" idx="2"/>
          </p:cNvCxnSpPr>
          <p:nvPr/>
        </p:nvCxnSpPr>
        <p:spPr>
          <a:xfrm flipV="1">
            <a:off x="2114674" y="3923120"/>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2" name="テキスト ボックス 1031"/>
          <p:cNvSpPr txBox="1"/>
          <p:nvPr/>
        </p:nvSpPr>
        <p:spPr>
          <a:xfrm>
            <a:off x="699373" y="4654856"/>
            <a:ext cx="1831889" cy="276999"/>
          </a:xfrm>
          <a:prstGeom prst="rect">
            <a:avLst/>
          </a:prstGeom>
          <a:noFill/>
        </p:spPr>
        <p:txBody>
          <a:bodyPr wrap="square" rtlCol="0">
            <a:spAutoFit/>
          </a:bodyPr>
          <a:lstStyle/>
          <a:p>
            <a:pPr algn="ctr"/>
            <a:r>
              <a:rPr kumimoji="1" lang="en-US" altLang="ja-JP" sz="1200"/>
              <a:t>Power Automation Flow</a:t>
            </a:r>
            <a:endParaRPr kumimoji="1" lang="ja-JP" altLang="en-US" sz="1200"/>
          </a:p>
        </p:txBody>
      </p:sp>
      <p:cxnSp>
        <p:nvCxnSpPr>
          <p:cNvPr id="1033" name="コネクタ: カギ線 1032"/>
          <p:cNvCxnSpPr>
            <a:stCxn id="38" idx="0"/>
            <a:endCxn id="5" idx="2"/>
          </p:cNvCxnSpPr>
          <p:nvPr/>
        </p:nvCxnSpPr>
        <p:spPr>
          <a:xfrm rot="5400000" flipH="1" flipV="1">
            <a:off x="944463" y="3053520"/>
            <a:ext cx="1698957" cy="70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6" name="テキスト ボックス 1035"/>
          <p:cNvSpPr txBox="1"/>
          <p:nvPr/>
        </p:nvSpPr>
        <p:spPr>
          <a:xfrm>
            <a:off x="2577835" y="4291305"/>
            <a:ext cx="1057324" cy="253916"/>
          </a:xfrm>
          <a:prstGeom prst="rect">
            <a:avLst/>
          </a:prstGeom>
          <a:noFill/>
        </p:spPr>
        <p:txBody>
          <a:bodyPr wrap="square" rtlCol="0">
            <a:spAutoFit/>
          </a:bodyPr>
          <a:lstStyle/>
          <a:p>
            <a:r>
              <a:rPr lang="ja-JP" altLang="en-US" sz="1050"/>
              <a:t>業務処理</a:t>
            </a:r>
            <a:endParaRPr lang="en-US" altLang="ja-JP" sz="1050"/>
          </a:p>
        </p:txBody>
      </p:sp>
      <p:cxnSp>
        <p:nvCxnSpPr>
          <p:cNvPr id="1038" name="コネクタ: カギ線 1037"/>
          <p:cNvCxnSpPr>
            <a:stCxn id="38" idx="2"/>
            <a:endCxn id="17" idx="2"/>
          </p:cNvCxnSpPr>
          <p:nvPr/>
        </p:nvCxnSpPr>
        <p:spPr>
          <a:xfrm rot="5400000" flipH="1" flipV="1">
            <a:off x="6385199" y="-99730"/>
            <a:ext cx="201336" cy="9384555"/>
          </a:xfrm>
          <a:prstGeom prst="bentConnector3">
            <a:avLst>
              <a:gd name="adj1" fmla="val -52986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42" name="コネクタ: カギ線 1041"/>
          <p:cNvCxnSpPr>
            <a:stCxn id="1054" idx="3"/>
            <a:endCxn id="11" idx="1"/>
          </p:cNvCxnSpPr>
          <p:nvPr/>
        </p:nvCxnSpPr>
        <p:spPr>
          <a:xfrm flipV="1">
            <a:off x="2154707" y="4101735"/>
            <a:ext cx="3646973" cy="414739"/>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8" name="フローチャート: 判断 1047"/>
          <p:cNvSpPr/>
          <p:nvPr/>
        </p:nvSpPr>
        <p:spPr>
          <a:xfrm>
            <a:off x="3665252" y="3859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0" name="フローチャート: 判断 1049"/>
          <p:cNvSpPr/>
          <p:nvPr/>
        </p:nvSpPr>
        <p:spPr>
          <a:xfrm>
            <a:off x="5763163" y="414904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1" name="フローチャート: 判断 1050"/>
          <p:cNvSpPr/>
          <p:nvPr/>
        </p:nvSpPr>
        <p:spPr>
          <a:xfrm>
            <a:off x="5801222" y="4001705"/>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4" name="フローチャート: 判断 1053"/>
          <p:cNvSpPr/>
          <p:nvPr/>
        </p:nvSpPr>
        <p:spPr>
          <a:xfrm>
            <a:off x="2105939" y="448477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6" name="テキスト ボックス 1055"/>
          <p:cNvSpPr txBox="1"/>
          <p:nvPr/>
        </p:nvSpPr>
        <p:spPr>
          <a:xfrm>
            <a:off x="4615677" y="5556870"/>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sp>
        <p:nvSpPr>
          <p:cNvPr id="1057" name="テキスト ボックス 1056"/>
          <p:cNvSpPr txBox="1"/>
          <p:nvPr/>
        </p:nvSpPr>
        <p:spPr>
          <a:xfrm>
            <a:off x="7392801" y="548664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58" name="コネクタ: カギ線 1057"/>
          <p:cNvCxnSpPr>
            <a:stCxn id="27" idx="0"/>
            <a:endCxn id="38" idx="1"/>
          </p:cNvCxnSpPr>
          <p:nvPr/>
        </p:nvCxnSpPr>
        <p:spPr>
          <a:xfrm rot="16200000" flipH="1" flipV="1">
            <a:off x="1366046" y="1529605"/>
            <a:ext cx="2875137" cy="2662218"/>
          </a:xfrm>
          <a:prstGeom prst="bentConnector4">
            <a:avLst>
              <a:gd name="adj1" fmla="val -7951"/>
              <a:gd name="adj2" fmla="val 133775"/>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2" name="フローチャート: 判断 1061"/>
          <p:cNvSpPr/>
          <p:nvPr/>
        </p:nvSpPr>
        <p:spPr>
          <a:xfrm>
            <a:off x="1987783" y="220672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5" name="テキスト ボックス 1064"/>
          <p:cNvSpPr txBox="1"/>
          <p:nvPr/>
        </p:nvSpPr>
        <p:spPr>
          <a:xfrm>
            <a:off x="207488" y="2938017"/>
            <a:ext cx="1057324" cy="577081"/>
          </a:xfrm>
          <a:prstGeom prst="rect">
            <a:avLst/>
          </a:prstGeom>
          <a:noFill/>
        </p:spPr>
        <p:txBody>
          <a:bodyPr wrap="square" rtlCol="0">
            <a:spAutoFit/>
          </a:bodyPr>
          <a:lstStyle/>
          <a:p>
            <a:r>
              <a:rPr lang="ja-JP" altLang="en-US" sz="1050"/>
              <a:t>添付ファイル</a:t>
            </a:r>
            <a:endParaRPr lang="en-US" altLang="ja-JP" sz="1050"/>
          </a:p>
          <a:p>
            <a:r>
              <a:rPr lang="ja-JP" altLang="en-US" sz="1050"/>
              <a:t>ファイル編集処理</a:t>
            </a:r>
            <a:endParaRPr lang="en-US" altLang="ja-JP" sz="1050"/>
          </a:p>
        </p:txBody>
      </p:sp>
      <p:cxnSp>
        <p:nvCxnSpPr>
          <p:cNvPr id="1066" name="コネクタ: カギ線 1065"/>
          <p:cNvCxnSpPr>
            <a:stCxn id="1026" idx="3"/>
            <a:endCxn id="17" idx="3"/>
          </p:cNvCxnSpPr>
          <p:nvPr/>
        </p:nvCxnSpPr>
        <p:spPr>
          <a:xfrm>
            <a:off x="11336365" y="1927312"/>
            <a:ext cx="325685" cy="2174423"/>
          </a:xfrm>
          <a:prstGeom prst="bentConnector3">
            <a:avLst>
              <a:gd name="adj1" fmla="val 170191"/>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 name="直線コネクタ 3">
            <a:extLst>
              <a:ext uri="{FF2B5EF4-FFF2-40B4-BE49-F238E27FC236}">
                <a16:creationId xmlns:a16="http://schemas.microsoft.com/office/drawing/2014/main" id="{3EE76576-7530-007C-3EA6-C844A457D3C9}"/>
              </a:ext>
            </a:extLst>
          </p:cNvPr>
          <p:cNvCxnSpPr/>
          <p:nvPr/>
        </p:nvCxnSpPr>
        <p:spPr>
          <a:xfrm>
            <a:off x="65045" y="6165071"/>
            <a:ext cx="569343" cy="0"/>
          </a:xfrm>
          <a:prstGeom prst="line">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439EC6D-5DAD-6CB3-44F3-23B9279EE7C4}"/>
              </a:ext>
            </a:extLst>
          </p:cNvPr>
          <p:cNvCxnSpPr/>
          <p:nvPr/>
        </p:nvCxnSpPr>
        <p:spPr>
          <a:xfrm>
            <a:off x="65044" y="6415018"/>
            <a:ext cx="569343" cy="0"/>
          </a:xfrm>
          <a:prstGeom prst="line">
            <a:avLst/>
          </a:prstGeom>
          <a:ln w="25400">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DFDE75B3-37C3-D7F1-41A5-221C881019DB}"/>
              </a:ext>
            </a:extLst>
          </p:cNvPr>
          <p:cNvSpPr txBox="1"/>
          <p:nvPr/>
        </p:nvSpPr>
        <p:spPr>
          <a:xfrm>
            <a:off x="689630" y="6044529"/>
            <a:ext cx="6362509" cy="246221"/>
          </a:xfrm>
          <a:prstGeom prst="rect">
            <a:avLst/>
          </a:prstGeom>
          <a:noFill/>
        </p:spPr>
        <p:txBody>
          <a:bodyPr wrap="square" rtlCol="0">
            <a:spAutoFit/>
          </a:bodyPr>
          <a:lstStyle/>
          <a:p>
            <a:r>
              <a:rPr kumimoji="1" lang="en-US" altLang="ja-JP" sz="1000">
                <a:solidFill>
                  <a:srgbClr val="0070C0"/>
                </a:solidFill>
              </a:rPr>
              <a:t>Power Apps/Power Automate flow/Power BI</a:t>
            </a:r>
            <a:r>
              <a:rPr kumimoji="1" lang="ja-JP" altLang="en-US" sz="1000">
                <a:solidFill>
                  <a:srgbClr val="0070C0"/>
                </a:solidFill>
              </a:rPr>
              <a:t>は</a:t>
            </a:r>
            <a:r>
              <a:rPr kumimoji="1" lang="en-US" altLang="ja-JP" sz="1000" err="1">
                <a:solidFill>
                  <a:srgbClr val="0070C0"/>
                </a:solidFill>
              </a:rPr>
              <a:t>Sqlserver</a:t>
            </a:r>
            <a:r>
              <a:rPr kumimoji="1" lang="ja-JP" altLang="en-US" sz="1000">
                <a:solidFill>
                  <a:srgbClr val="0070C0"/>
                </a:solidFill>
              </a:rPr>
              <a:t>にアクセス時の実際の</a:t>
            </a:r>
            <a:r>
              <a:rPr kumimoji="1" lang="en-US" altLang="ja-JP" sz="1000">
                <a:solidFill>
                  <a:srgbClr val="0070C0"/>
                </a:solidFill>
              </a:rPr>
              <a:t>Data Flow</a:t>
            </a:r>
            <a:r>
              <a:rPr kumimoji="1" lang="ja-JP" altLang="en-US" sz="1000">
                <a:solidFill>
                  <a:srgbClr val="0070C0"/>
                </a:solidFill>
              </a:rPr>
              <a:t>（</a:t>
            </a:r>
            <a:r>
              <a:rPr kumimoji="1" lang="en-US" altLang="ja-JP" sz="1000">
                <a:solidFill>
                  <a:srgbClr val="0070C0"/>
                </a:solidFill>
              </a:rPr>
              <a:t>Architecture</a:t>
            </a:r>
            <a:r>
              <a:rPr kumimoji="1" lang="ja-JP" altLang="en-US" sz="1000">
                <a:solidFill>
                  <a:srgbClr val="0070C0"/>
                </a:solidFill>
              </a:rPr>
              <a:t>視点）</a:t>
            </a:r>
          </a:p>
        </p:txBody>
      </p:sp>
      <p:sp>
        <p:nvSpPr>
          <p:cNvPr id="35" name="テキスト ボックス 34">
            <a:extLst>
              <a:ext uri="{FF2B5EF4-FFF2-40B4-BE49-F238E27FC236}">
                <a16:creationId xmlns:a16="http://schemas.microsoft.com/office/drawing/2014/main" id="{6270319E-F948-AB6B-8706-0EE67AC4684A}"/>
              </a:ext>
            </a:extLst>
          </p:cNvPr>
          <p:cNvSpPr txBox="1"/>
          <p:nvPr/>
        </p:nvSpPr>
        <p:spPr>
          <a:xfrm>
            <a:off x="689630" y="6274752"/>
            <a:ext cx="6101032" cy="246221"/>
          </a:xfrm>
          <a:prstGeom prst="rect">
            <a:avLst/>
          </a:prstGeom>
          <a:noFill/>
        </p:spPr>
        <p:txBody>
          <a:bodyPr wrap="square" rtlCol="0">
            <a:spAutoFit/>
          </a:bodyPr>
          <a:lstStyle>
            <a:defPPr>
              <a:defRPr lang="ja-JP"/>
            </a:defPPr>
            <a:lvl1pPr>
              <a:defRPr sz="1000"/>
            </a:lvl1pPr>
          </a:lstStyle>
          <a:p>
            <a:r>
              <a:rPr lang="en-US" altLang="ja-JP">
                <a:solidFill>
                  <a:srgbClr val="0070C0"/>
                </a:solidFill>
              </a:rPr>
              <a:t>Power Apps/Power Automate flow/Power BI</a:t>
            </a:r>
            <a:r>
              <a:rPr lang="ja-JP" altLang="en-US">
                <a:solidFill>
                  <a:srgbClr val="0070C0"/>
                </a:solidFill>
              </a:rPr>
              <a:t>は</a:t>
            </a:r>
            <a:r>
              <a:rPr lang="en-US" altLang="ja-JP" err="1">
                <a:solidFill>
                  <a:srgbClr val="0070C0"/>
                </a:solidFill>
              </a:rPr>
              <a:t>Sqlserver</a:t>
            </a:r>
            <a:r>
              <a:rPr lang="ja-JP" altLang="en-US">
                <a:solidFill>
                  <a:srgbClr val="0070C0"/>
                </a:solidFill>
              </a:rPr>
              <a:t>にアクセス時のが論理</a:t>
            </a:r>
            <a:r>
              <a:rPr lang="en-US" altLang="ja-JP">
                <a:solidFill>
                  <a:srgbClr val="0070C0"/>
                </a:solidFill>
              </a:rPr>
              <a:t>Flow</a:t>
            </a:r>
            <a:r>
              <a:rPr lang="ja-JP" altLang="en-US">
                <a:solidFill>
                  <a:srgbClr val="0070C0"/>
                </a:solidFill>
              </a:rPr>
              <a:t>（業務視点）</a:t>
            </a:r>
          </a:p>
        </p:txBody>
      </p:sp>
    </p:spTree>
    <p:extLst>
      <p:ext uri="{BB962C8B-B14F-4D97-AF65-F5344CB8AC3E}">
        <p14:creationId xmlns:p14="http://schemas.microsoft.com/office/powerpoint/2010/main" val="2965009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en-US" altLang="ja-JP"/>
              <a:t>POC</a:t>
            </a:r>
            <a:r>
              <a:rPr lang="ja-JP" altLang="en-US"/>
              <a:t>範囲</a:t>
            </a:r>
            <a:endParaRPr lang="ja-JP" altLang="en-US">
              <a:effectLst/>
            </a:endParaRPr>
          </a:p>
        </p:txBody>
      </p:sp>
      <p:graphicFrame>
        <p:nvGraphicFramePr>
          <p:cNvPr id="4" name="表 3">
            <a:extLst>
              <a:ext uri="{FF2B5EF4-FFF2-40B4-BE49-F238E27FC236}">
                <a16:creationId xmlns:a16="http://schemas.microsoft.com/office/drawing/2014/main" id="{7A494E27-83EC-A0A3-2082-E9A9D75C64D6}"/>
              </a:ext>
            </a:extLst>
          </p:cNvPr>
          <p:cNvGraphicFramePr>
            <a:graphicFrameLocks noGrp="1"/>
          </p:cNvGraphicFramePr>
          <p:nvPr>
            <p:extLst>
              <p:ext uri="{D42A27DB-BD31-4B8C-83A1-F6EECF244321}">
                <p14:modId xmlns:p14="http://schemas.microsoft.com/office/powerpoint/2010/main" val="1036094091"/>
              </p:ext>
            </p:extLst>
          </p:nvPr>
        </p:nvGraphicFramePr>
        <p:xfrm>
          <a:off x="414336" y="809538"/>
          <a:ext cx="11363327" cy="3097441"/>
        </p:xfrm>
        <a:graphic>
          <a:graphicData uri="http://schemas.openxmlformats.org/drawingml/2006/table">
            <a:tbl>
              <a:tblPr firstRow="1" bandRow="1">
                <a:tableStyleId>{7DF18680-E054-41AD-8BC1-D1AEF772440D}</a:tableStyleId>
              </a:tblPr>
              <a:tblGrid>
                <a:gridCol w="359026">
                  <a:extLst>
                    <a:ext uri="{9D8B030D-6E8A-4147-A177-3AD203B41FA5}">
                      <a16:colId xmlns:a16="http://schemas.microsoft.com/office/drawing/2014/main" val="1822749168"/>
                    </a:ext>
                  </a:extLst>
                </a:gridCol>
                <a:gridCol w="2728600">
                  <a:extLst>
                    <a:ext uri="{9D8B030D-6E8A-4147-A177-3AD203B41FA5}">
                      <a16:colId xmlns:a16="http://schemas.microsoft.com/office/drawing/2014/main" val="1141317570"/>
                    </a:ext>
                  </a:extLst>
                </a:gridCol>
                <a:gridCol w="8275701">
                  <a:extLst>
                    <a:ext uri="{9D8B030D-6E8A-4147-A177-3AD203B41FA5}">
                      <a16:colId xmlns:a16="http://schemas.microsoft.com/office/drawing/2014/main" val="371397195"/>
                    </a:ext>
                  </a:extLst>
                </a:gridCol>
              </a:tblGrid>
              <a:tr h="309744">
                <a:tc>
                  <a:txBody>
                    <a:bodyPr/>
                    <a:lstStyle/>
                    <a:p>
                      <a:pPr marL="0" algn="l" defTabSz="914400" rtl="0" eaLnBrk="1" fontAlgn="b" latinLnBrk="0" hangingPunct="1"/>
                      <a:r>
                        <a:rPr lang="ja-JP" altLang="en-US" sz="1100" b="0" u="none" strike="noStrike" kern="1200">
                          <a:solidFill>
                            <a:schemeClr val="bg1"/>
                          </a:solidFill>
                          <a:effectLst/>
                        </a:rPr>
                        <a:t>番号</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機能</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説明</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06662851"/>
                  </a:ext>
                </a:extLst>
              </a:tr>
              <a:tr h="309744">
                <a:tc>
                  <a:txBody>
                    <a:bodyPr/>
                    <a:lstStyle/>
                    <a:p>
                      <a:pPr marL="0" algn="l" defTabSz="914400" rtl="0" eaLnBrk="1" fontAlgn="b" latinLnBrk="0" hangingPunct="1"/>
                      <a:r>
                        <a:rPr lang="en-US" altLang="ja-JP" sz="1100" b="0" u="none" strike="noStrike" kern="1200">
                          <a:solidFill>
                            <a:schemeClr val="tx1"/>
                          </a:solidFill>
                          <a:effectLst/>
                        </a:rPr>
                        <a:t>1</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100" dirty="0">
                          <a:latin typeface="Arial" panose="020B0604020202020204" pitchFamily="34" charset="0"/>
                        </a:rPr>
                        <a:t>File Batch</a:t>
                      </a:r>
                      <a:r>
                        <a:rPr kumimoji="0" lang="ja-JP" altLang="en-US" sz="1100" dirty="0">
                          <a:latin typeface="Arial" panose="020B0604020202020204" pitchFamily="34" charset="0"/>
                        </a:rPr>
                        <a:t> </a:t>
                      </a:r>
                      <a:r>
                        <a:rPr kumimoji="0" lang="en-US" altLang="ja-JP" sz="1100" dirty="0">
                          <a:latin typeface="Arial" panose="020B0604020202020204" pitchFamily="34" charset="0"/>
                        </a:rPr>
                        <a:t>Download</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000" dirty="0">
                          <a:latin typeface="Arial" panose="020B0604020202020204" pitchFamily="34" charset="0"/>
                        </a:rPr>
                        <a:t>Html Page</a:t>
                      </a:r>
                      <a:r>
                        <a:rPr kumimoji="0" lang="ja-JP" altLang="en-US" sz="1000" dirty="0">
                          <a:latin typeface="Arial" panose="020B0604020202020204" pitchFamily="34" charset="0"/>
                        </a:rPr>
                        <a:t>の</a:t>
                      </a:r>
                      <a:r>
                        <a:rPr kumimoji="0" lang="en-US" altLang="ja-JP" sz="1000" dirty="0">
                          <a:latin typeface="Arial" panose="020B0604020202020204" pitchFamily="34" charset="0"/>
                        </a:rPr>
                        <a:t>JavaScript</a:t>
                      </a:r>
                      <a:r>
                        <a:rPr kumimoji="0" lang="ja-JP" altLang="en-US" sz="1000" dirty="0">
                          <a:latin typeface="Arial" panose="020B0604020202020204" pitchFamily="34" charset="0"/>
                        </a:rPr>
                        <a:t>で複数ファイルを指定場所にそれぞれ保存</a:t>
                      </a:r>
                      <a:endParaRPr lang="en-US" altLang="ja-JP" sz="10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625447426"/>
                  </a:ext>
                </a:extLst>
              </a:tr>
              <a:tr h="929233">
                <a:tc>
                  <a:txBody>
                    <a:bodyPr/>
                    <a:lstStyle/>
                    <a:p>
                      <a:pPr marL="0" algn="l" defTabSz="914400" rtl="0" eaLnBrk="1" fontAlgn="b" latinLnBrk="0" hangingPunct="1"/>
                      <a:r>
                        <a:rPr lang="en-US" altLang="ja-JP" sz="1100" b="0" u="none" strike="noStrike" kern="1200">
                          <a:solidFill>
                            <a:schemeClr val="tx1"/>
                          </a:solidFill>
                          <a:effectLst/>
                          <a:latin typeface="+mn-lt"/>
                          <a:ea typeface="+mn-ea"/>
                          <a:cs typeface="+mn-cs"/>
                        </a:rPr>
                        <a:t>2</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100" dirty="0" err="1">
                          <a:latin typeface="Arial" panose="020B0604020202020204" pitchFamily="34" charset="0"/>
                          <a:ea typeface="Yu Gothic UI" panose="020B0500000000000000" pitchFamily="50" charset="-128"/>
                        </a:rPr>
                        <a:t>GraphAPI</a:t>
                      </a:r>
                      <a:r>
                        <a:rPr kumimoji="0" lang="ja-JP" altLang="en-US" sz="1100" dirty="0">
                          <a:latin typeface="Arial" panose="020B0604020202020204" pitchFamily="34" charset="0"/>
                          <a:ea typeface="Yu Gothic UI" panose="020B0500000000000000" pitchFamily="50" charset="-128"/>
                        </a:rPr>
                        <a:t>検証</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 typeface="+mj-lt"/>
                        <a:buNone/>
                        <a:tabLst/>
                        <a:defRPr/>
                      </a:pPr>
                      <a:r>
                        <a:rPr kumimoji="0" lang="ja-JP" altLang="en-US" sz="1100" kern="1200" dirty="0">
                          <a:solidFill>
                            <a:schemeClr val="dk1"/>
                          </a:solidFill>
                          <a:latin typeface="Arial" panose="020B0604020202020204" pitchFamily="34" charset="0"/>
                          <a:ea typeface="Yu Gothic UI" panose="020B0500000000000000" pitchFamily="50" charset="-128"/>
                          <a:cs typeface="+mn-cs"/>
                        </a:rPr>
                        <a:t>添付ファイル検索の実機検証（性能、制限含む）</a:t>
                      </a:r>
                      <a:endParaRPr kumimoji="0" lang="en-US" altLang="ja-JP" sz="1100" kern="1200" dirty="0">
                        <a:solidFill>
                          <a:schemeClr val="dk1"/>
                        </a:solidFill>
                        <a:latin typeface="Arial" panose="020B0604020202020204" pitchFamily="34" charset="0"/>
                        <a:ea typeface="Yu Gothic UI" panose="020B0500000000000000" pitchFamily="50" charset="-128"/>
                        <a:cs typeface="+mn-cs"/>
                      </a:endParaRPr>
                    </a:p>
                    <a:p>
                      <a:pPr marL="0" marR="0" lvl="0" indent="0" algn="l" defTabSz="914400" rtl="0" eaLnBrk="1" fontAlgn="b" latinLnBrk="0" hangingPunct="1">
                        <a:lnSpc>
                          <a:spcPct val="100000"/>
                        </a:lnSpc>
                        <a:spcBef>
                          <a:spcPts val="0"/>
                        </a:spcBef>
                        <a:spcAft>
                          <a:spcPts val="0"/>
                        </a:spcAft>
                        <a:buClrTx/>
                        <a:buSzTx/>
                        <a:buFont typeface="+mj-lt"/>
                        <a:buNone/>
                        <a:tabLst/>
                        <a:defRPr/>
                      </a:pPr>
                      <a:r>
                        <a:rPr kumimoji="0" lang="ja-JP" altLang="en-US" sz="1100" kern="1200" dirty="0">
                          <a:solidFill>
                            <a:schemeClr val="dk1"/>
                          </a:solidFill>
                          <a:latin typeface="Arial" panose="020B0604020202020204" pitchFamily="34" charset="0"/>
                          <a:ea typeface="Yu Gothic UI" panose="020B0500000000000000" pitchFamily="50" charset="-128"/>
                          <a:cs typeface="+mn-cs"/>
                        </a:rPr>
                        <a:t>１．ファイル名検索</a:t>
                      </a:r>
                      <a:endParaRPr kumimoji="0" lang="en-US" altLang="ja-JP" sz="1100" kern="1200" dirty="0">
                        <a:solidFill>
                          <a:schemeClr val="dk1"/>
                        </a:solidFill>
                        <a:latin typeface="Arial" panose="020B0604020202020204" pitchFamily="34" charset="0"/>
                        <a:ea typeface="Yu Gothic UI" panose="020B0500000000000000" pitchFamily="50" charset="-128"/>
                        <a:cs typeface="+mn-cs"/>
                      </a:endParaRPr>
                    </a:p>
                    <a:p>
                      <a:pPr marL="0" marR="0" lvl="0" indent="0" algn="l" defTabSz="914400" rtl="0" eaLnBrk="1" fontAlgn="b" latinLnBrk="0" hangingPunct="1">
                        <a:lnSpc>
                          <a:spcPct val="100000"/>
                        </a:lnSpc>
                        <a:spcBef>
                          <a:spcPts val="0"/>
                        </a:spcBef>
                        <a:spcAft>
                          <a:spcPts val="0"/>
                        </a:spcAft>
                        <a:buClrTx/>
                        <a:buSzTx/>
                        <a:buFont typeface="+mj-lt"/>
                        <a:buNone/>
                        <a:tabLst/>
                        <a:defRPr/>
                      </a:pPr>
                      <a:r>
                        <a:rPr kumimoji="0" lang="ja-JP" altLang="en-US" sz="1100" kern="1200" dirty="0">
                          <a:solidFill>
                            <a:schemeClr val="dk1"/>
                          </a:solidFill>
                          <a:latin typeface="Arial" panose="020B0604020202020204" pitchFamily="34" charset="0"/>
                          <a:ea typeface="Yu Gothic UI" panose="020B0500000000000000" pitchFamily="50" charset="-128"/>
                          <a:cs typeface="+mn-cs"/>
                        </a:rPr>
                        <a:t>２．ファイル内容含む検索</a:t>
                      </a:r>
                      <a:endParaRPr kumimoji="0" lang="en-US" altLang="ja-JP"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849158256"/>
                  </a:ext>
                </a:extLst>
              </a:tr>
              <a:tr h="309744">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3</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kumimoji="0" lang="ja-JP" altLang="en-US" sz="1100" dirty="0">
                          <a:latin typeface="Arial" panose="020B0604020202020204" pitchFamily="34" charset="0"/>
                          <a:ea typeface="Yu Gothic UI" panose="020B0500000000000000" pitchFamily="50" charset="-128"/>
                        </a:rPr>
                        <a:t>性能</a:t>
                      </a:r>
                      <a:r>
                        <a:rPr kumimoji="0" lang="en-US" altLang="ja-JP" sz="1100" dirty="0">
                          <a:latin typeface="Arial" panose="020B0604020202020204" pitchFamily="34" charset="0"/>
                          <a:ea typeface="Yu Gothic UI" panose="020B0500000000000000" pitchFamily="50" charset="-128"/>
                        </a:rPr>
                        <a:t>Facility</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100" kern="1200" dirty="0">
                          <a:solidFill>
                            <a:schemeClr val="dk1"/>
                          </a:solidFill>
                          <a:latin typeface="Arial" panose="020B0604020202020204" pitchFamily="34" charset="0"/>
                          <a:ea typeface="Yu Gothic UI" panose="020B0500000000000000" pitchFamily="50" charset="-128"/>
                          <a:cs typeface="+mn-cs"/>
                        </a:rPr>
                        <a:t>Dummy</a:t>
                      </a:r>
                      <a:r>
                        <a:rPr kumimoji="0" lang="ja-JP" altLang="en-US" sz="1100" kern="1200" dirty="0">
                          <a:solidFill>
                            <a:schemeClr val="dk1"/>
                          </a:solidFill>
                          <a:latin typeface="Arial" panose="020B0604020202020204" pitchFamily="34" charset="0"/>
                          <a:ea typeface="Yu Gothic UI" panose="020B0500000000000000" pitchFamily="50" charset="-128"/>
                          <a:cs typeface="+mn-cs"/>
                        </a:rPr>
                        <a:t>データを利用した性能評価、</a:t>
                      </a:r>
                      <a:r>
                        <a:rPr kumimoji="0" lang="en-US" altLang="ja-JP" sz="1100" kern="1200" dirty="0">
                          <a:solidFill>
                            <a:schemeClr val="dk1"/>
                          </a:solidFill>
                          <a:latin typeface="Arial" panose="020B0604020202020204" pitchFamily="34" charset="0"/>
                          <a:ea typeface="Yu Gothic UI" panose="020B0500000000000000" pitchFamily="50" charset="-128"/>
                          <a:cs typeface="+mn-cs"/>
                        </a:rPr>
                        <a:t>10</a:t>
                      </a:r>
                      <a:r>
                        <a:rPr kumimoji="0" lang="ja-JP" altLang="en-US" sz="1100" kern="1200" dirty="0">
                          <a:solidFill>
                            <a:schemeClr val="dk1"/>
                          </a:solidFill>
                          <a:latin typeface="Arial" panose="020B0604020202020204" pitchFamily="34" charset="0"/>
                          <a:ea typeface="Yu Gothic UI" panose="020B0500000000000000" pitchFamily="50" charset="-128"/>
                          <a:cs typeface="+mn-cs"/>
                        </a:rPr>
                        <a:t>年間データ、</a:t>
                      </a:r>
                      <a:r>
                        <a:rPr kumimoji="0" lang="en-US" altLang="ja-JP" sz="1100" kern="1200" dirty="0">
                          <a:solidFill>
                            <a:schemeClr val="dk1"/>
                          </a:solidFill>
                          <a:latin typeface="Arial" panose="020B0604020202020204" pitchFamily="34" charset="0"/>
                          <a:ea typeface="Yu Gothic UI" panose="020B0500000000000000" pitchFamily="50" charset="-128"/>
                          <a:cs typeface="+mn-cs"/>
                        </a:rPr>
                        <a:t>20000</a:t>
                      </a:r>
                      <a:r>
                        <a:rPr kumimoji="0" lang="ja-JP" altLang="en-US" sz="1100" kern="1200" dirty="0">
                          <a:solidFill>
                            <a:schemeClr val="dk1"/>
                          </a:solidFill>
                          <a:latin typeface="Arial" panose="020B0604020202020204" pitchFamily="34" charset="0"/>
                          <a:ea typeface="Yu Gothic UI" panose="020B0500000000000000" pitchFamily="50" charset="-128"/>
                          <a:cs typeface="+mn-cs"/>
                        </a:rPr>
                        <a:t>ユーザを想定で、</a:t>
                      </a:r>
                      <a:r>
                        <a:rPr kumimoji="0" lang="en-US" altLang="ja-JP" sz="1100" kern="1200" dirty="0">
                          <a:solidFill>
                            <a:schemeClr val="dk1"/>
                          </a:solidFill>
                          <a:latin typeface="Arial" panose="020B0604020202020204" pitchFamily="34" charset="0"/>
                          <a:ea typeface="Yu Gothic UI" panose="020B0500000000000000" pitchFamily="50" charset="-128"/>
                          <a:cs typeface="+mn-cs"/>
                        </a:rPr>
                        <a:t>Sizing</a:t>
                      </a:r>
                      <a:endParaRPr kumimoji="0" lang="ja-JP" altLang="en-US"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2204961108"/>
                  </a:ext>
                </a:extLst>
              </a:tr>
              <a:tr h="309744">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4</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オンライン編集の検証</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ja-JP" altLang="en-US" sz="1100" kern="1200" dirty="0">
                          <a:solidFill>
                            <a:schemeClr val="dk1"/>
                          </a:solidFill>
                          <a:latin typeface="Arial" panose="020B0604020202020204" pitchFamily="34" charset="0"/>
                          <a:ea typeface="Yu Gothic UI" panose="020B0500000000000000" pitchFamily="50" charset="-128"/>
                          <a:cs typeface="+mn-cs"/>
                        </a:rPr>
                        <a:t>ユーザに安心させるためのデモ（実装技術リスクがない）</a:t>
                      </a:r>
                    </a:p>
                  </a:txBody>
                  <a:tcPr marL="0" marR="0" marT="0" marB="0" anchor="ctr"/>
                </a:tc>
                <a:extLst>
                  <a:ext uri="{0D108BD9-81ED-4DB2-BD59-A6C34878D82A}">
                    <a16:rowId xmlns:a16="http://schemas.microsoft.com/office/drawing/2014/main" val="366353059"/>
                  </a:ext>
                </a:extLst>
              </a:tr>
              <a:tr h="309744">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5</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dirty="0"/>
                        <a:t>利用者は必要な項目に応じてビューの設定</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ja-JP" altLang="en-US" sz="1100" kern="1200" dirty="0">
                          <a:solidFill>
                            <a:schemeClr val="dk1"/>
                          </a:solidFill>
                          <a:latin typeface="Arial" panose="020B0604020202020204" pitchFamily="34" charset="0"/>
                          <a:ea typeface="Yu Gothic UI" panose="020B0500000000000000" pitchFamily="50" charset="-128"/>
                          <a:cs typeface="+mn-cs"/>
                        </a:rPr>
                        <a:t>主に性能観点（実装面の技術リスクがない）</a:t>
                      </a:r>
                    </a:p>
                  </a:txBody>
                  <a:tcPr marL="0" marR="0" marT="0" marB="0" anchor="ctr"/>
                </a:tc>
                <a:extLst>
                  <a:ext uri="{0D108BD9-81ED-4DB2-BD59-A6C34878D82A}">
                    <a16:rowId xmlns:a16="http://schemas.microsoft.com/office/drawing/2014/main" val="1462443356"/>
                  </a:ext>
                </a:extLst>
              </a:tr>
              <a:tr h="309744">
                <a:tc>
                  <a:txBody>
                    <a:bodyPr/>
                    <a:lstStyle/>
                    <a:p>
                      <a:pPr marL="0" algn="l"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kumimoji="0" lang="ja-JP" altLang="en-US"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2200403059"/>
                  </a:ext>
                </a:extLst>
              </a:tr>
              <a:tr h="309744">
                <a:tc>
                  <a:txBody>
                    <a:bodyPr/>
                    <a:lstStyle/>
                    <a:p>
                      <a:pPr marL="0" algn="l" defTabSz="914400" rtl="0" eaLnBrk="1" fontAlgn="b" latinLnBrk="0" hangingPunct="1"/>
                      <a:endParaRPr lang="ja-JP" altLang="en-US" sz="105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05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kumimoji="0" lang="ja-JP" altLang="en-US"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2728759274"/>
                  </a:ext>
                </a:extLst>
              </a:tr>
            </a:tbl>
          </a:graphicData>
        </a:graphic>
      </p:graphicFrame>
    </p:spTree>
    <p:extLst>
      <p:ext uri="{BB962C8B-B14F-4D97-AF65-F5344CB8AC3E}">
        <p14:creationId xmlns:p14="http://schemas.microsoft.com/office/powerpoint/2010/main" val="30847209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サポートとメンテナンス－瑕疵範囲、保守提案</a:t>
            </a:r>
            <a:endParaRPr lang="ja-JP" altLang="en-US" dirty="0">
              <a:effectLst/>
            </a:endParaRPr>
          </a:p>
        </p:txBody>
      </p:sp>
      <p:sp>
        <p:nvSpPr>
          <p:cNvPr id="15" name="テキスト ボックス 14"/>
          <p:cNvSpPr txBox="1"/>
          <p:nvPr/>
        </p:nvSpPr>
        <p:spPr>
          <a:xfrm>
            <a:off x="414336" y="833179"/>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lang="ja-JP" altLang="en-US" dirty="0"/>
              <a:t>瑕疵範囲は半年とする（バグ対応のみが対象、本見積もりに含む）</a:t>
            </a:r>
            <a:endParaRPr lang="en-US" altLang="ja-JP" dirty="0"/>
          </a:p>
          <a:p>
            <a:pPr marL="28575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システム</a:t>
            </a:r>
            <a:r>
              <a:rPr kumimoji="0" lang="en-US" altLang="ja-JP" dirty="0">
                <a:latin typeface="Arial" panose="020B0604020202020204" pitchFamily="34" charset="0"/>
              </a:rPr>
              <a:t>GA</a:t>
            </a:r>
            <a:r>
              <a:rPr kumimoji="0" lang="ja-JP" altLang="en-US" dirty="0">
                <a:latin typeface="Arial" panose="020B0604020202020204" pitchFamily="34" charset="0"/>
              </a:rPr>
              <a:t>の対応体制は、本見積の</a:t>
            </a:r>
            <a:r>
              <a:rPr lang="ja-JP" altLang="en-US" dirty="0"/>
              <a:t>初期サポートに含む（稼働日からの</a:t>
            </a:r>
            <a:r>
              <a:rPr lang="en-US" altLang="ja-JP" dirty="0"/>
              <a:t>1</a:t>
            </a:r>
            <a:r>
              <a:rPr lang="ja-JP" altLang="en-US" dirty="0"/>
              <a:t>か月を想定、見積もりに含む）</a:t>
            </a:r>
            <a:endParaRPr kumimoji="0" lang="en-US" altLang="ja-JP"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運用保守費用は今回の見積もりに含まない（システム</a:t>
            </a:r>
            <a:r>
              <a:rPr kumimoji="0" lang="en-US" altLang="ja-JP" dirty="0">
                <a:latin typeface="Arial" panose="020B0604020202020204" pitchFamily="34" charset="0"/>
              </a:rPr>
              <a:t>GA</a:t>
            </a:r>
            <a:r>
              <a:rPr kumimoji="0" lang="ja-JP" altLang="en-US" dirty="0">
                <a:latin typeface="Arial" panose="020B0604020202020204" pitchFamily="34" charset="0"/>
              </a:rPr>
              <a:t>の第二か月～）</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初期半年、</a:t>
            </a:r>
            <a:r>
              <a:rPr kumimoji="0" lang="en-US" altLang="ja-JP" dirty="0">
                <a:latin typeface="Arial" panose="020B0604020202020204" pitchFamily="34" charset="0"/>
              </a:rPr>
              <a:t>8</a:t>
            </a:r>
            <a:r>
              <a:rPr kumimoji="0" lang="ja-JP" altLang="en-US" dirty="0">
                <a:latin typeface="Arial" panose="020B0604020202020204" pitchFamily="34" charset="0"/>
              </a:rPr>
              <a:t>人体制、</a:t>
            </a:r>
            <a:r>
              <a:rPr kumimoji="0" lang="en-US" altLang="ja-JP" dirty="0">
                <a:latin typeface="Arial" panose="020B0604020202020204" pitchFamily="34" charset="0"/>
              </a:rPr>
              <a:t>Onsite</a:t>
            </a:r>
            <a:r>
              <a:rPr kumimoji="0" lang="ja-JP" altLang="en-US" dirty="0">
                <a:latin typeface="Arial" panose="020B0604020202020204" pitchFamily="34" charset="0"/>
              </a:rPr>
              <a:t> </a:t>
            </a:r>
            <a:r>
              <a:rPr kumimoji="0" lang="en-US" altLang="ja-JP" dirty="0">
                <a:latin typeface="Arial" panose="020B0604020202020204" pitchFamily="34" charset="0"/>
              </a:rPr>
              <a:t>2</a:t>
            </a:r>
            <a:r>
              <a:rPr kumimoji="0" lang="ja-JP" altLang="en-US" dirty="0">
                <a:latin typeface="Arial" panose="020B0604020202020204" pitchFamily="34" charset="0"/>
              </a:rPr>
              <a:t>人、</a:t>
            </a:r>
            <a:r>
              <a:rPr kumimoji="0" lang="en-US" altLang="ja-JP" dirty="0">
                <a:latin typeface="Arial" panose="020B0604020202020204" pitchFamily="34" charset="0"/>
              </a:rPr>
              <a:t>Offsite 6</a:t>
            </a:r>
            <a:r>
              <a:rPr kumimoji="0" lang="ja-JP" altLang="en-US" dirty="0">
                <a:latin typeface="Arial" panose="020B0604020202020204" pitchFamily="34" charset="0"/>
              </a:rPr>
              <a:t>人）</a:t>
            </a:r>
            <a:r>
              <a:rPr kumimoji="0" lang="en-US" altLang="ja-JP" dirty="0">
                <a:latin typeface="Arial" panose="020B0604020202020204" pitchFamily="34" charset="0"/>
              </a:rPr>
              <a:t>&lt;=550</a:t>
            </a:r>
            <a:r>
              <a:rPr kumimoji="0" lang="ja-JP" altLang="en-US" dirty="0">
                <a:latin typeface="Arial" panose="020B0604020202020204" pitchFamily="34" charset="0"/>
              </a:rPr>
              <a:t>万</a:t>
            </a:r>
            <a:r>
              <a:rPr kumimoji="0" lang="en-US" altLang="ja-JP" dirty="0">
                <a:latin typeface="Arial" panose="020B0604020202020204" pitchFamily="34" charset="0"/>
              </a:rPr>
              <a:t>/</a:t>
            </a:r>
            <a:r>
              <a:rPr kumimoji="0" lang="ja-JP" altLang="en-US" dirty="0">
                <a:latin typeface="Arial" panose="020B0604020202020204" pitchFamily="34" charset="0"/>
              </a:rPr>
              <a:t>月程度。</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半年後、体制が半分に縮小すると想定</a:t>
            </a:r>
            <a:endParaRPr lang="ja-JP" altLang="en-US" dirty="0"/>
          </a:p>
          <a:p>
            <a:pPr marL="742950" lvl="1" indent="-285750" eaLnBrk="0" fontAlgn="base" hangingPunct="0">
              <a:spcBef>
                <a:spcPct val="0"/>
              </a:spcBef>
              <a:spcAft>
                <a:spcPct val="0"/>
              </a:spcAft>
              <a:buFont typeface="Arial" panose="020B0604020202020204" pitchFamily="34" charset="0"/>
              <a:buChar char="•"/>
            </a:pPr>
            <a:endParaRPr lang="ja-JP" altLang="en-US" dirty="0">
              <a:effectLs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AF1CE-7E1C-B332-48A7-EF6372A525DC}"/>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F31D521E-E4D5-EBFC-A1E0-48D47893DAB3}"/>
              </a:ext>
            </a:extLst>
          </p:cNvPr>
          <p:cNvSpPr>
            <a:spLocks noGrp="1"/>
          </p:cNvSpPr>
          <p:nvPr>
            <p:ph type="ctrTitle"/>
          </p:nvPr>
        </p:nvSpPr>
        <p:spPr/>
        <p:txBody>
          <a:bodyPr/>
          <a:lstStyle/>
          <a:p>
            <a:r>
              <a:rPr lang="ja-JP" altLang="en-US" dirty="0"/>
              <a:t>前回の資料</a:t>
            </a:r>
          </a:p>
        </p:txBody>
      </p:sp>
      <p:sp>
        <p:nvSpPr>
          <p:cNvPr id="2" name="字幕 1">
            <a:extLst>
              <a:ext uri="{FF2B5EF4-FFF2-40B4-BE49-F238E27FC236}">
                <a16:creationId xmlns:a16="http://schemas.microsoft.com/office/drawing/2014/main" id="{373EDA42-0118-C5A8-4B63-E23A72BB6536}"/>
              </a:ext>
            </a:extLst>
          </p:cNvPr>
          <p:cNvSpPr>
            <a:spLocks noGrp="1"/>
          </p:cNvSpPr>
          <p:nvPr>
            <p:ph type="subTitle" idx="1"/>
          </p:nvPr>
        </p:nvSpPr>
        <p:spPr/>
        <p:txBody>
          <a:bodyPr/>
          <a:lstStyle/>
          <a:p>
            <a:endParaRPr lang="ja-JP" altLang="en-US"/>
          </a:p>
        </p:txBody>
      </p:sp>
    </p:spTree>
    <p:extLst>
      <p:ext uri="{BB962C8B-B14F-4D97-AF65-F5344CB8AC3E}">
        <p14:creationId xmlns:p14="http://schemas.microsoft.com/office/powerpoint/2010/main" val="42434739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D6268-2A63-9952-EC77-1562D517FA45}"/>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DD19C002-F863-DEF6-00B5-54381B032A8B}"/>
              </a:ext>
            </a:extLst>
          </p:cNvPr>
          <p:cNvSpPr/>
          <p:nvPr/>
        </p:nvSpPr>
        <p:spPr>
          <a:xfrm>
            <a:off x="4297922" y="3589046"/>
            <a:ext cx="6211241" cy="1439353"/>
          </a:xfrm>
          <a:prstGeom prst="roundRect">
            <a:avLst>
              <a:gd name="adj" fmla="val 4381"/>
            </a:avLst>
          </a:prstGeom>
          <a:solidFill>
            <a:schemeClr val="accent5">
              <a:lumMod val="20000"/>
              <a:lumOff val="8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50FC84B5-5638-9F49-0DE5-99085C2086AF}"/>
              </a:ext>
            </a:extLst>
          </p:cNvPr>
          <p:cNvSpPr>
            <a:spLocks noGrp="1"/>
          </p:cNvSpPr>
          <p:nvPr>
            <p:ph type="title"/>
          </p:nvPr>
        </p:nvSpPr>
        <p:spPr>
          <a:xfrm>
            <a:off x="414336" y="255264"/>
            <a:ext cx="9327072" cy="765272"/>
          </a:xfrm>
        </p:spPr>
        <p:txBody>
          <a:bodyPr>
            <a:normAutofit fontScale="90000"/>
          </a:bodyPr>
          <a:lstStyle/>
          <a:p>
            <a:r>
              <a:rPr lang="ja-JP" altLang="en-US" sz="3600" dirty="0"/>
              <a:t>全体アーキテクチャ</a:t>
            </a:r>
            <a:br>
              <a:rPr lang="en-US" altLang="ja-JP" dirty="0"/>
            </a:br>
            <a:r>
              <a:rPr lang="ja-JP" altLang="en-US" sz="2200" dirty="0"/>
              <a:t>添付ファイルは</a:t>
            </a:r>
            <a:r>
              <a:rPr lang="en-US" altLang="ja-JP" sz="2200" dirty="0"/>
              <a:t>SharePoint</a:t>
            </a:r>
            <a:r>
              <a:rPr lang="ja-JP" altLang="en-US" sz="2200" dirty="0"/>
              <a:t>保存</a:t>
            </a:r>
            <a:endParaRPr lang="ja-JP" altLang="en-US" sz="2200" dirty="0">
              <a:effectLst/>
            </a:endParaRPr>
          </a:p>
        </p:txBody>
      </p:sp>
      <p:pic>
        <p:nvPicPr>
          <p:cNvPr id="3"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B643439F-3383-F39A-14EA-005190022BC6}"/>
              </a:ext>
            </a:extLst>
          </p:cNvPr>
          <p:cNvPicPr>
            <a:picLocks noGrp="1" noChangeAspect="1"/>
          </p:cNvPicPr>
          <p:nvPr>
            <p:ph sz="quarter" idx="10"/>
          </p:nvPr>
        </p:nvPicPr>
        <p:blipFill>
          <a:blip r:embed="rId3"/>
          <a:stretch>
            <a:fillRect/>
          </a:stretch>
        </p:blipFill>
        <p:spPr>
          <a:xfrm>
            <a:off x="9538681" y="5800728"/>
            <a:ext cx="771118" cy="456744"/>
          </a:xfrm>
        </p:spPr>
      </p:pic>
      <p:pic>
        <p:nvPicPr>
          <p:cNvPr id="7" name="図 6" descr="グラフィカル ユーザー インターフェイス, アプリケーション, テーブル, Excel">
            <a:extLst>
              <a:ext uri="{FF2B5EF4-FFF2-40B4-BE49-F238E27FC236}">
                <a16:creationId xmlns:a16="http://schemas.microsoft.com/office/drawing/2014/main" id="{8C8327D1-870D-092B-6F6A-B678BA38F264}"/>
              </a:ext>
            </a:extLst>
          </p:cNvPr>
          <p:cNvPicPr>
            <a:picLocks noChangeAspect="1"/>
          </p:cNvPicPr>
          <p:nvPr/>
        </p:nvPicPr>
        <p:blipFill>
          <a:blip r:embed="rId4"/>
          <a:stretch>
            <a:fillRect/>
          </a:stretch>
        </p:blipFill>
        <p:spPr>
          <a:xfrm>
            <a:off x="10930334" y="5799654"/>
            <a:ext cx="899975" cy="444385"/>
          </a:xfrm>
          <a:prstGeom prst="rect">
            <a:avLst/>
          </a:prstGeom>
        </p:spPr>
      </p:pic>
      <p:pic>
        <p:nvPicPr>
          <p:cNvPr id="9"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41AEB1B6-A09C-A530-49CF-75DCB8783EA3}"/>
              </a:ext>
            </a:extLst>
          </p:cNvPr>
          <p:cNvPicPr>
            <a:picLocks noChangeAspect="1"/>
          </p:cNvPicPr>
          <p:nvPr/>
        </p:nvPicPr>
        <p:blipFill>
          <a:blip r:embed="rId3"/>
          <a:stretch>
            <a:fillRect/>
          </a:stretch>
        </p:blipFill>
        <p:spPr>
          <a:xfrm>
            <a:off x="3054336" y="3118589"/>
            <a:ext cx="1302261" cy="748800"/>
          </a:xfrm>
          <a:prstGeom prst="rect">
            <a:avLst/>
          </a:prstGeom>
        </p:spPr>
      </p:pic>
      <p:pic>
        <p:nvPicPr>
          <p:cNvPr id="10" name="図 9" descr="アイコン&#10;&#10;AI によって生成されたコンテンツは間違っている可能性があります。">
            <a:extLst>
              <a:ext uri="{FF2B5EF4-FFF2-40B4-BE49-F238E27FC236}">
                <a16:creationId xmlns:a16="http://schemas.microsoft.com/office/drawing/2014/main" id="{F7B84FD5-BBDC-1A2D-415B-0402E9553F0D}"/>
              </a:ext>
            </a:extLst>
          </p:cNvPr>
          <p:cNvPicPr>
            <a:picLocks noChangeAspect="1"/>
          </p:cNvPicPr>
          <p:nvPr/>
        </p:nvPicPr>
        <p:blipFill>
          <a:blip r:embed="rId5"/>
          <a:stretch>
            <a:fillRect/>
          </a:stretch>
        </p:blipFill>
        <p:spPr>
          <a:xfrm>
            <a:off x="3273500" y="4607496"/>
            <a:ext cx="863933" cy="748800"/>
          </a:xfrm>
          <a:prstGeom prst="rect">
            <a:avLst/>
          </a:prstGeom>
        </p:spPr>
      </p:pic>
      <p:pic>
        <p:nvPicPr>
          <p:cNvPr id="11" name="図 10" descr="アイコン&#10;&#10;AI によって生成されたコンテンツは間違っている可能性があります。">
            <a:extLst>
              <a:ext uri="{FF2B5EF4-FFF2-40B4-BE49-F238E27FC236}">
                <a16:creationId xmlns:a16="http://schemas.microsoft.com/office/drawing/2014/main" id="{6F6A2E73-C5F5-2AF1-8B7D-C680CF14AF5C}"/>
              </a:ext>
            </a:extLst>
          </p:cNvPr>
          <p:cNvPicPr>
            <a:picLocks noChangeAspect="1"/>
          </p:cNvPicPr>
          <p:nvPr/>
        </p:nvPicPr>
        <p:blipFill>
          <a:blip r:embed="rId6"/>
          <a:stretch>
            <a:fillRect/>
          </a:stretch>
        </p:blipFill>
        <p:spPr>
          <a:xfrm>
            <a:off x="5542600" y="3711590"/>
            <a:ext cx="780290" cy="780290"/>
          </a:xfrm>
          <a:prstGeom prst="rect">
            <a:avLst/>
          </a:prstGeom>
        </p:spPr>
      </p:pic>
      <p:sp>
        <p:nvSpPr>
          <p:cNvPr id="12" name="テキスト ボックス 11">
            <a:extLst>
              <a:ext uri="{FF2B5EF4-FFF2-40B4-BE49-F238E27FC236}">
                <a16:creationId xmlns:a16="http://schemas.microsoft.com/office/drawing/2014/main" id="{2B9C7D71-C4DA-3F1B-F2F1-68806B2DF256}"/>
              </a:ext>
            </a:extLst>
          </p:cNvPr>
          <p:cNvSpPr txBox="1"/>
          <p:nvPr/>
        </p:nvSpPr>
        <p:spPr>
          <a:xfrm>
            <a:off x="5004845" y="4488640"/>
            <a:ext cx="1971040" cy="276999"/>
          </a:xfrm>
          <a:prstGeom prst="rect">
            <a:avLst/>
          </a:prstGeom>
          <a:noFill/>
        </p:spPr>
        <p:txBody>
          <a:bodyPr wrap="square" rtlCol="0">
            <a:spAutoFit/>
          </a:bodyPr>
          <a:lstStyle/>
          <a:p>
            <a:pPr algn="ctr"/>
            <a:r>
              <a:rPr kumimoji="1" lang="en-US" altLang="ja-JP" sz="1200"/>
              <a:t>Gateway Cloud service</a:t>
            </a:r>
            <a:endParaRPr kumimoji="1" lang="ja-JP" altLang="en-US" sz="1200"/>
          </a:p>
        </p:txBody>
      </p:sp>
      <p:pic>
        <p:nvPicPr>
          <p:cNvPr id="13" name="図 12" descr="アイコン&#10;&#10;AI によって生成されたコンテンツは間違っている可能性があります。">
            <a:extLst>
              <a:ext uri="{FF2B5EF4-FFF2-40B4-BE49-F238E27FC236}">
                <a16:creationId xmlns:a16="http://schemas.microsoft.com/office/drawing/2014/main" id="{F9A4A6F3-F8AA-CA86-7F3C-EB542D3491BE}"/>
              </a:ext>
            </a:extLst>
          </p:cNvPr>
          <p:cNvPicPr>
            <a:picLocks noChangeAspect="1"/>
          </p:cNvPicPr>
          <p:nvPr/>
        </p:nvPicPr>
        <p:blipFill>
          <a:blip r:embed="rId7"/>
          <a:stretch>
            <a:fillRect/>
          </a:stretch>
        </p:blipFill>
        <p:spPr>
          <a:xfrm>
            <a:off x="7250204" y="3711590"/>
            <a:ext cx="780290" cy="780290"/>
          </a:xfrm>
          <a:prstGeom prst="rect">
            <a:avLst/>
          </a:prstGeom>
        </p:spPr>
      </p:pic>
      <p:sp>
        <p:nvSpPr>
          <p:cNvPr id="14" name="テキスト ボックス 13">
            <a:extLst>
              <a:ext uri="{FF2B5EF4-FFF2-40B4-BE49-F238E27FC236}">
                <a16:creationId xmlns:a16="http://schemas.microsoft.com/office/drawing/2014/main" id="{CD0A4728-2EE5-C3B5-0648-7431CD671E3D}"/>
              </a:ext>
            </a:extLst>
          </p:cNvPr>
          <p:cNvSpPr txBox="1"/>
          <p:nvPr/>
        </p:nvSpPr>
        <p:spPr>
          <a:xfrm>
            <a:off x="6970759" y="4488640"/>
            <a:ext cx="1339180" cy="276999"/>
          </a:xfrm>
          <a:prstGeom prst="rect">
            <a:avLst/>
          </a:prstGeom>
          <a:noFill/>
        </p:spPr>
        <p:txBody>
          <a:bodyPr wrap="square" rtlCol="0">
            <a:spAutoFit/>
          </a:bodyPr>
          <a:lstStyle/>
          <a:p>
            <a:pPr algn="ctr"/>
            <a:r>
              <a:rPr kumimoji="1" lang="en-US" altLang="ja-JP" sz="1200"/>
              <a:t>Azure Relay</a:t>
            </a:r>
            <a:endParaRPr kumimoji="1" lang="ja-JP" altLang="en-US" sz="1200"/>
          </a:p>
        </p:txBody>
      </p:sp>
      <p:pic>
        <p:nvPicPr>
          <p:cNvPr id="16" name="図 15">
            <a:extLst>
              <a:ext uri="{FF2B5EF4-FFF2-40B4-BE49-F238E27FC236}">
                <a16:creationId xmlns:a16="http://schemas.microsoft.com/office/drawing/2014/main" id="{0B737DEC-B468-E5A2-F13B-A02B4AE15739}"/>
              </a:ext>
            </a:extLst>
          </p:cNvPr>
          <p:cNvPicPr>
            <a:picLocks noChangeAspect="1"/>
          </p:cNvPicPr>
          <p:nvPr/>
        </p:nvPicPr>
        <p:blipFill>
          <a:blip r:embed="rId8"/>
          <a:stretch>
            <a:fillRect/>
          </a:stretch>
        </p:blipFill>
        <p:spPr>
          <a:xfrm>
            <a:off x="8941739" y="3731914"/>
            <a:ext cx="736235" cy="739643"/>
          </a:xfrm>
          <a:prstGeom prst="rect">
            <a:avLst/>
          </a:prstGeom>
        </p:spPr>
      </p:pic>
      <p:pic>
        <p:nvPicPr>
          <p:cNvPr id="17" name="図 16" descr="テーブル, カップ が含まれている画像&#10;&#10;AI によって生成されたコンテンツは間違っている可能性があります。">
            <a:extLst>
              <a:ext uri="{FF2B5EF4-FFF2-40B4-BE49-F238E27FC236}">
                <a16:creationId xmlns:a16="http://schemas.microsoft.com/office/drawing/2014/main" id="{8C590881-55ED-AE08-042C-0D643880A9B6}"/>
              </a:ext>
            </a:extLst>
          </p:cNvPr>
          <p:cNvPicPr>
            <a:picLocks noChangeAspect="1"/>
          </p:cNvPicPr>
          <p:nvPr/>
        </p:nvPicPr>
        <p:blipFill>
          <a:blip r:embed="rId9"/>
          <a:stretch>
            <a:fillRect/>
          </a:stretch>
        </p:blipFill>
        <p:spPr>
          <a:xfrm>
            <a:off x="10435160" y="3711590"/>
            <a:ext cx="967810" cy="780290"/>
          </a:xfrm>
          <a:prstGeom prst="rect">
            <a:avLst/>
          </a:prstGeom>
        </p:spPr>
      </p:pic>
      <p:sp>
        <p:nvSpPr>
          <p:cNvPr id="18" name="テキスト ボックス 17">
            <a:extLst>
              <a:ext uri="{FF2B5EF4-FFF2-40B4-BE49-F238E27FC236}">
                <a16:creationId xmlns:a16="http://schemas.microsoft.com/office/drawing/2014/main" id="{79E29783-5A5A-BD1B-DA46-32764F3B76A9}"/>
              </a:ext>
            </a:extLst>
          </p:cNvPr>
          <p:cNvSpPr txBox="1"/>
          <p:nvPr/>
        </p:nvSpPr>
        <p:spPr>
          <a:xfrm>
            <a:off x="8369837" y="4488640"/>
            <a:ext cx="1971040" cy="461665"/>
          </a:xfrm>
          <a:prstGeom prst="rect">
            <a:avLst/>
          </a:prstGeom>
          <a:noFill/>
        </p:spPr>
        <p:txBody>
          <a:bodyPr wrap="square" rtlCol="0">
            <a:spAutoFit/>
          </a:bodyPr>
          <a:lstStyle/>
          <a:p>
            <a:pPr algn="ctr"/>
            <a:r>
              <a:rPr kumimoji="1" lang="en-US" altLang="ja-JP" sz="1200"/>
              <a:t>On-premises</a:t>
            </a:r>
          </a:p>
          <a:p>
            <a:pPr algn="ctr"/>
            <a:r>
              <a:rPr kumimoji="1" lang="en-US" altLang="ja-JP" sz="1200"/>
              <a:t>Data Gateway</a:t>
            </a:r>
            <a:endParaRPr kumimoji="1" lang="ja-JP" altLang="en-US" sz="1200"/>
          </a:p>
        </p:txBody>
      </p:sp>
      <p:cxnSp>
        <p:nvCxnSpPr>
          <p:cNvPr id="19" name="直線矢印コネクタ 18">
            <a:extLst>
              <a:ext uri="{FF2B5EF4-FFF2-40B4-BE49-F238E27FC236}">
                <a16:creationId xmlns:a16="http://schemas.microsoft.com/office/drawing/2014/main" id="{705B38CE-1402-3D6F-2314-EF09C1A7FD55}"/>
              </a:ext>
            </a:extLst>
          </p:cNvPr>
          <p:cNvCxnSpPr>
            <a:stCxn id="11" idx="3"/>
            <a:endCxn id="13" idx="1"/>
          </p:cNvCxnSpPr>
          <p:nvPr/>
        </p:nvCxnSpPr>
        <p:spPr>
          <a:xfrm>
            <a:off x="6322890" y="4101735"/>
            <a:ext cx="927314" cy="0"/>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0E240730-DD0D-CD9E-2227-7A94ADFBDCF4}"/>
              </a:ext>
            </a:extLst>
          </p:cNvPr>
          <p:cNvCxnSpPr>
            <a:stCxn id="16" idx="3"/>
          </p:cNvCxnSpPr>
          <p:nvPr/>
        </p:nvCxnSpPr>
        <p:spPr>
          <a:xfrm flipV="1">
            <a:off x="9677974" y="4101735"/>
            <a:ext cx="90968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BE415ACF-D23D-C86C-600F-E1792C0A5ED0}"/>
              </a:ext>
            </a:extLst>
          </p:cNvPr>
          <p:cNvCxnSpPr>
            <a:stCxn id="13" idx="3"/>
            <a:endCxn id="16" idx="1"/>
          </p:cNvCxnSpPr>
          <p:nvPr/>
        </p:nvCxnSpPr>
        <p:spPr>
          <a:xfrm>
            <a:off x="8030494" y="4101735"/>
            <a:ext cx="91124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コネクタ: カギ線 21">
            <a:extLst>
              <a:ext uri="{FF2B5EF4-FFF2-40B4-BE49-F238E27FC236}">
                <a16:creationId xmlns:a16="http://schemas.microsoft.com/office/drawing/2014/main" id="{DC3F454B-A2AE-4D05-C566-3D3DFC78C5B9}"/>
              </a:ext>
            </a:extLst>
          </p:cNvPr>
          <p:cNvCxnSpPr>
            <a:stCxn id="10" idx="3"/>
            <a:endCxn id="1050" idx="1"/>
          </p:cNvCxnSpPr>
          <p:nvPr/>
        </p:nvCxnSpPr>
        <p:spPr>
          <a:xfrm flipV="1">
            <a:off x="4137433" y="4180737"/>
            <a:ext cx="1366650" cy="801159"/>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コネクタ: カギ線 22">
            <a:extLst>
              <a:ext uri="{FF2B5EF4-FFF2-40B4-BE49-F238E27FC236}">
                <a16:creationId xmlns:a16="http://schemas.microsoft.com/office/drawing/2014/main" id="{85315E01-B205-A916-AF47-53A38DF62689}"/>
              </a:ext>
            </a:extLst>
          </p:cNvPr>
          <p:cNvCxnSpPr>
            <a:stCxn id="9" idx="3"/>
            <a:endCxn id="1051" idx="1"/>
          </p:cNvCxnSpPr>
          <p:nvPr/>
        </p:nvCxnSpPr>
        <p:spPr>
          <a:xfrm>
            <a:off x="4356597" y="3492989"/>
            <a:ext cx="1185545" cy="540413"/>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1FF49975-B3DC-C4FF-D3A4-DCB613CFF151}"/>
              </a:ext>
            </a:extLst>
          </p:cNvPr>
          <p:cNvSpPr txBox="1"/>
          <p:nvPr/>
        </p:nvSpPr>
        <p:spPr>
          <a:xfrm>
            <a:off x="2832302" y="2833667"/>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25" name="図 24" descr="電子機器の内部&#10;&#10;AI によって生成されたコンテンツは間違っている可能性があります。">
            <a:extLst>
              <a:ext uri="{FF2B5EF4-FFF2-40B4-BE49-F238E27FC236}">
                <a16:creationId xmlns:a16="http://schemas.microsoft.com/office/drawing/2014/main" id="{D2AC58AF-9A20-8DE0-1C5E-8AE6D46C902F}"/>
              </a:ext>
            </a:extLst>
          </p:cNvPr>
          <p:cNvPicPr>
            <a:picLocks noChangeAspect="1"/>
          </p:cNvPicPr>
          <p:nvPr/>
        </p:nvPicPr>
        <p:blipFill>
          <a:blip r:embed="rId10"/>
          <a:stretch>
            <a:fillRect/>
          </a:stretch>
        </p:blipFill>
        <p:spPr>
          <a:xfrm>
            <a:off x="3052726" y="3589046"/>
            <a:ext cx="480623" cy="270351"/>
          </a:xfrm>
          <a:prstGeom prst="rect">
            <a:avLst/>
          </a:prstGeom>
        </p:spPr>
      </p:pic>
      <p:pic>
        <p:nvPicPr>
          <p:cNvPr id="27" name="図 26" descr="ロゴ, アイコン&#10;&#10;AI によって生成されたコンテンツは間違っている可能性があります。">
            <a:extLst>
              <a:ext uri="{FF2B5EF4-FFF2-40B4-BE49-F238E27FC236}">
                <a16:creationId xmlns:a16="http://schemas.microsoft.com/office/drawing/2014/main" id="{49C229F8-86F5-239E-5EA5-07F824B4C046}"/>
              </a:ext>
            </a:extLst>
          </p:cNvPr>
          <p:cNvPicPr>
            <a:picLocks noChangeAspect="1"/>
          </p:cNvPicPr>
          <p:nvPr/>
        </p:nvPicPr>
        <p:blipFill>
          <a:blip r:embed="rId11"/>
          <a:stretch>
            <a:fillRect/>
          </a:stretch>
        </p:blipFill>
        <p:spPr>
          <a:xfrm>
            <a:off x="1150823" y="1493131"/>
            <a:ext cx="771118" cy="753768"/>
          </a:xfrm>
          <a:prstGeom prst="rect">
            <a:avLst/>
          </a:prstGeom>
        </p:spPr>
      </p:pic>
      <p:sp>
        <p:nvSpPr>
          <p:cNvPr id="28" name="テキスト ボックス 27">
            <a:extLst>
              <a:ext uri="{FF2B5EF4-FFF2-40B4-BE49-F238E27FC236}">
                <a16:creationId xmlns:a16="http://schemas.microsoft.com/office/drawing/2014/main" id="{73C9483C-4899-7DF5-0ABB-C63797261641}"/>
              </a:ext>
            </a:extLst>
          </p:cNvPr>
          <p:cNvSpPr txBox="1"/>
          <p:nvPr/>
        </p:nvSpPr>
        <p:spPr>
          <a:xfrm>
            <a:off x="1561905" y="1401592"/>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sp>
        <p:nvSpPr>
          <p:cNvPr id="30" name="テキスト ボックス 29">
            <a:extLst>
              <a:ext uri="{FF2B5EF4-FFF2-40B4-BE49-F238E27FC236}">
                <a16:creationId xmlns:a16="http://schemas.microsoft.com/office/drawing/2014/main" id="{CADC5A7A-2BD7-4658-8689-4D5E2DF60599}"/>
              </a:ext>
            </a:extLst>
          </p:cNvPr>
          <p:cNvSpPr txBox="1"/>
          <p:nvPr/>
        </p:nvSpPr>
        <p:spPr>
          <a:xfrm>
            <a:off x="1624819" y="2483201"/>
            <a:ext cx="1057324" cy="577081"/>
          </a:xfrm>
          <a:prstGeom prst="rect">
            <a:avLst/>
          </a:prstGeom>
          <a:noFill/>
        </p:spPr>
        <p:txBody>
          <a:bodyPr wrap="square" rtlCol="0">
            <a:spAutoFit/>
          </a:bodyPr>
          <a:lstStyle/>
          <a:p>
            <a:r>
              <a:rPr kumimoji="1" lang="ja-JP" altLang="en-US" sz="1050"/>
              <a:t>社員、組織、役職リスト</a:t>
            </a:r>
            <a:endParaRPr kumimoji="1" lang="en-US" altLang="ja-JP" sz="1050"/>
          </a:p>
          <a:p>
            <a:r>
              <a:rPr kumimoji="1" lang="ja-JP" altLang="en-US" sz="1050"/>
              <a:t>添付ファイル</a:t>
            </a:r>
          </a:p>
        </p:txBody>
      </p:sp>
      <p:cxnSp>
        <p:nvCxnSpPr>
          <p:cNvPr id="31" name="コネクタ: カギ線 30">
            <a:extLst>
              <a:ext uri="{FF2B5EF4-FFF2-40B4-BE49-F238E27FC236}">
                <a16:creationId xmlns:a16="http://schemas.microsoft.com/office/drawing/2014/main" id="{45706213-3810-7E57-CF66-A8F85CB36634}"/>
              </a:ext>
            </a:extLst>
          </p:cNvPr>
          <p:cNvCxnSpPr>
            <a:endCxn id="17" idx="0"/>
          </p:cNvCxnSpPr>
          <p:nvPr/>
        </p:nvCxnSpPr>
        <p:spPr>
          <a:xfrm>
            <a:off x="4356597" y="3336595"/>
            <a:ext cx="6562468" cy="374995"/>
          </a:xfrm>
          <a:prstGeom prst="bentConnector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コネクタ: カギ線 31">
            <a:extLst>
              <a:ext uri="{FF2B5EF4-FFF2-40B4-BE49-F238E27FC236}">
                <a16:creationId xmlns:a16="http://schemas.microsoft.com/office/drawing/2014/main" id="{496C5DE2-050F-DDD1-9D59-F731E6DE65F4}"/>
              </a:ext>
            </a:extLst>
          </p:cNvPr>
          <p:cNvCxnSpPr>
            <a:stCxn id="10" idx="2"/>
            <a:endCxn id="33" idx="2"/>
          </p:cNvCxnSpPr>
          <p:nvPr/>
        </p:nvCxnSpPr>
        <p:spPr>
          <a:xfrm rot="5400000" flipH="1" flipV="1">
            <a:off x="6746455" y="1454132"/>
            <a:ext cx="861176" cy="6943152"/>
          </a:xfrm>
          <a:prstGeom prst="bentConnector3">
            <a:avLst>
              <a:gd name="adj1" fmla="val -26545"/>
            </a:avLst>
          </a:prstGeom>
          <a:ln w="25400">
            <a:headEnd type="triangle"/>
            <a:tailEnd type="none"/>
          </a:ln>
        </p:spPr>
        <p:style>
          <a:lnRef idx="1">
            <a:schemeClr val="accent1"/>
          </a:lnRef>
          <a:fillRef idx="0">
            <a:schemeClr val="accent1"/>
          </a:fillRef>
          <a:effectRef idx="0">
            <a:schemeClr val="accent1"/>
          </a:effectRef>
          <a:fontRef idx="minor">
            <a:schemeClr val="tx1"/>
          </a:fontRef>
        </p:style>
      </p:cxnSp>
      <p:sp>
        <p:nvSpPr>
          <p:cNvPr id="33" name="フローチャート: 判断 32">
            <a:extLst>
              <a:ext uri="{FF2B5EF4-FFF2-40B4-BE49-F238E27FC236}">
                <a16:creationId xmlns:a16="http://schemas.microsoft.com/office/drawing/2014/main" id="{FFA5D63F-D82A-E9AA-A961-A528EC773C66}"/>
              </a:ext>
            </a:extLst>
          </p:cNvPr>
          <p:cNvSpPr/>
          <p:nvPr/>
        </p:nvSpPr>
        <p:spPr>
          <a:xfrm>
            <a:off x="10624235" y="4431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B981E000-1F64-F811-7EB6-E62FCA5E1545}"/>
              </a:ext>
            </a:extLst>
          </p:cNvPr>
          <p:cNvSpPr txBox="1"/>
          <p:nvPr/>
        </p:nvSpPr>
        <p:spPr>
          <a:xfrm>
            <a:off x="5973369" y="3046066"/>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pic>
        <p:nvPicPr>
          <p:cNvPr id="38" name="図 37"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E8FF27C4-3EEE-3A29-DEC3-768A43BB5C7C}"/>
              </a:ext>
            </a:extLst>
          </p:cNvPr>
          <p:cNvPicPr>
            <a:picLocks noChangeAspect="1"/>
          </p:cNvPicPr>
          <p:nvPr/>
        </p:nvPicPr>
        <p:blipFill>
          <a:blip r:embed="rId12"/>
          <a:stretch>
            <a:fillRect/>
          </a:stretch>
        </p:blipFill>
        <p:spPr>
          <a:xfrm>
            <a:off x="1213426" y="3903349"/>
            <a:ext cx="642168" cy="789867"/>
          </a:xfrm>
          <a:prstGeom prst="rect">
            <a:avLst/>
          </a:prstGeom>
        </p:spPr>
      </p:pic>
      <p:cxnSp>
        <p:nvCxnSpPr>
          <p:cNvPr id="39" name="直線コネクタ 38">
            <a:extLst>
              <a:ext uri="{FF2B5EF4-FFF2-40B4-BE49-F238E27FC236}">
                <a16:creationId xmlns:a16="http://schemas.microsoft.com/office/drawing/2014/main" id="{4FC65852-D1E7-BD09-188A-7FC766BD76A7}"/>
              </a:ext>
            </a:extLst>
          </p:cNvPr>
          <p:cNvCxnSpPr>
            <a:cxnSpLocks/>
          </p:cNvCxnSpPr>
          <p:nvPr/>
        </p:nvCxnSpPr>
        <p:spPr>
          <a:xfrm>
            <a:off x="8496124" y="801768"/>
            <a:ext cx="0" cy="5720952"/>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40" name="図 39">
            <a:extLst>
              <a:ext uri="{FF2B5EF4-FFF2-40B4-BE49-F238E27FC236}">
                <a16:creationId xmlns:a16="http://schemas.microsoft.com/office/drawing/2014/main" id="{5935E13B-5EFF-FFDF-1873-BC3D5ECABEFA}"/>
              </a:ext>
            </a:extLst>
          </p:cNvPr>
          <p:cNvPicPr>
            <a:picLocks noChangeAspect="1"/>
          </p:cNvPicPr>
          <p:nvPr/>
        </p:nvPicPr>
        <p:blipFill>
          <a:blip r:embed="rId13"/>
          <a:stretch>
            <a:fillRect/>
          </a:stretch>
        </p:blipFill>
        <p:spPr>
          <a:xfrm flipH="1">
            <a:off x="8659290" y="5996710"/>
            <a:ext cx="879391" cy="494658"/>
          </a:xfrm>
          <a:prstGeom prst="rect">
            <a:avLst/>
          </a:prstGeom>
        </p:spPr>
      </p:pic>
      <p:pic>
        <p:nvPicPr>
          <p:cNvPr id="41" name="図 40">
            <a:extLst>
              <a:ext uri="{FF2B5EF4-FFF2-40B4-BE49-F238E27FC236}">
                <a16:creationId xmlns:a16="http://schemas.microsoft.com/office/drawing/2014/main" id="{D80841F3-D036-390C-F70B-64EE5605C9B4}"/>
              </a:ext>
            </a:extLst>
          </p:cNvPr>
          <p:cNvPicPr>
            <a:picLocks noChangeAspect="1"/>
          </p:cNvPicPr>
          <p:nvPr/>
        </p:nvPicPr>
        <p:blipFill>
          <a:blip r:embed="rId14"/>
          <a:stretch>
            <a:fillRect/>
          </a:stretch>
        </p:blipFill>
        <p:spPr>
          <a:xfrm flipH="1">
            <a:off x="9051545" y="2214310"/>
            <a:ext cx="820738" cy="430887"/>
          </a:xfrm>
          <a:prstGeom prst="rect">
            <a:avLst/>
          </a:prstGeom>
        </p:spPr>
      </p:pic>
      <p:sp>
        <p:nvSpPr>
          <p:cNvPr id="42" name="テキスト ボックス 41">
            <a:extLst>
              <a:ext uri="{FF2B5EF4-FFF2-40B4-BE49-F238E27FC236}">
                <a16:creationId xmlns:a16="http://schemas.microsoft.com/office/drawing/2014/main" id="{37608731-E4E6-B364-BD7A-217E69DAF44C}"/>
              </a:ext>
            </a:extLst>
          </p:cNvPr>
          <p:cNvSpPr txBox="1"/>
          <p:nvPr/>
        </p:nvSpPr>
        <p:spPr>
          <a:xfrm>
            <a:off x="9457791" y="6214369"/>
            <a:ext cx="2677573" cy="369332"/>
          </a:xfrm>
          <a:prstGeom prst="rect">
            <a:avLst/>
          </a:prstGeom>
          <a:noFill/>
        </p:spPr>
        <p:txBody>
          <a:bodyPr wrap="square" rtlCol="0">
            <a:spAutoFit/>
          </a:bodyPr>
          <a:lstStyle/>
          <a:p>
            <a:r>
              <a:rPr lang="ja-JP" altLang="en-US" sz="900"/>
              <a:t>システム</a:t>
            </a:r>
            <a:r>
              <a:rPr kumimoji="1" lang="ja-JP" altLang="en-US" sz="900"/>
              <a:t>利用者</a:t>
            </a:r>
            <a:endParaRPr kumimoji="1" lang="en-US" altLang="ja-JP" sz="900"/>
          </a:p>
          <a:p>
            <a:r>
              <a:rPr lang="en-US" altLang="zh-CN" sz="900"/>
              <a:t>PowerApps/Power BI/</a:t>
            </a:r>
            <a:r>
              <a:rPr lang="en-US" altLang="ja-JP" sz="900"/>
              <a:t>Office 365</a:t>
            </a:r>
            <a:r>
              <a:rPr lang="en-US" altLang="zh-CN" sz="900"/>
              <a:t> </a:t>
            </a:r>
            <a:r>
              <a:rPr lang="ja-JP" altLang="en-US" sz="900"/>
              <a:t>画面</a:t>
            </a:r>
            <a:endParaRPr kumimoji="1" lang="ja-JP" altLang="en-US" sz="900"/>
          </a:p>
        </p:txBody>
      </p:sp>
      <p:sp>
        <p:nvSpPr>
          <p:cNvPr id="43" name="テキスト ボックス 42">
            <a:extLst>
              <a:ext uri="{FF2B5EF4-FFF2-40B4-BE49-F238E27FC236}">
                <a16:creationId xmlns:a16="http://schemas.microsoft.com/office/drawing/2014/main" id="{5D2623F6-3578-E6F8-9EA4-74BB54B85116}"/>
              </a:ext>
            </a:extLst>
          </p:cNvPr>
          <p:cNvSpPr txBox="1"/>
          <p:nvPr/>
        </p:nvSpPr>
        <p:spPr>
          <a:xfrm>
            <a:off x="8796443" y="2633975"/>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45" name="フローチャート: 判断 44">
            <a:extLst>
              <a:ext uri="{FF2B5EF4-FFF2-40B4-BE49-F238E27FC236}">
                <a16:creationId xmlns:a16="http://schemas.microsoft.com/office/drawing/2014/main" id="{91D2E67B-8F63-AB8D-CB96-8B95FE374F51}"/>
              </a:ext>
            </a:extLst>
          </p:cNvPr>
          <p:cNvSpPr/>
          <p:nvPr/>
        </p:nvSpPr>
        <p:spPr>
          <a:xfrm>
            <a:off x="4296066" y="312853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コネクタ: カギ線 45">
            <a:extLst>
              <a:ext uri="{FF2B5EF4-FFF2-40B4-BE49-F238E27FC236}">
                <a16:creationId xmlns:a16="http://schemas.microsoft.com/office/drawing/2014/main" id="{07C2A6D3-CFE7-EC45-52EF-DAF5D757BCD2}"/>
              </a:ext>
            </a:extLst>
          </p:cNvPr>
          <p:cNvCxnSpPr>
            <a:stCxn id="45" idx="3"/>
            <a:endCxn id="41" idx="3"/>
          </p:cNvCxnSpPr>
          <p:nvPr/>
        </p:nvCxnSpPr>
        <p:spPr>
          <a:xfrm flipV="1">
            <a:off x="4344834" y="2429754"/>
            <a:ext cx="4706711" cy="730482"/>
          </a:xfrm>
          <a:prstGeom prst="bentConnector3">
            <a:avLst>
              <a:gd name="adj1" fmla="val 4093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A66977B9-5301-CCC5-9238-B0D30C5CF5F3}"/>
              </a:ext>
            </a:extLst>
          </p:cNvPr>
          <p:cNvCxnSpPr>
            <a:stCxn id="51" idx="3"/>
            <a:endCxn id="48" idx="1"/>
          </p:cNvCxnSpPr>
          <p:nvPr/>
        </p:nvCxnSpPr>
        <p:spPr>
          <a:xfrm flipV="1">
            <a:off x="4136288" y="2532487"/>
            <a:ext cx="4891523" cy="2727098"/>
          </a:xfrm>
          <a:prstGeom prst="bentConnector3">
            <a:avLst>
              <a:gd name="adj1" fmla="val 50000"/>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フローチャート: 判断 47">
            <a:extLst>
              <a:ext uri="{FF2B5EF4-FFF2-40B4-BE49-F238E27FC236}">
                <a16:creationId xmlns:a16="http://schemas.microsoft.com/office/drawing/2014/main" id="{63731D63-FBEC-67CD-3E90-E5D689C1F923}"/>
              </a:ext>
            </a:extLst>
          </p:cNvPr>
          <p:cNvSpPr/>
          <p:nvPr/>
        </p:nvSpPr>
        <p:spPr>
          <a:xfrm>
            <a:off x="9027811" y="25007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ローチャート: 判断 48">
            <a:extLst>
              <a:ext uri="{FF2B5EF4-FFF2-40B4-BE49-F238E27FC236}">
                <a16:creationId xmlns:a16="http://schemas.microsoft.com/office/drawing/2014/main" id="{415404A1-E67F-E05B-90B6-61F09FA1DC6F}"/>
              </a:ext>
            </a:extLst>
          </p:cNvPr>
          <p:cNvSpPr/>
          <p:nvPr/>
        </p:nvSpPr>
        <p:spPr>
          <a:xfrm>
            <a:off x="4087518" y="529290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コネクタ: カギ線 49">
            <a:extLst>
              <a:ext uri="{FF2B5EF4-FFF2-40B4-BE49-F238E27FC236}">
                <a16:creationId xmlns:a16="http://schemas.microsoft.com/office/drawing/2014/main" id="{20952B67-8E8F-7A9F-B582-5D157A6D5943}"/>
              </a:ext>
            </a:extLst>
          </p:cNvPr>
          <p:cNvCxnSpPr>
            <a:stCxn id="49" idx="3"/>
          </p:cNvCxnSpPr>
          <p:nvPr/>
        </p:nvCxnSpPr>
        <p:spPr>
          <a:xfrm>
            <a:off x="4136286" y="5324599"/>
            <a:ext cx="4521277" cy="909577"/>
          </a:xfrm>
          <a:prstGeom prst="bentConnector3">
            <a:avLst>
              <a:gd name="adj1" fmla="val 6168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フローチャート: 判断 50">
            <a:extLst>
              <a:ext uri="{FF2B5EF4-FFF2-40B4-BE49-F238E27FC236}">
                <a16:creationId xmlns:a16="http://schemas.microsoft.com/office/drawing/2014/main" id="{BC8435FA-089B-117A-BD94-DFF5323305A1}"/>
              </a:ext>
            </a:extLst>
          </p:cNvPr>
          <p:cNvSpPr/>
          <p:nvPr/>
        </p:nvSpPr>
        <p:spPr>
          <a:xfrm>
            <a:off x="4087520" y="5227888"/>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a:extLst>
              <a:ext uri="{FF2B5EF4-FFF2-40B4-BE49-F238E27FC236}">
                <a16:creationId xmlns:a16="http://schemas.microsoft.com/office/drawing/2014/main" id="{BCF571AB-1DDA-6C94-9D6A-2E654EC3BD60}"/>
              </a:ext>
            </a:extLst>
          </p:cNvPr>
          <p:cNvCxnSpPr>
            <a:stCxn id="53" idx="3"/>
            <a:endCxn id="40" idx="3"/>
          </p:cNvCxnSpPr>
          <p:nvPr/>
        </p:nvCxnSpPr>
        <p:spPr>
          <a:xfrm>
            <a:off x="4348450" y="3429307"/>
            <a:ext cx="4310840" cy="2814732"/>
          </a:xfrm>
          <a:prstGeom prst="bentConnector3">
            <a:avLst>
              <a:gd name="adj1" fmla="val 6284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フローチャート: 判断 52">
            <a:extLst>
              <a:ext uri="{FF2B5EF4-FFF2-40B4-BE49-F238E27FC236}">
                <a16:creationId xmlns:a16="http://schemas.microsoft.com/office/drawing/2014/main" id="{EB3BB9C4-18DA-2E33-45A6-5BE8AC6E5D30}"/>
              </a:ext>
            </a:extLst>
          </p:cNvPr>
          <p:cNvSpPr/>
          <p:nvPr/>
        </p:nvSpPr>
        <p:spPr>
          <a:xfrm>
            <a:off x="4299682" y="339761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a:extLst>
              <a:ext uri="{FF2B5EF4-FFF2-40B4-BE49-F238E27FC236}">
                <a16:creationId xmlns:a16="http://schemas.microsoft.com/office/drawing/2014/main" id="{58600A32-7917-C375-35B0-64477536F70E}"/>
              </a:ext>
            </a:extLst>
          </p:cNvPr>
          <p:cNvSpPr txBox="1"/>
          <p:nvPr/>
        </p:nvSpPr>
        <p:spPr>
          <a:xfrm>
            <a:off x="5528467" y="835870"/>
            <a:ext cx="2848443" cy="369332"/>
          </a:xfrm>
          <a:prstGeom prst="rect">
            <a:avLst/>
          </a:prstGeom>
          <a:noFill/>
        </p:spPr>
        <p:txBody>
          <a:bodyPr wrap="square" rtlCol="0">
            <a:spAutoFit/>
          </a:bodyPr>
          <a:lstStyle/>
          <a:p>
            <a:pPr algn="r"/>
            <a:r>
              <a:rPr kumimoji="1" lang="en-US" altLang="ja-JP">
                <a:ln w="0"/>
                <a:solidFill>
                  <a:schemeClr val="accent1"/>
                </a:solidFill>
                <a:effectLst>
                  <a:outerShdw blurRad="38100" dist="25400" dir="5400000" algn="ctr" rotWithShape="0">
                    <a:srgbClr val="6E747A">
                      <a:alpha val="43000"/>
                    </a:srgbClr>
                  </a:outerShdw>
                </a:effectLst>
              </a:rPr>
              <a:t>Microsoft Data Center</a:t>
            </a:r>
            <a:endParaRPr kumimoji="1" lang="ja-JP" altLang="en-US">
              <a:ln w="0"/>
              <a:solidFill>
                <a:schemeClr val="accent1"/>
              </a:solidFill>
              <a:effectLst>
                <a:outerShdw blurRad="38100" dist="25400" dir="5400000" algn="ctr" rotWithShape="0">
                  <a:srgbClr val="6E747A">
                    <a:alpha val="43000"/>
                  </a:srgbClr>
                </a:outerShdw>
              </a:effectLst>
            </a:endParaRPr>
          </a:p>
        </p:txBody>
      </p:sp>
      <p:sp>
        <p:nvSpPr>
          <p:cNvPr id="55" name="テキスト ボックス 54">
            <a:extLst>
              <a:ext uri="{FF2B5EF4-FFF2-40B4-BE49-F238E27FC236}">
                <a16:creationId xmlns:a16="http://schemas.microsoft.com/office/drawing/2014/main" id="{62AD8A62-FD65-15BA-2B7A-BF5F1CBDDB90}"/>
              </a:ext>
            </a:extLst>
          </p:cNvPr>
          <p:cNvSpPr txBox="1"/>
          <p:nvPr/>
        </p:nvSpPr>
        <p:spPr>
          <a:xfrm>
            <a:off x="8622412" y="835870"/>
            <a:ext cx="2848443" cy="369332"/>
          </a:xfrm>
          <a:prstGeom prst="rect">
            <a:avLst/>
          </a:prstGeom>
          <a:noFill/>
        </p:spPr>
        <p:txBody>
          <a:bodyPr wrap="square" lIns="91440" tIns="45720" rIns="91440" bIns="45720" rtlCol="0" anchor="t">
            <a:spAutoFit/>
          </a:bodyPr>
          <a:lstStyle/>
          <a:p>
            <a:r>
              <a:rPr kumimoji="1" lang="en-US" altLang="ja-JP">
                <a:ln w="0"/>
                <a:solidFill>
                  <a:schemeClr val="accent1"/>
                </a:solidFill>
                <a:effectLst>
                  <a:outerShdw blurRad="38100" dist="25400" dir="5400000" algn="ctr" rotWithShape="0">
                    <a:srgbClr val="6E747A">
                      <a:alpha val="43000"/>
                    </a:srgbClr>
                  </a:outerShdw>
                </a:effectLst>
                <a:ea typeface="游ゴシック"/>
              </a:rPr>
              <a:t>MCC</a:t>
            </a:r>
            <a:r>
              <a:rPr kumimoji="1" lang="ja-JP" altLang="en-US">
                <a:ln w="0"/>
                <a:solidFill>
                  <a:schemeClr val="accent1"/>
                </a:solidFill>
                <a:effectLst>
                  <a:outerShdw blurRad="38100" dist="25400" dir="5400000" algn="ctr" rotWithShape="0">
                    <a:srgbClr val="6E747A">
                      <a:alpha val="43000"/>
                    </a:srgbClr>
                  </a:outerShdw>
                </a:effectLst>
                <a:ea typeface="游ゴシック"/>
              </a:rPr>
              <a:t>様</a:t>
            </a:r>
            <a:r>
              <a:rPr kumimoji="1" lang="en-US" altLang="ja-JP">
                <a:ln w="0"/>
                <a:solidFill>
                  <a:schemeClr val="accent1"/>
                </a:solidFill>
                <a:effectLst>
                  <a:outerShdw blurRad="38100" dist="25400" dir="5400000" algn="ctr" rotWithShape="0">
                    <a:srgbClr val="6E747A">
                      <a:alpha val="43000"/>
                    </a:srgbClr>
                  </a:outerShdw>
                </a:effectLst>
                <a:ea typeface="游ゴシック"/>
              </a:rPr>
              <a:t> </a:t>
            </a:r>
            <a:r>
              <a:rPr kumimoji="1" lang="ja-JP" altLang="en-US">
                <a:ln w="0"/>
                <a:solidFill>
                  <a:schemeClr val="accent1"/>
                </a:solidFill>
                <a:effectLst>
                  <a:outerShdw blurRad="38100" dist="25400" dir="5400000" algn="ctr" rotWithShape="0">
                    <a:srgbClr val="6E747A">
                      <a:alpha val="43000"/>
                    </a:srgbClr>
                  </a:outerShdw>
                </a:effectLst>
                <a:ea typeface="游ゴシック"/>
              </a:rPr>
              <a:t>環境</a:t>
            </a:r>
            <a:r>
              <a:rPr lang="ja-JP" altLang="en-US">
                <a:ln w="0"/>
                <a:solidFill>
                  <a:schemeClr val="accent1"/>
                </a:solidFill>
                <a:effectLst>
                  <a:outerShdw blurRad="38100" dist="25400" dir="5400000" algn="ctr" rotWithShape="0">
                    <a:srgbClr val="6E747A">
                      <a:alpha val="43000"/>
                    </a:srgbClr>
                  </a:outerShdw>
                </a:effectLst>
                <a:ea typeface="游ゴシック"/>
              </a:rPr>
              <a:t>（AWS含む）</a:t>
            </a:r>
            <a:endParaRPr kumimoji="1" lang="ja-JP" altLang="en-US">
              <a:ln w="0"/>
              <a:solidFill>
                <a:schemeClr val="accent1"/>
              </a:solidFill>
              <a:effectLst>
                <a:outerShdw blurRad="38100" dist="25400" dir="5400000" algn="ctr" rotWithShape="0">
                  <a:srgbClr val="6E747A">
                    <a:alpha val="43000"/>
                  </a:srgbClr>
                </a:outerShdw>
              </a:effectLst>
            </a:endParaRPr>
          </a:p>
        </p:txBody>
      </p:sp>
      <p:sp>
        <p:nvSpPr>
          <p:cNvPr id="56" name="テキスト ボックス 55">
            <a:extLst>
              <a:ext uri="{FF2B5EF4-FFF2-40B4-BE49-F238E27FC236}">
                <a16:creationId xmlns:a16="http://schemas.microsoft.com/office/drawing/2014/main" id="{0CB15DD9-8B23-3A24-4BF2-6D0ECA1EFA61}"/>
              </a:ext>
            </a:extLst>
          </p:cNvPr>
          <p:cNvSpPr txBox="1"/>
          <p:nvPr/>
        </p:nvSpPr>
        <p:spPr>
          <a:xfrm>
            <a:off x="10164326" y="4521695"/>
            <a:ext cx="1971040" cy="276999"/>
          </a:xfrm>
          <a:prstGeom prst="rect">
            <a:avLst/>
          </a:prstGeom>
          <a:noFill/>
        </p:spPr>
        <p:txBody>
          <a:bodyPr wrap="square" rtlCol="0">
            <a:spAutoFit/>
          </a:bodyPr>
          <a:lstStyle/>
          <a:p>
            <a:pPr algn="ctr"/>
            <a:r>
              <a:rPr kumimoji="1" lang="en-US" altLang="ja-JP" sz="1200"/>
              <a:t>On-premises</a:t>
            </a:r>
          </a:p>
        </p:txBody>
      </p:sp>
      <p:pic>
        <p:nvPicPr>
          <p:cNvPr id="57" name="図 56" descr="アイコン&#10;&#10;AI によって生成されたコンテンツは間違っている可能性があります。">
            <a:extLst>
              <a:ext uri="{FF2B5EF4-FFF2-40B4-BE49-F238E27FC236}">
                <a16:creationId xmlns:a16="http://schemas.microsoft.com/office/drawing/2014/main" id="{20B7BB23-0319-9B04-202B-D9F3200466E5}"/>
              </a:ext>
            </a:extLst>
          </p:cNvPr>
          <p:cNvPicPr>
            <a:picLocks noChangeAspect="1"/>
          </p:cNvPicPr>
          <p:nvPr/>
        </p:nvPicPr>
        <p:blipFill>
          <a:blip r:embed="rId5"/>
          <a:stretch>
            <a:fillRect/>
          </a:stretch>
        </p:blipFill>
        <p:spPr>
          <a:xfrm>
            <a:off x="10357694" y="5799863"/>
            <a:ext cx="527498" cy="457200"/>
          </a:xfrm>
          <a:prstGeom prst="rect">
            <a:avLst/>
          </a:prstGeom>
        </p:spPr>
      </p:pic>
      <p:pic>
        <p:nvPicPr>
          <p:cNvPr id="58"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5DC529E7-3C1F-9C15-7A13-48CFACBEA652}"/>
              </a:ext>
            </a:extLst>
          </p:cNvPr>
          <p:cNvPicPr>
            <a:picLocks noChangeAspect="1"/>
          </p:cNvPicPr>
          <p:nvPr/>
        </p:nvPicPr>
        <p:blipFill>
          <a:blip r:embed="rId3"/>
          <a:stretch>
            <a:fillRect/>
          </a:stretch>
        </p:blipFill>
        <p:spPr>
          <a:xfrm>
            <a:off x="9240669" y="1703843"/>
            <a:ext cx="771118" cy="456744"/>
          </a:xfrm>
          <a:prstGeom prst="rect">
            <a:avLst/>
          </a:prstGeom>
        </p:spPr>
      </p:pic>
      <p:pic>
        <p:nvPicPr>
          <p:cNvPr id="59" name="図 58" descr="アイコン&#10;&#10;AI によって生成されたコンテンツは間違っている可能性があります。">
            <a:extLst>
              <a:ext uri="{FF2B5EF4-FFF2-40B4-BE49-F238E27FC236}">
                <a16:creationId xmlns:a16="http://schemas.microsoft.com/office/drawing/2014/main" id="{252B04F3-1FDF-1DEF-10F7-54996B8A0598}"/>
              </a:ext>
            </a:extLst>
          </p:cNvPr>
          <p:cNvPicPr>
            <a:picLocks noChangeAspect="1"/>
          </p:cNvPicPr>
          <p:nvPr/>
        </p:nvPicPr>
        <p:blipFill>
          <a:blip r:embed="rId5"/>
          <a:stretch>
            <a:fillRect/>
          </a:stretch>
        </p:blipFill>
        <p:spPr>
          <a:xfrm>
            <a:off x="10059682" y="1702978"/>
            <a:ext cx="527498" cy="457200"/>
          </a:xfrm>
          <a:prstGeom prst="rect">
            <a:avLst/>
          </a:prstGeom>
        </p:spPr>
      </p:pic>
      <p:pic>
        <p:nvPicPr>
          <p:cNvPr id="1026" name="Picture 2" descr="Sql Server Icons For Windows PNG Transparent Background, Free Download  #11351 - FreeIconsPNG">
            <a:extLst>
              <a:ext uri="{FF2B5EF4-FFF2-40B4-BE49-F238E27FC236}">
                <a16:creationId xmlns:a16="http://schemas.microsoft.com/office/drawing/2014/main" id="{CD2AB261-DFF7-3C65-914C-75B07F6BDE3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515868" y="1646603"/>
            <a:ext cx="561417" cy="561417"/>
          </a:xfrm>
          <a:prstGeom prst="rect">
            <a:avLst/>
          </a:prstGeom>
          <a:noFill/>
          <a:extLst>
            <a:ext uri="{909E8E84-426E-40DD-AFC4-6F175D3DCCD1}">
              <a14:hiddenFill xmlns:a14="http://schemas.microsoft.com/office/drawing/2010/main">
                <a:solidFill>
                  <a:srgbClr val="FFFFFF"/>
                </a:solidFill>
              </a14:hiddenFill>
            </a:ext>
          </a:extLst>
        </p:spPr>
      </p:pic>
      <p:sp>
        <p:nvSpPr>
          <p:cNvPr id="1027" name="テキスト ボックス 1026">
            <a:extLst>
              <a:ext uri="{FF2B5EF4-FFF2-40B4-BE49-F238E27FC236}">
                <a16:creationId xmlns:a16="http://schemas.microsoft.com/office/drawing/2014/main" id="{BEA47E70-32BB-4334-1536-A47E0996B0D4}"/>
              </a:ext>
            </a:extLst>
          </p:cNvPr>
          <p:cNvSpPr txBox="1"/>
          <p:nvPr/>
        </p:nvSpPr>
        <p:spPr>
          <a:xfrm>
            <a:off x="9111245" y="297721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28" name="コネクタ: カギ線 1027">
            <a:extLst>
              <a:ext uri="{FF2B5EF4-FFF2-40B4-BE49-F238E27FC236}">
                <a16:creationId xmlns:a16="http://schemas.microsoft.com/office/drawing/2014/main" id="{2E2EDF4B-78EE-0743-0043-E3059C5DC951}"/>
              </a:ext>
            </a:extLst>
          </p:cNvPr>
          <p:cNvCxnSpPr>
            <a:stCxn id="38" idx="3"/>
            <a:endCxn id="1048" idx="2"/>
          </p:cNvCxnSpPr>
          <p:nvPr/>
        </p:nvCxnSpPr>
        <p:spPr>
          <a:xfrm flipV="1">
            <a:off x="1855594" y="3923120"/>
            <a:ext cx="1574962" cy="375163"/>
          </a:xfrm>
          <a:prstGeom prst="bentConnector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2" name="テキスト ボックス 1031">
            <a:extLst>
              <a:ext uri="{FF2B5EF4-FFF2-40B4-BE49-F238E27FC236}">
                <a16:creationId xmlns:a16="http://schemas.microsoft.com/office/drawing/2014/main" id="{D0E211B0-F797-603A-3CB0-E712184F692F}"/>
              </a:ext>
            </a:extLst>
          </p:cNvPr>
          <p:cNvSpPr txBox="1"/>
          <p:nvPr/>
        </p:nvSpPr>
        <p:spPr>
          <a:xfrm>
            <a:off x="440293" y="4654856"/>
            <a:ext cx="1831889" cy="276999"/>
          </a:xfrm>
          <a:prstGeom prst="rect">
            <a:avLst/>
          </a:prstGeom>
          <a:noFill/>
        </p:spPr>
        <p:txBody>
          <a:bodyPr wrap="square" rtlCol="0">
            <a:spAutoFit/>
          </a:bodyPr>
          <a:lstStyle/>
          <a:p>
            <a:pPr algn="ctr"/>
            <a:r>
              <a:rPr kumimoji="1" lang="en-US" altLang="ja-JP" sz="1200"/>
              <a:t>Power Automation Flow</a:t>
            </a:r>
            <a:endParaRPr kumimoji="1" lang="ja-JP" altLang="en-US" sz="1200"/>
          </a:p>
        </p:txBody>
      </p:sp>
      <p:sp>
        <p:nvSpPr>
          <p:cNvPr id="1036" name="テキスト ボックス 1035">
            <a:extLst>
              <a:ext uri="{FF2B5EF4-FFF2-40B4-BE49-F238E27FC236}">
                <a16:creationId xmlns:a16="http://schemas.microsoft.com/office/drawing/2014/main" id="{4BB4EC40-EC54-C4EA-82F3-F909C253B921}"/>
              </a:ext>
            </a:extLst>
          </p:cNvPr>
          <p:cNvSpPr txBox="1"/>
          <p:nvPr/>
        </p:nvSpPr>
        <p:spPr>
          <a:xfrm>
            <a:off x="2318755" y="4291305"/>
            <a:ext cx="1057324" cy="253916"/>
          </a:xfrm>
          <a:prstGeom prst="rect">
            <a:avLst/>
          </a:prstGeom>
          <a:noFill/>
        </p:spPr>
        <p:txBody>
          <a:bodyPr wrap="square" rtlCol="0">
            <a:spAutoFit/>
          </a:bodyPr>
          <a:lstStyle/>
          <a:p>
            <a:r>
              <a:rPr lang="ja-JP" altLang="en-US" sz="1050"/>
              <a:t>業務処理</a:t>
            </a:r>
            <a:endParaRPr lang="en-US" altLang="ja-JP" sz="1050"/>
          </a:p>
        </p:txBody>
      </p:sp>
      <p:cxnSp>
        <p:nvCxnSpPr>
          <p:cNvPr id="1038" name="コネクタ: カギ線 1037">
            <a:extLst>
              <a:ext uri="{FF2B5EF4-FFF2-40B4-BE49-F238E27FC236}">
                <a16:creationId xmlns:a16="http://schemas.microsoft.com/office/drawing/2014/main" id="{28D20737-CA77-100A-8D7B-EB1BACB97424}"/>
              </a:ext>
            </a:extLst>
          </p:cNvPr>
          <p:cNvCxnSpPr>
            <a:stCxn id="38" idx="2"/>
            <a:endCxn id="17" idx="2"/>
          </p:cNvCxnSpPr>
          <p:nvPr/>
        </p:nvCxnSpPr>
        <p:spPr>
          <a:xfrm rot="5400000" flipH="1" flipV="1">
            <a:off x="6126119" y="-99730"/>
            <a:ext cx="201336" cy="9384555"/>
          </a:xfrm>
          <a:prstGeom prst="bentConnector3">
            <a:avLst>
              <a:gd name="adj1" fmla="val -52986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42" name="コネクタ: カギ線 1041">
            <a:extLst>
              <a:ext uri="{FF2B5EF4-FFF2-40B4-BE49-F238E27FC236}">
                <a16:creationId xmlns:a16="http://schemas.microsoft.com/office/drawing/2014/main" id="{085B0807-9A38-A029-9EA5-F7BCBB7BACC8}"/>
              </a:ext>
            </a:extLst>
          </p:cNvPr>
          <p:cNvCxnSpPr>
            <a:stCxn id="1054" idx="3"/>
            <a:endCxn id="11" idx="1"/>
          </p:cNvCxnSpPr>
          <p:nvPr/>
        </p:nvCxnSpPr>
        <p:spPr>
          <a:xfrm flipV="1">
            <a:off x="1895627" y="4101735"/>
            <a:ext cx="3646973" cy="414739"/>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8" name="フローチャート: 判断 1047">
            <a:extLst>
              <a:ext uri="{FF2B5EF4-FFF2-40B4-BE49-F238E27FC236}">
                <a16:creationId xmlns:a16="http://schemas.microsoft.com/office/drawing/2014/main" id="{17CFCF38-633A-A614-2CEA-59ACDC603966}"/>
              </a:ext>
            </a:extLst>
          </p:cNvPr>
          <p:cNvSpPr/>
          <p:nvPr/>
        </p:nvSpPr>
        <p:spPr>
          <a:xfrm>
            <a:off x="3406172" y="3859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0" name="フローチャート: 判断 1049">
            <a:extLst>
              <a:ext uri="{FF2B5EF4-FFF2-40B4-BE49-F238E27FC236}">
                <a16:creationId xmlns:a16="http://schemas.microsoft.com/office/drawing/2014/main" id="{AF867BB8-31F1-42D3-4D21-8CA50E4F02CC}"/>
              </a:ext>
            </a:extLst>
          </p:cNvPr>
          <p:cNvSpPr/>
          <p:nvPr/>
        </p:nvSpPr>
        <p:spPr>
          <a:xfrm>
            <a:off x="5504083" y="414904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1" name="フローチャート: 判断 1050">
            <a:extLst>
              <a:ext uri="{FF2B5EF4-FFF2-40B4-BE49-F238E27FC236}">
                <a16:creationId xmlns:a16="http://schemas.microsoft.com/office/drawing/2014/main" id="{27B8BA4A-03DB-D8DD-AE5E-CD5BCDF2E0AB}"/>
              </a:ext>
            </a:extLst>
          </p:cNvPr>
          <p:cNvSpPr/>
          <p:nvPr/>
        </p:nvSpPr>
        <p:spPr>
          <a:xfrm>
            <a:off x="5542142" y="4001705"/>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4" name="フローチャート: 判断 1053">
            <a:extLst>
              <a:ext uri="{FF2B5EF4-FFF2-40B4-BE49-F238E27FC236}">
                <a16:creationId xmlns:a16="http://schemas.microsoft.com/office/drawing/2014/main" id="{14E2F930-8DDF-1638-7026-73953608763B}"/>
              </a:ext>
            </a:extLst>
          </p:cNvPr>
          <p:cNvSpPr/>
          <p:nvPr/>
        </p:nvSpPr>
        <p:spPr>
          <a:xfrm>
            <a:off x="1846859" y="448477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6" name="テキスト ボックス 1055">
            <a:extLst>
              <a:ext uri="{FF2B5EF4-FFF2-40B4-BE49-F238E27FC236}">
                <a16:creationId xmlns:a16="http://schemas.microsoft.com/office/drawing/2014/main" id="{716D4CD7-39A1-798B-C9A4-E5A76A7ED9E1}"/>
              </a:ext>
            </a:extLst>
          </p:cNvPr>
          <p:cNvSpPr txBox="1"/>
          <p:nvPr/>
        </p:nvSpPr>
        <p:spPr>
          <a:xfrm>
            <a:off x="4356597" y="5556870"/>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sp>
        <p:nvSpPr>
          <p:cNvPr id="1057" name="テキスト ボックス 1056">
            <a:extLst>
              <a:ext uri="{FF2B5EF4-FFF2-40B4-BE49-F238E27FC236}">
                <a16:creationId xmlns:a16="http://schemas.microsoft.com/office/drawing/2014/main" id="{C850CCCB-773B-801A-4262-A77ABB8B998A}"/>
              </a:ext>
            </a:extLst>
          </p:cNvPr>
          <p:cNvSpPr txBox="1"/>
          <p:nvPr/>
        </p:nvSpPr>
        <p:spPr>
          <a:xfrm>
            <a:off x="7250204" y="538376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sp>
        <p:nvSpPr>
          <p:cNvPr id="4" name="フローチャート: 判断 3">
            <a:extLst>
              <a:ext uri="{FF2B5EF4-FFF2-40B4-BE49-F238E27FC236}">
                <a16:creationId xmlns:a16="http://schemas.microsoft.com/office/drawing/2014/main" id="{D11EBA2B-C629-F108-FDD0-5D36799347C2}"/>
              </a:ext>
            </a:extLst>
          </p:cNvPr>
          <p:cNvSpPr/>
          <p:nvPr/>
        </p:nvSpPr>
        <p:spPr>
          <a:xfrm>
            <a:off x="3010365" y="324804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フローチャート: 判断 5">
            <a:extLst>
              <a:ext uri="{FF2B5EF4-FFF2-40B4-BE49-F238E27FC236}">
                <a16:creationId xmlns:a16="http://schemas.microsoft.com/office/drawing/2014/main" id="{285D2D54-A927-8FB6-F3E3-8E32C44971F9}"/>
              </a:ext>
            </a:extLst>
          </p:cNvPr>
          <p:cNvSpPr/>
          <p:nvPr/>
        </p:nvSpPr>
        <p:spPr>
          <a:xfrm>
            <a:off x="3007967" y="3510401"/>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4" name="コネクタ: カギ線 33">
            <a:extLst>
              <a:ext uri="{FF2B5EF4-FFF2-40B4-BE49-F238E27FC236}">
                <a16:creationId xmlns:a16="http://schemas.microsoft.com/office/drawing/2014/main" id="{ED73F79C-CA84-2A06-A29F-F5158F33AD15}"/>
              </a:ext>
            </a:extLst>
          </p:cNvPr>
          <p:cNvCxnSpPr>
            <a:cxnSpLocks/>
            <a:stCxn id="1025" idx="2"/>
            <a:endCxn id="4" idx="1"/>
          </p:cNvCxnSpPr>
          <p:nvPr/>
        </p:nvCxnSpPr>
        <p:spPr>
          <a:xfrm rot="16200000" flipH="1">
            <a:off x="1819718" y="2089093"/>
            <a:ext cx="1034861" cy="1346434"/>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A53FBE11-937B-B955-DC68-95D34A92D319}"/>
              </a:ext>
            </a:extLst>
          </p:cNvPr>
          <p:cNvCxnSpPr>
            <a:stCxn id="27" idx="2"/>
            <a:endCxn id="38" idx="0"/>
          </p:cNvCxnSpPr>
          <p:nvPr/>
        </p:nvCxnSpPr>
        <p:spPr>
          <a:xfrm rot="5400000">
            <a:off x="707221" y="3074188"/>
            <a:ext cx="1656450" cy="187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5" name="フローチャート: 判断 1024">
            <a:extLst>
              <a:ext uri="{FF2B5EF4-FFF2-40B4-BE49-F238E27FC236}">
                <a16:creationId xmlns:a16="http://schemas.microsoft.com/office/drawing/2014/main" id="{4E0615DC-2982-CE3D-2FA1-C39DF15D79CB}"/>
              </a:ext>
            </a:extLst>
          </p:cNvPr>
          <p:cNvSpPr/>
          <p:nvPr/>
        </p:nvSpPr>
        <p:spPr>
          <a:xfrm>
            <a:off x="1639547" y="218148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30" name="コネクタ: カギ線 1029">
            <a:extLst>
              <a:ext uri="{FF2B5EF4-FFF2-40B4-BE49-F238E27FC236}">
                <a16:creationId xmlns:a16="http://schemas.microsoft.com/office/drawing/2014/main" id="{6096E6D5-FA44-447D-DB4F-493BCBE66FC0}"/>
              </a:ext>
            </a:extLst>
          </p:cNvPr>
          <p:cNvCxnSpPr>
            <a:stCxn id="1026" idx="3"/>
            <a:endCxn id="17" idx="3"/>
          </p:cNvCxnSpPr>
          <p:nvPr/>
        </p:nvCxnSpPr>
        <p:spPr>
          <a:xfrm>
            <a:off x="11077285" y="1927312"/>
            <a:ext cx="325685" cy="2174423"/>
          </a:xfrm>
          <a:prstGeom prst="bentConnector3">
            <a:avLst>
              <a:gd name="adj1" fmla="val 170191"/>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07A9132-D625-7D04-CB22-811DF79C6533}"/>
              </a:ext>
            </a:extLst>
          </p:cNvPr>
          <p:cNvCxnSpPr/>
          <p:nvPr/>
        </p:nvCxnSpPr>
        <p:spPr>
          <a:xfrm>
            <a:off x="65045" y="6134631"/>
            <a:ext cx="569343" cy="0"/>
          </a:xfrm>
          <a:prstGeom prst="line">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3163F7DB-6A39-10E0-A778-6DB0BC6F77A0}"/>
              </a:ext>
            </a:extLst>
          </p:cNvPr>
          <p:cNvCxnSpPr/>
          <p:nvPr/>
        </p:nvCxnSpPr>
        <p:spPr>
          <a:xfrm>
            <a:off x="65044" y="6384578"/>
            <a:ext cx="569343" cy="0"/>
          </a:xfrm>
          <a:prstGeom prst="line">
            <a:avLst/>
          </a:prstGeom>
          <a:ln w="25400">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DBF9C8AF-6746-AE20-9386-1956F1682FDF}"/>
              </a:ext>
            </a:extLst>
          </p:cNvPr>
          <p:cNvSpPr txBox="1"/>
          <p:nvPr/>
        </p:nvSpPr>
        <p:spPr>
          <a:xfrm>
            <a:off x="689630" y="6014089"/>
            <a:ext cx="6362509" cy="246221"/>
          </a:xfrm>
          <a:prstGeom prst="rect">
            <a:avLst/>
          </a:prstGeom>
          <a:noFill/>
        </p:spPr>
        <p:txBody>
          <a:bodyPr wrap="square" rtlCol="0">
            <a:spAutoFit/>
          </a:bodyPr>
          <a:lstStyle/>
          <a:p>
            <a:r>
              <a:rPr kumimoji="1" lang="en-US" altLang="ja-JP" sz="1000" dirty="0">
                <a:solidFill>
                  <a:srgbClr val="0070C0"/>
                </a:solidFill>
              </a:rPr>
              <a:t>Power Apps/Power Automate flow/Power BI</a:t>
            </a:r>
            <a:r>
              <a:rPr kumimoji="1" lang="ja-JP" altLang="en-US" sz="1000" dirty="0">
                <a:solidFill>
                  <a:srgbClr val="0070C0"/>
                </a:solidFill>
              </a:rPr>
              <a:t>は</a:t>
            </a:r>
            <a:r>
              <a:rPr kumimoji="1" lang="en-US" altLang="ja-JP" sz="1000" dirty="0" err="1">
                <a:solidFill>
                  <a:srgbClr val="0070C0"/>
                </a:solidFill>
              </a:rPr>
              <a:t>Sqlserver</a:t>
            </a:r>
            <a:r>
              <a:rPr kumimoji="1" lang="ja-JP" altLang="en-US" sz="1000" dirty="0">
                <a:solidFill>
                  <a:srgbClr val="0070C0"/>
                </a:solidFill>
              </a:rPr>
              <a:t>にアクセス時の実際の</a:t>
            </a:r>
            <a:r>
              <a:rPr kumimoji="1" lang="en-US" altLang="ja-JP" sz="1000" dirty="0">
                <a:solidFill>
                  <a:srgbClr val="0070C0"/>
                </a:solidFill>
              </a:rPr>
              <a:t>Data Flow</a:t>
            </a:r>
            <a:r>
              <a:rPr kumimoji="1" lang="ja-JP" altLang="en-US" sz="1000" dirty="0">
                <a:solidFill>
                  <a:srgbClr val="0070C0"/>
                </a:solidFill>
              </a:rPr>
              <a:t>（</a:t>
            </a:r>
            <a:r>
              <a:rPr kumimoji="1" lang="en-US" altLang="ja-JP" sz="1000" dirty="0">
                <a:solidFill>
                  <a:srgbClr val="0070C0"/>
                </a:solidFill>
              </a:rPr>
              <a:t>Architecture</a:t>
            </a:r>
            <a:r>
              <a:rPr kumimoji="1" lang="ja-JP" altLang="en-US" sz="1000" dirty="0">
                <a:solidFill>
                  <a:srgbClr val="0070C0"/>
                </a:solidFill>
              </a:rPr>
              <a:t>視点）</a:t>
            </a:r>
          </a:p>
        </p:txBody>
      </p:sp>
      <p:sp>
        <p:nvSpPr>
          <p:cNvPr id="61" name="テキスト ボックス 60">
            <a:extLst>
              <a:ext uri="{FF2B5EF4-FFF2-40B4-BE49-F238E27FC236}">
                <a16:creationId xmlns:a16="http://schemas.microsoft.com/office/drawing/2014/main" id="{2698F45D-FD3F-0379-E41B-208A85825AE2}"/>
              </a:ext>
            </a:extLst>
          </p:cNvPr>
          <p:cNvSpPr txBox="1"/>
          <p:nvPr/>
        </p:nvSpPr>
        <p:spPr>
          <a:xfrm>
            <a:off x="689630" y="6244312"/>
            <a:ext cx="6101032" cy="246221"/>
          </a:xfrm>
          <a:prstGeom prst="rect">
            <a:avLst/>
          </a:prstGeom>
          <a:noFill/>
        </p:spPr>
        <p:txBody>
          <a:bodyPr wrap="square" rtlCol="0">
            <a:spAutoFit/>
          </a:bodyPr>
          <a:lstStyle>
            <a:defPPr>
              <a:defRPr lang="ja-JP"/>
            </a:defPPr>
            <a:lvl1pPr>
              <a:defRPr sz="1000"/>
            </a:lvl1pPr>
          </a:lstStyle>
          <a:p>
            <a:r>
              <a:rPr lang="en-US" altLang="ja-JP">
                <a:solidFill>
                  <a:srgbClr val="0070C0"/>
                </a:solidFill>
              </a:rPr>
              <a:t>Power Apps/Power Automate flow/Power BI</a:t>
            </a:r>
            <a:r>
              <a:rPr lang="ja-JP" altLang="en-US">
                <a:solidFill>
                  <a:srgbClr val="0070C0"/>
                </a:solidFill>
              </a:rPr>
              <a:t>は</a:t>
            </a:r>
            <a:r>
              <a:rPr lang="en-US" altLang="ja-JP" err="1">
                <a:solidFill>
                  <a:srgbClr val="0070C0"/>
                </a:solidFill>
              </a:rPr>
              <a:t>Sqlserver</a:t>
            </a:r>
            <a:r>
              <a:rPr lang="ja-JP" altLang="en-US">
                <a:solidFill>
                  <a:srgbClr val="0070C0"/>
                </a:solidFill>
              </a:rPr>
              <a:t>にアクセス時の論理</a:t>
            </a:r>
            <a:r>
              <a:rPr lang="en-US" altLang="ja-JP">
                <a:solidFill>
                  <a:srgbClr val="0070C0"/>
                </a:solidFill>
              </a:rPr>
              <a:t>Flow</a:t>
            </a:r>
            <a:r>
              <a:rPr lang="ja-JP" altLang="en-US">
                <a:solidFill>
                  <a:srgbClr val="0070C0"/>
                </a:solidFill>
              </a:rPr>
              <a:t>（業務視点）</a:t>
            </a:r>
          </a:p>
        </p:txBody>
      </p:sp>
    </p:spTree>
    <p:extLst>
      <p:ext uri="{BB962C8B-B14F-4D97-AF65-F5344CB8AC3E}">
        <p14:creationId xmlns:p14="http://schemas.microsoft.com/office/powerpoint/2010/main" val="16972560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3965A-7B27-B118-1544-013C0942D5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4EC9001-3533-2206-45EC-52E9C7CED68C}"/>
              </a:ext>
            </a:extLst>
          </p:cNvPr>
          <p:cNvSpPr>
            <a:spLocks noGrp="1"/>
          </p:cNvSpPr>
          <p:nvPr>
            <p:ph type="title"/>
          </p:nvPr>
        </p:nvSpPr>
        <p:spPr>
          <a:xfrm>
            <a:off x="414336" y="255263"/>
            <a:ext cx="9327072" cy="683629"/>
          </a:xfrm>
        </p:spPr>
        <p:txBody>
          <a:bodyPr>
            <a:normAutofit/>
          </a:bodyPr>
          <a:lstStyle/>
          <a:p>
            <a:r>
              <a:rPr lang="ja-JP" altLang="en-US"/>
              <a:t>実現方法－文書管理機能</a:t>
            </a:r>
          </a:p>
        </p:txBody>
      </p:sp>
      <p:sp>
        <p:nvSpPr>
          <p:cNvPr id="15" name="テキスト ボックス 14">
            <a:extLst>
              <a:ext uri="{FF2B5EF4-FFF2-40B4-BE49-F238E27FC236}">
                <a16:creationId xmlns:a16="http://schemas.microsoft.com/office/drawing/2014/main" id="{515C49BE-5AE6-A688-3599-1B74CB458F67}"/>
              </a:ext>
            </a:extLst>
          </p:cNvPr>
          <p:cNvSpPr txBox="1"/>
          <p:nvPr/>
        </p:nvSpPr>
        <p:spPr>
          <a:xfrm>
            <a:off x="350603" y="789860"/>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r>
              <a:rPr kumimoji="1" lang="en-US" altLang="ja-JP" dirty="0">
                <a:latin typeface="Yu Gothic UI" panose="020B0500000000000000" pitchFamily="50" charset="-128"/>
                <a:ea typeface="Yu Gothic UI" panose="020B0500000000000000" pitchFamily="50" charset="-128"/>
              </a:rPr>
              <a:t>PowerApps</a:t>
            </a:r>
            <a:r>
              <a:rPr kumimoji="1" lang="ja-JP" altLang="en-US" dirty="0">
                <a:latin typeface="Yu Gothic UI" panose="020B0500000000000000" pitchFamily="50" charset="-128"/>
                <a:ea typeface="Yu Gothic UI" panose="020B0500000000000000" pitchFamily="50" charset="-128"/>
              </a:rPr>
              <a:t>で</a:t>
            </a:r>
            <a:r>
              <a:rPr lang="ja-JP" altLang="en-US" dirty="0"/>
              <a:t>文書</a:t>
            </a:r>
            <a:r>
              <a:rPr kumimoji="1" lang="ja-JP" altLang="en-US" dirty="0">
                <a:latin typeface="Yu Gothic UI" panose="020B0500000000000000" pitchFamily="50" charset="-128"/>
                <a:ea typeface="Yu Gothic UI" panose="020B0500000000000000" pitchFamily="50" charset="-128"/>
              </a:rPr>
              <a:t>フォームを</a:t>
            </a:r>
            <a:r>
              <a:rPr kumimoji="1" lang="zh-CN" altLang="en-US" dirty="0">
                <a:latin typeface="Yu Gothic UI" panose="020B0500000000000000" pitchFamily="50" charset="-128"/>
                <a:ea typeface="Yu Gothic UI" panose="020B0500000000000000" pitchFamily="50" charset="-128"/>
              </a:rPr>
              <a:t>作成。</a:t>
            </a:r>
            <a:endParaRPr kumimoji="1" lang="en-US" altLang="zh-CN"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en-US" altLang="ja-JP" dirty="0">
                <a:latin typeface="Yu Gothic UI" panose="020B0500000000000000" pitchFamily="50" charset="-128"/>
                <a:ea typeface="Yu Gothic UI" panose="020B0500000000000000" pitchFamily="50" charset="-128"/>
              </a:rPr>
              <a:t>SQL Server</a:t>
            </a:r>
            <a:r>
              <a:rPr kumimoji="1" lang="ja-JP" altLang="en-US" dirty="0">
                <a:latin typeface="Yu Gothic UI" panose="020B0500000000000000" pitchFamily="50" charset="-128"/>
                <a:ea typeface="Yu Gothic UI" panose="020B0500000000000000" pitchFamily="50" charset="-128"/>
              </a:rPr>
              <a:t>のテーブル（</a:t>
            </a:r>
            <a:r>
              <a:rPr kumimoji="1" lang="zh-CN" altLang="en-US" dirty="0">
                <a:latin typeface="Yu Gothic UI" panose="020B0500000000000000" pitchFamily="50" charset="-128"/>
                <a:ea typeface="Yu Gothic UI" panose="020B0500000000000000" pitchFamily="50" charset="-128"/>
              </a:rPr>
              <a:t>例</a:t>
            </a:r>
            <a:r>
              <a:rPr kumimoji="1" lang="en-US" altLang="zh-CN" dirty="0">
                <a:latin typeface="Yu Gothic UI" panose="020B0500000000000000" pitchFamily="50" charset="-128"/>
                <a:ea typeface="Yu Gothic UI" panose="020B0500000000000000" pitchFamily="50" charset="-128"/>
              </a:rPr>
              <a:t>: </a:t>
            </a:r>
            <a:r>
              <a:rPr kumimoji="1" lang="en-US" altLang="zh-CN" dirty="0" err="1">
                <a:latin typeface="Yu Gothic UI" panose="020B0500000000000000" pitchFamily="50" charset="-128"/>
                <a:ea typeface="Yu Gothic UI" panose="020B0500000000000000" pitchFamily="50" charset="-128"/>
              </a:rPr>
              <a:t>Document</a:t>
            </a:r>
            <a:r>
              <a:rPr kumimoji="1" lang="en-US" altLang="ja-JP" dirty="0" err="1">
                <a:latin typeface="Yu Gothic UI" panose="020B0500000000000000" pitchFamily="50" charset="-128"/>
                <a:ea typeface="Yu Gothic UI" panose="020B0500000000000000" pitchFamily="50" charset="-128"/>
              </a:rPr>
              <a:t>Table</a:t>
            </a:r>
            <a:r>
              <a:rPr kumimoji="1" lang="en-US" altLang="ja-JP" dirty="0">
                <a:latin typeface="Yu Gothic UI" panose="020B0500000000000000" pitchFamily="50" charset="-128"/>
                <a:ea typeface="Yu Gothic UI" panose="020B0500000000000000" pitchFamily="50" charset="-128"/>
              </a:rPr>
              <a:t>: ID, Date, Status</a:t>
            </a:r>
            <a:r>
              <a:rPr kumimoji="1" lang="ja-JP" altLang="en-US" dirty="0">
                <a:latin typeface="Yu Gothic UI" panose="020B0500000000000000" pitchFamily="50" charset="-128"/>
                <a:ea typeface="Yu Gothic UI" panose="020B0500000000000000" pitchFamily="50" charset="-128"/>
              </a:rPr>
              <a:t>）と</a:t>
            </a:r>
            <a:r>
              <a:rPr kumimoji="1" lang="zh-CN" altLang="en-US" dirty="0">
                <a:latin typeface="Yu Gothic UI" panose="020B0500000000000000" pitchFamily="50" charset="-128"/>
                <a:ea typeface="Yu Gothic UI" panose="020B0500000000000000" pitchFamily="50" charset="-128"/>
              </a:rPr>
              <a:t>連携。</a:t>
            </a:r>
            <a:endParaRPr kumimoji="1" lang="en-US" altLang="zh-CN"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文書の</a:t>
            </a:r>
            <a:r>
              <a:rPr kumimoji="1" lang="en-US" altLang="ja-JP" dirty="0">
                <a:latin typeface="Yu Gothic UI" panose="020B0500000000000000" pitchFamily="50" charset="-128"/>
                <a:ea typeface="Yu Gothic UI" panose="020B0500000000000000" pitchFamily="50" charset="-128"/>
              </a:rPr>
              <a:t>CRUD</a:t>
            </a:r>
            <a:r>
              <a:rPr kumimoji="1" lang="zh-CN" altLang="en-US" dirty="0">
                <a:latin typeface="Yu Gothic UI" panose="020B0500000000000000" pitchFamily="50" charset="-128"/>
                <a:ea typeface="Yu Gothic UI" panose="020B0500000000000000" pitchFamily="50" charset="-128"/>
              </a:rPr>
              <a:t>操作（</a:t>
            </a:r>
            <a:r>
              <a:rPr kumimoji="1" lang="en-US" altLang="ja-JP" dirty="0">
                <a:latin typeface="Yu Gothic UI" panose="020B0500000000000000" pitchFamily="50" charset="-128"/>
                <a:ea typeface="Yu Gothic UI" panose="020B0500000000000000" pitchFamily="50" charset="-128"/>
              </a:rPr>
              <a:t>Create, Read, Update, Delete</a:t>
            </a:r>
            <a:r>
              <a:rPr kumimoji="1" lang="ja-JP" altLang="en-US" dirty="0">
                <a:latin typeface="Yu Gothic UI" panose="020B0500000000000000" pitchFamily="50" charset="-128"/>
                <a:ea typeface="Yu Gothic UI" panose="020B0500000000000000" pitchFamily="50" charset="-128"/>
              </a:rPr>
              <a:t>）をサポート。</a:t>
            </a:r>
            <a:endParaRPr kumimoji="1" lang="en-US" altLang="ja-JP"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en-US" altLang="ja-JP" dirty="0">
                <a:latin typeface="Yu Gothic UI" panose="020B0500000000000000" pitchFamily="50" charset="-128"/>
                <a:ea typeface="Yu Gothic UI" panose="020B0500000000000000" pitchFamily="50" charset="-128"/>
              </a:rPr>
              <a:t>PowerApps</a:t>
            </a:r>
            <a:r>
              <a:rPr kumimoji="1" lang="ja-JP" altLang="en-US" dirty="0">
                <a:latin typeface="Yu Gothic UI" panose="020B0500000000000000" pitchFamily="50" charset="-128"/>
                <a:ea typeface="Yu Gothic UI" panose="020B0500000000000000" pitchFamily="50" charset="-128"/>
              </a:rPr>
              <a:t>のデータソースとして</a:t>
            </a:r>
            <a:r>
              <a:rPr kumimoji="1" lang="en-US" altLang="ja-JP" dirty="0">
                <a:latin typeface="Yu Gothic UI" panose="020B0500000000000000" pitchFamily="50" charset="-128"/>
                <a:ea typeface="Yu Gothic UI" panose="020B0500000000000000" pitchFamily="50" charset="-128"/>
              </a:rPr>
              <a:t>SQL Server Connector</a:t>
            </a:r>
            <a:r>
              <a:rPr kumimoji="1" lang="ja-JP" altLang="en-US" dirty="0">
                <a:latin typeface="Yu Gothic UI" panose="020B0500000000000000" pitchFamily="50" charset="-128"/>
                <a:ea typeface="Yu Gothic UI" panose="020B0500000000000000" pitchFamily="50" charset="-128"/>
              </a:rPr>
              <a:t>を</a:t>
            </a:r>
            <a:r>
              <a:rPr kumimoji="1" lang="zh-CN" altLang="en-US" dirty="0">
                <a:latin typeface="Yu Gothic UI" panose="020B0500000000000000" pitchFamily="50" charset="-128"/>
                <a:ea typeface="Yu Gothic UI" panose="020B0500000000000000" pitchFamily="50" charset="-128"/>
              </a:rPr>
              <a:t>使用。複数</a:t>
            </a:r>
            <a:r>
              <a:rPr kumimoji="1" lang="ja-JP" altLang="en-US" dirty="0">
                <a:latin typeface="Yu Gothic UI" panose="020B0500000000000000" pitchFamily="50" charset="-128"/>
                <a:ea typeface="Yu Gothic UI" panose="020B0500000000000000" pitchFamily="50" charset="-128"/>
              </a:rPr>
              <a:t>文書のバッチ</a:t>
            </a:r>
            <a:r>
              <a:rPr kumimoji="1" lang="zh-CN" altLang="en-US" dirty="0">
                <a:latin typeface="Yu Gothic UI" panose="020B0500000000000000" pitchFamily="50" charset="-128"/>
                <a:ea typeface="Yu Gothic UI" panose="020B0500000000000000" pitchFamily="50" charset="-128"/>
              </a:rPr>
              <a:t>処理</a:t>
            </a:r>
            <a:r>
              <a:rPr kumimoji="1" lang="ja-JP" altLang="en-US" dirty="0">
                <a:latin typeface="Yu Gothic UI" panose="020B0500000000000000" pitchFamily="50" charset="-128"/>
                <a:ea typeface="Yu Gothic UI" panose="020B0500000000000000" pitchFamily="50" charset="-128"/>
              </a:rPr>
              <a:t>を</a:t>
            </a:r>
            <a:r>
              <a:rPr kumimoji="1" lang="zh-CN" altLang="en-US" dirty="0">
                <a:latin typeface="Yu Gothic UI" panose="020B0500000000000000" pitchFamily="50" charset="-128"/>
                <a:ea typeface="Yu Gothic UI" panose="020B0500000000000000" pitchFamily="50" charset="-128"/>
              </a:rPr>
              <a:t>考慮</a:t>
            </a:r>
            <a:r>
              <a:rPr kumimoji="1" lang="ja-JP" altLang="en-US" dirty="0">
                <a:latin typeface="Yu Gothic UI" panose="020B0500000000000000" pitchFamily="50" charset="-128"/>
                <a:ea typeface="Yu Gothic UI" panose="020B0500000000000000" pitchFamily="50" charset="-128"/>
              </a:rPr>
              <a:t>し、</a:t>
            </a:r>
            <a:r>
              <a:rPr kumimoji="1" lang="en-US" altLang="ja-JP" dirty="0">
                <a:latin typeface="Yu Gothic UI" panose="020B0500000000000000" pitchFamily="50" charset="-128"/>
                <a:ea typeface="Yu Gothic UI" panose="020B0500000000000000" pitchFamily="50" charset="-128"/>
              </a:rPr>
              <a:t>Gallery</a:t>
            </a:r>
            <a:r>
              <a:rPr kumimoji="1" lang="ja-JP" altLang="en-US" dirty="0">
                <a:latin typeface="Yu Gothic UI" panose="020B0500000000000000" pitchFamily="50" charset="-128"/>
                <a:ea typeface="Yu Gothic UI" panose="020B0500000000000000" pitchFamily="50" charset="-128"/>
              </a:rPr>
              <a:t>コントロールでリスト</a:t>
            </a:r>
            <a:r>
              <a:rPr kumimoji="1" lang="zh-CN" altLang="en-US" dirty="0">
                <a:latin typeface="Yu Gothic UI" panose="020B0500000000000000" pitchFamily="50" charset="-128"/>
                <a:ea typeface="Yu Gothic UI" panose="020B0500000000000000" pitchFamily="50" charset="-128"/>
              </a:rPr>
              <a:t>表示。</a:t>
            </a:r>
            <a:endParaRPr kumimoji="1" lang="en-US" altLang="zh-CN" dirty="0">
              <a:latin typeface="Yu Gothic UI" panose="020B0500000000000000" pitchFamily="50" charset="-128"/>
              <a:ea typeface="Yu Gothic UI" panose="020B0500000000000000" pitchFamily="50" charset="-128"/>
            </a:endParaRPr>
          </a:p>
          <a:p>
            <a:pPr algn="l"/>
            <a:r>
              <a:rPr kumimoji="1" lang="ja-JP" altLang="en-US" dirty="0">
                <a:latin typeface="Yu Gothic UI" panose="020B0500000000000000" pitchFamily="50" charset="-128"/>
                <a:ea typeface="Yu Gothic UI" panose="020B0500000000000000" pitchFamily="50" charset="-128"/>
              </a:rPr>
              <a:t>これは業務画面のメインの部分であり、詳細は機能一覧参照</a:t>
            </a:r>
            <a:endParaRPr kumimoji="1" lang="en-US" altLang="zh-CN" dirty="0">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6551960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37C1B-B56C-D544-A4DF-838D705E1F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6A4067D-4A39-E3C0-B229-E38F413B708B}"/>
              </a:ext>
            </a:extLst>
          </p:cNvPr>
          <p:cNvSpPr>
            <a:spLocks noGrp="1"/>
          </p:cNvSpPr>
          <p:nvPr>
            <p:ph type="title"/>
          </p:nvPr>
        </p:nvSpPr>
        <p:spPr>
          <a:xfrm>
            <a:off x="414336" y="255263"/>
            <a:ext cx="9327072" cy="683629"/>
          </a:xfrm>
        </p:spPr>
        <p:txBody>
          <a:bodyPr>
            <a:normAutofit/>
          </a:bodyPr>
          <a:lstStyle/>
          <a:p>
            <a:r>
              <a:rPr lang="ja-JP" altLang="en-US"/>
              <a:t>実現方法－添付ファイル管理</a:t>
            </a:r>
            <a:endParaRPr lang="ja-JP" altLang="en-US">
              <a:effectLst/>
            </a:endParaRPr>
          </a:p>
        </p:txBody>
      </p:sp>
      <p:sp>
        <p:nvSpPr>
          <p:cNvPr id="15" name="テキスト ボックス 14">
            <a:extLst>
              <a:ext uri="{FF2B5EF4-FFF2-40B4-BE49-F238E27FC236}">
                <a16:creationId xmlns:a16="http://schemas.microsoft.com/office/drawing/2014/main" id="{8E6720A2-D915-781D-EC82-F43DFAB970A2}"/>
              </a:ext>
            </a:extLst>
          </p:cNvPr>
          <p:cNvSpPr txBox="1"/>
          <p:nvPr/>
        </p:nvSpPr>
        <p:spPr>
          <a:xfrm>
            <a:off x="414336" y="902266"/>
            <a:ext cx="6669215" cy="5309557"/>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ストレージオプション</a:t>
            </a:r>
            <a:r>
              <a:rPr kumimoji="1" lang="en-US" altLang="ja-JP" dirty="0">
                <a:latin typeface="Yu Gothic UI" panose="020B0500000000000000" pitchFamily="50" charset="-128"/>
                <a:ea typeface="Yu Gothic UI" panose="020B0500000000000000" pitchFamily="50" charset="-128"/>
              </a:rPr>
              <a:t>:</a:t>
            </a: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Dataverse: </a:t>
            </a:r>
            <a:r>
              <a:rPr kumimoji="1" lang="ja-JP" altLang="en-US" sz="1600" dirty="0">
                <a:latin typeface="Yu Gothic UI" panose="020B0500000000000000" pitchFamily="50" charset="-128"/>
                <a:ea typeface="Yu Gothic UI" panose="020B0500000000000000" pitchFamily="50" charset="-128"/>
              </a:rPr>
              <a:t>ファイル列（</a:t>
            </a:r>
            <a:r>
              <a:rPr kumimoji="1" lang="en-US" altLang="ja-JP" sz="1600" dirty="0">
                <a:latin typeface="Yu Gothic UI" panose="020B0500000000000000" pitchFamily="50" charset="-128"/>
                <a:ea typeface="Yu Gothic UI" panose="020B0500000000000000" pitchFamily="50" charset="-128"/>
              </a:rPr>
              <a:t>File</a:t>
            </a:r>
            <a:r>
              <a:rPr kumimoji="1" lang="ja-JP" altLang="en-US" sz="1600" dirty="0">
                <a:latin typeface="Yu Gothic UI" panose="020B0500000000000000" pitchFamily="50" charset="-128"/>
                <a:ea typeface="Yu Gothic UI" panose="020B0500000000000000" pitchFamily="50" charset="-128"/>
              </a:rPr>
              <a:t>型）を使用。容量制限（標準</a:t>
            </a:r>
            <a:r>
              <a:rPr kumimoji="1" lang="en-US" altLang="ja-JP" sz="1600" dirty="0">
                <a:latin typeface="Yu Gothic UI" panose="020B0500000000000000" pitchFamily="50" charset="-128"/>
                <a:ea typeface="Yu Gothic UI" panose="020B0500000000000000" pitchFamily="50" charset="-128"/>
              </a:rPr>
              <a:t>4GB/</a:t>
            </a:r>
            <a:r>
              <a:rPr kumimoji="1" lang="ja-JP" altLang="en-US" sz="1600" dirty="0">
                <a:latin typeface="Yu Gothic UI" panose="020B0500000000000000" pitchFamily="50" charset="-128"/>
                <a:ea typeface="Yu Gothic UI" panose="020B0500000000000000" pitchFamily="50" charset="-128"/>
              </a:rPr>
              <a:t>ユーザー）を考慮。添付時は</a:t>
            </a:r>
            <a:r>
              <a:rPr kumimoji="1" lang="en-US" altLang="ja-JP" sz="1600" dirty="0">
                <a:latin typeface="Yu Gothic UI" panose="020B0500000000000000" pitchFamily="50" charset="-128"/>
                <a:ea typeface="Yu Gothic UI" panose="020B0500000000000000" pitchFamily="50" charset="-128"/>
              </a:rPr>
              <a:t>PowerApps</a:t>
            </a:r>
            <a:r>
              <a:rPr kumimoji="1" lang="ja-JP" altLang="en-US" sz="1600" dirty="0">
                <a:latin typeface="Yu Gothic UI" panose="020B0500000000000000" pitchFamily="50" charset="-128"/>
                <a:ea typeface="Yu Gothic UI" panose="020B0500000000000000" pitchFamily="50" charset="-128"/>
              </a:rPr>
              <a:t>の</a:t>
            </a:r>
            <a:r>
              <a:rPr kumimoji="1" lang="en-US" altLang="ja-JP" sz="1600" dirty="0">
                <a:latin typeface="Yu Gothic UI" panose="020B0500000000000000" pitchFamily="50" charset="-128"/>
                <a:ea typeface="Yu Gothic UI" panose="020B0500000000000000" pitchFamily="50" charset="-128"/>
              </a:rPr>
              <a:t>Attachment</a:t>
            </a:r>
            <a:r>
              <a:rPr kumimoji="1" lang="ja-JP" altLang="en-US" sz="1600" dirty="0">
                <a:latin typeface="Yu Gothic UI" panose="020B0500000000000000" pitchFamily="50" charset="-128"/>
                <a:ea typeface="Yu Gothic UI" panose="020B0500000000000000" pitchFamily="50" charset="-128"/>
              </a:rPr>
              <a:t>コントロールでアップロード。</a:t>
            </a:r>
            <a:endParaRPr kumimoji="1"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SharePoint: Document Library</a:t>
            </a:r>
            <a:r>
              <a:rPr kumimoji="1" lang="ja-JP" altLang="en-US" sz="1600" dirty="0">
                <a:latin typeface="Yu Gothic UI" panose="020B0500000000000000" pitchFamily="50" charset="-128"/>
                <a:ea typeface="Yu Gothic UI" panose="020B0500000000000000" pitchFamily="50" charset="-128"/>
              </a:rPr>
              <a:t>を使用。</a:t>
            </a:r>
            <a:r>
              <a:rPr kumimoji="1" lang="en-US" altLang="ja-JP" sz="1600" dirty="0">
                <a:latin typeface="Yu Gothic UI" panose="020B0500000000000000" pitchFamily="50" charset="-128"/>
                <a:ea typeface="Yu Gothic UI" panose="020B0500000000000000" pitchFamily="50" charset="-128"/>
              </a:rPr>
              <a:t>PowerApps</a:t>
            </a:r>
            <a:r>
              <a:rPr kumimoji="1" lang="ja-JP" altLang="en-US" sz="1600" dirty="0">
                <a:latin typeface="Yu Gothic UI" panose="020B0500000000000000" pitchFamily="50" charset="-128"/>
                <a:ea typeface="Yu Gothic UI" panose="020B0500000000000000" pitchFamily="50" charset="-128"/>
              </a:rPr>
              <a:t>から</a:t>
            </a:r>
            <a:r>
              <a:rPr kumimoji="1" lang="en-US" altLang="ja-JP" sz="1600" dirty="0">
                <a:latin typeface="Yu Gothic UI" panose="020B0500000000000000" pitchFamily="50" charset="-128"/>
                <a:ea typeface="Yu Gothic UI" panose="020B0500000000000000" pitchFamily="50" charset="-128"/>
              </a:rPr>
              <a:t>SharePoint Connector</a:t>
            </a:r>
            <a:r>
              <a:rPr kumimoji="1" lang="ja-JP" altLang="en-US" sz="1600" dirty="0">
                <a:latin typeface="Yu Gothic UI" panose="020B0500000000000000" pitchFamily="50" charset="-128"/>
                <a:ea typeface="Yu Gothic UI" panose="020B0500000000000000" pitchFamily="50" charset="-128"/>
              </a:rPr>
              <a:t>でアクセス。ファイル</a:t>
            </a:r>
            <a:r>
              <a:rPr kumimoji="1" lang="en-US" altLang="ja-JP" sz="1600" dirty="0">
                <a:latin typeface="Yu Gothic UI" panose="020B0500000000000000" pitchFamily="50" charset="-128"/>
                <a:ea typeface="Yu Gothic UI" panose="020B0500000000000000" pitchFamily="50" charset="-128"/>
              </a:rPr>
              <a:t>URL</a:t>
            </a:r>
            <a:r>
              <a:rPr kumimoji="1" lang="ja-JP" altLang="en-US" sz="1600" dirty="0">
                <a:latin typeface="Yu Gothic UI" panose="020B0500000000000000" pitchFamily="50" charset="-128"/>
                <a:ea typeface="Yu Gothic UI" panose="020B0500000000000000" pitchFamily="50" charset="-128"/>
              </a:rPr>
              <a:t>を</a:t>
            </a:r>
            <a:r>
              <a:rPr kumimoji="1" lang="en-US" altLang="ja-JP" sz="1600" dirty="0">
                <a:latin typeface="Yu Gothic UI" panose="020B0500000000000000" pitchFamily="50" charset="-128"/>
                <a:ea typeface="Yu Gothic UI" panose="020B0500000000000000" pitchFamily="50" charset="-128"/>
              </a:rPr>
              <a:t>SQL Server</a:t>
            </a:r>
            <a:r>
              <a:rPr kumimoji="1" lang="ja-JP" altLang="en-US" sz="1600" dirty="0">
                <a:latin typeface="Yu Gothic UI" panose="020B0500000000000000" pitchFamily="50" charset="-128"/>
                <a:ea typeface="Yu Gothic UI" panose="020B0500000000000000" pitchFamily="50" charset="-128"/>
              </a:rPr>
              <a:t>に保存。</a:t>
            </a:r>
            <a:endParaRPr kumimoji="1"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kumimoji="1" lang="en-US" altLang="ja-JP" sz="1600" dirty="0" err="1">
                <a:latin typeface="Yu Gothic UI" panose="020B0500000000000000" pitchFamily="50" charset="-128"/>
                <a:ea typeface="Yu Gothic UI" panose="020B0500000000000000" pitchFamily="50" charset="-128"/>
              </a:rPr>
              <a:t>SqlServer</a:t>
            </a:r>
            <a:r>
              <a:rPr lang="ja-JP" altLang="en-US" sz="1600" dirty="0">
                <a:latin typeface="Yu Gothic UI" panose="020B0500000000000000" pitchFamily="50" charset="-128"/>
                <a:ea typeface="Yu Gothic UI" panose="020B0500000000000000" pitchFamily="50" charset="-128"/>
              </a:rPr>
              <a:t>の</a:t>
            </a:r>
            <a:r>
              <a:rPr lang="en-US" altLang="ja-JP" sz="1600" dirty="0">
                <a:latin typeface="Yu Gothic UI" panose="020B0500000000000000" pitchFamily="50" charset="-128"/>
                <a:ea typeface="Yu Gothic UI" panose="020B0500000000000000" pitchFamily="50" charset="-128"/>
              </a:rPr>
              <a:t>Blob</a:t>
            </a:r>
            <a:r>
              <a:rPr lang="ja-JP" altLang="en-US" sz="1600" dirty="0">
                <a:latin typeface="Yu Gothic UI" panose="020B0500000000000000" pitchFamily="50" charset="-128"/>
                <a:ea typeface="Yu Gothic UI" panose="020B0500000000000000" pitchFamily="50" charset="-128"/>
              </a:rPr>
              <a:t>列に保存</a:t>
            </a:r>
            <a:r>
              <a:rPr lang="ja-JP" altLang="en-US" sz="1600" dirty="0">
                <a:solidFill>
                  <a:srgbClr val="FF0000"/>
                </a:solidFill>
                <a:latin typeface="Yu Gothic UI" panose="020B0500000000000000" pitchFamily="50" charset="-128"/>
                <a:ea typeface="Yu Gothic UI" panose="020B0500000000000000" pitchFamily="50" charset="-128"/>
              </a:rPr>
              <a:t>（独自の</a:t>
            </a:r>
            <a:r>
              <a:rPr lang="en-US" altLang="ja-JP" sz="1600" dirty="0">
                <a:solidFill>
                  <a:srgbClr val="FF0000"/>
                </a:solidFill>
                <a:latin typeface="Yu Gothic UI" panose="020B0500000000000000" pitchFamily="50" charset="-128"/>
                <a:ea typeface="Yu Gothic UI" panose="020B0500000000000000" pitchFamily="50" charset="-128"/>
              </a:rPr>
              <a:t>Storage</a:t>
            </a:r>
            <a:r>
              <a:rPr lang="ja-JP" altLang="en-US" sz="1600" dirty="0">
                <a:solidFill>
                  <a:srgbClr val="FF0000"/>
                </a:solidFill>
                <a:latin typeface="Yu Gothic UI" panose="020B0500000000000000" pitchFamily="50" charset="-128"/>
                <a:ea typeface="Yu Gothic UI" panose="020B0500000000000000" pitchFamily="50" charset="-128"/>
              </a:rPr>
              <a:t>管理、バックアップ負荷などを考慮し、推奨しません）</a:t>
            </a:r>
            <a:endParaRPr kumimoji="1" lang="en-US" altLang="ja-JP" sz="1600" dirty="0">
              <a:solidFill>
                <a:srgbClr val="FF0000"/>
              </a:solidFill>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推奨</a:t>
            </a:r>
            <a:r>
              <a:rPr kumimoji="1" lang="en-US" altLang="ja-JP" dirty="0">
                <a:solidFill>
                  <a:srgbClr val="0070C0"/>
                </a:solidFill>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lang="en-US" altLang="ja-JP" sz="1600" dirty="0">
                <a:solidFill>
                  <a:srgbClr val="00B050"/>
                </a:solidFill>
                <a:latin typeface="Yu Gothic UI" panose="020B0500000000000000" pitchFamily="50" charset="-128"/>
                <a:ea typeface="Yu Gothic UI" panose="020B0500000000000000" pitchFamily="50" charset="-128"/>
              </a:rPr>
              <a:t>SharePoint</a:t>
            </a:r>
            <a:r>
              <a:rPr lang="ja-JP" altLang="en-US" sz="1600" dirty="0">
                <a:solidFill>
                  <a:srgbClr val="00B050"/>
                </a:solidFill>
                <a:latin typeface="Yu Gothic UI" panose="020B0500000000000000" pitchFamily="50" charset="-128"/>
                <a:ea typeface="Yu Gothic UI" panose="020B0500000000000000" pitchFamily="50" charset="-128"/>
              </a:rPr>
              <a:t>を添付ファイルのストレージとし、</a:t>
            </a:r>
            <a:r>
              <a:rPr lang="en-US" altLang="zh-CN" sz="1600" dirty="0" err="1">
                <a:solidFill>
                  <a:srgbClr val="00B050"/>
                </a:solidFill>
                <a:latin typeface="Yu Gothic UI" panose="020B0500000000000000" pitchFamily="50" charset="-128"/>
                <a:ea typeface="Yu Gothic UI" panose="020B0500000000000000" pitchFamily="50" charset="-128"/>
              </a:rPr>
              <a:t>Sql</a:t>
            </a:r>
            <a:r>
              <a:rPr lang="en-US" altLang="zh-CN" sz="1600" dirty="0">
                <a:solidFill>
                  <a:srgbClr val="00B050"/>
                </a:solidFill>
                <a:latin typeface="Yu Gothic UI" panose="020B0500000000000000" pitchFamily="50" charset="-128"/>
                <a:ea typeface="Yu Gothic UI" panose="020B0500000000000000" pitchFamily="50" charset="-128"/>
              </a:rPr>
              <a:t> Server 2022</a:t>
            </a:r>
            <a:r>
              <a:rPr lang="ja-JP" altLang="en-US" sz="1600" dirty="0">
                <a:solidFill>
                  <a:srgbClr val="00B050"/>
                </a:solidFill>
                <a:latin typeface="Yu Gothic UI" panose="020B0500000000000000" pitchFamily="50" charset="-128"/>
                <a:ea typeface="Yu Gothic UI" panose="020B0500000000000000" pitchFamily="50" charset="-128"/>
              </a:rPr>
              <a:t>はメタデータ管理に使用。</a:t>
            </a:r>
            <a:endParaRPr lang="en-US" altLang="ja-JP" sz="1600" dirty="0">
              <a:solidFill>
                <a:srgbClr val="00B050"/>
              </a:solidFill>
              <a:latin typeface="Yu Gothic UI" panose="020B0500000000000000" pitchFamily="50" charset="-128"/>
              <a:ea typeface="Yu Gothic UI" panose="020B0500000000000000" pitchFamily="50" charset="-128"/>
            </a:endParaRPr>
          </a:p>
          <a:p>
            <a:pPr marL="285750" indent="-285750">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理由</a:t>
            </a:r>
            <a:r>
              <a:rPr kumimoji="1" lang="en-US" altLang="ja-JP" dirty="0">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SharePoint</a:t>
            </a:r>
            <a:r>
              <a:rPr kumimoji="1" lang="ja-JP" altLang="en-US" sz="1600" dirty="0">
                <a:latin typeface="Yu Gothic UI" panose="020B0500000000000000" pitchFamily="50" charset="-128"/>
                <a:ea typeface="Yu Gothic UI" panose="020B0500000000000000" pitchFamily="50" charset="-128"/>
              </a:rPr>
              <a:t>の方が大容量ファイルに適し、バージョン管理が容易。</a:t>
            </a:r>
            <a:endParaRPr kumimoji="1"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600" dirty="0">
                <a:latin typeface="Yu Gothic UI" panose="020B0500000000000000" pitchFamily="50" charset="-128"/>
                <a:ea typeface="Yu Gothic UI" panose="020B0500000000000000" pitchFamily="50" charset="-128"/>
              </a:rPr>
              <a:t>SharePoint</a:t>
            </a:r>
            <a:r>
              <a:rPr lang="ja-JP" altLang="en-US" sz="1600" dirty="0">
                <a:latin typeface="Yu Gothic UI" panose="020B0500000000000000" pitchFamily="50" charset="-128"/>
                <a:ea typeface="Yu Gothic UI" panose="020B0500000000000000" pitchFamily="50" charset="-128"/>
              </a:rPr>
              <a:t>の検索機能をそのまま利用、検索機能のサポートは容易</a:t>
            </a:r>
            <a:endParaRPr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Online</a:t>
            </a:r>
            <a:r>
              <a:rPr kumimoji="1" lang="ja-JP" altLang="en-US" sz="1600" dirty="0">
                <a:latin typeface="Yu Gothic UI" panose="020B0500000000000000" pitchFamily="50" charset="-128"/>
                <a:ea typeface="Yu Gothic UI" panose="020B0500000000000000" pitchFamily="50" charset="-128"/>
              </a:rPr>
              <a:t>編集機能の実現はより簡単。</a:t>
            </a:r>
            <a:endParaRPr kumimoji="1" lang="en-US" altLang="ja-JP" sz="1600"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ファイルタイプ</a:t>
            </a:r>
            <a:r>
              <a:rPr kumimoji="1" lang="en-US" altLang="ja-JP" dirty="0">
                <a:latin typeface="Yu Gothic UI" panose="020B0500000000000000" pitchFamily="50" charset="-128"/>
                <a:ea typeface="Yu Gothic UI" panose="020B0500000000000000" pitchFamily="50" charset="-128"/>
              </a:rPr>
              <a:t>: </a:t>
            </a:r>
            <a:r>
              <a:rPr kumimoji="1" lang="en-US" altLang="ja-JP" sz="1600" dirty="0">
                <a:latin typeface="Yu Gothic UI" panose="020B0500000000000000" pitchFamily="50" charset="-128"/>
                <a:ea typeface="Yu Gothic UI" panose="020B0500000000000000" pitchFamily="50" charset="-128"/>
              </a:rPr>
              <a:t>Office</a:t>
            </a:r>
            <a:r>
              <a:rPr kumimoji="1" lang="ja-JP" altLang="en-US" sz="1600" dirty="0">
                <a:latin typeface="Yu Gothic UI" panose="020B0500000000000000" pitchFamily="50" charset="-128"/>
                <a:ea typeface="Yu Gothic UI" panose="020B0500000000000000" pitchFamily="50" charset="-128"/>
              </a:rPr>
              <a:t>（</a:t>
            </a:r>
            <a:r>
              <a:rPr kumimoji="1" lang="en-US" altLang="ja-JP" sz="1600" dirty="0">
                <a:latin typeface="Yu Gothic UI" panose="020B0500000000000000" pitchFamily="50" charset="-128"/>
                <a:ea typeface="Yu Gothic UI" panose="020B0500000000000000" pitchFamily="50" charset="-128"/>
              </a:rPr>
              <a:t>Word, Excel, PowerPoint</a:t>
            </a:r>
            <a:r>
              <a:rPr kumimoji="1" lang="ja-JP" altLang="en-US" sz="1600" dirty="0">
                <a:latin typeface="Yu Gothic UI" panose="020B0500000000000000" pitchFamily="50" charset="-128"/>
                <a:ea typeface="Yu Gothic UI" panose="020B0500000000000000" pitchFamily="50" charset="-128"/>
              </a:rPr>
              <a:t>）、</a:t>
            </a:r>
            <a:r>
              <a:rPr kumimoji="1" lang="en-US" altLang="ja-JP" sz="1600" dirty="0">
                <a:latin typeface="Yu Gothic UI" panose="020B0500000000000000" pitchFamily="50" charset="-128"/>
                <a:ea typeface="Yu Gothic UI" panose="020B0500000000000000" pitchFamily="50" charset="-128"/>
              </a:rPr>
              <a:t>PDF</a:t>
            </a:r>
            <a:r>
              <a:rPr kumimoji="1" lang="ja-JP" altLang="en-US" sz="1600" dirty="0">
                <a:latin typeface="Yu Gothic UI" panose="020B0500000000000000" pitchFamily="50" charset="-128"/>
                <a:ea typeface="Yu Gothic UI" panose="020B0500000000000000" pitchFamily="50" charset="-128"/>
              </a:rPr>
              <a:t>をサポート。最大ファイルサイズ</a:t>
            </a:r>
            <a:r>
              <a:rPr kumimoji="1" lang="en-US" altLang="ja-JP" sz="1600" dirty="0">
                <a:latin typeface="Yu Gothic UI" panose="020B0500000000000000" pitchFamily="50" charset="-128"/>
                <a:ea typeface="Yu Gothic UI" panose="020B0500000000000000" pitchFamily="50" charset="-128"/>
              </a:rPr>
              <a:t>: 50MB/</a:t>
            </a:r>
            <a:r>
              <a:rPr kumimoji="1" lang="ja-JP" altLang="en-US" sz="1600" dirty="0">
                <a:latin typeface="Yu Gothic UI" panose="020B0500000000000000" pitchFamily="50" charset="-128"/>
                <a:ea typeface="Yu Gothic UI" panose="020B0500000000000000" pitchFamily="50" charset="-128"/>
              </a:rPr>
              <a:t>ファイル（カスタマイズ可能）。</a:t>
            </a:r>
            <a:endParaRPr kumimoji="1" lang="en-US" altLang="ja-JP" sz="1600"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lang="ja-JP" altLang="en-US" dirty="0">
                <a:latin typeface="Yu Gothic UI" panose="020B0500000000000000" pitchFamily="50" charset="-128"/>
                <a:ea typeface="Yu Gothic UI" panose="020B0500000000000000" pitchFamily="50" charset="-128"/>
              </a:rPr>
              <a:t>注意事項：</a:t>
            </a:r>
            <a:endParaRPr lang="en-US" altLang="ja-JP"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600" dirty="0">
                <a:latin typeface="Yu Gothic UI" panose="020B0500000000000000" pitchFamily="50" charset="-128"/>
                <a:ea typeface="Yu Gothic UI" panose="020B0500000000000000" pitchFamily="50" charset="-128"/>
              </a:rPr>
              <a:t>SPO</a:t>
            </a:r>
            <a:r>
              <a:rPr lang="ja-JP" altLang="en-US" sz="1600" dirty="0">
                <a:latin typeface="Yu Gothic UI" panose="020B0500000000000000" pitchFamily="50" charset="-128"/>
                <a:ea typeface="Yu Gothic UI" panose="020B0500000000000000" pitchFamily="50" charset="-128"/>
              </a:rPr>
              <a:t>に保存する場合、多階層</a:t>
            </a:r>
            <a:r>
              <a:rPr lang="en-US" altLang="ja-JP" sz="1600" dirty="0">
                <a:latin typeface="Yu Gothic UI" panose="020B0500000000000000" pitchFamily="50" charset="-128"/>
                <a:ea typeface="Yu Gothic UI" panose="020B0500000000000000" pitchFamily="50" charset="-128"/>
              </a:rPr>
              <a:t>Directory</a:t>
            </a:r>
            <a:r>
              <a:rPr lang="ja-JP" altLang="en-US" sz="1600" dirty="0">
                <a:latin typeface="Yu Gothic UI" panose="020B0500000000000000" pitchFamily="50" charset="-128"/>
                <a:ea typeface="Yu Gothic UI" panose="020B0500000000000000" pitchFamily="50" charset="-128"/>
              </a:rPr>
              <a:t>構造にし、一つの</a:t>
            </a:r>
            <a:r>
              <a:rPr lang="en-US" altLang="ja-JP" sz="1600" dirty="0">
                <a:latin typeface="Yu Gothic UI" panose="020B0500000000000000" pitchFamily="50" charset="-128"/>
                <a:ea typeface="Yu Gothic UI" panose="020B0500000000000000" pitchFamily="50" charset="-128"/>
              </a:rPr>
              <a:t>Directory</a:t>
            </a:r>
            <a:r>
              <a:rPr lang="ja-JP" altLang="en-US" sz="1600" dirty="0">
                <a:latin typeface="Yu Gothic UI" panose="020B0500000000000000" pitchFamily="50" charset="-128"/>
                <a:ea typeface="Yu Gothic UI" panose="020B0500000000000000" pitchFamily="50" charset="-128"/>
              </a:rPr>
              <a:t>にファイルを</a:t>
            </a:r>
            <a:r>
              <a:rPr lang="en-US" altLang="ja-JP" sz="1600" dirty="0">
                <a:latin typeface="Yu Gothic UI" panose="020B0500000000000000" pitchFamily="50" charset="-128"/>
                <a:ea typeface="Yu Gothic UI" panose="020B0500000000000000" pitchFamily="50" charset="-128"/>
              </a:rPr>
              <a:t>1000</a:t>
            </a:r>
            <a:r>
              <a:rPr lang="ja-JP" altLang="en-US" sz="1600" dirty="0">
                <a:latin typeface="Yu Gothic UI" panose="020B0500000000000000" pitchFamily="50" charset="-128"/>
                <a:ea typeface="Yu Gothic UI" panose="020B0500000000000000" pitchFamily="50" charset="-128"/>
              </a:rPr>
              <a:t>以内に抑える</a:t>
            </a:r>
            <a:endParaRPr lang="en-US" altLang="ja-JP" sz="1600" dirty="0">
              <a:latin typeface="Yu Gothic UI" panose="020B0500000000000000" pitchFamily="50" charset="-128"/>
              <a:ea typeface="Yu Gothic UI" panose="020B0500000000000000" pitchFamily="50" charset="-128"/>
            </a:endParaRPr>
          </a:p>
        </p:txBody>
      </p:sp>
      <p:pic>
        <p:nvPicPr>
          <p:cNvPr id="3" name="図 2">
            <a:extLst>
              <a:ext uri="{FF2B5EF4-FFF2-40B4-BE49-F238E27FC236}">
                <a16:creationId xmlns:a16="http://schemas.microsoft.com/office/drawing/2014/main" id="{21B97726-3DEA-7970-7F10-416D81A28E6E}"/>
              </a:ext>
            </a:extLst>
          </p:cNvPr>
          <p:cNvPicPr>
            <a:picLocks noChangeAspect="1"/>
          </p:cNvPicPr>
          <p:nvPr/>
        </p:nvPicPr>
        <p:blipFill>
          <a:blip r:embed="rId3"/>
          <a:stretch>
            <a:fillRect/>
          </a:stretch>
        </p:blipFill>
        <p:spPr>
          <a:xfrm>
            <a:off x="7376351" y="985579"/>
            <a:ext cx="4504944" cy="3162226"/>
          </a:xfrm>
          <a:prstGeom prst="rect">
            <a:avLst/>
          </a:prstGeom>
        </p:spPr>
      </p:pic>
      <p:pic>
        <p:nvPicPr>
          <p:cNvPr id="29" name="図 28">
            <a:extLst>
              <a:ext uri="{FF2B5EF4-FFF2-40B4-BE49-F238E27FC236}">
                <a16:creationId xmlns:a16="http://schemas.microsoft.com/office/drawing/2014/main" id="{19064DCB-929C-B3F6-A3DF-DCEF285AD281}"/>
              </a:ext>
            </a:extLst>
          </p:cNvPr>
          <p:cNvPicPr>
            <a:picLocks noChangeAspect="1"/>
          </p:cNvPicPr>
          <p:nvPr/>
        </p:nvPicPr>
        <p:blipFill>
          <a:blip r:embed="rId4"/>
          <a:stretch>
            <a:fillRect/>
          </a:stretch>
        </p:blipFill>
        <p:spPr>
          <a:xfrm>
            <a:off x="7489608" y="4193835"/>
            <a:ext cx="4503600" cy="2408902"/>
          </a:xfrm>
          <a:prstGeom prst="rect">
            <a:avLst/>
          </a:prstGeom>
        </p:spPr>
      </p:pic>
      <p:sp>
        <p:nvSpPr>
          <p:cNvPr id="30" name="テキスト ボックス 29">
            <a:extLst>
              <a:ext uri="{FF2B5EF4-FFF2-40B4-BE49-F238E27FC236}">
                <a16:creationId xmlns:a16="http://schemas.microsoft.com/office/drawing/2014/main" id="{C1BE0C0F-7810-BC59-D36C-EC7D1C80494D}"/>
              </a:ext>
            </a:extLst>
          </p:cNvPr>
          <p:cNvSpPr txBox="1"/>
          <p:nvPr/>
        </p:nvSpPr>
        <p:spPr>
          <a:xfrm>
            <a:off x="7083552" y="831033"/>
            <a:ext cx="3413760" cy="307777"/>
          </a:xfrm>
          <a:prstGeom prst="rect">
            <a:avLst/>
          </a:prstGeom>
          <a:noFill/>
        </p:spPr>
        <p:txBody>
          <a:bodyPr wrap="square" rtlCol="0">
            <a:spAutoFit/>
          </a:bodyPr>
          <a:lstStyle/>
          <a:p>
            <a:r>
              <a:rPr lang="ja-JP" altLang="en-US" sz="1400" b="1" u="sng" dirty="0">
                <a:solidFill>
                  <a:srgbClr val="0070C0"/>
                </a:solidFill>
              </a:rPr>
              <a:t>添付ファイルは</a:t>
            </a:r>
            <a:r>
              <a:rPr kumimoji="1" lang="en-US" altLang="ja-JP" sz="1400" b="1" u="sng" dirty="0">
                <a:solidFill>
                  <a:srgbClr val="0070C0"/>
                </a:solidFill>
              </a:rPr>
              <a:t>Dataverse</a:t>
            </a:r>
            <a:r>
              <a:rPr lang="ja-JP" altLang="en-US" sz="1400" b="1" u="sng" dirty="0">
                <a:solidFill>
                  <a:srgbClr val="0070C0"/>
                </a:solidFill>
              </a:rPr>
              <a:t>に保存の場合</a:t>
            </a:r>
            <a:endParaRPr kumimoji="1" lang="ja-JP" altLang="en-US" sz="1400" b="1" u="sng" dirty="0">
              <a:solidFill>
                <a:srgbClr val="0070C0"/>
              </a:solidFill>
            </a:endParaRPr>
          </a:p>
        </p:txBody>
      </p:sp>
      <p:sp>
        <p:nvSpPr>
          <p:cNvPr id="31" name="テキスト ボックス 30">
            <a:extLst>
              <a:ext uri="{FF2B5EF4-FFF2-40B4-BE49-F238E27FC236}">
                <a16:creationId xmlns:a16="http://schemas.microsoft.com/office/drawing/2014/main" id="{CF2ECCAC-FA8D-9BF9-74D9-995EDD678D29}"/>
              </a:ext>
            </a:extLst>
          </p:cNvPr>
          <p:cNvSpPr txBox="1"/>
          <p:nvPr/>
        </p:nvSpPr>
        <p:spPr>
          <a:xfrm>
            <a:off x="7083552" y="4070426"/>
            <a:ext cx="4175760" cy="307777"/>
          </a:xfrm>
          <a:prstGeom prst="rect">
            <a:avLst/>
          </a:prstGeom>
          <a:noFill/>
        </p:spPr>
        <p:txBody>
          <a:bodyPr wrap="square" rtlCol="0">
            <a:spAutoFit/>
          </a:bodyPr>
          <a:lstStyle/>
          <a:p>
            <a:r>
              <a:rPr lang="ja-JP" altLang="en-US" sz="1400" b="1" u="sng" dirty="0">
                <a:solidFill>
                  <a:srgbClr val="0070C0"/>
                </a:solidFill>
              </a:rPr>
              <a:t>添付ファイルは</a:t>
            </a:r>
            <a:r>
              <a:rPr kumimoji="1" lang="en-US" altLang="ja-JP" sz="1400" b="1" u="sng" dirty="0">
                <a:solidFill>
                  <a:srgbClr val="0070C0"/>
                </a:solidFill>
              </a:rPr>
              <a:t>SPO</a:t>
            </a:r>
            <a:r>
              <a:rPr lang="ja-JP" altLang="en-US" sz="1400" b="1" u="sng" dirty="0">
                <a:solidFill>
                  <a:srgbClr val="0070C0"/>
                </a:solidFill>
              </a:rPr>
              <a:t>に保存の場合（お薦め）</a:t>
            </a:r>
            <a:endParaRPr kumimoji="1" lang="ja-JP" altLang="en-US" sz="1400" b="1" u="sng" dirty="0">
              <a:solidFill>
                <a:srgbClr val="0070C0"/>
              </a:solidFill>
            </a:endParaRPr>
          </a:p>
        </p:txBody>
      </p:sp>
    </p:spTree>
    <p:extLst>
      <p:ext uri="{BB962C8B-B14F-4D97-AF65-F5344CB8AC3E}">
        <p14:creationId xmlns:p14="http://schemas.microsoft.com/office/powerpoint/2010/main" val="3095390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8186D-7CB8-B425-3BDC-349543460AD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79CE8C-A486-77AD-7522-3E2BA1629641}"/>
              </a:ext>
            </a:extLst>
          </p:cNvPr>
          <p:cNvSpPr>
            <a:spLocks noGrp="1"/>
          </p:cNvSpPr>
          <p:nvPr>
            <p:ph type="title"/>
          </p:nvPr>
        </p:nvSpPr>
        <p:spPr>
          <a:xfrm>
            <a:off x="414336" y="255263"/>
            <a:ext cx="9327072" cy="683629"/>
          </a:xfrm>
        </p:spPr>
        <p:txBody>
          <a:bodyPr>
            <a:normAutofit/>
          </a:bodyPr>
          <a:lstStyle/>
          <a:p>
            <a:r>
              <a:rPr lang="ja-JP" altLang="en-US"/>
              <a:t>実現方法－オンライン編集機能</a:t>
            </a:r>
            <a:endParaRPr lang="ja-JP" altLang="en-US">
              <a:effectLst/>
            </a:endParaRPr>
          </a:p>
        </p:txBody>
      </p:sp>
      <p:sp>
        <p:nvSpPr>
          <p:cNvPr id="15" name="テキスト ボックス 14">
            <a:extLst>
              <a:ext uri="{FF2B5EF4-FFF2-40B4-BE49-F238E27FC236}">
                <a16:creationId xmlns:a16="http://schemas.microsoft.com/office/drawing/2014/main" id="{4487A878-4E6E-4FC6-FAF5-1846844831A7}"/>
              </a:ext>
            </a:extLst>
          </p:cNvPr>
          <p:cNvSpPr txBox="1"/>
          <p:nvPr/>
        </p:nvSpPr>
        <p:spPr>
          <a:xfrm>
            <a:off x="414337" y="872591"/>
            <a:ext cx="11363328"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Dataverseストレージの場合: </a:t>
            </a: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中継としてSharePointを使用。</a:t>
            </a:r>
            <a:endParaRPr kumimoji="0" lang="en-US" altLang="zh-CN">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Power AutomateのFlowを作成: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Trigger: Dataverseファイルの変更検知（When a record is updated）。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Action: ファイルをSharePointにコピー → Office 365で編集 → 編集後、TriggerでDataverseに同期。 </a:t>
            </a: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編集ツール: </a:t>
            </a:r>
            <a:endParaRPr kumimoji="0" lang="en-US" altLang="zh-CN">
              <a:latin typeface="Arial" panose="020B0604020202020204" pitchFamily="34" charset="0"/>
            </a:endParaRP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Office 365 Web版（ブラウザ経由）またはDesktop App。PowerAppsから「Edit in Office」ボタンを実装（Launch関数でURLを開く）。 </a:t>
            </a:r>
            <a:endParaRPr kumimoji="0" lang="en-US" altLang="zh-CN" sz="1600">
              <a:latin typeface="Arial" panose="020B0604020202020204" pitchFamily="34" charset="0"/>
            </a:endParaRPr>
          </a:p>
          <a:p>
            <a:pPr lvl="2" eaLnBrk="0" fontAlgn="base" hangingPunct="0">
              <a:spcBef>
                <a:spcPct val="0"/>
              </a:spcBef>
              <a:spcAft>
                <a:spcPct val="0"/>
              </a:spcAft>
            </a:pPr>
            <a:r>
              <a:rPr kumimoji="0" lang="zh-CN" altLang="zh-CN">
                <a:latin typeface="Arial" panose="020B0604020202020204" pitchFamily="34" charset="0"/>
              </a:rPr>
              <a:t>フロー詳細: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ステップ1: ユーザー選択の</a:t>
            </a:r>
            <a:r>
              <a:rPr kumimoji="0" lang="ja-JP" altLang="en-US" sz="1600">
                <a:latin typeface="Arial" panose="020B0604020202020204" pitchFamily="34" charset="0"/>
              </a:rPr>
              <a:t>ファイルを</a:t>
            </a:r>
            <a:r>
              <a:rPr kumimoji="0" lang="en-US" altLang="ja-JP" sz="1600">
                <a:latin typeface="Arial" panose="020B0604020202020204" pitchFamily="34" charset="0"/>
              </a:rPr>
              <a:t>SPO</a:t>
            </a:r>
            <a:r>
              <a:rPr kumimoji="0" lang="ja-JP" altLang="en-US" sz="1600">
                <a:latin typeface="Arial" panose="020B0604020202020204" pitchFamily="34" charset="0"/>
              </a:rPr>
              <a:t>に一時保存</a:t>
            </a:r>
            <a:r>
              <a:rPr kumimoji="0" lang="zh-CN" altLang="zh-CN" sz="1600">
                <a:latin typeface="Arial" panose="020B0604020202020204" pitchFamily="34" charset="0"/>
              </a:rPr>
              <a:t>ファイルURLを取得。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ステップ2: Office Onlineで開く（例: </a:t>
            </a:r>
            <a:r>
              <a:rPr kumimoji="0" lang="zh-CN" altLang="zh-CN" sz="1600">
                <a:latin typeface="Arial" panose="020B0604020202020204" pitchFamily="34" charset="0"/>
                <a:hlinkClick r:id="rId3"/>
              </a:rPr>
              <a:t>https://office.com/edit?url=[file_url]）</a:t>
            </a:r>
            <a:endParaRPr kumimoji="0" lang="zh-CN" altLang="zh-CN" sz="1600">
              <a:latin typeface="Arial" panose="020B0604020202020204" pitchFamily="34" charset="0"/>
            </a:endParaRP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ステップ3: 保存後、Power Automateでバージョン更新をトリガーし、Dataverse/SQL Serverのメタデータを同期。 </a:t>
            </a: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注意点: 同時編集時の競合</a:t>
            </a:r>
          </a:p>
          <a:p>
            <a:pPr marL="285750" lvl="0"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SharePointストレージの場合:</a:t>
            </a:r>
            <a:r>
              <a:rPr kumimoji="0" lang="ja-JP" altLang="en-US">
                <a:solidFill>
                  <a:srgbClr val="00B050"/>
                </a:solidFill>
                <a:latin typeface="Arial" panose="020B0604020202020204" pitchFamily="34" charset="0"/>
              </a:rPr>
              <a:t>（お薦め）</a:t>
            </a:r>
            <a:r>
              <a:rPr kumimoji="0" lang="zh-CN" altLang="zh-CN">
                <a:latin typeface="Arial" panose="020B0604020202020204" pitchFamily="34" charset="0"/>
              </a:rPr>
              <a:t> </a:t>
            </a:r>
          </a:p>
          <a:p>
            <a:pPr marL="742950" lvl="1"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直接Office 365統合。PowerAppsからSharePointファイルを開き、共同編集をサポート。 </a:t>
            </a:r>
          </a:p>
          <a:p>
            <a:pPr lvl="1" eaLnBrk="0" fontAlgn="base" hangingPunct="0">
              <a:spcBef>
                <a:spcPct val="0"/>
              </a:spcBef>
              <a:spcAft>
                <a:spcPct val="0"/>
              </a:spcAft>
            </a:pPr>
            <a:r>
              <a:rPr kumimoji="0" lang="zh-CN" altLang="zh-CN">
                <a:latin typeface="Arial" panose="020B0604020202020204" pitchFamily="34" charset="0"/>
              </a:rPr>
              <a:t>フロー詳細: </a:t>
            </a:r>
          </a:p>
          <a:p>
            <a:pPr marL="742950" lvl="1" indent="-285750" eaLnBrk="0" fontAlgn="base" hangingPunct="0">
              <a:spcBef>
                <a:spcPct val="0"/>
              </a:spcBef>
              <a:spcAft>
                <a:spcPct val="0"/>
              </a:spcAft>
              <a:buFont typeface="Arial" panose="020B0604020202020204" pitchFamily="34" charset="0"/>
              <a:buChar char="•"/>
            </a:pPr>
            <a:r>
              <a:rPr lang="zh-CN" altLang="zh-CN" sz="1600"/>
              <a:t>ステップ1: ユーザー選択のファイル</a:t>
            </a:r>
            <a:r>
              <a:rPr lang="ja-JP" altLang="en-US" sz="1600"/>
              <a:t>の</a:t>
            </a:r>
            <a:r>
              <a:rPr lang="en-US" altLang="ja-JP" sz="1600"/>
              <a:t>SPO</a:t>
            </a:r>
            <a:r>
              <a:rPr lang="ja-JP" altLang="en-US" sz="1600"/>
              <a:t>　</a:t>
            </a:r>
            <a:r>
              <a:rPr lang="zh-CN" altLang="zh-CN" sz="1600"/>
              <a:t>URLを取得。 </a:t>
            </a:r>
          </a:p>
          <a:p>
            <a:pPr marL="742950" lvl="1" indent="-285750" eaLnBrk="0" fontAlgn="base" hangingPunct="0">
              <a:spcBef>
                <a:spcPct val="0"/>
              </a:spcBef>
              <a:spcAft>
                <a:spcPct val="0"/>
              </a:spcAft>
              <a:buFont typeface="Arial" panose="020B0604020202020204" pitchFamily="34" charset="0"/>
              <a:buChar char="•"/>
            </a:pPr>
            <a:r>
              <a:rPr lang="zh-CN" altLang="zh-CN" sz="1600"/>
              <a:t>ステップ2: Office Onlineで開く（例: </a:t>
            </a:r>
            <a:r>
              <a:rPr lang="zh-CN" altLang="zh-CN" sz="1600">
                <a:hlinkClick r:id="rId4"/>
              </a:rPr>
              <a:t>https://office.com/edit?url=[file_url</a:t>
            </a:r>
            <a:r>
              <a:rPr lang="zh-CN" altLang="zh-CN" sz="1600"/>
              <a:t>]）</a:t>
            </a:r>
            <a:endParaRPr lang="en-US" altLang="zh-CN" sz="1600"/>
          </a:p>
          <a:p>
            <a:pPr marL="742950" lvl="1" indent="-285750" eaLnBrk="0" fontAlgn="base" hangingPunct="0">
              <a:spcBef>
                <a:spcPct val="0"/>
              </a:spcBef>
              <a:spcAft>
                <a:spcPct val="0"/>
              </a:spcAft>
              <a:buFont typeface="Arial" panose="020B0604020202020204" pitchFamily="34" charset="0"/>
              <a:buChar char="•"/>
            </a:pPr>
            <a:r>
              <a:rPr lang="ja-JP" altLang="en-US" sz="1600"/>
              <a:t>競合編集の問題はありません。</a:t>
            </a:r>
            <a:endParaRPr lang="en-US" altLang="zh-CN" sz="1600"/>
          </a:p>
          <a:p>
            <a:pPr marL="285750" indent="-285750" eaLnBrk="0" fontAlgn="base" hangingPunct="0">
              <a:spcBef>
                <a:spcPct val="0"/>
              </a:spcBef>
              <a:spcAft>
                <a:spcPct val="0"/>
              </a:spcAft>
              <a:buFont typeface="Arial" panose="020B0604020202020204" pitchFamily="34" charset="0"/>
              <a:buChar char="•"/>
            </a:pPr>
            <a:r>
              <a:rPr kumimoji="0" lang="en-US" altLang="ja-JP">
                <a:latin typeface="Arial" panose="020B0604020202020204" pitchFamily="34" charset="0"/>
              </a:rPr>
              <a:t>SharePoint</a:t>
            </a:r>
            <a:r>
              <a:rPr kumimoji="0" lang="zh-CN" altLang="zh-CN">
                <a:latin typeface="Arial" panose="020B0604020202020204" pitchFamily="34" charset="0"/>
              </a:rPr>
              <a:t>ストレージの</a:t>
            </a:r>
            <a:r>
              <a:rPr kumimoji="0" lang="ja-JP" altLang="en-US">
                <a:latin typeface="Arial" panose="020B0604020202020204" pitchFamily="34" charset="0"/>
              </a:rPr>
              <a:t>場合、オンライン編集とユーザにより</a:t>
            </a:r>
            <a:r>
              <a:rPr kumimoji="0" lang="en-US" altLang="ja-JP">
                <a:latin typeface="Arial" panose="020B0604020202020204" pitchFamily="34" charset="0"/>
              </a:rPr>
              <a:t>Download/Upload</a:t>
            </a:r>
            <a:r>
              <a:rPr kumimoji="0" lang="ja-JP" altLang="en-US">
                <a:latin typeface="Arial" panose="020B0604020202020204" pitchFamily="34" charset="0"/>
              </a:rPr>
              <a:t>の差異もありません。</a:t>
            </a:r>
            <a:endParaRPr kumimoji="0" lang="zh-CN" altLang="zh-CN">
              <a:latin typeface="Arial" panose="020B0604020202020204" pitchFamily="34" charset="0"/>
            </a:endParaRPr>
          </a:p>
        </p:txBody>
      </p:sp>
    </p:spTree>
    <p:extLst>
      <p:ext uri="{BB962C8B-B14F-4D97-AF65-F5344CB8AC3E}">
        <p14:creationId xmlns:p14="http://schemas.microsoft.com/office/powerpoint/2010/main" val="32653914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BA546-1FBC-2B24-0CE2-31A27EEDB96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583CCD-AAF8-3EC3-A6B0-A7FCC30C5F7E}"/>
              </a:ext>
            </a:extLst>
          </p:cNvPr>
          <p:cNvSpPr>
            <a:spLocks noGrp="1"/>
          </p:cNvSpPr>
          <p:nvPr>
            <p:ph type="title"/>
          </p:nvPr>
        </p:nvSpPr>
        <p:spPr>
          <a:xfrm>
            <a:off x="414336" y="255263"/>
            <a:ext cx="9327072" cy="683629"/>
          </a:xfrm>
        </p:spPr>
        <p:txBody>
          <a:bodyPr>
            <a:normAutofit/>
          </a:bodyPr>
          <a:lstStyle/>
          <a:p>
            <a:r>
              <a:rPr lang="ja-JP" altLang="en-US"/>
              <a:t>実現方法－一括ダウンロード機能</a:t>
            </a:r>
            <a:endParaRPr lang="ja-JP" altLang="en-US">
              <a:effectLst/>
            </a:endParaRPr>
          </a:p>
        </p:txBody>
      </p:sp>
      <p:sp>
        <p:nvSpPr>
          <p:cNvPr id="15" name="テキスト ボックス 14">
            <a:extLst>
              <a:ext uri="{FF2B5EF4-FFF2-40B4-BE49-F238E27FC236}">
                <a16:creationId xmlns:a16="http://schemas.microsoft.com/office/drawing/2014/main" id="{B6BC6843-6AFA-66AD-800E-1610C6ECC828}"/>
              </a:ext>
            </a:extLst>
          </p:cNvPr>
          <p:cNvSpPr txBox="1"/>
          <p:nvPr/>
        </p:nvSpPr>
        <p:spPr>
          <a:xfrm>
            <a:off x="281874" y="938892"/>
            <a:ext cx="6707431" cy="5181491"/>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ja-JP" altLang="en-US" sz="1600" dirty="0">
                <a:latin typeface="Arial" panose="020B0604020202020204" pitchFamily="34" charset="0"/>
              </a:rPr>
              <a:t>既定案：</a:t>
            </a:r>
            <a:endParaRPr kumimoji="0" lang="en-US" altLang="zh-CN" sz="16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PowerAppsで選択機能を実装（Checkbox付きGallery）。 </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ダウンロード処理: Power Automate Flowをトリガー。 </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Flow詳細: </a:t>
            </a:r>
          </a:p>
          <a:p>
            <a:pPr marL="1200150" lvl="2"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Trigger: PowerAppsから呼び出し（PowerApps V2 Trigger）。 </a:t>
            </a:r>
          </a:p>
          <a:p>
            <a:pPr marL="1200150" lvl="2"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Action: 選択ファイルのURLリストを取得 → ZIPファイル作成（OneDrive/SharePointのCreate fileアクション使用） → ダウンロードリンク生成。 </a:t>
            </a:r>
          </a:p>
          <a:p>
            <a:pPr marL="742950" lvl="1" indent="-285750" eaLnBrk="0" fontAlgn="base" hangingPunct="0">
              <a:spcBef>
                <a:spcPct val="0"/>
              </a:spcBef>
              <a:spcAft>
                <a:spcPct val="0"/>
              </a:spcAft>
              <a:buFont typeface="Arial" panose="020B0604020202020204" pitchFamily="34" charset="0"/>
              <a:buChar char="•"/>
            </a:pPr>
            <a:r>
              <a:rPr kumimoji="0" lang="en-US" altLang="ja-JP" sz="1200" dirty="0">
                <a:latin typeface="Arial" panose="020B0604020202020204" pitchFamily="34" charset="0"/>
              </a:rPr>
              <a:t>PowerApps</a:t>
            </a:r>
            <a:r>
              <a:rPr kumimoji="0" lang="ja-JP" altLang="en-US" sz="1200" dirty="0">
                <a:latin typeface="Arial" panose="020B0604020202020204" pitchFamily="34" charset="0"/>
              </a:rPr>
              <a:t>で</a:t>
            </a:r>
            <a:r>
              <a:rPr kumimoji="0" lang="zh-CN" altLang="zh-CN" sz="1200" dirty="0">
                <a:latin typeface="Arial" panose="020B0604020202020204" pitchFamily="34" charset="0"/>
              </a:rPr>
              <a:t>モバイル/デスクトップ対応のため、PowerAppsのDownload関数を使用。</a:t>
            </a:r>
            <a:endParaRPr kumimoji="0" lang="en-US" altLang="zh-CN"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sz="1200" dirty="0">
                <a:latin typeface="Arial" panose="020B0604020202020204" pitchFamily="34" charset="0"/>
              </a:rPr>
              <a:t>ファイルの</a:t>
            </a:r>
            <a:r>
              <a:rPr kumimoji="0" lang="zh-CN" altLang="zh-CN" sz="1200" dirty="0">
                <a:latin typeface="Arial" panose="020B0604020202020204" pitchFamily="34" charset="0"/>
              </a:rPr>
              <a:t>保存先: ユーザーが指定したディレクトリ（ブラウザダウンロード</a:t>
            </a:r>
            <a:r>
              <a:rPr kumimoji="0" lang="ja-JP" altLang="en-US" sz="1200" dirty="0">
                <a:latin typeface="Arial" panose="020B0604020202020204" pitchFamily="34" charset="0"/>
              </a:rPr>
              <a:t>オプションを毎回確認にし、</a:t>
            </a:r>
            <a:r>
              <a:rPr kumimoji="0" lang="zh-CN" altLang="zh-CN" sz="1200" dirty="0">
                <a:latin typeface="Arial" panose="020B0604020202020204" pitchFamily="34" charset="0"/>
              </a:rPr>
              <a:t>ユーザーが</a:t>
            </a:r>
            <a:r>
              <a:rPr kumimoji="0" lang="ja-JP" altLang="en-US" sz="1200" dirty="0">
                <a:latin typeface="Arial" panose="020B0604020202020204" pitchFamily="34" charset="0"/>
              </a:rPr>
              <a:t>保存先</a:t>
            </a:r>
            <a:r>
              <a:rPr kumimoji="0" lang="zh-CN" altLang="zh-CN" sz="1200" dirty="0">
                <a:latin typeface="Arial" panose="020B0604020202020204" pitchFamily="34" charset="0"/>
              </a:rPr>
              <a:t>選択）。</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制限: 最大100ファイル/回、合計サイズ500MB（パフォーマンス考慮）。 </a:t>
            </a:r>
          </a:p>
          <a:p>
            <a:pPr algn="l"/>
            <a:endParaRPr lang="en-US" altLang="ja-JP" sz="1600" dirty="0">
              <a:latin typeface="Yu Gothic UI" panose="020B0500000000000000" pitchFamily="50" charset="-128"/>
              <a:ea typeface="Yu Gothic UI" panose="020B0500000000000000" pitchFamily="50" charset="-128"/>
            </a:endParaRPr>
          </a:p>
          <a:p>
            <a:pPr algn="l"/>
            <a:r>
              <a:rPr lang="ja-JP" altLang="en-US" sz="1600" dirty="0">
                <a:solidFill>
                  <a:srgbClr val="C00000"/>
                </a:solidFill>
                <a:latin typeface="Yu Gothic UI" panose="020B0500000000000000" pitchFamily="50" charset="-128"/>
                <a:ea typeface="Yu Gothic UI" panose="020B0500000000000000" pitchFamily="50" charset="-128"/>
              </a:rPr>
              <a:t>向上案：</a:t>
            </a:r>
            <a:endParaRPr lang="en-US" altLang="ja-JP" sz="1600" dirty="0">
              <a:solidFill>
                <a:srgbClr val="C00000"/>
              </a:solidFill>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 Apps </a:t>
            </a:r>
            <a:r>
              <a:rPr lang="ja-JP" altLang="en-US" sz="1200" dirty="0">
                <a:latin typeface="Yu Gothic UI" panose="020B0500000000000000" pitchFamily="50" charset="-128"/>
                <a:ea typeface="Yu Gothic UI" panose="020B0500000000000000" pitchFamily="50" charset="-128"/>
              </a:rPr>
              <a:t>では、</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ページを埋め込むための </a:t>
            </a:r>
            <a:r>
              <a:rPr lang="en-US" altLang="ja-JP" sz="1200" dirty="0">
                <a:latin typeface="Yu Gothic UI" panose="020B0500000000000000" pitchFamily="50" charset="-128"/>
                <a:ea typeface="Yu Gothic UI" panose="020B0500000000000000" pitchFamily="50" charset="-128"/>
              </a:rPr>
              <a:t>WebView </a:t>
            </a:r>
            <a:r>
              <a:rPr lang="ja-JP" altLang="en-US" sz="1200" dirty="0">
                <a:latin typeface="Yu Gothic UI" panose="020B0500000000000000" pitchFamily="50" charset="-128"/>
                <a:ea typeface="Yu Gothic UI" panose="020B0500000000000000" pitchFamily="50" charset="-128"/>
              </a:rPr>
              <a:t>コントロール（または </a:t>
            </a:r>
            <a:r>
              <a:rPr lang="en-US" altLang="ja-JP" sz="1200" dirty="0">
                <a:latin typeface="Yu Gothic UI" panose="020B0500000000000000" pitchFamily="50" charset="-128"/>
                <a:ea typeface="Yu Gothic UI" panose="020B0500000000000000" pitchFamily="50" charset="-128"/>
              </a:rPr>
              <a:t>HTML text </a:t>
            </a:r>
            <a:r>
              <a:rPr lang="ja-JP" altLang="en-US" sz="1200" dirty="0">
                <a:latin typeface="Yu Gothic UI" panose="020B0500000000000000" pitchFamily="50" charset="-128"/>
                <a:ea typeface="Yu Gothic UI" panose="020B0500000000000000" pitchFamily="50" charset="-128"/>
              </a:rPr>
              <a:t>コントロールを介して </a:t>
            </a:r>
            <a:r>
              <a:rPr lang="en-US" altLang="ja-JP" sz="1200" dirty="0">
                <a:latin typeface="Yu Gothic UI" panose="020B0500000000000000" pitchFamily="50" charset="-128"/>
                <a:ea typeface="Yu Gothic UI" panose="020B0500000000000000" pitchFamily="50" charset="-128"/>
              </a:rPr>
              <a:t>HTML </a:t>
            </a:r>
            <a:r>
              <a:rPr lang="ja-JP" altLang="en-US" sz="1200" dirty="0">
                <a:latin typeface="Yu Gothic UI" panose="020B0500000000000000" pitchFamily="50" charset="-128"/>
                <a:ea typeface="Yu Gothic UI" panose="020B0500000000000000" pitchFamily="50" charset="-128"/>
              </a:rPr>
              <a:t>コンテンツを表示する）を使用して、外部の </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ページをアプリ内に表示することは可能です。この埋め込まれた </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ページ内で、</a:t>
            </a:r>
            <a:r>
              <a:rPr lang="en-US" altLang="ja-JP" sz="1200" dirty="0">
                <a:latin typeface="Yu Gothic UI" panose="020B0500000000000000" pitchFamily="50" charset="-128"/>
                <a:ea typeface="Yu Gothic UI" panose="020B0500000000000000" pitchFamily="50" charset="-128"/>
              </a:rPr>
              <a:t>JavaScript </a:t>
            </a:r>
            <a:r>
              <a:rPr lang="ja-JP" altLang="en-US" sz="1200" dirty="0">
                <a:latin typeface="Yu Gothic UI" panose="020B0500000000000000" pitchFamily="50" charset="-128"/>
                <a:ea typeface="Yu Gothic UI" panose="020B0500000000000000" pitchFamily="50" charset="-128"/>
              </a:rPr>
              <a:t>を使用して </a:t>
            </a:r>
            <a:r>
              <a:rPr lang="en-US" altLang="ja-JP" sz="1200" dirty="0">
                <a:latin typeface="Yu Gothic UI" panose="020B0500000000000000" pitchFamily="50" charset="-128"/>
                <a:ea typeface="Yu Gothic UI" panose="020B0500000000000000" pitchFamily="50" charset="-128"/>
              </a:rPr>
              <a:t>DOM </a:t>
            </a:r>
            <a:r>
              <a:rPr lang="ja-JP" altLang="en-US" sz="1200" dirty="0">
                <a:latin typeface="Yu Gothic UI" panose="020B0500000000000000" pitchFamily="50" charset="-128"/>
                <a:ea typeface="Yu Gothic UI" panose="020B0500000000000000" pitchFamily="50" charset="-128"/>
              </a:rPr>
              <a:t>操作や </a:t>
            </a:r>
            <a:r>
              <a:rPr lang="en-US" altLang="ja-JP" sz="1200" dirty="0">
                <a:latin typeface="Yu Gothic UI" panose="020B0500000000000000" pitchFamily="50" charset="-128"/>
                <a:ea typeface="Yu Gothic UI" panose="020B0500000000000000" pitchFamily="50" charset="-128"/>
              </a:rPr>
              <a:t>Web API </a:t>
            </a:r>
            <a:r>
              <a:rPr lang="ja-JP" altLang="en-US" sz="1200" dirty="0">
                <a:latin typeface="Yu Gothic UI" panose="020B0500000000000000" pitchFamily="50" charset="-128"/>
                <a:ea typeface="Yu Gothic UI" panose="020B0500000000000000" pitchFamily="50" charset="-128"/>
              </a:rPr>
              <a:t>へのアクセスを行うことはできます。</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外部ページの</a:t>
            </a:r>
            <a:r>
              <a:rPr lang="en-US" altLang="ja-JP" sz="1200" dirty="0">
                <a:latin typeface="Yu Gothic UI" panose="020B0500000000000000" pitchFamily="50" charset="-128"/>
                <a:ea typeface="Yu Gothic UI" panose="020B0500000000000000" pitchFamily="50" charset="-128"/>
              </a:rPr>
              <a:t>JavaScript</a:t>
            </a:r>
            <a:r>
              <a:rPr lang="ja-JP" altLang="en-US" sz="1200" dirty="0">
                <a:latin typeface="Yu Gothic UI" panose="020B0500000000000000" pitchFamily="50" charset="-128"/>
                <a:ea typeface="Yu Gothic UI" panose="020B0500000000000000" pitchFamily="50" charset="-128"/>
              </a:rPr>
              <a:t>を経由し、複数ファイルを指定場所に一定規則で個別保存するのは可能と認識していますが、</a:t>
            </a:r>
            <a:r>
              <a:rPr lang="en-US" altLang="ja-JP" sz="1200" dirty="0">
                <a:latin typeface="Yu Gothic UI" panose="020B0500000000000000" pitchFamily="50" charset="-128"/>
                <a:ea typeface="Yu Gothic UI" panose="020B0500000000000000" pitchFamily="50" charset="-128"/>
              </a:rPr>
              <a:t>POC</a:t>
            </a:r>
            <a:r>
              <a:rPr lang="ja-JP" altLang="en-US" sz="1200" dirty="0">
                <a:latin typeface="Yu Gothic UI" panose="020B0500000000000000" pitchFamily="50" charset="-128"/>
                <a:ea typeface="Yu Gothic UI" panose="020B0500000000000000" pitchFamily="50" charset="-128"/>
              </a:rPr>
              <a:t>が必要。</a:t>
            </a:r>
            <a:endParaRPr lang="en-US" altLang="ja-JP" sz="1200" dirty="0">
              <a:latin typeface="Yu Gothic UI" panose="020B0500000000000000" pitchFamily="50" charset="-128"/>
              <a:ea typeface="Yu Gothic UI" panose="020B0500000000000000" pitchFamily="50" charset="-128"/>
            </a:endParaRPr>
          </a:p>
        </p:txBody>
      </p:sp>
      <p:pic>
        <p:nvPicPr>
          <p:cNvPr id="4" name="図 3">
            <a:extLst>
              <a:ext uri="{FF2B5EF4-FFF2-40B4-BE49-F238E27FC236}">
                <a16:creationId xmlns:a16="http://schemas.microsoft.com/office/drawing/2014/main" id="{E05B735C-ABEF-6B37-7914-50BCD16A9805}"/>
              </a:ext>
            </a:extLst>
          </p:cNvPr>
          <p:cNvPicPr>
            <a:picLocks noChangeAspect="1"/>
          </p:cNvPicPr>
          <p:nvPr/>
        </p:nvPicPr>
        <p:blipFill>
          <a:blip r:embed="rId3"/>
          <a:stretch>
            <a:fillRect/>
          </a:stretch>
        </p:blipFill>
        <p:spPr>
          <a:xfrm>
            <a:off x="7135273" y="2615572"/>
            <a:ext cx="1673447" cy="495901"/>
          </a:xfrm>
          <a:prstGeom prst="rect">
            <a:avLst/>
          </a:prstGeom>
        </p:spPr>
      </p:pic>
      <p:pic>
        <p:nvPicPr>
          <p:cNvPr id="3"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B6488693-DA60-061D-50C5-F20CFA4E440E}"/>
              </a:ext>
            </a:extLst>
          </p:cNvPr>
          <p:cNvPicPr>
            <a:picLocks noGrp="1" noRot="1" noChangeAspect="1" noMove="1" noResize="1" noEditPoints="1" noAdjustHandles="1" noChangeArrowheads="1" noChangeShapeType="1" noCrop="1"/>
          </p:cNvPicPr>
          <p:nvPr>
            <p:ph sz="quarter" idx="10"/>
          </p:nvPr>
        </p:nvPicPr>
        <p:blipFill>
          <a:blip r:embed="rId4"/>
          <a:stretch>
            <a:fillRect/>
          </a:stretch>
        </p:blipFill>
        <p:spPr>
          <a:xfrm>
            <a:off x="7225256" y="1746213"/>
            <a:ext cx="1084608" cy="623650"/>
          </a:xfrm>
        </p:spPr>
      </p:pic>
      <p:pic>
        <p:nvPicPr>
          <p:cNvPr id="5" name="図 4"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34A660EE-39EA-032C-6321-551EBE1C629A}"/>
              </a:ext>
            </a:extLst>
          </p:cNvPr>
          <p:cNvPicPr>
            <a:picLocks noGrp="1" noRot="1" noChangeAspect="1" noMove="1" noResize="1" noEditPoints="1" noAdjustHandles="1" noChangeArrowheads="1" noChangeShapeType="1" noCrop="1"/>
          </p:cNvPicPr>
          <p:nvPr/>
        </p:nvPicPr>
        <p:blipFill>
          <a:blip r:embed="rId5"/>
          <a:stretch>
            <a:fillRect/>
          </a:stretch>
        </p:blipFill>
        <p:spPr>
          <a:xfrm>
            <a:off x="9036550" y="1664184"/>
            <a:ext cx="911875" cy="786151"/>
          </a:xfrm>
          <a:prstGeom prst="rect">
            <a:avLst/>
          </a:prstGeom>
        </p:spPr>
      </p:pic>
      <p:pic>
        <p:nvPicPr>
          <p:cNvPr id="8" name="図 7" descr="部屋, 賭博場 が含まれている画像&#10;&#10;AI によって生成されたコンテンツは間違っている可能性があります。">
            <a:extLst>
              <a:ext uri="{FF2B5EF4-FFF2-40B4-BE49-F238E27FC236}">
                <a16:creationId xmlns:a16="http://schemas.microsoft.com/office/drawing/2014/main" id="{F88D0C93-D0A6-3727-F195-5CE35ACDA255}"/>
              </a:ext>
            </a:extLst>
          </p:cNvPr>
          <p:cNvPicPr>
            <a:picLocks noGrp="1" noRot="1" noChangeAspect="1" noMove="1" noResize="1" noEditPoints="1" noAdjustHandles="1" noChangeArrowheads="1" noChangeShapeType="1" noCrop="1"/>
          </p:cNvPicPr>
          <p:nvPr/>
        </p:nvPicPr>
        <p:blipFill>
          <a:blip r:embed="rId6"/>
          <a:stretch>
            <a:fillRect/>
          </a:stretch>
        </p:blipFill>
        <p:spPr>
          <a:xfrm>
            <a:off x="10675111" y="1031258"/>
            <a:ext cx="1158274" cy="683630"/>
          </a:xfrm>
          <a:prstGeom prst="rect">
            <a:avLst/>
          </a:prstGeom>
        </p:spPr>
      </p:pic>
      <p:pic>
        <p:nvPicPr>
          <p:cNvPr id="9" name="図 8" descr="ロゴ, アイコン&#10;&#10;AI によって生成されたコンテンツは間違っている可能性があります。">
            <a:extLst>
              <a:ext uri="{FF2B5EF4-FFF2-40B4-BE49-F238E27FC236}">
                <a16:creationId xmlns:a16="http://schemas.microsoft.com/office/drawing/2014/main" id="{470E3946-6B9A-9FAC-2ED8-48F80C79BCAD}"/>
              </a:ext>
            </a:extLst>
          </p:cNvPr>
          <p:cNvPicPr>
            <a:picLocks noGrp="1" noRot="1" noChangeAspect="1" noMove="1" noResize="1" noEditPoints="1" noAdjustHandles="1" noChangeArrowheads="1" noChangeShapeType="1" noCrop="1"/>
          </p:cNvPicPr>
          <p:nvPr/>
        </p:nvPicPr>
        <p:blipFill>
          <a:blip r:embed="rId7"/>
          <a:stretch>
            <a:fillRect/>
          </a:stretch>
        </p:blipFill>
        <p:spPr>
          <a:xfrm>
            <a:off x="10932449" y="2369863"/>
            <a:ext cx="643597" cy="629116"/>
          </a:xfrm>
          <a:prstGeom prst="rect">
            <a:avLst/>
          </a:prstGeom>
        </p:spPr>
      </p:pic>
      <p:sp>
        <p:nvSpPr>
          <p:cNvPr id="10" name="テキスト ボックス 9">
            <a:extLst>
              <a:ext uri="{FF2B5EF4-FFF2-40B4-BE49-F238E27FC236}">
                <a16:creationId xmlns:a16="http://schemas.microsoft.com/office/drawing/2014/main" id="{44167681-D3DA-719A-FC11-5584A784F367}"/>
              </a:ext>
            </a:extLst>
          </p:cNvPr>
          <p:cNvSpPr txBox="1">
            <a:spLocks noGrp="1" noRot="1" noMove="1" noResize="1" noEditPoints="1" noAdjustHandles="1" noChangeArrowheads="1" noChangeShapeType="1"/>
          </p:cNvSpPr>
          <p:nvPr/>
        </p:nvSpPr>
        <p:spPr>
          <a:xfrm>
            <a:off x="8148659" y="1519204"/>
            <a:ext cx="1049097" cy="400110"/>
          </a:xfrm>
          <a:prstGeom prst="rect">
            <a:avLst/>
          </a:prstGeom>
          <a:noFill/>
        </p:spPr>
        <p:txBody>
          <a:bodyPr wrap="square" rtlCol="0">
            <a:spAutoFit/>
          </a:bodyPr>
          <a:lstStyle/>
          <a:p>
            <a:pPr algn="ctr"/>
            <a:r>
              <a:rPr lang="en-US" altLang="ja-JP" sz="1000"/>
              <a:t>Download</a:t>
            </a:r>
            <a:r>
              <a:rPr lang="ja-JP" altLang="en-US" sz="1000"/>
              <a:t> </a:t>
            </a:r>
            <a:endParaRPr lang="en-US" altLang="ja-JP" sz="1000"/>
          </a:p>
          <a:p>
            <a:pPr algn="ctr"/>
            <a:r>
              <a:rPr lang="en-US" altLang="ja-JP" sz="1000"/>
              <a:t>request</a:t>
            </a:r>
            <a:endParaRPr kumimoji="1" lang="ja-JP" altLang="en-US" sz="600"/>
          </a:p>
        </p:txBody>
      </p:sp>
      <p:sp>
        <p:nvSpPr>
          <p:cNvPr id="11" name="ひし形 10">
            <a:extLst>
              <a:ext uri="{FF2B5EF4-FFF2-40B4-BE49-F238E27FC236}">
                <a16:creationId xmlns:a16="http://schemas.microsoft.com/office/drawing/2014/main" id="{392BA5C1-AE7D-F3F7-8822-5BFA9FB93002}"/>
              </a:ext>
            </a:extLst>
          </p:cNvPr>
          <p:cNvSpPr>
            <a:spLocks noGrp="1" noRot="1" noMove="1" noResize="1" noEditPoints="1" noAdjustHandles="1" noChangeArrowheads="1" noChangeShapeType="1"/>
          </p:cNvSpPr>
          <p:nvPr/>
        </p:nvSpPr>
        <p:spPr>
          <a:xfrm>
            <a:off x="8962312" y="185091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12" name="コネクタ: カギ線 11">
            <a:extLst>
              <a:ext uri="{FF2B5EF4-FFF2-40B4-BE49-F238E27FC236}">
                <a16:creationId xmlns:a16="http://schemas.microsoft.com/office/drawing/2014/main" id="{1DF9C08F-F6D4-2706-0444-F346C5603AFF}"/>
              </a:ext>
            </a:extLst>
          </p:cNvPr>
          <p:cNvCxnSpPr>
            <a:cxnSpLocks noGrp="1" noRot="1" noMove="1" noResize="1" noEditPoints="1" noAdjustHandles="1" noChangeArrowheads="1" noChangeShapeType="1"/>
            <a:stCxn id="11" idx="1"/>
            <a:endCxn id="3" idx="3"/>
          </p:cNvCxnSpPr>
          <p:nvPr/>
        </p:nvCxnSpPr>
        <p:spPr>
          <a:xfrm rot="10800000" flipV="1">
            <a:off x="8309864" y="1885114"/>
            <a:ext cx="652448" cy="172924"/>
          </a:xfrm>
          <a:prstGeom prst="bentConnector3">
            <a:avLst>
              <a:gd name="adj1" fmla="val 50000"/>
            </a:avLst>
          </a:prstGeom>
          <a:ln w="25400" cap="flat" cmpd="sng" algn="ctr">
            <a:solidFill>
              <a:srgbClr val="7030A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ひし形 16">
            <a:extLst>
              <a:ext uri="{FF2B5EF4-FFF2-40B4-BE49-F238E27FC236}">
                <a16:creationId xmlns:a16="http://schemas.microsoft.com/office/drawing/2014/main" id="{326051C3-BFD8-503F-FE67-364A11D5C766}"/>
              </a:ext>
            </a:extLst>
          </p:cNvPr>
          <p:cNvSpPr>
            <a:spLocks noGrp="1" noRot="1" noMove="1" noResize="1" noEditPoints="1" noAdjustHandles="1" noChangeArrowheads="1" noChangeShapeType="1"/>
          </p:cNvSpPr>
          <p:nvPr/>
        </p:nvSpPr>
        <p:spPr>
          <a:xfrm>
            <a:off x="8971081" y="224284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19" name="コネクタ: カギ線 18">
            <a:extLst>
              <a:ext uri="{FF2B5EF4-FFF2-40B4-BE49-F238E27FC236}">
                <a16:creationId xmlns:a16="http://schemas.microsoft.com/office/drawing/2014/main" id="{3466D02A-3E7B-8139-EDFD-48C9B5CBDB95}"/>
              </a:ext>
            </a:extLst>
          </p:cNvPr>
          <p:cNvCxnSpPr>
            <a:cxnSpLocks noGrp="1" noRot="1" noMove="1" noResize="1" noEditPoints="1" noAdjustHandles="1" noChangeArrowheads="1" noChangeShapeType="1"/>
            <a:stCxn id="9" idx="1"/>
            <a:endCxn id="5" idx="3"/>
          </p:cNvCxnSpPr>
          <p:nvPr/>
        </p:nvCxnSpPr>
        <p:spPr>
          <a:xfrm rot="10800000">
            <a:off x="9948425" y="2057261"/>
            <a:ext cx="984024" cy="627161"/>
          </a:xfrm>
          <a:prstGeom prst="bentConnector3">
            <a:avLst>
              <a:gd name="adj1" fmla="val 50000"/>
            </a:avLst>
          </a:prstGeom>
          <a:ln w="25400" cap="flat" cmpd="sng" algn="ctr">
            <a:solidFill>
              <a:srgbClr val="7030A0"/>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22" name="ひし形 21">
            <a:extLst>
              <a:ext uri="{FF2B5EF4-FFF2-40B4-BE49-F238E27FC236}">
                <a16:creationId xmlns:a16="http://schemas.microsoft.com/office/drawing/2014/main" id="{D5E39300-8D5A-D013-79E6-C80968716175}"/>
              </a:ext>
            </a:extLst>
          </p:cNvPr>
          <p:cNvSpPr>
            <a:spLocks noGrp="1" noRot="1" noMove="1" noResize="1" noEditPoints="1" noAdjustHandles="1" noChangeArrowheads="1" noChangeShapeType="1"/>
          </p:cNvSpPr>
          <p:nvPr/>
        </p:nvSpPr>
        <p:spPr>
          <a:xfrm>
            <a:off x="8283539" y="2139770"/>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23" name="コネクタ: カギ線 22">
            <a:extLst>
              <a:ext uri="{FF2B5EF4-FFF2-40B4-BE49-F238E27FC236}">
                <a16:creationId xmlns:a16="http://schemas.microsoft.com/office/drawing/2014/main" id="{2A0FDD1E-FC35-97BC-67DE-29C02B45719B}"/>
              </a:ext>
            </a:extLst>
          </p:cNvPr>
          <p:cNvCxnSpPr>
            <a:cxnSpLocks noGrp="1" noRot="1" noMove="1" noResize="1" noEditPoints="1" noAdjustHandles="1" noChangeArrowheads="1" noChangeShapeType="1"/>
            <a:stCxn id="22" idx="3"/>
            <a:endCxn id="17" idx="1"/>
          </p:cNvCxnSpPr>
          <p:nvPr/>
        </p:nvCxnSpPr>
        <p:spPr>
          <a:xfrm>
            <a:off x="8353281" y="2173970"/>
            <a:ext cx="617800" cy="103074"/>
          </a:xfrm>
          <a:prstGeom prst="bentConnector3">
            <a:avLst>
              <a:gd name="adj1" fmla="val 50000"/>
            </a:avLst>
          </a:prstGeom>
          <a:ln w="25400" cap="flat" cmpd="sng" algn="ctr">
            <a:solidFill>
              <a:srgbClr val="7030A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D1CE5CFF-E4EB-372F-4E74-E06AC73ED159}"/>
              </a:ext>
            </a:extLst>
          </p:cNvPr>
          <p:cNvSpPr txBox="1">
            <a:spLocks noGrp="1" noRot="1" noMove="1" noResize="1" noEditPoints="1" noAdjustHandles="1" noChangeArrowheads="1" noChangeShapeType="1"/>
          </p:cNvSpPr>
          <p:nvPr/>
        </p:nvSpPr>
        <p:spPr>
          <a:xfrm>
            <a:off x="8097944" y="2311244"/>
            <a:ext cx="1475883" cy="400110"/>
          </a:xfrm>
          <a:prstGeom prst="rect">
            <a:avLst/>
          </a:prstGeom>
          <a:noFill/>
        </p:spPr>
        <p:txBody>
          <a:bodyPr wrap="square" rtlCol="0">
            <a:spAutoFit/>
          </a:bodyPr>
          <a:lstStyle>
            <a:defPPr>
              <a:defRPr lang="ja-JP"/>
            </a:defPPr>
            <a:lvl1pPr algn="ctr">
              <a:defRPr sz="1000"/>
            </a:lvl1pPr>
          </a:lstStyle>
          <a:p>
            <a:r>
              <a:rPr lang="en-US" altLang="ja-JP"/>
              <a:t>Zip </a:t>
            </a:r>
          </a:p>
          <a:p>
            <a:r>
              <a:rPr lang="en-US" altLang="ja-JP"/>
              <a:t>Download</a:t>
            </a:r>
            <a:endParaRPr lang="ja-JP" altLang="en-US"/>
          </a:p>
        </p:txBody>
      </p:sp>
      <p:sp>
        <p:nvSpPr>
          <p:cNvPr id="27" name="テキスト ボックス 26">
            <a:extLst>
              <a:ext uri="{FF2B5EF4-FFF2-40B4-BE49-F238E27FC236}">
                <a16:creationId xmlns:a16="http://schemas.microsoft.com/office/drawing/2014/main" id="{19B2B667-4BD8-71BD-48C1-D3E3923C1295}"/>
              </a:ext>
            </a:extLst>
          </p:cNvPr>
          <p:cNvSpPr txBox="1">
            <a:spLocks noGrp="1" noRot="1" noMove="1" noResize="1" noEditPoints="1" noAdjustHandles="1" noChangeArrowheads="1" noChangeShapeType="1"/>
          </p:cNvSpPr>
          <p:nvPr/>
        </p:nvSpPr>
        <p:spPr>
          <a:xfrm>
            <a:off x="10256039" y="1842320"/>
            <a:ext cx="1049097" cy="400110"/>
          </a:xfrm>
          <a:prstGeom prst="rect">
            <a:avLst/>
          </a:prstGeom>
          <a:noFill/>
        </p:spPr>
        <p:txBody>
          <a:bodyPr wrap="square" rtlCol="0">
            <a:spAutoFit/>
          </a:bodyPr>
          <a:lstStyle/>
          <a:p>
            <a:pPr algn="ctr"/>
            <a:r>
              <a:rPr lang="ja-JP" altLang="en-US" sz="1000"/>
              <a:t>添付ファイル取得</a:t>
            </a:r>
            <a:endParaRPr kumimoji="1" lang="ja-JP" altLang="en-US" sz="600"/>
          </a:p>
        </p:txBody>
      </p:sp>
      <p:sp>
        <p:nvSpPr>
          <p:cNvPr id="28" name="ひし形 27">
            <a:extLst>
              <a:ext uri="{FF2B5EF4-FFF2-40B4-BE49-F238E27FC236}">
                <a16:creationId xmlns:a16="http://schemas.microsoft.com/office/drawing/2014/main" id="{41DD2BFD-F3BD-83E5-2AF2-964BEE57136F}"/>
              </a:ext>
            </a:extLst>
          </p:cNvPr>
          <p:cNvSpPr>
            <a:spLocks noGrp="1" noRot="1" noMove="1" noResize="1" noEditPoints="1" noAdjustHandles="1" noChangeArrowheads="1" noChangeShapeType="1"/>
          </p:cNvSpPr>
          <p:nvPr/>
        </p:nvSpPr>
        <p:spPr>
          <a:xfrm>
            <a:off x="9935789" y="1880431"/>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30" name="コネクタ: カギ線 29">
            <a:extLst>
              <a:ext uri="{FF2B5EF4-FFF2-40B4-BE49-F238E27FC236}">
                <a16:creationId xmlns:a16="http://schemas.microsoft.com/office/drawing/2014/main" id="{59F3C52D-9D09-82D1-15AC-4328E1776DE2}"/>
              </a:ext>
            </a:extLst>
          </p:cNvPr>
          <p:cNvCxnSpPr>
            <a:cxnSpLocks noGrp="1" noRot="1" noMove="1" noResize="1" noEditPoints="1" noAdjustHandles="1" noChangeArrowheads="1" noChangeShapeType="1"/>
            <a:stCxn id="8" idx="1"/>
            <a:endCxn id="28" idx="3"/>
          </p:cNvCxnSpPr>
          <p:nvPr/>
        </p:nvCxnSpPr>
        <p:spPr>
          <a:xfrm rot="10800000" flipV="1">
            <a:off x="10005531" y="1373073"/>
            <a:ext cx="669580" cy="541558"/>
          </a:xfrm>
          <a:prstGeom prst="bentConnector3">
            <a:avLst>
              <a:gd name="adj1" fmla="val 50000"/>
            </a:avLst>
          </a:prstGeom>
          <a:ln w="25400" cap="flat" cmpd="sng" algn="ctr">
            <a:solidFill>
              <a:schemeClr val="accent1">
                <a:lumMod val="60000"/>
                <a:lumOff val="40000"/>
              </a:schemeClr>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995E9AE6-98D2-5FB5-B5D9-408A7DAC0B4C}"/>
              </a:ext>
            </a:extLst>
          </p:cNvPr>
          <p:cNvSpPr txBox="1">
            <a:spLocks noGrp="1" noRot="1" noMove="1" noResize="1" noEditPoints="1" noAdjustHandles="1" noChangeArrowheads="1" noChangeShapeType="1"/>
          </p:cNvSpPr>
          <p:nvPr/>
        </p:nvSpPr>
        <p:spPr>
          <a:xfrm>
            <a:off x="9946510" y="2665275"/>
            <a:ext cx="1049098" cy="461665"/>
          </a:xfrm>
          <a:prstGeom prst="rect">
            <a:avLst/>
          </a:prstGeom>
          <a:noFill/>
        </p:spPr>
        <p:txBody>
          <a:bodyPr wrap="square" rtlCol="0">
            <a:spAutoFit/>
          </a:bodyPr>
          <a:lstStyle>
            <a:defPPr>
              <a:defRPr lang="ja-JP"/>
            </a:defPPr>
            <a:lvl1pPr algn="ctr">
              <a:defRPr sz="1000"/>
            </a:lvl1pPr>
          </a:lstStyle>
          <a:p>
            <a:r>
              <a:rPr lang="ja-JP" altLang="en-US" sz="800"/>
              <a:t>添付ファイルは</a:t>
            </a:r>
            <a:r>
              <a:rPr lang="en-US" altLang="ja-JP" sz="800"/>
              <a:t>SPO</a:t>
            </a:r>
            <a:r>
              <a:rPr lang="ja-JP" altLang="en-US" sz="800"/>
              <a:t>に保存する場合</a:t>
            </a:r>
            <a:r>
              <a:rPr lang="ja-JP" altLang="en-US" sz="800">
                <a:solidFill>
                  <a:srgbClr val="00B050"/>
                </a:solidFill>
              </a:rPr>
              <a:t>（お薦め</a:t>
            </a:r>
            <a:r>
              <a:rPr lang="en-US" altLang="ja-JP" sz="800">
                <a:solidFill>
                  <a:srgbClr val="00B050"/>
                </a:solidFill>
              </a:rPr>
              <a:t>)</a:t>
            </a:r>
            <a:endParaRPr lang="ja-JP" altLang="en-US" sz="800">
              <a:solidFill>
                <a:srgbClr val="00B050"/>
              </a:solidFill>
            </a:endParaRPr>
          </a:p>
        </p:txBody>
      </p:sp>
      <p:sp>
        <p:nvSpPr>
          <p:cNvPr id="34" name="テキスト ボックス 33">
            <a:extLst>
              <a:ext uri="{FF2B5EF4-FFF2-40B4-BE49-F238E27FC236}">
                <a16:creationId xmlns:a16="http://schemas.microsoft.com/office/drawing/2014/main" id="{845B540C-A3E0-2531-70CB-A26CC24CD460}"/>
              </a:ext>
            </a:extLst>
          </p:cNvPr>
          <p:cNvSpPr txBox="1">
            <a:spLocks noGrp="1" noRot="1" noMove="1" noResize="1" noEditPoints="1" noAdjustHandles="1" noChangeArrowheads="1" noChangeShapeType="1"/>
          </p:cNvSpPr>
          <p:nvPr/>
        </p:nvSpPr>
        <p:spPr>
          <a:xfrm>
            <a:off x="9492487" y="1026587"/>
            <a:ext cx="1310574" cy="461665"/>
          </a:xfrm>
          <a:prstGeom prst="rect">
            <a:avLst/>
          </a:prstGeom>
          <a:noFill/>
        </p:spPr>
        <p:txBody>
          <a:bodyPr wrap="square" rtlCol="0">
            <a:spAutoFit/>
          </a:bodyPr>
          <a:lstStyle>
            <a:defPPr>
              <a:defRPr lang="ja-JP"/>
            </a:defPPr>
            <a:lvl1pPr algn="ctr">
              <a:defRPr sz="1000"/>
            </a:lvl1pPr>
          </a:lstStyle>
          <a:p>
            <a:r>
              <a:rPr lang="ja-JP" altLang="en-US" sz="800">
                <a:solidFill>
                  <a:schemeClr val="accent1">
                    <a:lumMod val="60000"/>
                    <a:lumOff val="40000"/>
                  </a:schemeClr>
                </a:solidFill>
              </a:rPr>
              <a:t>添付ファイルは</a:t>
            </a:r>
            <a:r>
              <a:rPr lang="en-US" altLang="ja-JP" sz="800">
                <a:solidFill>
                  <a:schemeClr val="accent1">
                    <a:lumMod val="60000"/>
                    <a:lumOff val="40000"/>
                  </a:schemeClr>
                </a:solidFill>
              </a:rPr>
              <a:t>Dataverse</a:t>
            </a:r>
            <a:r>
              <a:rPr lang="ja-JP" altLang="en-US" sz="800">
                <a:solidFill>
                  <a:schemeClr val="accent1">
                    <a:lumMod val="60000"/>
                    <a:lumOff val="40000"/>
                  </a:schemeClr>
                </a:solidFill>
              </a:rPr>
              <a:t>に保存する場合</a:t>
            </a:r>
          </a:p>
        </p:txBody>
      </p:sp>
      <p:sp>
        <p:nvSpPr>
          <p:cNvPr id="35" name="テキスト ボックス 34">
            <a:extLst>
              <a:ext uri="{FF2B5EF4-FFF2-40B4-BE49-F238E27FC236}">
                <a16:creationId xmlns:a16="http://schemas.microsoft.com/office/drawing/2014/main" id="{D10B4D07-D167-7411-8B6E-5157B773A998}"/>
              </a:ext>
            </a:extLst>
          </p:cNvPr>
          <p:cNvSpPr txBox="1">
            <a:spLocks noGrp="1" noRot="1" noMove="1" noResize="1" noEditPoints="1" noAdjustHandles="1" noChangeArrowheads="1" noChangeShapeType="1"/>
          </p:cNvSpPr>
          <p:nvPr/>
        </p:nvSpPr>
        <p:spPr>
          <a:xfrm>
            <a:off x="9082846" y="2470646"/>
            <a:ext cx="1093047" cy="338554"/>
          </a:xfrm>
          <a:prstGeom prst="rect">
            <a:avLst/>
          </a:prstGeom>
          <a:noFill/>
        </p:spPr>
        <p:txBody>
          <a:bodyPr wrap="square" rtlCol="0">
            <a:spAutoFit/>
          </a:bodyPr>
          <a:lstStyle/>
          <a:p>
            <a:pPr algn="ctr"/>
            <a:r>
              <a:rPr lang="ja-JP" altLang="en-US" sz="800" b="1"/>
              <a:t>複数ファイルを取得し、</a:t>
            </a:r>
            <a:r>
              <a:rPr lang="en-US" altLang="ja-JP" sz="800" b="1"/>
              <a:t>Zip</a:t>
            </a:r>
            <a:r>
              <a:rPr lang="ja-JP" altLang="en-US" sz="800" b="1"/>
              <a:t>にする</a:t>
            </a:r>
            <a:endParaRPr kumimoji="1" lang="ja-JP" altLang="en-US" sz="400" b="1"/>
          </a:p>
        </p:txBody>
      </p:sp>
      <p:sp>
        <p:nvSpPr>
          <p:cNvPr id="36" name="四角形: 角を丸くする 35">
            <a:extLst>
              <a:ext uri="{FF2B5EF4-FFF2-40B4-BE49-F238E27FC236}">
                <a16:creationId xmlns:a16="http://schemas.microsoft.com/office/drawing/2014/main" id="{064EACDC-580A-B3FC-C550-8331A60A2706}"/>
              </a:ext>
            </a:extLst>
          </p:cNvPr>
          <p:cNvSpPr>
            <a:spLocks/>
          </p:cNvSpPr>
          <p:nvPr/>
        </p:nvSpPr>
        <p:spPr>
          <a:xfrm>
            <a:off x="7023551" y="746211"/>
            <a:ext cx="4919529" cy="2420005"/>
          </a:xfrm>
          <a:prstGeom prst="roundRect">
            <a:avLst>
              <a:gd name="adj" fmla="val 4625"/>
            </a:avLst>
          </a:prstGeom>
          <a:no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四角形: 角を丸くする 36">
            <a:extLst>
              <a:ext uri="{FF2B5EF4-FFF2-40B4-BE49-F238E27FC236}">
                <a16:creationId xmlns:a16="http://schemas.microsoft.com/office/drawing/2014/main" id="{05DD32D5-1BDE-3E56-04CB-FC94D09CFA96}"/>
              </a:ext>
            </a:extLst>
          </p:cNvPr>
          <p:cNvSpPr/>
          <p:nvPr/>
        </p:nvSpPr>
        <p:spPr>
          <a:xfrm>
            <a:off x="7032722" y="3415801"/>
            <a:ext cx="4919529" cy="2552854"/>
          </a:xfrm>
          <a:prstGeom prst="roundRect">
            <a:avLst>
              <a:gd name="adj" fmla="val 4625"/>
            </a:avLst>
          </a:prstGeom>
          <a:no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8"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12B18B98-9B8D-B364-472C-F865455F39E8}"/>
              </a:ext>
            </a:extLst>
          </p:cNvPr>
          <p:cNvPicPr>
            <a:picLocks/>
          </p:cNvPicPr>
          <p:nvPr/>
        </p:nvPicPr>
        <p:blipFill>
          <a:blip r:embed="rId4"/>
          <a:stretch>
            <a:fillRect/>
          </a:stretch>
        </p:blipFill>
        <p:spPr>
          <a:xfrm>
            <a:off x="7143976" y="3731248"/>
            <a:ext cx="1466624" cy="859119"/>
          </a:xfrm>
          <a:prstGeom prst="rect">
            <a:avLst/>
          </a:prstGeom>
        </p:spPr>
      </p:pic>
      <p:pic>
        <p:nvPicPr>
          <p:cNvPr id="1026" name="Picture 2" descr="WebView2APISample アプリの実行">
            <a:extLst>
              <a:ext uri="{FF2B5EF4-FFF2-40B4-BE49-F238E27FC236}">
                <a16:creationId xmlns:a16="http://schemas.microsoft.com/office/drawing/2014/main" id="{8FC98BF9-FF05-59B0-D2A2-393B39026EB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72156" y="4311581"/>
            <a:ext cx="686572" cy="397846"/>
          </a:xfrm>
          <a:prstGeom prst="rect">
            <a:avLst/>
          </a:prstGeom>
          <a:noFill/>
          <a:extLst>
            <a:ext uri="{909E8E84-426E-40DD-AFC4-6F175D3DCCD1}">
              <a14:hiddenFill xmlns:a14="http://schemas.microsoft.com/office/drawing/2010/main">
                <a:solidFill>
                  <a:srgbClr val="FFFFFF"/>
                </a:solidFill>
              </a14:hiddenFill>
            </a:ext>
          </a:extLst>
        </p:spPr>
      </p:pic>
      <p:pic>
        <p:nvPicPr>
          <p:cNvPr id="41" name="図 40" descr="部屋, 賭博場 が含まれている画像&#10;&#10;AI によって生成されたコンテンツは間違っている可能性があります。">
            <a:extLst>
              <a:ext uri="{FF2B5EF4-FFF2-40B4-BE49-F238E27FC236}">
                <a16:creationId xmlns:a16="http://schemas.microsoft.com/office/drawing/2014/main" id="{048605FE-927E-1B21-4A66-86468D4C6523}"/>
              </a:ext>
            </a:extLst>
          </p:cNvPr>
          <p:cNvPicPr/>
          <p:nvPr/>
        </p:nvPicPr>
        <p:blipFill>
          <a:blip r:embed="rId6"/>
          <a:stretch>
            <a:fillRect/>
          </a:stretch>
        </p:blipFill>
        <p:spPr>
          <a:xfrm>
            <a:off x="10691256" y="4058777"/>
            <a:ext cx="1158274" cy="683630"/>
          </a:xfrm>
          <a:prstGeom prst="rect">
            <a:avLst/>
          </a:prstGeom>
        </p:spPr>
      </p:pic>
      <p:pic>
        <p:nvPicPr>
          <p:cNvPr id="42" name="図 41" descr="ロゴ, アイコン&#10;&#10;AI によって生成されたコンテンツは間違っている可能性があります。">
            <a:extLst>
              <a:ext uri="{FF2B5EF4-FFF2-40B4-BE49-F238E27FC236}">
                <a16:creationId xmlns:a16="http://schemas.microsoft.com/office/drawing/2014/main" id="{1EB3B8AD-7F47-AB7D-99F8-006B2B105732}"/>
              </a:ext>
            </a:extLst>
          </p:cNvPr>
          <p:cNvPicPr/>
          <p:nvPr/>
        </p:nvPicPr>
        <p:blipFill>
          <a:blip r:embed="rId7"/>
          <a:stretch>
            <a:fillRect/>
          </a:stretch>
        </p:blipFill>
        <p:spPr>
          <a:xfrm>
            <a:off x="10932449" y="5087943"/>
            <a:ext cx="643597" cy="629116"/>
          </a:xfrm>
          <a:prstGeom prst="rect">
            <a:avLst/>
          </a:prstGeom>
        </p:spPr>
      </p:pic>
      <p:sp>
        <p:nvSpPr>
          <p:cNvPr id="45" name="ひし形 44">
            <a:extLst>
              <a:ext uri="{FF2B5EF4-FFF2-40B4-BE49-F238E27FC236}">
                <a16:creationId xmlns:a16="http://schemas.microsoft.com/office/drawing/2014/main" id="{BB6CD4F8-4DE0-76F3-1D0D-7913041730DE}"/>
              </a:ext>
            </a:extLst>
          </p:cNvPr>
          <p:cNvSpPr/>
          <p:nvPr/>
        </p:nvSpPr>
        <p:spPr>
          <a:xfrm>
            <a:off x="8610600" y="389289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46" name="コネクタ: カギ線 45">
            <a:extLst>
              <a:ext uri="{FF2B5EF4-FFF2-40B4-BE49-F238E27FC236}">
                <a16:creationId xmlns:a16="http://schemas.microsoft.com/office/drawing/2014/main" id="{926F2486-4592-03E8-E8B8-9A566DB7A44D}"/>
              </a:ext>
            </a:extLst>
          </p:cNvPr>
          <p:cNvCxnSpPr>
            <a:cxnSpLocks/>
            <a:endCxn id="1025" idx="3"/>
          </p:cNvCxnSpPr>
          <p:nvPr/>
        </p:nvCxnSpPr>
        <p:spPr>
          <a:xfrm rot="10800000">
            <a:off x="8673207" y="4373437"/>
            <a:ext cx="2259244" cy="1029066"/>
          </a:xfrm>
          <a:prstGeom prst="bentConnector3">
            <a:avLst>
              <a:gd name="adj1" fmla="val 24816"/>
            </a:avLst>
          </a:prstGeom>
          <a:ln w="25400" cap="flat" cmpd="sng" algn="ctr">
            <a:solidFill>
              <a:srgbClr val="7030A0"/>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968659B2-76D2-B937-EA9D-AC60A1FA2E87}"/>
              </a:ext>
            </a:extLst>
          </p:cNvPr>
          <p:cNvSpPr txBox="1"/>
          <p:nvPr/>
        </p:nvSpPr>
        <p:spPr>
          <a:xfrm>
            <a:off x="9097507" y="4077426"/>
            <a:ext cx="1049097" cy="215444"/>
          </a:xfrm>
          <a:prstGeom prst="rect">
            <a:avLst/>
          </a:prstGeom>
          <a:noFill/>
        </p:spPr>
        <p:txBody>
          <a:bodyPr wrap="square" rtlCol="0">
            <a:spAutoFit/>
          </a:bodyPr>
          <a:lstStyle/>
          <a:p>
            <a:pPr algn="ctr"/>
            <a:r>
              <a:rPr lang="ja-JP" altLang="en-US" sz="800" b="1"/>
              <a:t>添付ファイル取得</a:t>
            </a:r>
            <a:endParaRPr kumimoji="1" lang="ja-JP" altLang="en-US" sz="400" b="1"/>
          </a:p>
        </p:txBody>
      </p:sp>
      <p:sp>
        <p:nvSpPr>
          <p:cNvPr id="50" name="ひし形 49">
            <a:extLst>
              <a:ext uri="{FF2B5EF4-FFF2-40B4-BE49-F238E27FC236}">
                <a16:creationId xmlns:a16="http://schemas.microsoft.com/office/drawing/2014/main" id="{738F567A-A244-5CD1-00C0-9C843232004E}"/>
              </a:ext>
            </a:extLst>
          </p:cNvPr>
          <p:cNvSpPr/>
          <p:nvPr/>
        </p:nvSpPr>
        <p:spPr>
          <a:xfrm>
            <a:off x="8610600" y="389289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51" name="コネクタ: カギ線 50">
            <a:extLst>
              <a:ext uri="{FF2B5EF4-FFF2-40B4-BE49-F238E27FC236}">
                <a16:creationId xmlns:a16="http://schemas.microsoft.com/office/drawing/2014/main" id="{DBE3B989-17C9-F5C6-C8FD-957D3712AC06}"/>
              </a:ext>
            </a:extLst>
          </p:cNvPr>
          <p:cNvCxnSpPr>
            <a:cxnSpLocks/>
            <a:stCxn id="41" idx="0"/>
            <a:endCxn id="50" idx="3"/>
          </p:cNvCxnSpPr>
          <p:nvPr/>
        </p:nvCxnSpPr>
        <p:spPr>
          <a:xfrm rot="16200000" flipV="1">
            <a:off x="9909527" y="2697910"/>
            <a:ext cx="131683" cy="2590051"/>
          </a:xfrm>
          <a:prstGeom prst="bentConnector2">
            <a:avLst/>
          </a:prstGeom>
          <a:ln w="25400" cap="flat" cmpd="sng" algn="ctr">
            <a:solidFill>
              <a:schemeClr val="accent1">
                <a:lumMod val="60000"/>
                <a:lumOff val="40000"/>
              </a:schemeClr>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36732A5-B289-5102-6DF9-938D0823F096}"/>
              </a:ext>
            </a:extLst>
          </p:cNvPr>
          <p:cNvSpPr txBox="1"/>
          <p:nvPr/>
        </p:nvSpPr>
        <p:spPr>
          <a:xfrm>
            <a:off x="9946510" y="5383355"/>
            <a:ext cx="1049098" cy="461665"/>
          </a:xfrm>
          <a:prstGeom prst="rect">
            <a:avLst/>
          </a:prstGeom>
          <a:noFill/>
        </p:spPr>
        <p:txBody>
          <a:bodyPr wrap="square" rtlCol="0">
            <a:spAutoFit/>
          </a:bodyPr>
          <a:lstStyle>
            <a:defPPr>
              <a:defRPr lang="ja-JP"/>
            </a:defPPr>
            <a:lvl1pPr algn="ctr">
              <a:defRPr sz="1000"/>
            </a:lvl1pPr>
          </a:lstStyle>
          <a:p>
            <a:r>
              <a:rPr lang="ja-JP" altLang="en-US" sz="800"/>
              <a:t>添付ファイルは</a:t>
            </a:r>
            <a:r>
              <a:rPr lang="en-US" altLang="ja-JP" sz="800"/>
              <a:t>SPO</a:t>
            </a:r>
            <a:r>
              <a:rPr lang="ja-JP" altLang="en-US" sz="800"/>
              <a:t>に保存する場合</a:t>
            </a:r>
            <a:r>
              <a:rPr lang="ja-JP" altLang="en-US" sz="800">
                <a:solidFill>
                  <a:srgbClr val="00B050"/>
                </a:solidFill>
              </a:rPr>
              <a:t>（お薦め</a:t>
            </a:r>
            <a:r>
              <a:rPr lang="en-US" altLang="ja-JP" sz="800">
                <a:solidFill>
                  <a:srgbClr val="00B050"/>
                </a:solidFill>
              </a:rPr>
              <a:t>)</a:t>
            </a:r>
            <a:endParaRPr lang="ja-JP" altLang="en-US" sz="800">
              <a:solidFill>
                <a:srgbClr val="00B050"/>
              </a:solidFill>
            </a:endParaRPr>
          </a:p>
        </p:txBody>
      </p:sp>
      <p:sp>
        <p:nvSpPr>
          <p:cNvPr id="53" name="テキスト ボックス 52">
            <a:extLst>
              <a:ext uri="{FF2B5EF4-FFF2-40B4-BE49-F238E27FC236}">
                <a16:creationId xmlns:a16="http://schemas.microsoft.com/office/drawing/2014/main" id="{9EBA4CA8-E3AD-1ABA-BF5B-AF8687D19644}"/>
              </a:ext>
            </a:extLst>
          </p:cNvPr>
          <p:cNvSpPr txBox="1"/>
          <p:nvPr/>
        </p:nvSpPr>
        <p:spPr>
          <a:xfrm>
            <a:off x="9741408" y="3623980"/>
            <a:ext cx="1396882" cy="338554"/>
          </a:xfrm>
          <a:prstGeom prst="rect">
            <a:avLst/>
          </a:prstGeom>
          <a:noFill/>
        </p:spPr>
        <p:txBody>
          <a:bodyPr wrap="square" rtlCol="0">
            <a:spAutoFit/>
          </a:bodyPr>
          <a:lstStyle>
            <a:defPPr>
              <a:defRPr lang="ja-JP"/>
            </a:defPPr>
            <a:lvl1pPr algn="ctr">
              <a:defRPr sz="1000"/>
            </a:lvl1pPr>
          </a:lstStyle>
          <a:p>
            <a:r>
              <a:rPr lang="ja-JP" altLang="en-US" sz="800">
                <a:solidFill>
                  <a:schemeClr val="accent1">
                    <a:lumMod val="60000"/>
                    <a:lumOff val="40000"/>
                  </a:schemeClr>
                </a:solidFill>
              </a:rPr>
              <a:t>添付ファイルは</a:t>
            </a:r>
            <a:endParaRPr lang="en-US" altLang="ja-JP" sz="800">
              <a:solidFill>
                <a:schemeClr val="accent1">
                  <a:lumMod val="60000"/>
                  <a:lumOff val="40000"/>
                </a:schemeClr>
              </a:solidFill>
            </a:endParaRPr>
          </a:p>
          <a:p>
            <a:r>
              <a:rPr lang="en-US" altLang="ja-JP" sz="800">
                <a:solidFill>
                  <a:schemeClr val="accent1">
                    <a:lumMod val="60000"/>
                    <a:lumOff val="40000"/>
                  </a:schemeClr>
                </a:solidFill>
              </a:rPr>
              <a:t>Dataverse</a:t>
            </a:r>
            <a:r>
              <a:rPr lang="ja-JP" altLang="en-US" sz="800">
                <a:solidFill>
                  <a:schemeClr val="accent1">
                    <a:lumMod val="60000"/>
                    <a:lumOff val="40000"/>
                  </a:schemeClr>
                </a:solidFill>
              </a:rPr>
              <a:t>に保存する場合</a:t>
            </a:r>
          </a:p>
        </p:txBody>
      </p:sp>
      <p:sp>
        <p:nvSpPr>
          <p:cNvPr id="59" name="テキスト ボックス 58">
            <a:extLst>
              <a:ext uri="{FF2B5EF4-FFF2-40B4-BE49-F238E27FC236}">
                <a16:creationId xmlns:a16="http://schemas.microsoft.com/office/drawing/2014/main" id="{032B2152-9C4D-D480-7542-56B9A573E73C}"/>
              </a:ext>
            </a:extLst>
          </p:cNvPr>
          <p:cNvSpPr txBox="1"/>
          <p:nvPr/>
        </p:nvSpPr>
        <p:spPr>
          <a:xfrm>
            <a:off x="7111744" y="4944435"/>
            <a:ext cx="2691085" cy="954107"/>
          </a:xfrm>
          <a:prstGeom prst="rect">
            <a:avLst/>
          </a:prstGeom>
          <a:noFill/>
        </p:spPr>
        <p:txBody>
          <a:bodyPr wrap="square" rtlCol="0">
            <a:spAutoFit/>
          </a:bodyPr>
          <a:lstStyle/>
          <a:p>
            <a:pPr marL="228600" indent="-228600">
              <a:buFont typeface="+mj-lt"/>
              <a:buAutoNum type="arabicPeriod"/>
            </a:pPr>
            <a:r>
              <a:rPr kumimoji="1" lang="en-US" altLang="ja-JP" sz="700"/>
              <a:t>Power</a:t>
            </a:r>
            <a:r>
              <a:rPr lang="ja-JP" altLang="en-US" sz="700"/>
              <a:t> </a:t>
            </a:r>
            <a:r>
              <a:rPr lang="en-US" altLang="ja-JP" sz="700"/>
              <a:t>Apps</a:t>
            </a:r>
            <a:r>
              <a:rPr lang="ja-JP" altLang="en-US" sz="700"/>
              <a:t>　は直接</a:t>
            </a:r>
            <a:r>
              <a:rPr lang="en-US" altLang="ja-JP" sz="700"/>
              <a:t>Dataverse</a:t>
            </a:r>
            <a:r>
              <a:rPr lang="ja-JP" altLang="en-US" sz="700"/>
              <a:t>あるいは</a:t>
            </a:r>
            <a:r>
              <a:rPr lang="en-US" altLang="ja-JP" sz="700"/>
              <a:t>SPO</a:t>
            </a:r>
            <a:r>
              <a:rPr lang="ja-JP" altLang="en-US" sz="700"/>
              <a:t>からファイル内容を取得し、画面に保存</a:t>
            </a:r>
            <a:endParaRPr lang="en-US" altLang="ja-JP" sz="700"/>
          </a:p>
          <a:p>
            <a:pPr marL="228600" indent="-228600">
              <a:buFont typeface="+mj-lt"/>
              <a:buAutoNum type="arabicPeriod"/>
            </a:pPr>
            <a:r>
              <a:rPr kumimoji="1" lang="ja-JP" altLang="en-US" sz="700"/>
              <a:t>埋め込みの</a:t>
            </a:r>
            <a:r>
              <a:rPr kumimoji="1" lang="en-US" altLang="ja-JP" sz="700" err="1"/>
              <a:t>WebControl</a:t>
            </a:r>
            <a:r>
              <a:rPr kumimoji="1" lang="ja-JP" altLang="en-US" sz="700"/>
              <a:t>に</a:t>
            </a:r>
            <a:r>
              <a:rPr kumimoji="1" lang="en-US" altLang="ja-JP" sz="700"/>
              <a:t>JavaScript</a:t>
            </a:r>
            <a:r>
              <a:rPr kumimoji="1" lang="ja-JP" altLang="en-US" sz="700"/>
              <a:t>を</a:t>
            </a:r>
            <a:r>
              <a:rPr kumimoji="1" lang="en-US" altLang="ja-JP" sz="700"/>
              <a:t>Trigger</a:t>
            </a:r>
            <a:r>
              <a:rPr kumimoji="1" lang="ja-JP" altLang="en-US" sz="700"/>
              <a:t>、</a:t>
            </a:r>
            <a:r>
              <a:rPr kumimoji="1" lang="en-US" altLang="ja-JP" sz="700"/>
              <a:t>JavaScript</a:t>
            </a:r>
            <a:r>
              <a:rPr kumimoji="1" lang="ja-JP" altLang="en-US" sz="700"/>
              <a:t>を利用し、</a:t>
            </a:r>
            <a:r>
              <a:rPr kumimoji="1" lang="en-US" altLang="ja-JP" sz="700"/>
              <a:t>DOM Interface</a:t>
            </a:r>
            <a:r>
              <a:rPr lang="ja-JP" altLang="en-US" sz="700"/>
              <a:t>と</a:t>
            </a:r>
            <a:r>
              <a:rPr lang="en-US" altLang="ja-JP" sz="700" err="1"/>
              <a:t>FileObject</a:t>
            </a:r>
            <a:r>
              <a:rPr lang="ja-JP" altLang="en-US" sz="700"/>
              <a:t>を利用し、</a:t>
            </a:r>
            <a:r>
              <a:rPr lang="en-US" altLang="ja-JP" sz="700"/>
              <a:t>JavaScript</a:t>
            </a:r>
            <a:r>
              <a:rPr lang="ja-JP" altLang="en-US" sz="700"/>
              <a:t>により指定場所（一定のルールあるいは事前設定）にファイル毎に</a:t>
            </a:r>
            <a:r>
              <a:rPr lang="en-US" altLang="ja-JP" sz="700"/>
              <a:t>Download</a:t>
            </a:r>
            <a:r>
              <a:rPr lang="ja-JP" altLang="en-US" sz="700"/>
              <a:t>する</a:t>
            </a:r>
            <a:endParaRPr lang="en-US" altLang="ja-JP" sz="700"/>
          </a:p>
          <a:p>
            <a:r>
              <a:rPr kumimoji="1" lang="en-US" altLang="ja-JP" sz="700"/>
              <a:t>※</a:t>
            </a:r>
            <a:r>
              <a:rPr kumimoji="1" lang="ja-JP" altLang="en-US" sz="700"/>
              <a:t>　ファイル</a:t>
            </a:r>
            <a:r>
              <a:rPr kumimoji="1" lang="en-US" altLang="ja-JP" sz="700"/>
              <a:t>Upload</a:t>
            </a:r>
            <a:r>
              <a:rPr kumimoji="1" lang="ja-JP" altLang="en-US" sz="700"/>
              <a:t>自体は、</a:t>
            </a:r>
            <a:r>
              <a:rPr kumimoji="1" lang="en-US" altLang="ja-JP" sz="700"/>
              <a:t>PowerApps</a:t>
            </a:r>
            <a:r>
              <a:rPr kumimoji="1" lang="ja-JP" altLang="en-US" sz="700"/>
              <a:t>の内容</a:t>
            </a:r>
            <a:r>
              <a:rPr kumimoji="1" lang="en-US" altLang="ja-JP" sz="700" err="1"/>
              <a:t>FileUpload</a:t>
            </a:r>
            <a:r>
              <a:rPr lang="ja-JP" altLang="en-US" sz="700"/>
              <a:t> </a:t>
            </a:r>
            <a:r>
              <a:rPr lang="en-US" altLang="ja-JP" sz="700"/>
              <a:t>Control</a:t>
            </a:r>
            <a:r>
              <a:rPr lang="ja-JP" altLang="en-US" sz="700"/>
              <a:t>を利用し、そのまま対応可能</a:t>
            </a:r>
            <a:endParaRPr kumimoji="1" lang="ja-JP" altLang="en-US" sz="700"/>
          </a:p>
        </p:txBody>
      </p:sp>
      <p:sp>
        <p:nvSpPr>
          <p:cNvPr id="1025" name="ひし形 1024">
            <a:extLst>
              <a:ext uri="{FF2B5EF4-FFF2-40B4-BE49-F238E27FC236}">
                <a16:creationId xmlns:a16="http://schemas.microsoft.com/office/drawing/2014/main" id="{CDAA0F70-EC37-160E-B15D-AAD755E76C47}"/>
              </a:ext>
            </a:extLst>
          </p:cNvPr>
          <p:cNvSpPr/>
          <p:nvPr/>
        </p:nvSpPr>
        <p:spPr>
          <a:xfrm>
            <a:off x="8603465" y="4339237"/>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1032" name="テキスト ボックス 1031">
            <a:extLst>
              <a:ext uri="{FF2B5EF4-FFF2-40B4-BE49-F238E27FC236}">
                <a16:creationId xmlns:a16="http://schemas.microsoft.com/office/drawing/2014/main" id="{0B2DFE34-DCEF-76B2-4F00-957193ABAF9C}"/>
              </a:ext>
            </a:extLst>
          </p:cNvPr>
          <p:cNvSpPr txBox="1"/>
          <p:nvPr/>
        </p:nvSpPr>
        <p:spPr>
          <a:xfrm>
            <a:off x="7106590" y="781772"/>
            <a:ext cx="1595228" cy="307777"/>
          </a:xfrm>
          <a:prstGeom prst="rect">
            <a:avLst/>
          </a:prstGeom>
          <a:noFill/>
        </p:spPr>
        <p:txBody>
          <a:bodyPr wrap="square">
            <a:spAutoFit/>
          </a:bodyPr>
          <a:lstStyle/>
          <a:p>
            <a:r>
              <a:rPr kumimoji="0" lang="ja-JP" altLang="en-US" sz="1400">
                <a:latin typeface="Arial" panose="020B0604020202020204" pitchFamily="34" charset="0"/>
              </a:rPr>
              <a:t>既定案</a:t>
            </a:r>
            <a:endParaRPr lang="ja-JP" altLang="en-US" sz="1400"/>
          </a:p>
        </p:txBody>
      </p:sp>
      <p:sp>
        <p:nvSpPr>
          <p:cNvPr id="1033" name="テキスト ボックス 1032">
            <a:extLst>
              <a:ext uri="{FF2B5EF4-FFF2-40B4-BE49-F238E27FC236}">
                <a16:creationId xmlns:a16="http://schemas.microsoft.com/office/drawing/2014/main" id="{5D3FBF62-4325-F4DA-9533-87EFAC3F56A4}"/>
              </a:ext>
            </a:extLst>
          </p:cNvPr>
          <p:cNvSpPr txBox="1"/>
          <p:nvPr/>
        </p:nvSpPr>
        <p:spPr>
          <a:xfrm>
            <a:off x="7055415" y="3453109"/>
            <a:ext cx="1979778" cy="307777"/>
          </a:xfrm>
          <a:prstGeom prst="rect">
            <a:avLst/>
          </a:prstGeom>
          <a:noFill/>
        </p:spPr>
        <p:txBody>
          <a:bodyPr wrap="square">
            <a:spAutoFit/>
          </a:bodyPr>
          <a:lstStyle/>
          <a:p>
            <a:r>
              <a:rPr kumimoji="0" lang="ja-JP" altLang="en-US" sz="1400">
                <a:solidFill>
                  <a:srgbClr val="C00000"/>
                </a:solidFill>
                <a:latin typeface="Arial" panose="020B0604020202020204" pitchFamily="34" charset="0"/>
              </a:rPr>
              <a:t>向上案（</a:t>
            </a:r>
            <a:r>
              <a:rPr kumimoji="0" lang="en-US" altLang="ja-JP" sz="1400">
                <a:solidFill>
                  <a:srgbClr val="C00000"/>
                </a:solidFill>
                <a:latin typeface="Arial" panose="020B0604020202020204" pitchFamily="34" charset="0"/>
              </a:rPr>
              <a:t>POC</a:t>
            </a:r>
            <a:r>
              <a:rPr kumimoji="0" lang="ja-JP" altLang="en-US" sz="1400">
                <a:solidFill>
                  <a:srgbClr val="C00000"/>
                </a:solidFill>
                <a:latin typeface="Arial" panose="020B0604020202020204" pitchFamily="34" charset="0"/>
              </a:rPr>
              <a:t>）</a:t>
            </a:r>
            <a:endParaRPr lang="ja-JP" altLang="en-US" sz="1400">
              <a:solidFill>
                <a:srgbClr val="C00000"/>
              </a:solidFill>
            </a:endParaRPr>
          </a:p>
        </p:txBody>
      </p:sp>
      <p:sp>
        <p:nvSpPr>
          <p:cNvPr id="6" name="テキスト ボックス 5">
            <a:extLst>
              <a:ext uri="{FF2B5EF4-FFF2-40B4-BE49-F238E27FC236}">
                <a16:creationId xmlns:a16="http://schemas.microsoft.com/office/drawing/2014/main" id="{4D9960EC-52FD-4C79-C1E1-E05A2921A5F7}"/>
              </a:ext>
            </a:extLst>
          </p:cNvPr>
          <p:cNvSpPr txBox="1"/>
          <p:nvPr/>
        </p:nvSpPr>
        <p:spPr>
          <a:xfrm>
            <a:off x="215392" y="5563616"/>
            <a:ext cx="4746930" cy="369332"/>
          </a:xfrm>
          <a:prstGeom prst="rect">
            <a:avLst/>
          </a:prstGeom>
          <a:noFill/>
        </p:spPr>
        <p:txBody>
          <a:bodyPr wrap="square" rtlCol="0">
            <a:spAutoFit/>
          </a:bodyPr>
          <a:lstStyle/>
          <a:p>
            <a:r>
              <a:rPr kumimoji="1" lang="ja-JP" altLang="en-US" dirty="0"/>
              <a:t>より細かい資料を作ります。</a:t>
            </a:r>
          </a:p>
        </p:txBody>
      </p:sp>
    </p:spTree>
    <p:extLst>
      <p:ext uri="{BB962C8B-B14F-4D97-AF65-F5344CB8AC3E}">
        <p14:creationId xmlns:p14="http://schemas.microsoft.com/office/powerpoint/2010/main" val="16461887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42D9B-0CA4-8CB2-90CD-FD2A4588C4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087C88-7EE0-01C6-9B1D-D52CF1453786}"/>
              </a:ext>
            </a:extLst>
          </p:cNvPr>
          <p:cNvSpPr>
            <a:spLocks noGrp="1"/>
          </p:cNvSpPr>
          <p:nvPr>
            <p:ph type="title"/>
          </p:nvPr>
        </p:nvSpPr>
        <p:spPr>
          <a:xfrm>
            <a:off x="414336" y="255263"/>
            <a:ext cx="9327072" cy="683629"/>
          </a:xfrm>
        </p:spPr>
        <p:txBody>
          <a:bodyPr>
            <a:normAutofit/>
          </a:bodyPr>
          <a:lstStyle/>
          <a:p>
            <a:r>
              <a:rPr lang="ja-JP" altLang="en-US"/>
              <a:t>実現方法－検索機能１</a:t>
            </a:r>
          </a:p>
        </p:txBody>
      </p:sp>
      <p:sp>
        <p:nvSpPr>
          <p:cNvPr id="15" name="テキスト ボックス 14">
            <a:extLst>
              <a:ext uri="{FF2B5EF4-FFF2-40B4-BE49-F238E27FC236}">
                <a16:creationId xmlns:a16="http://schemas.microsoft.com/office/drawing/2014/main" id="{42921077-D640-A089-3BDB-FFB65AE4E6CB}"/>
              </a:ext>
            </a:extLst>
          </p:cNvPr>
          <p:cNvSpPr txBox="1"/>
          <p:nvPr/>
        </p:nvSpPr>
        <p:spPr>
          <a:xfrm>
            <a:off x="414336" y="875851"/>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zh-CN" altLang="zh-CN" dirty="0">
                <a:latin typeface="Arial" panose="020B0604020202020204" pitchFamily="34" charset="0"/>
              </a:rPr>
              <a:t>添付ファイル向け検索: SharePointの検索機能またはDataverseのフィルタリングを使用。 </a:t>
            </a:r>
          </a:p>
          <a:p>
            <a:pPr lvl="0" eaLnBrk="0" fontAlgn="base" hangingPunct="0">
              <a:spcBef>
                <a:spcPct val="0"/>
              </a:spcBef>
              <a:spcAft>
                <a:spcPct val="0"/>
              </a:spcAft>
            </a:pPr>
            <a:r>
              <a:rPr kumimoji="0" lang="zh-CN" altLang="zh-CN" dirty="0">
                <a:latin typeface="Arial" panose="020B0604020202020204" pitchFamily="34" charset="0"/>
              </a:rPr>
              <a:t>実装: </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PowerAppsのSearchボックスでキーワード入力</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SQL Server側: 全文検索（Full-Text Search）インデックスを作成（PDF/Officeの内容抽出のため、iFilterインストール）</a:t>
            </a:r>
          </a:p>
          <a:p>
            <a:pPr marL="742950" lvl="1" indent="-285750" eaLnBrk="0" fontAlgn="base" hangingPunct="0">
              <a:spcBef>
                <a:spcPct val="0"/>
              </a:spcBef>
              <a:spcAft>
                <a:spcPct val="0"/>
              </a:spcAft>
              <a:buFont typeface="Arial" panose="020B0604020202020204" pitchFamily="34" charset="0"/>
              <a:buChar char="•"/>
            </a:pPr>
            <a:r>
              <a:rPr kumimoji="0" lang="zh-CN" altLang="zh-CN" sz="1400" b="1" dirty="0">
                <a:solidFill>
                  <a:srgbClr val="00B050"/>
                </a:solidFill>
                <a:latin typeface="Arial" panose="020B0604020202020204" pitchFamily="34" charset="0"/>
              </a:rPr>
              <a:t>SharePointの場合: Microsoft Graph Search APIをPower Automateで呼び出し、</a:t>
            </a:r>
            <a:r>
              <a:rPr kumimoji="0" lang="ja-JP" altLang="en-US" sz="1400" b="1" dirty="0">
                <a:solidFill>
                  <a:srgbClr val="00B050"/>
                </a:solidFill>
                <a:latin typeface="Arial" panose="020B0604020202020204" pitchFamily="34" charset="0"/>
              </a:rPr>
              <a:t>保存</a:t>
            </a:r>
            <a:r>
              <a:rPr kumimoji="0" lang="en-US" altLang="ja-JP" sz="1400" b="1" dirty="0">
                <a:solidFill>
                  <a:srgbClr val="00B050"/>
                </a:solidFill>
                <a:latin typeface="Arial" panose="020B0604020202020204" pitchFamily="34" charset="0"/>
              </a:rPr>
              <a:t>Document Library</a:t>
            </a:r>
            <a:r>
              <a:rPr kumimoji="0" lang="ja-JP" altLang="en-US" sz="1400" b="1" dirty="0">
                <a:solidFill>
                  <a:srgbClr val="00B050"/>
                </a:solidFill>
                <a:latin typeface="Arial" panose="020B0604020202020204" pitchFamily="34" charset="0"/>
              </a:rPr>
              <a:t>であるかどうかでさらにフィルタ後、</a:t>
            </a:r>
            <a:r>
              <a:rPr kumimoji="0" lang="zh-CN" altLang="zh-CN" sz="1400" b="1" dirty="0">
                <a:solidFill>
                  <a:srgbClr val="00B050"/>
                </a:solidFill>
                <a:latin typeface="Arial" panose="020B0604020202020204" pitchFamily="34" charset="0"/>
              </a:rPr>
              <a:t>結果をPowerAppsに返</a:t>
            </a:r>
            <a:r>
              <a:rPr kumimoji="0" lang="ja-JP" altLang="en-US" sz="1400" b="1" dirty="0">
                <a:solidFill>
                  <a:srgbClr val="00B050"/>
                </a:solidFill>
                <a:latin typeface="Arial" panose="020B0604020202020204" pitchFamily="34" charset="0"/>
              </a:rPr>
              <a:t>す</a:t>
            </a:r>
            <a:r>
              <a:rPr kumimoji="0" lang="ja-JP" altLang="en-US" sz="1400" dirty="0">
                <a:solidFill>
                  <a:srgbClr val="00B050"/>
                </a:solidFill>
                <a:latin typeface="Arial" panose="020B0604020202020204" pitchFamily="34" charset="0"/>
              </a:rPr>
              <a:t>（お薦め）</a:t>
            </a:r>
            <a:endParaRPr kumimoji="0" lang="zh-CN" altLang="zh-CN" sz="1400" dirty="0">
              <a:solidFill>
                <a:srgbClr val="00B050"/>
              </a:solidFill>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高度検索: ファイルタイプ、日付、キーワードの組み合わせ。PowerAppsのFilter関数で実装。 </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パフォーマンス: インデックス化により高速化。キャッシュ使用（PowerAppsのCollection）。 </a:t>
            </a:r>
          </a:p>
          <a:p>
            <a:pPr algn="l"/>
            <a:endParaRPr lang="en-US" altLang="ja-JP" dirty="0">
              <a:latin typeface="Yu Gothic UI" panose="020B0500000000000000" pitchFamily="50" charset="-128"/>
              <a:ea typeface="Yu Gothic UI" panose="020B0500000000000000" pitchFamily="50" charset="-128"/>
            </a:endParaRPr>
          </a:p>
        </p:txBody>
      </p:sp>
      <p:sp>
        <p:nvSpPr>
          <p:cNvPr id="5" name="Rectangle 1">
            <a:extLst>
              <a:ext uri="{FF2B5EF4-FFF2-40B4-BE49-F238E27FC236}">
                <a16:creationId xmlns:a16="http://schemas.microsoft.com/office/drawing/2014/main" id="{86DE711B-EE39-9007-0F58-494232167876}"/>
              </a:ext>
            </a:extLst>
          </p:cNvPr>
          <p:cNvSpPr>
            <a:spLocks noChangeArrowheads="1"/>
          </p:cNvSpPr>
          <p:nvPr/>
        </p:nvSpPr>
        <p:spPr bwMode="auto">
          <a:xfrm>
            <a:off x="3233738" y="20161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ja-JP" altLang="en-US"/>
          </a:p>
        </p:txBody>
      </p:sp>
      <p:graphicFrame>
        <p:nvGraphicFramePr>
          <p:cNvPr id="6" name="表 5">
            <a:extLst>
              <a:ext uri="{FF2B5EF4-FFF2-40B4-BE49-F238E27FC236}">
                <a16:creationId xmlns:a16="http://schemas.microsoft.com/office/drawing/2014/main" id="{B1A4103A-7C26-0021-C874-63A7A10337B4}"/>
              </a:ext>
            </a:extLst>
          </p:cNvPr>
          <p:cNvGraphicFramePr>
            <a:graphicFrameLocks noGrp="1"/>
          </p:cNvGraphicFramePr>
          <p:nvPr/>
        </p:nvGraphicFramePr>
        <p:xfrm>
          <a:off x="738481" y="3030466"/>
          <a:ext cx="10948606" cy="3527681"/>
        </p:xfrm>
        <a:graphic>
          <a:graphicData uri="http://schemas.openxmlformats.org/drawingml/2006/table">
            <a:tbl>
              <a:tblPr firstRow="1" bandRow="1">
                <a:tableStyleId>{35758FB7-9AC5-4552-8A53-C91805E547FA}</a:tableStyleId>
              </a:tblPr>
              <a:tblGrid>
                <a:gridCol w="1061761">
                  <a:extLst>
                    <a:ext uri="{9D8B030D-6E8A-4147-A177-3AD203B41FA5}">
                      <a16:colId xmlns:a16="http://schemas.microsoft.com/office/drawing/2014/main" val="20000"/>
                    </a:ext>
                  </a:extLst>
                </a:gridCol>
                <a:gridCol w="1774235">
                  <a:extLst>
                    <a:ext uri="{9D8B030D-6E8A-4147-A177-3AD203B41FA5}">
                      <a16:colId xmlns:a16="http://schemas.microsoft.com/office/drawing/2014/main" val="20001"/>
                    </a:ext>
                  </a:extLst>
                </a:gridCol>
                <a:gridCol w="2535382">
                  <a:extLst>
                    <a:ext uri="{9D8B030D-6E8A-4147-A177-3AD203B41FA5}">
                      <a16:colId xmlns:a16="http://schemas.microsoft.com/office/drawing/2014/main" val="20002"/>
                    </a:ext>
                  </a:extLst>
                </a:gridCol>
                <a:gridCol w="2815549">
                  <a:extLst>
                    <a:ext uri="{9D8B030D-6E8A-4147-A177-3AD203B41FA5}">
                      <a16:colId xmlns:a16="http://schemas.microsoft.com/office/drawing/2014/main" val="20003"/>
                    </a:ext>
                  </a:extLst>
                </a:gridCol>
                <a:gridCol w="2761679">
                  <a:extLst>
                    <a:ext uri="{9D8B030D-6E8A-4147-A177-3AD203B41FA5}">
                      <a16:colId xmlns:a16="http://schemas.microsoft.com/office/drawing/2014/main" val="20004"/>
                    </a:ext>
                  </a:extLst>
                </a:gridCol>
              </a:tblGrid>
              <a:tr h="277984">
                <a:tc>
                  <a:txBody>
                    <a:bodyPr/>
                    <a:lstStyle/>
                    <a:p>
                      <a:r>
                        <a:rPr lang="ja-JP" altLang="en-US" sz="900"/>
                        <a:t>項目</a:t>
                      </a:r>
                    </a:p>
                  </a:txBody>
                  <a:tcPr marL="28046" marR="28046" marT="14023" marB="14023" anchor="ctr"/>
                </a:tc>
                <a:tc>
                  <a:txBody>
                    <a:bodyPr/>
                    <a:lstStyle/>
                    <a:p>
                      <a:r>
                        <a:rPr lang="en-US" sz="900"/>
                        <a:t>SQL Server 2022 (with Full-Text Search)</a:t>
                      </a:r>
                    </a:p>
                  </a:txBody>
                  <a:tcPr marL="28046" marR="28046" marT="14023" marB="14023" anchor="ctr"/>
                </a:tc>
                <a:tc>
                  <a:txBody>
                    <a:bodyPr/>
                    <a:lstStyle/>
                    <a:p>
                      <a:r>
                        <a:rPr lang="de-DE" sz="900"/>
                        <a:t>Dataverse (with relevant features)</a:t>
                      </a:r>
                    </a:p>
                  </a:txBody>
                  <a:tcPr marL="28046" marR="28046" marT="14023" marB="14023" anchor="ctr"/>
                </a:tc>
                <a:tc>
                  <a:txBody>
                    <a:bodyPr/>
                    <a:lstStyle/>
                    <a:p>
                      <a:r>
                        <a:rPr lang="de-DE" sz="900"/>
                        <a:t>PostgreSQL (with extensions)</a:t>
                      </a:r>
                    </a:p>
                  </a:txBody>
                  <a:tcPr marL="28046" marR="28046" marT="14023" marB="14023" anchor="ctr"/>
                </a:tc>
                <a:tc>
                  <a:txBody>
                    <a:bodyPr/>
                    <a:lstStyle/>
                    <a:p>
                      <a:r>
                        <a:rPr lang="de-DE" sz="900" dirty="0"/>
                        <a:t>SharePoint Online</a:t>
                      </a:r>
                      <a:r>
                        <a:rPr lang="ja-JP" altLang="en-US" sz="900" dirty="0"/>
                        <a:t>（お薦め）</a:t>
                      </a:r>
                      <a:endParaRPr lang="de-DE" sz="900" dirty="0"/>
                    </a:p>
                  </a:txBody>
                  <a:tcPr marL="28046" marR="28046" marT="14023" marB="14023" anchor="ctr"/>
                </a:tc>
                <a:extLst>
                  <a:ext uri="{0D108BD9-81ED-4DB2-BD59-A6C34878D82A}">
                    <a16:rowId xmlns:a16="http://schemas.microsoft.com/office/drawing/2014/main" val="10000"/>
                  </a:ext>
                </a:extLst>
              </a:tr>
              <a:tr h="404084">
                <a:tc>
                  <a:txBody>
                    <a:bodyPr/>
                    <a:lstStyle/>
                    <a:p>
                      <a:r>
                        <a:rPr lang="ja-JP" altLang="en-US" sz="900" b="1"/>
                        <a:t>ファイル保存データ型</a:t>
                      </a:r>
                      <a:endParaRPr lang="ja-JP" altLang="en-US" sz="900"/>
                    </a:p>
                  </a:txBody>
                  <a:tcPr marL="28046" marR="28046" marT="14023" marB="14023" anchor="ctr"/>
                </a:tc>
                <a:tc>
                  <a:txBody>
                    <a:bodyPr/>
                    <a:lstStyle/>
                    <a:p>
                      <a:r>
                        <a:rPr lang="de-DE" sz="900"/>
                        <a:t>varbinary(max), varbinary, image, blob, nvarchar(max), varchar(max) </a:t>
                      </a:r>
                      <a:r>
                        <a:rPr lang="ja-JP" altLang="en-US" sz="900"/>
                        <a:t>など</a:t>
                      </a:r>
                    </a:p>
                  </a:txBody>
                  <a:tcPr marL="28046" marR="28046" marT="14023" marB="14023" anchor="ctr"/>
                </a:tc>
                <a:tc>
                  <a:txBody>
                    <a:bodyPr/>
                    <a:lstStyle/>
                    <a:p>
                      <a:r>
                        <a:rPr lang="ja-JP" altLang="en-US" sz="900"/>
                        <a:t>ファイル </a:t>
                      </a:r>
                      <a:r>
                        <a:rPr lang="en-US" altLang="ja-JP" sz="900"/>
                        <a:t>(File) </a:t>
                      </a:r>
                      <a:r>
                        <a:rPr lang="ja-JP" altLang="en-US" sz="900"/>
                        <a:t>データ型</a:t>
                      </a:r>
                    </a:p>
                  </a:txBody>
                  <a:tcPr marL="28046" marR="28046" marT="14023" marB="14023" anchor="ctr"/>
                </a:tc>
                <a:tc>
                  <a:txBody>
                    <a:bodyPr/>
                    <a:lstStyle/>
                    <a:p>
                      <a:r>
                        <a:rPr lang="de-DE" sz="900" dirty="0"/>
                        <a:t>bytea</a:t>
                      </a:r>
                    </a:p>
                  </a:txBody>
                  <a:tcPr marL="28046" marR="28046" marT="14023" marB="14023" anchor="ctr"/>
                </a:tc>
                <a:tc>
                  <a:txBody>
                    <a:bodyPr/>
                    <a:lstStyle/>
                    <a:p>
                      <a:r>
                        <a:rPr lang="ja-JP" altLang="en-US" sz="900"/>
                        <a:t>バイナリ </a:t>
                      </a:r>
                      <a:r>
                        <a:rPr lang="en-US" altLang="ja-JP" sz="900"/>
                        <a:t>(Binary) </a:t>
                      </a:r>
                      <a:r>
                        <a:rPr lang="ja-JP" altLang="en-US" sz="900"/>
                        <a:t>またはドキュメントライブラリのファイル</a:t>
                      </a:r>
                    </a:p>
                  </a:txBody>
                  <a:tcPr marL="28046" marR="28046" marT="14023" marB="14023" anchor="ctr"/>
                </a:tc>
                <a:extLst>
                  <a:ext uri="{0D108BD9-81ED-4DB2-BD59-A6C34878D82A}">
                    <a16:rowId xmlns:a16="http://schemas.microsoft.com/office/drawing/2014/main" val="10001"/>
                  </a:ext>
                </a:extLst>
              </a:tr>
              <a:tr h="277984">
                <a:tc>
                  <a:txBody>
                    <a:bodyPr/>
                    <a:lstStyle/>
                    <a:p>
                      <a:r>
                        <a:rPr lang="ja-JP" altLang="en-US" sz="900" b="1"/>
                        <a:t>最大サイズ</a:t>
                      </a:r>
                      <a:endParaRPr lang="ja-JP" altLang="en-US" sz="900"/>
                    </a:p>
                  </a:txBody>
                  <a:tcPr marL="28046" marR="28046" marT="14023" marB="14023" anchor="ctr"/>
                </a:tc>
                <a:tc>
                  <a:txBody>
                    <a:bodyPr/>
                    <a:lstStyle/>
                    <a:p>
                      <a:r>
                        <a:rPr lang="ja-JP" altLang="en-US" sz="900"/>
                        <a:t>データベースサイズに依存 </a:t>
                      </a:r>
                      <a:r>
                        <a:rPr lang="en-US" altLang="ja-JP" sz="900"/>
                        <a:t>(</a:t>
                      </a:r>
                      <a:r>
                        <a:rPr lang="ja-JP" altLang="en-US" sz="900"/>
                        <a:t>一般的に非常に大きい</a:t>
                      </a:r>
                      <a:r>
                        <a:rPr lang="en-US" altLang="ja-JP" sz="900"/>
                        <a:t>)</a:t>
                      </a:r>
                    </a:p>
                  </a:txBody>
                  <a:tcPr marL="28046" marR="28046" marT="14023" marB="14023" anchor="ctr"/>
                </a:tc>
                <a:tc>
                  <a:txBody>
                    <a:bodyPr/>
                    <a:lstStyle/>
                    <a:p>
                      <a:r>
                        <a:rPr lang="en-US" altLang="ja-JP" sz="900" dirty="0"/>
                        <a:t>300MB (</a:t>
                      </a:r>
                      <a:r>
                        <a:rPr lang="ja-JP" altLang="en-US" sz="900" dirty="0"/>
                        <a:t>レコードあたり</a:t>
                      </a:r>
                      <a:r>
                        <a:rPr lang="en-US" altLang="ja-JP" sz="900" dirty="0"/>
                        <a:t>)</a:t>
                      </a:r>
                    </a:p>
                  </a:txBody>
                  <a:tcPr marL="28046" marR="28046" marT="14023" marB="14023" anchor="ctr"/>
                </a:tc>
                <a:tc>
                  <a:txBody>
                    <a:bodyPr/>
                    <a:lstStyle/>
                    <a:p>
                      <a:r>
                        <a:rPr lang="ja-JP" altLang="en-US" sz="900" dirty="0"/>
                        <a:t>データベース</a:t>
                      </a:r>
                      <a:r>
                        <a:rPr lang="en-US" altLang="ja-JP" sz="900" dirty="0"/>
                        <a:t>/</a:t>
                      </a:r>
                      <a:r>
                        <a:rPr lang="ja-JP" altLang="en-US" sz="900" dirty="0"/>
                        <a:t>サーバー設定に依存 </a:t>
                      </a:r>
                      <a:r>
                        <a:rPr lang="en-US" altLang="ja-JP" sz="900" dirty="0"/>
                        <a:t>(</a:t>
                      </a:r>
                      <a:r>
                        <a:rPr lang="ja-JP" altLang="en-US" sz="900" dirty="0"/>
                        <a:t>一般的に大きい</a:t>
                      </a:r>
                      <a:r>
                        <a:rPr lang="en-US" altLang="ja-JP" sz="900" dirty="0"/>
                        <a:t>)</a:t>
                      </a:r>
                    </a:p>
                  </a:txBody>
                  <a:tcPr marL="28046" marR="28046" marT="14023" marB="14023" anchor="ctr"/>
                </a:tc>
                <a:tc>
                  <a:txBody>
                    <a:bodyPr/>
                    <a:lstStyle/>
                    <a:p>
                      <a:r>
                        <a:rPr lang="en-US" altLang="ja-JP" sz="900"/>
                        <a:t>15GB (</a:t>
                      </a:r>
                      <a:r>
                        <a:rPr lang="ja-JP" altLang="en-US" sz="900"/>
                        <a:t>ファイルあたり</a:t>
                      </a:r>
                      <a:r>
                        <a:rPr lang="en-US" altLang="ja-JP" sz="900"/>
                        <a:t>)</a:t>
                      </a:r>
                    </a:p>
                  </a:txBody>
                  <a:tcPr marL="28046" marR="28046" marT="14023" marB="14023" anchor="ctr"/>
                </a:tc>
                <a:extLst>
                  <a:ext uri="{0D108BD9-81ED-4DB2-BD59-A6C34878D82A}">
                    <a16:rowId xmlns:a16="http://schemas.microsoft.com/office/drawing/2014/main" val="10002"/>
                  </a:ext>
                </a:extLst>
              </a:tr>
              <a:tr h="277984">
                <a:tc>
                  <a:txBody>
                    <a:bodyPr/>
                    <a:lstStyle/>
                    <a:p>
                      <a:r>
                        <a:rPr lang="ja-JP" altLang="en-US" sz="900" b="1"/>
                        <a:t>ネイティブ全文検索</a:t>
                      </a:r>
                      <a:endParaRPr lang="ja-JP" altLang="en-US" sz="900"/>
                    </a:p>
                  </a:txBody>
                  <a:tcPr marL="28046" marR="28046" marT="14023" marB="14023" anchor="ctr"/>
                </a:tc>
                <a:tc>
                  <a:txBody>
                    <a:bodyPr/>
                    <a:lstStyle/>
                    <a:p>
                      <a:r>
                        <a:rPr lang="ja-JP" altLang="en-US" sz="900" b="1" dirty="0"/>
                        <a:t>はい</a:t>
                      </a:r>
                      <a:r>
                        <a:rPr lang="ja-JP" altLang="en-US" sz="900" dirty="0"/>
                        <a:t> </a:t>
                      </a:r>
                      <a:r>
                        <a:rPr lang="en-US" altLang="ja-JP" sz="900" dirty="0"/>
                        <a:t>(</a:t>
                      </a:r>
                      <a:r>
                        <a:rPr lang="de-DE" sz="900" dirty="0"/>
                        <a:t>Full-Text Search</a:t>
                      </a:r>
                      <a:r>
                        <a:rPr lang="ja-JP" altLang="en-US" sz="900" dirty="0"/>
                        <a:t>機能</a:t>
                      </a:r>
                      <a:r>
                        <a:rPr lang="en-US" altLang="ja-JP" sz="900" dirty="0"/>
                        <a:t>)</a:t>
                      </a:r>
                    </a:p>
                  </a:txBody>
                  <a:tcPr marL="28046" marR="28046" marT="14023" marB="14023" anchor="ctr"/>
                </a:tc>
                <a:tc>
                  <a:txBody>
                    <a:bodyPr/>
                    <a:lstStyle/>
                    <a:p>
                      <a:r>
                        <a:rPr lang="ja-JP" altLang="en-US" sz="900" b="1" dirty="0"/>
                        <a:t>はい</a:t>
                      </a:r>
                      <a:r>
                        <a:rPr lang="ja-JP" altLang="en-US" sz="900" dirty="0"/>
                        <a:t> </a:t>
                      </a:r>
                      <a:r>
                        <a:rPr lang="en-US" altLang="ja-JP" sz="900" dirty="0"/>
                        <a:t>(</a:t>
                      </a:r>
                      <a:r>
                        <a:rPr lang="de-DE" sz="900" dirty="0"/>
                        <a:t>Dataverse Search)</a:t>
                      </a:r>
                    </a:p>
                  </a:txBody>
                  <a:tcPr marL="28046" marR="28046" marT="14023" marB="14023" anchor="ctr"/>
                </a:tc>
                <a:tc>
                  <a:txBody>
                    <a:bodyPr/>
                    <a:lstStyle/>
                    <a:p>
                      <a:r>
                        <a:rPr lang="ja-JP" altLang="en-US" sz="900" b="1" dirty="0"/>
                        <a:t>はい</a:t>
                      </a:r>
                      <a:r>
                        <a:rPr lang="ja-JP" altLang="en-US" sz="900" dirty="0"/>
                        <a:t> </a:t>
                      </a:r>
                      <a:r>
                        <a:rPr lang="en-US" altLang="ja-JP" sz="900" dirty="0"/>
                        <a:t>(</a:t>
                      </a:r>
                      <a:r>
                        <a:rPr lang="en-US" altLang="ja-JP" sz="900" dirty="0" err="1">
                          <a:solidFill>
                            <a:srgbClr val="FF0000"/>
                          </a:solidFill>
                        </a:rPr>
                        <a:t>pg_trgm</a:t>
                      </a:r>
                      <a:r>
                        <a:rPr lang="en-US" altLang="ja-JP" sz="900" dirty="0">
                          <a:solidFill>
                            <a:srgbClr val="FF0000"/>
                          </a:solidFill>
                        </a:rPr>
                        <a:t> </a:t>
                      </a:r>
                      <a:r>
                        <a:rPr lang="ja-JP" altLang="en-US" sz="900" dirty="0">
                          <a:solidFill>
                            <a:srgbClr val="FF0000"/>
                          </a:solidFill>
                        </a:rPr>
                        <a:t>拡張など</a:t>
                      </a:r>
                      <a:r>
                        <a:rPr lang="en-US" altLang="ja-JP" sz="900" dirty="0"/>
                        <a:t>)</a:t>
                      </a:r>
                    </a:p>
                  </a:txBody>
                  <a:tcPr marL="28046" marR="28046" marT="14023" marB="14023" anchor="ctr"/>
                </a:tc>
                <a:tc>
                  <a:txBody>
                    <a:bodyPr/>
                    <a:lstStyle/>
                    <a:p>
                      <a:r>
                        <a:rPr lang="ja-JP" altLang="en-US" sz="900" b="1"/>
                        <a:t>はい</a:t>
                      </a:r>
                      <a:r>
                        <a:rPr lang="ja-JP" altLang="en-US" sz="900"/>
                        <a:t> </a:t>
                      </a:r>
                      <a:r>
                        <a:rPr lang="en-US" altLang="ja-JP" sz="900"/>
                        <a:t>(</a:t>
                      </a:r>
                      <a:r>
                        <a:rPr lang="de-DE" sz="900"/>
                        <a:t>SharePoint </a:t>
                      </a:r>
                      <a:r>
                        <a:rPr lang="ja-JP" altLang="en-US" sz="900"/>
                        <a:t>の検索機能</a:t>
                      </a:r>
                      <a:r>
                        <a:rPr lang="en-US" altLang="ja-JP" sz="900"/>
                        <a:t>)</a:t>
                      </a:r>
                    </a:p>
                  </a:txBody>
                  <a:tcPr marL="28046" marR="28046" marT="14023" marB="14023" anchor="ctr"/>
                </a:tc>
                <a:extLst>
                  <a:ext uri="{0D108BD9-81ED-4DB2-BD59-A6C34878D82A}">
                    <a16:rowId xmlns:a16="http://schemas.microsoft.com/office/drawing/2014/main" val="10003"/>
                  </a:ext>
                </a:extLst>
              </a:tr>
              <a:tr h="269105">
                <a:tc>
                  <a:txBody>
                    <a:bodyPr/>
                    <a:lstStyle/>
                    <a:p>
                      <a:r>
                        <a:rPr lang="ja-JP" altLang="en-US" sz="900" b="1"/>
                        <a:t>テキスト抽出機能</a:t>
                      </a:r>
                      <a:endParaRPr lang="ja-JP" altLang="en-US" sz="900"/>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de-DE" sz="900" dirty="0">
                          <a:solidFill>
                            <a:srgbClr val="FF0000"/>
                          </a:solidFill>
                        </a:rPr>
                        <a:t>SQL Server </a:t>
                      </a:r>
                      <a:r>
                        <a:rPr lang="ja-JP" altLang="en-US" sz="900" dirty="0">
                          <a:solidFill>
                            <a:srgbClr val="FF0000"/>
                          </a:solidFill>
                        </a:rPr>
                        <a:t>の機能に依存</a:t>
                      </a:r>
                      <a:r>
                        <a:rPr lang="en-US" altLang="ja-JP" sz="900" dirty="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de-DE" sz="900" dirty="0">
                          <a:solidFill>
                            <a:srgbClr val="FF0000"/>
                          </a:solidFill>
                        </a:rPr>
                        <a:t>Dataverse Search </a:t>
                      </a:r>
                      <a:r>
                        <a:rPr lang="ja-JP" altLang="en-US" sz="900" dirty="0">
                          <a:solidFill>
                            <a:srgbClr val="FF0000"/>
                          </a:solidFill>
                        </a:rPr>
                        <a:t>が内部で行う</a:t>
                      </a:r>
                      <a:r>
                        <a:rPr lang="en-US" altLang="ja-JP" sz="900" dirty="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ja-JP" altLang="en-US" sz="900" dirty="0">
                          <a:solidFill>
                            <a:srgbClr val="FF0000"/>
                          </a:solidFill>
                        </a:rPr>
                        <a:t>拡張機能や外部ツールが必要</a:t>
                      </a:r>
                      <a:r>
                        <a:rPr lang="en-US" altLang="ja-JP" sz="900" dirty="0">
                          <a:solidFill>
                            <a:srgbClr val="FF0000"/>
                          </a:solidFill>
                        </a:rPr>
                        <a:t>)</a:t>
                      </a:r>
                    </a:p>
                  </a:txBody>
                  <a:tcPr marL="28046" marR="28046" marT="14023" marB="14023" anchor="ctr"/>
                </a:tc>
                <a:tc>
                  <a:txBody>
                    <a:bodyPr/>
                    <a:lstStyle/>
                    <a:p>
                      <a:r>
                        <a:rPr lang="ja-JP" altLang="en-US" sz="900" b="1"/>
                        <a:t>はい</a:t>
                      </a:r>
                      <a:r>
                        <a:rPr lang="ja-JP" altLang="en-US" sz="900"/>
                        <a:t> </a:t>
                      </a:r>
                      <a:r>
                        <a:rPr lang="en-US" altLang="ja-JP" sz="900"/>
                        <a:t>(</a:t>
                      </a:r>
                      <a:r>
                        <a:rPr lang="de-DE" sz="900"/>
                        <a:t>SharePoint </a:t>
                      </a:r>
                      <a:r>
                        <a:rPr lang="ja-JP" altLang="en-US" sz="900"/>
                        <a:t>の検索機能が自動で行う</a:t>
                      </a:r>
                      <a:r>
                        <a:rPr lang="en-US" altLang="ja-JP" sz="900"/>
                        <a:t>)</a:t>
                      </a:r>
                    </a:p>
                  </a:txBody>
                  <a:tcPr marL="28046" marR="28046" marT="14023" marB="14023" anchor="ctr"/>
                </a:tc>
                <a:extLst>
                  <a:ext uri="{0D108BD9-81ED-4DB2-BD59-A6C34878D82A}">
                    <a16:rowId xmlns:a16="http://schemas.microsoft.com/office/drawing/2014/main" val="10004"/>
                  </a:ext>
                </a:extLst>
              </a:tr>
              <a:tr h="277984">
                <a:tc>
                  <a:txBody>
                    <a:bodyPr/>
                    <a:lstStyle/>
                    <a:p>
                      <a:r>
                        <a:rPr lang="ja-JP" altLang="en-US" sz="900" b="1"/>
                        <a:t>非テキスト検索</a:t>
                      </a:r>
                      <a:endParaRPr lang="ja-JP" altLang="en-US" sz="900"/>
                    </a:p>
                  </a:txBody>
                  <a:tcPr marL="28046" marR="28046" marT="14023" marB="14023" anchor="ctr"/>
                </a:tc>
                <a:tc>
                  <a:txBody>
                    <a:bodyPr/>
                    <a:lstStyle/>
                    <a:p>
                      <a:r>
                        <a:rPr lang="ja-JP" altLang="en-US" sz="900" b="1">
                          <a:solidFill>
                            <a:srgbClr val="FF0000"/>
                          </a:solidFill>
                        </a:rPr>
                        <a:t>限定的</a:t>
                      </a:r>
                      <a:r>
                        <a:rPr lang="ja-JP" altLang="en-US" sz="900">
                          <a:solidFill>
                            <a:srgbClr val="FF0000"/>
                          </a:solidFill>
                        </a:rPr>
                        <a:t> </a:t>
                      </a:r>
                      <a:r>
                        <a:rPr lang="en-US" altLang="ja-JP" sz="900">
                          <a:solidFill>
                            <a:srgbClr val="FF0000"/>
                          </a:solidFill>
                        </a:rPr>
                        <a:t>(</a:t>
                      </a:r>
                      <a:r>
                        <a:rPr lang="ja-JP" altLang="en-US" sz="900">
                          <a:solidFill>
                            <a:srgbClr val="FF0000"/>
                          </a:solidFill>
                        </a:rPr>
                        <a:t>インデックスやクエリによる</a:t>
                      </a:r>
                      <a:r>
                        <a:rPr lang="en-US" altLang="ja-JP" sz="900">
                          <a:solidFill>
                            <a:srgbClr val="FF0000"/>
                          </a:solidFill>
                        </a:rPr>
                        <a:t>)</a:t>
                      </a:r>
                    </a:p>
                  </a:txBody>
                  <a:tcPr marL="28046" marR="28046" marT="14023" marB="14023" anchor="ctr"/>
                </a:tc>
                <a:tc>
                  <a:txBody>
                    <a:bodyPr/>
                    <a:lstStyle/>
                    <a:p>
                      <a:r>
                        <a:rPr lang="ja-JP" altLang="en-US" sz="900" b="1">
                          <a:solidFill>
                            <a:srgbClr val="FF0000"/>
                          </a:solidFill>
                        </a:rPr>
                        <a:t>限定的</a:t>
                      </a:r>
                      <a:r>
                        <a:rPr lang="ja-JP" altLang="en-US" sz="900">
                          <a:solidFill>
                            <a:srgbClr val="FF0000"/>
                          </a:solidFill>
                        </a:rPr>
                        <a:t> </a:t>
                      </a:r>
                      <a:r>
                        <a:rPr lang="en-US" altLang="ja-JP" sz="900">
                          <a:solidFill>
                            <a:srgbClr val="FF0000"/>
                          </a:solidFill>
                        </a:rPr>
                        <a:t>(</a:t>
                      </a:r>
                      <a:r>
                        <a:rPr lang="ja-JP" altLang="en-US" sz="900">
                          <a:solidFill>
                            <a:srgbClr val="FF0000"/>
                          </a:solidFill>
                        </a:rPr>
                        <a:t>メタデータ検索が中心</a:t>
                      </a:r>
                      <a:r>
                        <a:rPr lang="en-US" altLang="ja-JP" sz="90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ja-JP" altLang="en-US" sz="900" dirty="0">
                          <a:solidFill>
                            <a:srgbClr val="FF0000"/>
                          </a:solidFill>
                        </a:rPr>
                        <a:t>拡張機能や外部ツールが必要</a:t>
                      </a:r>
                      <a:r>
                        <a:rPr lang="en-US" altLang="ja-JP" sz="900" dirty="0">
                          <a:solidFill>
                            <a:srgbClr val="FF0000"/>
                          </a:solidFill>
                        </a:rPr>
                        <a:t>)</a:t>
                      </a:r>
                    </a:p>
                  </a:txBody>
                  <a:tcPr marL="28046" marR="28046" marT="14023" marB="14023" anchor="ctr"/>
                </a:tc>
                <a:tc>
                  <a:txBody>
                    <a:bodyPr/>
                    <a:lstStyle/>
                    <a:p>
                      <a:r>
                        <a:rPr lang="ja-JP" altLang="en-US" sz="900" b="1"/>
                        <a:t>はい</a:t>
                      </a:r>
                      <a:r>
                        <a:rPr lang="ja-JP" altLang="en-US" sz="900"/>
                        <a:t> </a:t>
                      </a:r>
                      <a:r>
                        <a:rPr lang="en-US" altLang="ja-JP" sz="900"/>
                        <a:t>(</a:t>
                      </a:r>
                      <a:r>
                        <a:rPr lang="ja-JP" altLang="en-US" sz="900"/>
                        <a:t>メタデータ検索、ファイルプロパティ検索</a:t>
                      </a:r>
                      <a:r>
                        <a:rPr lang="en-US" altLang="ja-JP" sz="900"/>
                        <a:t>)</a:t>
                      </a:r>
                    </a:p>
                  </a:txBody>
                  <a:tcPr marL="28046" marR="28046" marT="14023" marB="14023" anchor="ctr"/>
                </a:tc>
                <a:extLst>
                  <a:ext uri="{0D108BD9-81ED-4DB2-BD59-A6C34878D82A}">
                    <a16:rowId xmlns:a16="http://schemas.microsoft.com/office/drawing/2014/main" val="10005"/>
                  </a:ext>
                </a:extLst>
              </a:tr>
              <a:tr h="277984">
                <a:tc>
                  <a:txBody>
                    <a:bodyPr/>
                    <a:lstStyle/>
                    <a:p>
                      <a:r>
                        <a:rPr lang="de-DE" sz="900" b="1"/>
                        <a:t>Power Apps </a:t>
                      </a:r>
                      <a:r>
                        <a:rPr lang="ja-JP" altLang="en-US" sz="900" b="1"/>
                        <a:t>統合</a:t>
                      </a:r>
                      <a:endParaRPr lang="ja-JP" altLang="en-US" sz="900"/>
                    </a:p>
                  </a:txBody>
                  <a:tcPr marL="28046" marR="28046" marT="14023" marB="14023" anchor="ctr"/>
                </a:tc>
                <a:tc>
                  <a:txBody>
                    <a:bodyPr/>
                    <a:lstStyle/>
                    <a:p>
                      <a:r>
                        <a:rPr lang="ja-JP" altLang="en-US" sz="900" b="1"/>
                        <a:t>可能</a:t>
                      </a:r>
                      <a:r>
                        <a:rPr lang="ja-JP" altLang="en-US" sz="900"/>
                        <a:t> </a:t>
                      </a:r>
                      <a:r>
                        <a:rPr lang="en-US" altLang="ja-JP" sz="900"/>
                        <a:t>(</a:t>
                      </a:r>
                      <a:r>
                        <a:rPr lang="ja-JP" altLang="en-US" sz="900"/>
                        <a:t>カスタムコネクタ、</a:t>
                      </a:r>
                      <a:r>
                        <a:rPr lang="en-US" altLang="ja-JP" sz="900"/>
                        <a:t>SQL Server </a:t>
                      </a:r>
                      <a:r>
                        <a:rPr lang="ja-JP" altLang="en-US" sz="900"/>
                        <a:t>コネクタ</a:t>
                      </a:r>
                      <a:r>
                        <a:rPr lang="en-US" altLang="ja-JP" sz="900"/>
                        <a:t>)</a:t>
                      </a:r>
                    </a:p>
                  </a:txBody>
                  <a:tcPr marL="28046" marR="28046" marT="14023" marB="14023" anchor="ctr"/>
                </a:tc>
                <a:tc>
                  <a:txBody>
                    <a:bodyPr/>
                    <a:lstStyle/>
                    <a:p>
                      <a:r>
                        <a:rPr lang="ja-JP" altLang="en-US" sz="900" b="1"/>
                        <a:t>直接統合</a:t>
                      </a:r>
                      <a:r>
                        <a:rPr lang="ja-JP" altLang="en-US" sz="900"/>
                        <a:t> </a:t>
                      </a:r>
                      <a:r>
                        <a:rPr lang="en-US" altLang="ja-JP" sz="900"/>
                        <a:t>(</a:t>
                      </a:r>
                      <a:r>
                        <a:rPr lang="ja-JP" altLang="en-US" sz="900"/>
                        <a:t>ネイティブコネクタ</a:t>
                      </a:r>
                      <a:r>
                        <a:rPr lang="en-US" altLang="ja-JP" sz="900"/>
                        <a:t>)</a:t>
                      </a:r>
                    </a:p>
                  </a:txBody>
                  <a:tcPr marL="28046" marR="28046" marT="14023" marB="14023" anchor="ctr"/>
                </a:tc>
                <a:tc>
                  <a:txBody>
                    <a:bodyPr/>
                    <a:lstStyle/>
                    <a:p>
                      <a:r>
                        <a:rPr lang="ja-JP" altLang="en-US" sz="900" b="1" dirty="0"/>
                        <a:t>可能</a:t>
                      </a:r>
                      <a:r>
                        <a:rPr lang="ja-JP" altLang="en-US" sz="900" dirty="0"/>
                        <a:t> </a:t>
                      </a:r>
                      <a:r>
                        <a:rPr lang="en-US" altLang="ja-JP" sz="900" dirty="0"/>
                        <a:t>(</a:t>
                      </a:r>
                      <a:r>
                        <a:rPr lang="ja-JP" altLang="en-US" sz="900" dirty="0"/>
                        <a:t>カスタムコネクタ、</a:t>
                      </a:r>
                      <a:r>
                        <a:rPr lang="en-US" altLang="ja-JP" sz="900" dirty="0"/>
                        <a:t>PostgreSQL </a:t>
                      </a:r>
                      <a:r>
                        <a:rPr lang="ja-JP" altLang="en-US" sz="900" dirty="0"/>
                        <a:t>コネクタ</a:t>
                      </a:r>
                      <a:r>
                        <a:rPr lang="en-US" altLang="ja-JP" sz="900" dirty="0"/>
                        <a:t>)</a:t>
                      </a:r>
                    </a:p>
                  </a:txBody>
                  <a:tcPr marL="28046" marR="28046" marT="14023" marB="14023" anchor="ctr"/>
                </a:tc>
                <a:tc>
                  <a:txBody>
                    <a:bodyPr/>
                    <a:lstStyle/>
                    <a:p>
                      <a:r>
                        <a:rPr lang="ja-JP" altLang="en-US" sz="900" b="1"/>
                        <a:t>直接統合</a:t>
                      </a:r>
                      <a:r>
                        <a:rPr lang="ja-JP" altLang="en-US" sz="900"/>
                        <a:t> </a:t>
                      </a:r>
                      <a:r>
                        <a:rPr lang="en-US" altLang="ja-JP" sz="900"/>
                        <a:t>(</a:t>
                      </a:r>
                      <a:r>
                        <a:rPr lang="de-DE" sz="900"/>
                        <a:t>SharePoint </a:t>
                      </a:r>
                      <a:r>
                        <a:rPr lang="ja-JP" altLang="en-US" sz="900"/>
                        <a:t>コネクタ</a:t>
                      </a:r>
                      <a:r>
                        <a:rPr lang="en-US" altLang="ja-JP" sz="900"/>
                        <a:t>)</a:t>
                      </a:r>
                    </a:p>
                  </a:txBody>
                  <a:tcPr marL="28046" marR="28046" marT="14023" marB="14023" anchor="ctr"/>
                </a:tc>
                <a:extLst>
                  <a:ext uri="{0D108BD9-81ED-4DB2-BD59-A6C34878D82A}">
                    <a16:rowId xmlns:a16="http://schemas.microsoft.com/office/drawing/2014/main" val="10006"/>
                  </a:ext>
                </a:extLst>
              </a:tr>
              <a:tr h="277984">
                <a:tc>
                  <a:txBody>
                    <a:bodyPr/>
                    <a:lstStyle/>
                    <a:p>
                      <a:r>
                        <a:rPr lang="de-DE" sz="900" b="1"/>
                        <a:t>Power Automate </a:t>
                      </a:r>
                      <a:r>
                        <a:rPr lang="ja-JP" altLang="en-US" sz="900" b="1"/>
                        <a:t>統合</a:t>
                      </a:r>
                      <a:endParaRPr lang="ja-JP" altLang="en-US" sz="900"/>
                    </a:p>
                  </a:txBody>
                  <a:tcPr marL="28046" marR="28046" marT="14023" marB="14023" anchor="ctr"/>
                </a:tc>
                <a:tc>
                  <a:txBody>
                    <a:bodyPr/>
                    <a:lstStyle/>
                    <a:p>
                      <a:r>
                        <a:rPr lang="ja-JP" altLang="en-US" sz="900" b="1"/>
                        <a:t>可能</a:t>
                      </a:r>
                      <a:r>
                        <a:rPr lang="ja-JP" altLang="en-US" sz="900"/>
                        <a:t> </a:t>
                      </a:r>
                      <a:r>
                        <a:rPr lang="en-US" altLang="ja-JP" sz="900"/>
                        <a:t>(</a:t>
                      </a:r>
                      <a:r>
                        <a:rPr lang="ja-JP" altLang="en-US" sz="900"/>
                        <a:t>カスタムコネクタ、</a:t>
                      </a:r>
                      <a:r>
                        <a:rPr lang="en-US" altLang="ja-JP" sz="900"/>
                        <a:t>SQL Server </a:t>
                      </a:r>
                      <a:r>
                        <a:rPr lang="ja-JP" altLang="en-US" sz="900"/>
                        <a:t>コネクタ</a:t>
                      </a:r>
                      <a:r>
                        <a:rPr lang="en-US" altLang="ja-JP" sz="900"/>
                        <a:t>)</a:t>
                      </a:r>
                    </a:p>
                  </a:txBody>
                  <a:tcPr marL="28046" marR="28046" marT="14023" marB="14023" anchor="ctr"/>
                </a:tc>
                <a:tc>
                  <a:txBody>
                    <a:bodyPr/>
                    <a:lstStyle/>
                    <a:p>
                      <a:r>
                        <a:rPr lang="ja-JP" altLang="en-US" sz="900" b="1"/>
                        <a:t>直接統合</a:t>
                      </a:r>
                      <a:r>
                        <a:rPr lang="ja-JP" altLang="en-US" sz="900"/>
                        <a:t> </a:t>
                      </a:r>
                      <a:r>
                        <a:rPr lang="en-US" altLang="ja-JP" sz="900"/>
                        <a:t>(</a:t>
                      </a:r>
                      <a:r>
                        <a:rPr lang="ja-JP" altLang="en-US" sz="900"/>
                        <a:t>ネイティブコネクタ</a:t>
                      </a:r>
                      <a:r>
                        <a:rPr lang="en-US" altLang="ja-JP" sz="900"/>
                        <a:t>)</a:t>
                      </a:r>
                    </a:p>
                  </a:txBody>
                  <a:tcPr marL="28046" marR="28046" marT="14023" marB="14023" anchor="ctr"/>
                </a:tc>
                <a:tc>
                  <a:txBody>
                    <a:bodyPr/>
                    <a:lstStyle/>
                    <a:p>
                      <a:r>
                        <a:rPr lang="ja-JP" altLang="en-US" sz="900" b="1" dirty="0"/>
                        <a:t>可能</a:t>
                      </a:r>
                      <a:r>
                        <a:rPr lang="ja-JP" altLang="en-US" sz="900" dirty="0"/>
                        <a:t> </a:t>
                      </a:r>
                      <a:r>
                        <a:rPr lang="en-US" altLang="ja-JP" sz="900" dirty="0"/>
                        <a:t>(</a:t>
                      </a:r>
                      <a:r>
                        <a:rPr lang="ja-JP" altLang="en-US" sz="900" dirty="0"/>
                        <a:t>カスタムコネクタ、</a:t>
                      </a:r>
                      <a:r>
                        <a:rPr lang="en-US" altLang="ja-JP" sz="900" dirty="0"/>
                        <a:t>PostgreSQL </a:t>
                      </a:r>
                      <a:r>
                        <a:rPr lang="ja-JP" altLang="en-US" sz="900" dirty="0"/>
                        <a:t>コネクタ</a:t>
                      </a:r>
                      <a:r>
                        <a:rPr lang="en-US" altLang="ja-JP" sz="900" dirty="0"/>
                        <a:t>)</a:t>
                      </a:r>
                    </a:p>
                  </a:txBody>
                  <a:tcPr marL="28046" marR="28046" marT="14023" marB="14023" anchor="ctr"/>
                </a:tc>
                <a:tc>
                  <a:txBody>
                    <a:bodyPr/>
                    <a:lstStyle/>
                    <a:p>
                      <a:r>
                        <a:rPr lang="ja-JP" altLang="en-US" sz="900" b="1"/>
                        <a:t>直接統合</a:t>
                      </a:r>
                      <a:r>
                        <a:rPr lang="ja-JP" altLang="en-US" sz="900"/>
                        <a:t> </a:t>
                      </a:r>
                      <a:r>
                        <a:rPr lang="en-US" altLang="ja-JP" sz="900"/>
                        <a:t>(</a:t>
                      </a:r>
                      <a:r>
                        <a:rPr lang="de-DE" sz="900"/>
                        <a:t>SharePoint </a:t>
                      </a:r>
                      <a:r>
                        <a:rPr lang="ja-JP" altLang="en-US" sz="900"/>
                        <a:t>コネクタ</a:t>
                      </a:r>
                      <a:r>
                        <a:rPr lang="en-US" altLang="ja-JP" sz="900"/>
                        <a:t>)</a:t>
                      </a:r>
                    </a:p>
                  </a:txBody>
                  <a:tcPr marL="28046" marR="28046" marT="14023" marB="14023" anchor="ctr"/>
                </a:tc>
                <a:extLst>
                  <a:ext uri="{0D108BD9-81ED-4DB2-BD59-A6C34878D82A}">
                    <a16:rowId xmlns:a16="http://schemas.microsoft.com/office/drawing/2014/main" val="10007"/>
                  </a:ext>
                </a:extLst>
              </a:tr>
              <a:tr h="502427">
                <a:tc>
                  <a:txBody>
                    <a:bodyPr/>
                    <a:lstStyle/>
                    <a:p>
                      <a:r>
                        <a:rPr lang="ja-JP" altLang="en-US" sz="900" b="1" dirty="0"/>
                        <a:t>必要なライセンス</a:t>
                      </a:r>
                      <a:endParaRPr lang="ja-JP" altLang="en-US" sz="900" dirty="0"/>
                    </a:p>
                  </a:txBody>
                  <a:tcPr marL="28046" marR="28046" marT="14023" marB="14023" anchor="ctr"/>
                </a:tc>
                <a:tc>
                  <a:txBody>
                    <a:bodyPr/>
                    <a:lstStyle/>
                    <a:p>
                      <a:r>
                        <a:rPr lang="de-DE" sz="900" dirty="0"/>
                        <a:t>SQL Server Enterprise/Standard (Full-Text Search </a:t>
                      </a:r>
                      <a:r>
                        <a:rPr lang="ja-JP" altLang="en-US" sz="900" dirty="0"/>
                        <a:t>は追加費用なし</a:t>
                      </a:r>
                      <a:r>
                        <a:rPr lang="en-US" altLang="ja-JP" sz="900" dirty="0"/>
                        <a:t>)</a:t>
                      </a:r>
                    </a:p>
                  </a:txBody>
                  <a:tcPr marL="28046" marR="28046" marT="14023" marB="14023" anchor="ctr"/>
                </a:tc>
                <a:tc>
                  <a:txBody>
                    <a:bodyPr/>
                    <a:lstStyle/>
                    <a:p>
                      <a:r>
                        <a:rPr lang="en-US" altLang="ja-JP" sz="900" dirty="0"/>
                        <a:t>Microsoft Dataverse </a:t>
                      </a:r>
                      <a:r>
                        <a:rPr lang="ja-JP" altLang="en-US" sz="900" dirty="0"/>
                        <a:t>ライセンス </a:t>
                      </a:r>
                      <a:r>
                        <a:rPr lang="en-US" altLang="ja-JP" sz="900" dirty="0"/>
                        <a:t>(Dynamics 365 </a:t>
                      </a:r>
                      <a:r>
                        <a:rPr lang="ja-JP" altLang="en-US" sz="900" dirty="0"/>
                        <a:t>または </a:t>
                      </a:r>
                      <a:r>
                        <a:rPr lang="en-US" altLang="ja-JP" sz="900" dirty="0"/>
                        <a:t>Power Apps Premium </a:t>
                      </a:r>
                      <a:r>
                        <a:rPr lang="ja-JP" altLang="en-US" sz="900" dirty="0"/>
                        <a:t>ライセンスに含まれる場合あり</a:t>
                      </a:r>
                      <a:r>
                        <a:rPr lang="en-US" altLang="ja-JP" sz="900" dirty="0"/>
                        <a:t>)</a:t>
                      </a:r>
                    </a:p>
                  </a:txBody>
                  <a:tcPr marL="28046" marR="28046" marT="14023" marB="14023" anchor="ctr"/>
                </a:tc>
                <a:tc>
                  <a:txBody>
                    <a:bodyPr/>
                    <a:lstStyle/>
                    <a:p>
                      <a:r>
                        <a:rPr lang="en-US" altLang="ja-JP" sz="900" dirty="0"/>
                        <a:t>PostgreSQL </a:t>
                      </a:r>
                      <a:r>
                        <a:rPr lang="ja-JP" altLang="en-US" sz="900" dirty="0"/>
                        <a:t>自体はオープンソース。拡張機能は追加の構成が必要。</a:t>
                      </a:r>
                    </a:p>
                  </a:txBody>
                  <a:tcPr marL="28046" marR="28046" marT="14023" marB="14023" anchor="ctr"/>
                </a:tc>
                <a:tc>
                  <a:txBody>
                    <a:bodyPr/>
                    <a:lstStyle/>
                    <a:p>
                      <a:r>
                        <a:rPr lang="de-DE" sz="900" dirty="0"/>
                        <a:t>Microsoft 365 </a:t>
                      </a:r>
                      <a:r>
                        <a:rPr lang="ja-JP" altLang="en-US" sz="900" dirty="0"/>
                        <a:t>ライセンス </a:t>
                      </a:r>
                      <a:r>
                        <a:rPr lang="en-US" altLang="ja-JP" sz="900" dirty="0"/>
                        <a:t>(</a:t>
                      </a:r>
                      <a:r>
                        <a:rPr lang="de-DE" sz="900" dirty="0"/>
                        <a:t>SharePoint Online </a:t>
                      </a:r>
                      <a:r>
                        <a:rPr lang="ja-JP" altLang="en-US" sz="900" dirty="0"/>
                        <a:t>を含むプラン</a:t>
                      </a:r>
                      <a:r>
                        <a:rPr lang="en-US" altLang="ja-JP" sz="900" dirty="0"/>
                        <a:t>)</a:t>
                      </a:r>
                    </a:p>
                  </a:txBody>
                  <a:tcPr marL="28046" marR="28046" marT="14023" marB="14023" anchor="ctr"/>
                </a:tc>
                <a:extLst>
                  <a:ext uri="{0D108BD9-81ED-4DB2-BD59-A6C34878D82A}">
                    <a16:rowId xmlns:a16="http://schemas.microsoft.com/office/drawing/2014/main" val="10008"/>
                  </a:ext>
                </a:extLst>
              </a:tr>
              <a:tr h="502427">
                <a:tc>
                  <a:txBody>
                    <a:bodyPr/>
                    <a:lstStyle/>
                    <a:p>
                      <a:endParaRPr lang="ja-JP" altLang="en-US" sz="900" dirty="0">
                        <a:solidFill>
                          <a:srgbClr val="FF0000"/>
                        </a:solidFill>
                      </a:endParaRPr>
                    </a:p>
                  </a:txBody>
                  <a:tcPr marL="28046" marR="28046" marT="14023" marB="14023" anchor="ctr"/>
                </a:tc>
                <a:tc>
                  <a:txBody>
                    <a:bodyPr/>
                    <a:lstStyle/>
                    <a:p>
                      <a:endParaRPr lang="en-US" altLang="ja-JP" sz="900" dirty="0">
                        <a:solidFill>
                          <a:srgbClr val="FF0000"/>
                        </a:solidFill>
                      </a:endParaRPr>
                    </a:p>
                  </a:txBody>
                  <a:tcPr marL="28046" marR="28046" marT="14023" marB="14023" anchor="ctr"/>
                </a:tc>
                <a:tc>
                  <a:txBody>
                    <a:bodyPr/>
                    <a:lstStyle/>
                    <a:p>
                      <a:endParaRPr lang="en-US" altLang="ja-JP" sz="900" dirty="0">
                        <a:solidFill>
                          <a:srgbClr val="FF0000"/>
                        </a:solidFill>
                      </a:endParaRPr>
                    </a:p>
                  </a:txBody>
                  <a:tcPr marL="28046" marR="28046" marT="14023" marB="14023" anchor="ctr"/>
                </a:tc>
                <a:tc>
                  <a:txBody>
                    <a:bodyPr/>
                    <a:lstStyle/>
                    <a:p>
                      <a:endParaRPr lang="ja-JP" altLang="en-US" sz="900" dirty="0">
                        <a:solidFill>
                          <a:srgbClr val="FF0000"/>
                        </a:solidFill>
                      </a:endParaRPr>
                    </a:p>
                  </a:txBody>
                  <a:tcPr marL="28046" marR="28046" marT="14023" marB="14023" anchor="ctr"/>
                </a:tc>
                <a:tc>
                  <a:txBody>
                    <a:bodyPr/>
                    <a:lstStyle/>
                    <a:p>
                      <a:r>
                        <a:rPr lang="ja-JP" altLang="en-US" sz="900" dirty="0">
                          <a:solidFill>
                            <a:srgbClr val="FF0000"/>
                          </a:solidFill>
                        </a:rPr>
                        <a:t>特別</a:t>
                      </a:r>
                      <a:r>
                        <a:rPr lang="en-US" altLang="ja-JP" sz="900" dirty="0">
                          <a:solidFill>
                            <a:srgbClr val="FF0000"/>
                          </a:solidFill>
                        </a:rPr>
                        <a:t>API</a:t>
                      </a:r>
                      <a:r>
                        <a:rPr lang="ja-JP" altLang="en-US" sz="900" dirty="0">
                          <a:solidFill>
                            <a:srgbClr val="FF0000"/>
                          </a:solidFill>
                        </a:rPr>
                        <a:t>コールが必要</a:t>
                      </a:r>
                      <a:endParaRPr lang="en-US" altLang="ja-JP" sz="900" dirty="0">
                        <a:solidFill>
                          <a:srgbClr val="FF0000"/>
                        </a:solidFill>
                      </a:endParaRPr>
                    </a:p>
                    <a:p>
                      <a:r>
                        <a:rPr lang="ja-JP" altLang="en-US" sz="900" dirty="0">
                          <a:solidFill>
                            <a:srgbClr val="FF0000"/>
                          </a:solidFill>
                        </a:rPr>
                        <a:t>事前の</a:t>
                      </a:r>
                      <a:r>
                        <a:rPr lang="en-US" altLang="ja-JP" sz="900" dirty="0">
                          <a:solidFill>
                            <a:srgbClr val="FF0000"/>
                          </a:solidFill>
                        </a:rPr>
                        <a:t>App</a:t>
                      </a:r>
                      <a:r>
                        <a:rPr lang="ja-JP" altLang="en-US" sz="900" dirty="0">
                          <a:solidFill>
                            <a:srgbClr val="FF0000"/>
                          </a:solidFill>
                        </a:rPr>
                        <a:t>登録が必須</a:t>
                      </a:r>
                      <a:endParaRPr lang="en-US" altLang="ja-JP" sz="900" dirty="0">
                        <a:solidFill>
                          <a:srgbClr val="FF0000"/>
                        </a:solidFill>
                      </a:endParaRPr>
                    </a:p>
                    <a:p>
                      <a:r>
                        <a:rPr lang="en-US" altLang="ja-JP" sz="900" dirty="0">
                          <a:solidFill>
                            <a:srgbClr val="FF0000"/>
                          </a:solidFill>
                        </a:rPr>
                        <a:t>SharePoint</a:t>
                      </a:r>
                      <a:r>
                        <a:rPr lang="ja-JP" altLang="en-US" sz="900" dirty="0">
                          <a:solidFill>
                            <a:srgbClr val="FF0000"/>
                          </a:solidFill>
                        </a:rPr>
                        <a:t>に置いている添付ファイルの管理が必要</a:t>
                      </a:r>
                      <a:endParaRPr lang="en-US" altLang="ja-JP" sz="900" dirty="0">
                        <a:solidFill>
                          <a:srgbClr val="FF0000"/>
                        </a:solidFill>
                      </a:endParaRPr>
                    </a:p>
                  </a:txBody>
                  <a:tcPr marL="28046" marR="28046" marT="14023" marB="14023" anchor="ctr"/>
                </a:tc>
                <a:extLst>
                  <a:ext uri="{0D108BD9-81ED-4DB2-BD59-A6C34878D82A}">
                    <a16:rowId xmlns:a16="http://schemas.microsoft.com/office/drawing/2014/main" val="291555614"/>
                  </a:ext>
                </a:extLst>
              </a:tr>
            </a:tbl>
          </a:graphicData>
        </a:graphic>
      </p:graphicFrame>
    </p:spTree>
    <p:extLst>
      <p:ext uri="{BB962C8B-B14F-4D97-AF65-F5344CB8AC3E}">
        <p14:creationId xmlns:p14="http://schemas.microsoft.com/office/powerpoint/2010/main" val="25444297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44331-4BEF-F2FC-48A6-BF12AE3703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3B85A4E-12CE-5942-ACC0-31AA3B63F200}"/>
              </a:ext>
            </a:extLst>
          </p:cNvPr>
          <p:cNvSpPr>
            <a:spLocks noGrp="1"/>
          </p:cNvSpPr>
          <p:nvPr>
            <p:ph type="title"/>
          </p:nvPr>
        </p:nvSpPr>
        <p:spPr>
          <a:xfrm>
            <a:off x="414336" y="255263"/>
            <a:ext cx="9327072" cy="683629"/>
          </a:xfrm>
        </p:spPr>
        <p:txBody>
          <a:bodyPr>
            <a:noAutofit/>
          </a:bodyPr>
          <a:lstStyle/>
          <a:p>
            <a:r>
              <a:rPr lang="ja-JP" altLang="en-US"/>
              <a:t>実現方法－ 検索機能２</a:t>
            </a:r>
          </a:p>
        </p:txBody>
      </p:sp>
      <p:sp>
        <p:nvSpPr>
          <p:cNvPr id="15" name="テキスト ボックス 14">
            <a:extLst>
              <a:ext uri="{FF2B5EF4-FFF2-40B4-BE49-F238E27FC236}">
                <a16:creationId xmlns:a16="http://schemas.microsoft.com/office/drawing/2014/main" id="{0EC3F4ED-93EE-E22C-93BB-7B4C475C55B7}"/>
              </a:ext>
            </a:extLst>
          </p:cNvPr>
          <p:cNvSpPr txBox="1"/>
          <p:nvPr/>
        </p:nvSpPr>
        <p:spPr>
          <a:xfrm>
            <a:off x="414337" y="814891"/>
            <a:ext cx="7764464" cy="562496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zh-CN" altLang="zh-CN" sz="1400" dirty="0">
                <a:latin typeface="DengXian 本文"/>
              </a:rPr>
              <a:t>添付ファイル向け検索: SharePointの検索機能</a:t>
            </a:r>
            <a:r>
              <a:rPr kumimoji="0" lang="ja-JP" altLang="en-US" sz="1400" dirty="0">
                <a:latin typeface="DengXian 本文"/>
              </a:rPr>
              <a:t>を利用。</a:t>
            </a:r>
            <a:endParaRPr kumimoji="0" lang="en-US" altLang="ja-JP" sz="1400" dirty="0">
              <a:latin typeface="DengXian 本文"/>
            </a:endParaRPr>
          </a:p>
          <a:p>
            <a:pPr marL="342900" indent="-342900">
              <a:buFont typeface="+mj-lt"/>
              <a:buAutoNum type="arabicPeriod"/>
            </a:pPr>
            <a:r>
              <a:rPr lang="en-US" altLang="ja-JP" sz="1200" b="1" dirty="0"/>
              <a:t>Azure AD </a:t>
            </a:r>
            <a:r>
              <a:rPr lang="ja-JP" altLang="en-US" sz="1200" b="1" dirty="0"/>
              <a:t>アプリケーションの登録と権限設定</a:t>
            </a:r>
            <a:r>
              <a:rPr lang="en-US" altLang="ja-JP" sz="1200" b="1" dirty="0"/>
              <a:t>:</a:t>
            </a:r>
            <a:endParaRPr lang="ja-JP" altLang="en-US" sz="1200" dirty="0"/>
          </a:p>
          <a:p>
            <a:pPr lvl="1"/>
            <a:r>
              <a:rPr lang="en-US" altLang="ja-JP" sz="1050" dirty="0"/>
              <a:t>Azure AD </a:t>
            </a:r>
            <a:r>
              <a:rPr lang="ja-JP" altLang="en-US" sz="1050" dirty="0"/>
              <a:t>にアプリケーションを登録し、必要な </a:t>
            </a:r>
            <a:r>
              <a:rPr lang="en-US" altLang="ja-JP" sz="1050" dirty="0"/>
              <a:t>Graph API </a:t>
            </a:r>
            <a:r>
              <a:rPr lang="ja-JP" altLang="en-US" sz="1050" dirty="0"/>
              <a:t>のアクセス許可を付与します。</a:t>
            </a:r>
          </a:p>
          <a:p>
            <a:pPr lvl="1"/>
            <a:r>
              <a:rPr lang="ja-JP" altLang="en-US" sz="1050" dirty="0"/>
              <a:t>アプリケーション </a:t>
            </a:r>
            <a:r>
              <a:rPr lang="en-US" altLang="ja-JP" sz="1050" dirty="0"/>
              <a:t>ID (</a:t>
            </a:r>
            <a:r>
              <a:rPr lang="ja-JP" altLang="en-US" sz="1050" dirty="0"/>
              <a:t>クライアント </a:t>
            </a:r>
            <a:r>
              <a:rPr lang="en-US" altLang="ja-JP" sz="1050" dirty="0"/>
              <a:t>ID) </a:t>
            </a:r>
            <a:r>
              <a:rPr lang="ja-JP" altLang="en-US" sz="1050" dirty="0"/>
              <a:t>と、</a:t>
            </a:r>
            <a:r>
              <a:rPr lang="ja-JP" altLang="en-US" sz="1050" b="1" dirty="0"/>
              <a:t>クライアントシークレット</a:t>
            </a:r>
            <a:r>
              <a:rPr lang="ja-JP" altLang="en-US" sz="1050" dirty="0"/>
              <a:t> または </a:t>
            </a:r>
            <a:r>
              <a:rPr lang="ja-JP" altLang="en-US" sz="1050" b="1" dirty="0"/>
              <a:t>証明書</a:t>
            </a:r>
            <a:r>
              <a:rPr lang="ja-JP" altLang="en-US" sz="1050" dirty="0"/>
              <a:t> を取得します。</a:t>
            </a:r>
          </a:p>
          <a:p>
            <a:pPr marL="342900" lvl="0" indent="-342900" eaLnBrk="0" fontAlgn="base" hangingPunct="0">
              <a:spcBef>
                <a:spcPct val="0"/>
              </a:spcBef>
              <a:spcAft>
                <a:spcPct val="0"/>
              </a:spcAft>
              <a:buFont typeface="+mj-lt"/>
              <a:buAutoNum type="arabicPeriod"/>
            </a:pPr>
            <a:r>
              <a:rPr kumimoji="0" lang="ja-JP" altLang="ja-JP" sz="1200" b="1" dirty="0">
                <a:latin typeface="Arial" panose="020B0604020202020204" pitchFamily="34" charset="0"/>
              </a:rPr>
              <a:t>必要な Graph API 権限</a:t>
            </a:r>
          </a:p>
          <a:p>
            <a:pPr lvl="1" eaLnBrk="0" fontAlgn="base" hangingPunct="0">
              <a:spcBef>
                <a:spcPct val="0"/>
              </a:spcBef>
              <a:spcAft>
                <a:spcPct val="0"/>
              </a:spcAft>
            </a:pPr>
            <a:r>
              <a:rPr kumimoji="0" lang="ja-JP" altLang="ja-JP" sz="1050" dirty="0">
                <a:latin typeface="Arial" panose="020B0604020202020204" pitchFamily="34" charset="0"/>
              </a:rPr>
              <a:t>Graph API を使用して SharePoint のドキュメントライブラリを検索するには、主に以下の権限が必要です。</a:t>
            </a:r>
          </a:p>
          <a:p>
            <a:pPr marL="742950" lvl="1" indent="-285750" eaLnBrk="0" fontAlgn="base" hangingPunct="0">
              <a:spcBef>
                <a:spcPct val="0"/>
              </a:spcBef>
              <a:spcAft>
                <a:spcPct val="0"/>
              </a:spcAft>
              <a:buFont typeface="Arial" panose="020B0604020202020204" pitchFamily="34" charset="0"/>
              <a:buChar char="•"/>
            </a:pPr>
            <a:r>
              <a:rPr kumimoji="0" lang="ja-JP" altLang="ja-JP" sz="1050" b="1" dirty="0">
                <a:latin typeface="Arial Unicode MS"/>
              </a:rPr>
              <a:t>Files.Read.All</a:t>
            </a:r>
            <a:r>
              <a:rPr kumimoji="0" lang="ja-JP" altLang="ja-JP" sz="1050" dirty="0"/>
              <a:t>: SharePoint Online 内のすべてのファイルコンテンツを読み取る権限です。これにより、ドキュメントライブラリ内のファイルを検索し、そのメタデータやコンテンツを取得できます。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b="1" dirty="0">
                <a:latin typeface="Arial Unicode MS"/>
              </a:rPr>
              <a:t>Sites.Read.All</a:t>
            </a:r>
            <a:r>
              <a:rPr kumimoji="0" lang="ja-JP" altLang="ja-JP" sz="1050" dirty="0"/>
              <a:t>: SharePoint Online 内のすべてのサイトコレクションとサイトのメタデータを読み取る権限です。これにより、検索対象となるドキュメントライブラリが存在するサイトを特定できます。</a:t>
            </a:r>
            <a:endParaRPr kumimoji="0" lang="ja-JP" altLang="ja-JP" sz="1050" dirty="0">
              <a:latin typeface="Arial" panose="020B0604020202020204" pitchFamily="34" charset="0"/>
            </a:endParaRPr>
          </a:p>
          <a:p>
            <a:pPr lvl="1" eaLnBrk="0" fontAlgn="base" hangingPunct="0">
              <a:spcBef>
                <a:spcPct val="0"/>
              </a:spcBef>
              <a:spcAft>
                <a:spcPct val="0"/>
              </a:spcAft>
            </a:pPr>
            <a:r>
              <a:rPr kumimoji="0" lang="ja-JP" altLang="ja-JP" sz="1050" dirty="0">
                <a:latin typeface="Arial" panose="020B0604020202020204" pitchFamily="34" charset="0"/>
              </a:rPr>
              <a:t>これらの権限は、アプリケーションの登録時に Azure Active Directory (現 Microsoft Entra ID) で設定します。Power Apps や Power Automate から Graph API を呼び出す際には、これらの権限が付与されたサービスプリンシパルまたは委任された権限を持つユーザーアカウントを使用することになります。</a:t>
            </a:r>
          </a:p>
          <a:p>
            <a:pPr marL="342900" lvl="0" indent="-342900" eaLnBrk="0" fontAlgn="base" hangingPunct="0">
              <a:spcBef>
                <a:spcPct val="0"/>
              </a:spcBef>
              <a:spcAft>
                <a:spcPct val="0"/>
              </a:spcAft>
              <a:buFont typeface="+mj-lt"/>
              <a:buAutoNum type="arabicPeriod"/>
            </a:pPr>
            <a:r>
              <a:rPr kumimoji="0" lang="ja-JP" altLang="ja-JP" sz="1200" b="1" dirty="0">
                <a:latin typeface="Arial" panose="020B0604020202020204" pitchFamily="34" charset="0"/>
              </a:rPr>
              <a:t>Power Apps からの呼び出し:</a:t>
            </a:r>
            <a:endParaRPr kumimoji="0" lang="ja-JP" altLang="ja-JP"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Apps では、</a:t>
            </a:r>
            <a:r>
              <a:rPr kumimoji="0" lang="ja-JP" altLang="ja-JP" sz="1050" b="1" dirty="0">
                <a:latin typeface="Arial" panose="020B0604020202020204" pitchFamily="34" charset="0"/>
              </a:rPr>
              <a:t>カスタムコネクタ</a:t>
            </a:r>
            <a:r>
              <a:rPr kumimoji="0" lang="ja-JP" altLang="ja-JP" sz="1050" dirty="0">
                <a:latin typeface="Arial" panose="020B0604020202020204" pitchFamily="34" charset="0"/>
              </a:rPr>
              <a:t> を作成して Graph API エンドポイントを定義するのが一般的です。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カスタムコネクタの設定で、上記で説明した必要な Graph API 権限を要求するように設定します。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Graph API の検索エンドポイント（例: </a:t>
            </a:r>
            <a:r>
              <a:rPr kumimoji="0" lang="ja-JP" altLang="ja-JP" sz="1050" dirty="0">
                <a:latin typeface="Arial Unicode MS"/>
              </a:rPr>
              <a:t>https://graph.microsoft.com/v1.0/sites/{site-id}/drive/root/search(q='{search-query}')</a:t>
            </a:r>
            <a:r>
              <a:rPr kumimoji="0" lang="ja-JP" altLang="ja-JP" sz="1050" dirty="0"/>
              <a:t>）を呼び出すアクションを定義します。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特定のドキュメントライブラリを限定するには、</a:t>
            </a:r>
            <a:r>
              <a:rPr kumimoji="0" lang="ja-JP" altLang="ja-JP" sz="1050" dirty="0">
                <a:latin typeface="Arial Unicode MS"/>
              </a:rPr>
              <a:t>site-id</a:t>
            </a:r>
            <a:r>
              <a:rPr kumimoji="0" lang="ja-JP" altLang="ja-JP" sz="1050" dirty="0"/>
              <a:t> を指定するか、検索クエリ (</a:t>
            </a:r>
            <a:r>
              <a:rPr kumimoji="0" lang="ja-JP" altLang="ja-JP" sz="1050" dirty="0">
                <a:latin typeface="Arial Unicode MS"/>
              </a:rPr>
              <a:t>q</a:t>
            </a:r>
            <a:r>
              <a:rPr kumimoji="0" lang="ja-JP" altLang="ja-JP" sz="1050" dirty="0"/>
              <a:t>) にドキュメントライブラリ名やパスを含めるなどの工夫が必要になります。Graph API の検索機能は、</a:t>
            </a:r>
            <a:r>
              <a:rPr kumimoji="0" lang="ja-JP" altLang="ja-JP" sz="1050" dirty="0">
                <a:latin typeface="Arial Unicode MS"/>
              </a:rPr>
              <a:t>search</a:t>
            </a:r>
            <a:r>
              <a:rPr kumimoji="0" lang="ja-JP" altLang="ja-JP" sz="1050" dirty="0"/>
              <a:t> クエリパラメータで詳細なフィルタリングをサポートしています。例えば、</a:t>
            </a:r>
            <a:r>
              <a:rPr kumimoji="0" lang="ja-JP" altLang="ja-JP" sz="1050" dirty="0">
                <a:latin typeface="Arial Unicode MS"/>
              </a:rPr>
              <a:t>search(q='keyword in:Shared Documents')</a:t>
            </a:r>
            <a:r>
              <a:rPr kumimoji="0" lang="ja-JP" altLang="ja-JP" sz="1050" dirty="0"/>
              <a:t> のように、特定のフォルダを指定できます。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Apps のキャンバスアプリ内で、このカスタムコネクタのアクションを呼び出し、取得した検索結果を表示します。</a:t>
            </a:r>
            <a:endParaRPr kumimoji="0" lang="ja-JP" altLang="ja-JP" sz="1200" dirty="0">
              <a:latin typeface="Arial" panose="020B0604020202020204" pitchFamily="34" charset="0"/>
            </a:endParaRPr>
          </a:p>
          <a:p>
            <a:pPr marL="342900" lvl="0" indent="-342900" eaLnBrk="0" fontAlgn="base" hangingPunct="0">
              <a:spcBef>
                <a:spcPct val="0"/>
              </a:spcBef>
              <a:spcAft>
                <a:spcPct val="0"/>
              </a:spcAft>
              <a:buFont typeface="Arial" panose="020B0604020202020204" pitchFamily="34" charset="0"/>
              <a:buChar char="•"/>
            </a:pPr>
            <a:r>
              <a:rPr kumimoji="0" lang="ja-JP" altLang="ja-JP" sz="1200" b="1" dirty="0">
                <a:latin typeface="Arial" panose="020B0604020202020204" pitchFamily="34" charset="0"/>
              </a:rPr>
              <a:t>Power Automate Flow からの呼び出し:</a:t>
            </a:r>
            <a:endParaRPr kumimoji="0" lang="ja-JP" altLang="ja-JP"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Automate では、</a:t>
            </a:r>
            <a:r>
              <a:rPr kumimoji="0" lang="ja-JP" altLang="ja-JP" sz="1050" b="1" dirty="0">
                <a:latin typeface="Arial" panose="020B0604020202020204" pitchFamily="34" charset="0"/>
              </a:rPr>
              <a:t>HTTP アクション</a:t>
            </a:r>
            <a:r>
              <a:rPr kumimoji="0" lang="ja-JP" altLang="ja-JP" sz="1050" dirty="0">
                <a:latin typeface="Arial" panose="020B0604020202020204" pitchFamily="34" charset="0"/>
              </a:rPr>
              <a:t> を使用して Graph API を直接呼び出すことができます。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HTTP アクションの設定で、HTTP メソッドを </a:t>
            </a:r>
            <a:r>
              <a:rPr kumimoji="0" lang="ja-JP" altLang="ja-JP" sz="1050" dirty="0">
                <a:latin typeface="Arial Unicode MS"/>
              </a:rPr>
              <a:t>GET</a:t>
            </a:r>
            <a:r>
              <a:rPr kumimoji="0" lang="ja-JP" altLang="ja-JP" sz="1050" dirty="0"/>
              <a:t> または </a:t>
            </a:r>
            <a:r>
              <a:rPr kumimoji="0" lang="ja-JP" altLang="ja-JP" sz="1050" dirty="0">
                <a:latin typeface="Arial Unicode MS"/>
              </a:rPr>
              <a:t>POST</a:t>
            </a:r>
            <a:r>
              <a:rPr kumimoji="0" lang="ja-JP" altLang="ja-JP" sz="1050" dirty="0"/>
              <a:t> に設定し、Graph API のエンドポイント URL を指定します。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認証には、HTTP アクションの「認証」設定で「Active Directory OAuth」を選択し、必要な権限を持つ Azure AD アプリケーションのテナント ID、クライアント ID、クライアントシークレット（または証明書）を設定します。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ヘッダーには </a:t>
            </a:r>
            <a:r>
              <a:rPr kumimoji="0" lang="ja-JP" altLang="ja-JP" sz="1050" dirty="0">
                <a:latin typeface="Arial Unicode MS"/>
              </a:rPr>
              <a:t>Content-Type: application/json</a:t>
            </a:r>
            <a:r>
              <a:rPr kumimoji="0" lang="ja-JP" altLang="ja-JP" sz="1050" dirty="0"/>
              <a:t> などを設定します。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Unicode MS"/>
              </a:rPr>
              <a:t>uri</a:t>
            </a:r>
            <a:r>
              <a:rPr kumimoji="0" lang="ja-JP" altLang="ja-JP" sz="1050" dirty="0"/>
              <a:t> パラメータで検索クエリを指定し、ドキュメントライブラリを限定するための </a:t>
            </a:r>
            <a:r>
              <a:rPr kumimoji="0" lang="ja-JP" altLang="ja-JP" sz="1050" dirty="0">
                <a:latin typeface="Arial Unicode MS"/>
              </a:rPr>
              <a:t>in:</a:t>
            </a:r>
            <a:r>
              <a:rPr kumimoji="0" lang="ja-JP" altLang="ja-JP" sz="1050" dirty="0"/>
              <a:t> 演算子などを活用します。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取得した JSON レスポンスを解析し、必要に応じて後続のアクション（例: メール送信、SharePoint リストへの記録など）を実行します。</a:t>
            </a:r>
          </a:p>
        </p:txBody>
      </p:sp>
      <p:pic>
        <p:nvPicPr>
          <p:cNvPr id="2050" name="Picture 2" descr="Microsoft Graph API - Cyderes Documentation">
            <a:extLst>
              <a:ext uri="{FF2B5EF4-FFF2-40B4-BE49-F238E27FC236}">
                <a16:creationId xmlns:a16="http://schemas.microsoft.com/office/drawing/2014/main" id="{BBCC0D22-76B9-A051-8B58-50259E1DD6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7559" y="2879621"/>
            <a:ext cx="1437641" cy="718821"/>
          </a:xfrm>
          <a:prstGeom prst="rect">
            <a:avLst/>
          </a:prstGeom>
          <a:noFill/>
          <a:extLst>
            <a:ext uri="{909E8E84-426E-40DD-AFC4-6F175D3DCCD1}">
              <a14:hiddenFill xmlns:a14="http://schemas.microsoft.com/office/drawing/2010/main">
                <a:solidFill>
                  <a:srgbClr val="FFFFFF"/>
                </a:solidFill>
              </a14:hiddenFill>
            </a:ext>
          </a:extLst>
        </p:spPr>
      </p:pic>
      <p:pic>
        <p:nvPicPr>
          <p:cNvPr id="3"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3CB68834-A897-CE74-A512-5FD3ED5EF5E5}"/>
              </a:ext>
            </a:extLst>
          </p:cNvPr>
          <p:cNvPicPr>
            <a:picLocks noGrp="1"/>
          </p:cNvPicPr>
          <p:nvPr>
            <p:ph sz="quarter" idx="10"/>
          </p:nvPr>
        </p:nvPicPr>
        <p:blipFill>
          <a:blip r:embed="rId4"/>
          <a:stretch>
            <a:fillRect/>
          </a:stretch>
        </p:blipFill>
        <p:spPr>
          <a:xfrm>
            <a:off x="9090656" y="941625"/>
            <a:ext cx="1084608" cy="623650"/>
          </a:xfrm>
        </p:spPr>
      </p:pic>
      <p:pic>
        <p:nvPicPr>
          <p:cNvPr id="4" name="図 3"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B6A62F45-8902-2559-F5A3-F2D88D2259C0}"/>
              </a:ext>
            </a:extLst>
          </p:cNvPr>
          <p:cNvPicPr/>
          <p:nvPr/>
        </p:nvPicPr>
        <p:blipFill>
          <a:blip r:embed="rId5"/>
          <a:stretch>
            <a:fillRect/>
          </a:stretch>
        </p:blipFill>
        <p:spPr>
          <a:xfrm>
            <a:off x="10791180" y="828069"/>
            <a:ext cx="934788" cy="737206"/>
          </a:xfrm>
          <a:prstGeom prst="rect">
            <a:avLst/>
          </a:prstGeom>
        </p:spPr>
      </p:pic>
      <p:pic>
        <p:nvPicPr>
          <p:cNvPr id="5" name="図 4" descr="ロゴ, アイコン&#10;&#10;AI によって生成されたコンテンツは間違っている可能性があります。">
            <a:extLst>
              <a:ext uri="{FF2B5EF4-FFF2-40B4-BE49-F238E27FC236}">
                <a16:creationId xmlns:a16="http://schemas.microsoft.com/office/drawing/2014/main" id="{95B1F3E8-ADFA-6F77-03F0-A996FD410BC5}"/>
              </a:ext>
            </a:extLst>
          </p:cNvPr>
          <p:cNvPicPr/>
          <p:nvPr/>
        </p:nvPicPr>
        <p:blipFill>
          <a:blip r:embed="rId6"/>
          <a:stretch>
            <a:fillRect/>
          </a:stretch>
        </p:blipFill>
        <p:spPr>
          <a:xfrm>
            <a:off x="8336472" y="2928006"/>
            <a:ext cx="643597" cy="629116"/>
          </a:xfrm>
          <a:prstGeom prst="rect">
            <a:avLst/>
          </a:prstGeom>
        </p:spPr>
      </p:pic>
      <p:sp>
        <p:nvSpPr>
          <p:cNvPr id="6" name="正方形/長方形 5">
            <a:extLst>
              <a:ext uri="{FF2B5EF4-FFF2-40B4-BE49-F238E27FC236}">
                <a16:creationId xmlns:a16="http://schemas.microsoft.com/office/drawing/2014/main" id="{98C14583-0FF3-291C-E698-F3669A76D901}"/>
              </a:ext>
            </a:extLst>
          </p:cNvPr>
          <p:cNvSpPr/>
          <p:nvPr/>
        </p:nvSpPr>
        <p:spPr>
          <a:xfrm>
            <a:off x="9632959" y="2007933"/>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JP" altLang="en-US" sz="1100"/>
              <a:t>検索条件整備</a:t>
            </a:r>
          </a:p>
        </p:txBody>
      </p:sp>
      <p:cxnSp>
        <p:nvCxnSpPr>
          <p:cNvPr id="9" name="直線矢印コネクタ 8">
            <a:extLst>
              <a:ext uri="{FF2B5EF4-FFF2-40B4-BE49-F238E27FC236}">
                <a16:creationId xmlns:a16="http://schemas.microsoft.com/office/drawing/2014/main" id="{50328C86-20B2-14B6-CC7F-66AB08CDAFEB}"/>
              </a:ext>
            </a:extLst>
          </p:cNvPr>
          <p:cNvCxnSpPr>
            <a:cxnSpLocks/>
            <a:stCxn id="6" idx="2"/>
            <a:endCxn id="2050" idx="0"/>
          </p:cNvCxnSpPr>
          <p:nvPr/>
        </p:nvCxnSpPr>
        <p:spPr>
          <a:xfrm>
            <a:off x="10326379" y="2526093"/>
            <a:ext cx="1" cy="353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1380BE2B-520C-4697-E14B-2DCF4C9A12EA}"/>
              </a:ext>
            </a:extLst>
          </p:cNvPr>
          <p:cNvSpPr/>
          <p:nvPr/>
        </p:nvSpPr>
        <p:spPr>
          <a:xfrm>
            <a:off x="9632959" y="3951970"/>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JP" altLang="en-US" sz="1100" dirty="0"/>
              <a:t>保存</a:t>
            </a:r>
            <a:r>
              <a:rPr kumimoji="1" lang="en-US" altLang="ja-JP" sz="1100" dirty="0"/>
              <a:t>Site</a:t>
            </a:r>
            <a:r>
              <a:rPr kumimoji="1" lang="ja-JP" altLang="en-US" sz="1100" dirty="0"/>
              <a:t>であるかどうかで</a:t>
            </a:r>
            <a:r>
              <a:rPr kumimoji="1" lang="en-US" altLang="ja-JP" sz="1100" dirty="0"/>
              <a:t>Filter</a:t>
            </a:r>
            <a:endParaRPr kumimoji="1" lang="ja-JP" altLang="en-US" sz="1100" dirty="0"/>
          </a:p>
        </p:txBody>
      </p:sp>
      <p:cxnSp>
        <p:nvCxnSpPr>
          <p:cNvPr id="12" name="直線矢印コネクタ 11">
            <a:extLst>
              <a:ext uri="{FF2B5EF4-FFF2-40B4-BE49-F238E27FC236}">
                <a16:creationId xmlns:a16="http://schemas.microsoft.com/office/drawing/2014/main" id="{8810969E-8179-BD4C-EC5E-5D51A91615FB}"/>
              </a:ext>
            </a:extLst>
          </p:cNvPr>
          <p:cNvCxnSpPr>
            <a:cxnSpLocks/>
            <a:stCxn id="5" idx="3"/>
          </p:cNvCxnSpPr>
          <p:nvPr/>
        </p:nvCxnSpPr>
        <p:spPr>
          <a:xfrm>
            <a:off x="8980069" y="3242564"/>
            <a:ext cx="6255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7675FEFC-654E-D73B-658F-BA476ADFC735}"/>
              </a:ext>
            </a:extLst>
          </p:cNvPr>
          <p:cNvSpPr/>
          <p:nvPr/>
        </p:nvSpPr>
        <p:spPr>
          <a:xfrm>
            <a:off x="9632959" y="4823658"/>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ja-JP" sz="1100"/>
              <a:t>PowerApps</a:t>
            </a:r>
            <a:r>
              <a:rPr lang="ja-JP" altLang="en-US" sz="1100"/>
              <a:t>へ表示</a:t>
            </a:r>
          </a:p>
        </p:txBody>
      </p:sp>
      <p:pic>
        <p:nvPicPr>
          <p:cNvPr id="20"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3216AC98-C4AD-A915-4837-EAF9CC71F366}"/>
              </a:ext>
            </a:extLst>
          </p:cNvPr>
          <p:cNvPicPr>
            <a:picLocks/>
          </p:cNvPicPr>
          <p:nvPr/>
        </p:nvPicPr>
        <p:blipFill>
          <a:blip r:embed="rId4"/>
          <a:stretch>
            <a:fillRect/>
          </a:stretch>
        </p:blipFill>
        <p:spPr>
          <a:xfrm>
            <a:off x="9784075" y="5695346"/>
            <a:ext cx="1084608" cy="623650"/>
          </a:xfrm>
          <a:prstGeom prst="rect">
            <a:avLst/>
          </a:prstGeom>
        </p:spPr>
      </p:pic>
      <p:cxnSp>
        <p:nvCxnSpPr>
          <p:cNvPr id="22" name="コネクタ: カギ線 21">
            <a:extLst>
              <a:ext uri="{FF2B5EF4-FFF2-40B4-BE49-F238E27FC236}">
                <a16:creationId xmlns:a16="http://schemas.microsoft.com/office/drawing/2014/main" id="{F48DB493-97CF-8783-B827-83A40551939E}"/>
              </a:ext>
            </a:extLst>
          </p:cNvPr>
          <p:cNvCxnSpPr>
            <a:stCxn id="4" idx="2"/>
            <a:endCxn id="6" idx="0"/>
          </p:cNvCxnSpPr>
          <p:nvPr/>
        </p:nvCxnSpPr>
        <p:spPr>
          <a:xfrm rot="5400000">
            <a:off x="10571148" y="1320507"/>
            <a:ext cx="442658" cy="93219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B299363E-D321-A370-EB37-05993CE9F5F7}"/>
              </a:ext>
            </a:extLst>
          </p:cNvPr>
          <p:cNvCxnSpPr>
            <a:cxnSpLocks/>
            <a:stCxn id="2050" idx="2"/>
            <a:endCxn id="11" idx="0"/>
          </p:cNvCxnSpPr>
          <p:nvPr/>
        </p:nvCxnSpPr>
        <p:spPr>
          <a:xfrm flipH="1">
            <a:off x="10326379" y="3598442"/>
            <a:ext cx="1" cy="353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4F96A356-A086-CB10-6D72-DCCF5EB5B19D}"/>
              </a:ext>
            </a:extLst>
          </p:cNvPr>
          <p:cNvCxnSpPr>
            <a:cxnSpLocks/>
            <a:stCxn id="11" idx="2"/>
          </p:cNvCxnSpPr>
          <p:nvPr/>
        </p:nvCxnSpPr>
        <p:spPr>
          <a:xfrm>
            <a:off x="10326379" y="4470130"/>
            <a:ext cx="0" cy="353528"/>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382E4080-4DAF-2D21-6665-6BC02ED8EF13}"/>
              </a:ext>
            </a:extLst>
          </p:cNvPr>
          <p:cNvCxnSpPr>
            <a:cxnSpLocks/>
            <a:stCxn id="3" idx="2"/>
            <a:endCxn id="6" idx="0"/>
          </p:cNvCxnSpPr>
          <p:nvPr/>
        </p:nvCxnSpPr>
        <p:spPr>
          <a:xfrm rot="16200000" flipH="1">
            <a:off x="9758340" y="1439894"/>
            <a:ext cx="442658" cy="693419"/>
          </a:xfrm>
          <a:prstGeom prst="bentConnector3">
            <a:avLst>
              <a:gd name="adj1" fmla="val 50000"/>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803390F5-3455-17B5-CB2F-194E9C0F4A89}"/>
              </a:ext>
            </a:extLst>
          </p:cNvPr>
          <p:cNvCxnSpPr>
            <a:cxnSpLocks/>
            <a:endCxn id="20" idx="0"/>
          </p:cNvCxnSpPr>
          <p:nvPr/>
        </p:nvCxnSpPr>
        <p:spPr>
          <a:xfrm>
            <a:off x="10326379" y="5307562"/>
            <a:ext cx="0" cy="387784"/>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39" name="フローチャート: 書類 38">
            <a:extLst>
              <a:ext uri="{FF2B5EF4-FFF2-40B4-BE49-F238E27FC236}">
                <a16:creationId xmlns:a16="http://schemas.microsoft.com/office/drawing/2014/main" id="{82F3BDC6-8014-83E8-ADD9-558AF94A83C9}"/>
              </a:ext>
            </a:extLst>
          </p:cNvPr>
          <p:cNvSpPr/>
          <p:nvPr/>
        </p:nvSpPr>
        <p:spPr>
          <a:xfrm>
            <a:off x="8347719" y="4424194"/>
            <a:ext cx="619809" cy="365760"/>
          </a:xfrm>
          <a:prstGeom prst="flowChartDocumen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ja-JP" altLang="en-US" sz="1100" dirty="0"/>
              <a:t>表示用結果</a:t>
            </a:r>
          </a:p>
        </p:txBody>
      </p:sp>
      <p:cxnSp>
        <p:nvCxnSpPr>
          <p:cNvPr id="40" name="コネクタ: カギ線 39">
            <a:extLst>
              <a:ext uri="{FF2B5EF4-FFF2-40B4-BE49-F238E27FC236}">
                <a16:creationId xmlns:a16="http://schemas.microsoft.com/office/drawing/2014/main" id="{0D8A7114-4A0B-ADAF-FD82-C6F3DE8879C2}"/>
              </a:ext>
            </a:extLst>
          </p:cNvPr>
          <p:cNvCxnSpPr>
            <a:cxnSpLocks/>
            <a:stCxn id="11" idx="1"/>
            <a:endCxn id="39" idx="0"/>
          </p:cNvCxnSpPr>
          <p:nvPr/>
        </p:nvCxnSpPr>
        <p:spPr>
          <a:xfrm rot="10800000" flipV="1">
            <a:off x="8657625" y="4211050"/>
            <a:ext cx="975335" cy="21314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8AF1A0BD-ACCC-F6F9-24D1-56FCB3423E02}"/>
              </a:ext>
            </a:extLst>
          </p:cNvPr>
          <p:cNvCxnSpPr>
            <a:cxnSpLocks/>
            <a:stCxn id="39" idx="2"/>
            <a:endCxn id="19" idx="1"/>
          </p:cNvCxnSpPr>
          <p:nvPr/>
        </p:nvCxnSpPr>
        <p:spPr>
          <a:xfrm rot="16200000" flipH="1">
            <a:off x="8986809" y="4436587"/>
            <a:ext cx="316965" cy="975335"/>
          </a:xfrm>
          <a:prstGeom prst="bentConnector2">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08D12AAD-0C20-B22C-AFE2-2D003DBEE77F}"/>
              </a:ext>
            </a:extLst>
          </p:cNvPr>
          <p:cNvSpPr txBox="1"/>
          <p:nvPr/>
        </p:nvSpPr>
        <p:spPr>
          <a:xfrm>
            <a:off x="10377301" y="2526093"/>
            <a:ext cx="1608171" cy="523220"/>
          </a:xfrm>
          <a:prstGeom prst="rect">
            <a:avLst/>
          </a:prstGeom>
          <a:noFill/>
        </p:spPr>
        <p:txBody>
          <a:bodyPr wrap="square" rtlCol="0">
            <a:spAutoFit/>
          </a:bodyPr>
          <a:lstStyle/>
          <a:p>
            <a:r>
              <a:rPr kumimoji="1" lang="en-US" altLang="zh-CN" sz="700" b="1"/>
              <a:t>Send Http Request Sequence</a:t>
            </a:r>
          </a:p>
          <a:p>
            <a:pPr marL="228600" indent="-228600">
              <a:buFont typeface="+mj-lt"/>
              <a:buAutoNum type="arabicPeriod"/>
            </a:pPr>
            <a:r>
              <a:rPr lang="en-US" altLang="ja-JP" sz="700"/>
              <a:t>Auth</a:t>
            </a:r>
          </a:p>
          <a:p>
            <a:pPr marL="228600" indent="-228600">
              <a:buFont typeface="+mj-lt"/>
              <a:buAutoNum type="arabicPeriod"/>
            </a:pPr>
            <a:r>
              <a:rPr kumimoji="1" lang="en-US" altLang="zh-CN" sz="700"/>
              <a:t>Get token</a:t>
            </a:r>
          </a:p>
          <a:p>
            <a:pPr marL="228600" indent="-228600">
              <a:buFont typeface="+mj-lt"/>
              <a:buAutoNum type="arabicPeriod"/>
            </a:pPr>
            <a:r>
              <a:rPr lang="en-US" altLang="zh-CN" sz="700"/>
              <a:t>Send Request</a:t>
            </a:r>
            <a:endParaRPr kumimoji="1" lang="ja-JP" altLang="en-US" sz="700"/>
          </a:p>
        </p:txBody>
      </p:sp>
    </p:spTree>
    <p:extLst>
      <p:ext uri="{BB962C8B-B14F-4D97-AF65-F5344CB8AC3E}">
        <p14:creationId xmlns:p14="http://schemas.microsoft.com/office/powerpoint/2010/main" val="17481618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E2FBB-DC3A-220C-F84A-051129129C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DC9CF8D-840E-6CF6-800C-146B8E70CC6A}"/>
              </a:ext>
            </a:extLst>
          </p:cNvPr>
          <p:cNvSpPr>
            <a:spLocks noGrp="1"/>
          </p:cNvSpPr>
          <p:nvPr>
            <p:ph type="title"/>
          </p:nvPr>
        </p:nvSpPr>
        <p:spPr>
          <a:xfrm>
            <a:off x="414336" y="255263"/>
            <a:ext cx="9327072" cy="683629"/>
          </a:xfrm>
        </p:spPr>
        <p:txBody>
          <a:bodyPr>
            <a:normAutofit/>
          </a:bodyPr>
          <a:lstStyle/>
          <a:p>
            <a:r>
              <a:rPr lang="ja-JP" altLang="en-US" dirty="0"/>
              <a:t>実現方法－パフォーマンス最適化</a:t>
            </a:r>
            <a:endParaRPr lang="ja-JP" altLang="en-US" dirty="0">
              <a:effectLst/>
            </a:endParaRPr>
          </a:p>
        </p:txBody>
      </p:sp>
      <p:sp>
        <p:nvSpPr>
          <p:cNvPr id="15" name="テキスト ボックス 14">
            <a:extLst>
              <a:ext uri="{FF2B5EF4-FFF2-40B4-BE49-F238E27FC236}">
                <a16:creationId xmlns:a16="http://schemas.microsoft.com/office/drawing/2014/main" id="{96A45E24-A945-6DD0-10F4-48B063BF3A7B}"/>
              </a:ext>
            </a:extLst>
          </p:cNvPr>
          <p:cNvSpPr txBox="1"/>
          <p:nvPr/>
        </p:nvSpPr>
        <p:spPr bwMode="auto">
          <a:xfrm>
            <a:off x="414336" y="874314"/>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データアクセス: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SQL Serverのクエリ最適化（インデックス、ストアドプロシージャ使用）。</a:t>
            </a:r>
            <a:endParaRPr kumimoji="0" lang="en-US" altLang="zh-CN" sz="16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PowerAppsのDelegationを活用（Filter/Sortをサーバーサイド処理）。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ファイル扱い: </a:t>
            </a:r>
            <a:endParaRPr kumimoji="0" lang="en-US" altLang="zh-CN" dirty="0">
              <a:latin typeface="Arial" panose="020B0604020202020204" pitchFamily="34" charset="0"/>
            </a:endParaRPr>
          </a:p>
          <a:p>
            <a:pPr lvl="1" eaLnBrk="0" fontAlgn="base" hangingPunct="0">
              <a:spcBef>
                <a:spcPct val="0"/>
              </a:spcBef>
              <a:spcAft>
                <a:spcPct val="0"/>
              </a:spcAft>
            </a:pPr>
            <a:r>
              <a:rPr kumimoji="0" lang="zh-CN" altLang="zh-CN" sz="1600" dirty="0">
                <a:latin typeface="Arial" panose="020B0604020202020204" pitchFamily="34" charset="0"/>
              </a:rPr>
              <a:t>非同期ロード（PowerAppsのConcurrent関数）。大容量ファイル時はストリーミング</a:t>
            </a:r>
            <a:r>
              <a:rPr kumimoji="0" lang="zh-CN" altLang="zh-CN"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スケーラビリティ: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lang="en-US" altLang="ja-JP" sz="1600" dirty="0">
                <a:solidFill>
                  <a:srgbClr val="C00000"/>
                </a:solidFill>
              </a:rPr>
              <a:t>On-premises </a:t>
            </a:r>
            <a:r>
              <a:rPr lang="en-US" altLang="ja-JP" sz="1600" dirty="0" err="1">
                <a:solidFill>
                  <a:srgbClr val="C00000"/>
                </a:solidFill>
              </a:rPr>
              <a:t>Sqlserver</a:t>
            </a:r>
            <a:r>
              <a:rPr lang="ja-JP" altLang="en-US" sz="1600" dirty="0">
                <a:solidFill>
                  <a:srgbClr val="C00000"/>
                </a:solidFill>
              </a:rPr>
              <a:t>を利用した場合、</a:t>
            </a:r>
            <a:r>
              <a:rPr lang="en-US" altLang="ja-JP" sz="1600" dirty="0">
                <a:solidFill>
                  <a:srgbClr val="C00000"/>
                </a:solidFill>
              </a:rPr>
              <a:t>30</a:t>
            </a:r>
            <a:r>
              <a:rPr lang="ja-JP" altLang="en-US" sz="1600" dirty="0">
                <a:solidFill>
                  <a:srgbClr val="C00000"/>
                </a:solidFill>
              </a:rPr>
              <a:t>分以内でサーバ</a:t>
            </a:r>
            <a:r>
              <a:rPr lang="en-US" altLang="ja-JP" sz="1600" dirty="0" err="1">
                <a:solidFill>
                  <a:srgbClr val="C00000"/>
                </a:solidFill>
              </a:rPr>
              <a:t>Down,CPU</a:t>
            </a:r>
            <a:r>
              <a:rPr lang="en-US" altLang="ja-JP" sz="1600" dirty="0">
                <a:solidFill>
                  <a:srgbClr val="C00000"/>
                </a:solidFill>
              </a:rPr>
              <a:t>/</a:t>
            </a:r>
            <a:r>
              <a:rPr lang="ja-JP" altLang="en-US" sz="1600" dirty="0">
                <a:solidFill>
                  <a:srgbClr val="C00000"/>
                </a:solidFill>
              </a:rPr>
              <a:t>メモリオプション変更、</a:t>
            </a:r>
            <a:r>
              <a:rPr lang="en-US" altLang="ja-JP" sz="1600" dirty="0">
                <a:solidFill>
                  <a:srgbClr val="C00000"/>
                </a:solidFill>
              </a:rPr>
              <a:t>Up</a:t>
            </a:r>
            <a:r>
              <a:rPr lang="ja-JP" altLang="en-US" sz="1600" dirty="0">
                <a:solidFill>
                  <a:srgbClr val="C00000"/>
                </a:solidFill>
              </a:rPr>
              <a:t>でリソース増設可能</a:t>
            </a:r>
            <a:endParaRPr lang="en-US" altLang="ja-JP" sz="1600" dirty="0">
              <a:solidFill>
                <a:srgbClr val="C00000"/>
              </a:solidFill>
            </a:endParaRPr>
          </a:p>
          <a:p>
            <a:pPr marL="285750" lvl="0" indent="-285750" eaLnBrk="0" fontAlgn="base" hangingPunct="0">
              <a:spcBef>
                <a:spcPct val="0"/>
              </a:spcBef>
              <a:spcAft>
                <a:spcPct val="0"/>
              </a:spcAft>
              <a:buFont typeface="Arial" panose="020B0604020202020204" pitchFamily="34" charset="0"/>
              <a:buChar char="•"/>
            </a:pPr>
            <a:r>
              <a:rPr lang="ja-JP" altLang="en-US" dirty="0"/>
              <a:t>高可用性</a:t>
            </a:r>
            <a:r>
              <a:rPr lang="zh-CN" altLang="en-US" dirty="0"/>
              <a:t>（</a:t>
            </a:r>
            <a:r>
              <a:rPr lang="en-US" altLang="zh-CN" dirty="0"/>
              <a:t>HA</a:t>
            </a:r>
            <a:r>
              <a:rPr lang="zh-CN" altLang="en-US" dirty="0"/>
              <a:t>）：</a:t>
            </a:r>
            <a:r>
              <a:rPr lang="en-US" altLang="zh-CN" dirty="0" err="1"/>
              <a:t>Sqlserver</a:t>
            </a:r>
            <a:r>
              <a:rPr lang="ja-JP" altLang="en-US" dirty="0"/>
              <a:t>は</a:t>
            </a:r>
            <a:r>
              <a:rPr lang="en-US" altLang="ja-JP" dirty="0"/>
              <a:t>Cloud</a:t>
            </a:r>
            <a:r>
              <a:rPr lang="ja-JP" altLang="en-US" dirty="0"/>
              <a:t>（</a:t>
            </a:r>
            <a:r>
              <a:rPr lang="en-US" altLang="ja-JP" dirty="0"/>
              <a:t>Vesta</a:t>
            </a:r>
            <a:r>
              <a:rPr lang="ja-JP" altLang="en-US" dirty="0"/>
              <a:t>と同様</a:t>
            </a:r>
            <a:r>
              <a:rPr lang="en-US" altLang="ja-JP" dirty="0"/>
              <a:t>AWS</a:t>
            </a:r>
            <a:r>
              <a:rPr lang="ja-JP" altLang="en-US" dirty="0"/>
              <a:t>に置くと想定）に置き、</a:t>
            </a:r>
            <a:r>
              <a:rPr lang="en-US" altLang="ja-JP" dirty="0"/>
              <a:t>AWS</a:t>
            </a:r>
            <a:r>
              <a:rPr lang="ja-JP" altLang="en-US" dirty="0"/>
              <a:t>のリージョン・</a:t>
            </a:r>
            <a:r>
              <a:rPr lang="ja-JP" altLang="en-US" sz="1600" dirty="0"/>
              <a:t>アベイラビリティゾーンを活用した冗長化および、</a:t>
            </a:r>
            <a:r>
              <a:rPr lang="en-US" altLang="ja-JP" sz="1600" dirty="0"/>
              <a:t>EC2</a:t>
            </a:r>
            <a:r>
              <a:rPr lang="ja-JP" altLang="en-US" sz="1600" dirty="0"/>
              <a:t>インスタンスの自動復旧機能を活用</a:t>
            </a:r>
            <a:endParaRPr lang="en-US" altLang="ja-JP" sz="1600" dirty="0"/>
          </a:p>
          <a:p>
            <a:pPr marL="742950" lvl="1" indent="-285750" eaLnBrk="0" fontAlgn="base" hangingPunct="0">
              <a:spcBef>
                <a:spcPct val="0"/>
              </a:spcBef>
              <a:spcAft>
                <a:spcPct val="0"/>
              </a:spcAft>
              <a:buFont typeface="Arial" panose="020B0604020202020204" pitchFamily="34" charset="0"/>
              <a:buChar char="•"/>
            </a:pPr>
            <a:r>
              <a:rPr lang="ja-JP" altLang="en-US" sz="1400" dirty="0"/>
              <a:t>を活用した冗長化</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ja-JP" altLang="en-US" sz="1400" dirty="0"/>
              <a:t>マルチ</a:t>
            </a:r>
            <a:r>
              <a:rPr lang="de-DE" altLang="ja-JP" sz="1400" dirty="0"/>
              <a:t>AZ</a:t>
            </a:r>
            <a:r>
              <a:rPr lang="ja-JP" altLang="en-US" sz="1400" dirty="0"/>
              <a:t>リージョン・アベイラビリティゾーン構成 </a:t>
            </a:r>
            <a:r>
              <a:rPr lang="en-US" altLang="ja-JP" sz="1400" dirty="0"/>
              <a:t>(</a:t>
            </a:r>
            <a:r>
              <a:rPr lang="de-DE" altLang="ja-JP" sz="1400" dirty="0"/>
              <a:t>Multi-AZ)</a:t>
            </a:r>
          </a:p>
          <a:p>
            <a:pPr marL="1200150" lvl="2" indent="-285750" eaLnBrk="0" fontAlgn="base" hangingPunct="0">
              <a:spcBef>
                <a:spcPct val="0"/>
              </a:spcBef>
              <a:spcAft>
                <a:spcPct val="0"/>
              </a:spcAft>
              <a:buFont typeface="Arial" panose="020B0604020202020204" pitchFamily="34" charset="0"/>
              <a:buChar char="•"/>
            </a:pPr>
            <a:r>
              <a:rPr lang="ja-JP" altLang="en-US" sz="1400" dirty="0"/>
              <a:t>マルチリージョン構成 </a:t>
            </a:r>
            <a:r>
              <a:rPr lang="en-US" altLang="ja-JP" sz="1400" dirty="0"/>
              <a:t>(Multi-Region)</a:t>
            </a:r>
          </a:p>
          <a:p>
            <a:pPr marL="742950" lvl="1" indent="-285750" eaLnBrk="0" fontAlgn="base" hangingPunct="0">
              <a:spcBef>
                <a:spcPct val="0"/>
              </a:spcBef>
              <a:spcAft>
                <a:spcPct val="0"/>
              </a:spcAft>
              <a:buFont typeface="Arial" panose="020B0604020202020204" pitchFamily="34" charset="0"/>
              <a:buChar char="•"/>
            </a:pPr>
            <a:r>
              <a:rPr lang="en-US" altLang="ja-JP" sz="1400" dirty="0"/>
              <a:t>EC2</a:t>
            </a:r>
            <a:r>
              <a:rPr lang="ja-JP" altLang="en-US" sz="1400" dirty="0"/>
              <a:t>インスタンスの自動復旧機能</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de-DE" altLang="ja-JP" sz="1400" dirty="0"/>
              <a:t>EC2 Auto Recovery</a:t>
            </a:r>
          </a:p>
          <a:p>
            <a:pPr marL="742950" lvl="1" indent="-285750" eaLnBrk="0" fontAlgn="base" hangingPunct="0">
              <a:spcBef>
                <a:spcPct val="0"/>
              </a:spcBef>
              <a:spcAft>
                <a:spcPct val="0"/>
              </a:spcAft>
              <a:buFont typeface="Arial" panose="020B0604020202020204" pitchFamily="34" charset="0"/>
              <a:buChar char="•"/>
            </a:pPr>
            <a:r>
              <a:rPr lang="ja-JP" altLang="en-US" sz="1400" dirty="0"/>
              <a:t>クラスタリングソフトウェアによる高可用性構成</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en-US" altLang="ja-JP" sz="1400" dirty="0"/>
              <a:t>HA</a:t>
            </a:r>
            <a:r>
              <a:rPr lang="ja-JP" altLang="en-US" sz="1400" dirty="0"/>
              <a:t>クラスタリングソフトウェア</a:t>
            </a:r>
            <a:endParaRPr kumimoji="0" lang="en-US" altLang="zh-CN" sz="1400"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監視: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Power BIでパフォーマンスレポート作成。ボトルネック検知のためのログ（Application Insights）。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テスト: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負荷テスト（例: 同時100ユーザーアクセス</a:t>
            </a:r>
            <a:r>
              <a:rPr kumimoji="0" lang="zh-CN" altLang="en-US" sz="1600" dirty="0">
                <a:latin typeface="Arial" panose="020B0604020202020204" pitchFamily="34" charset="0"/>
              </a:rPr>
              <a:t>，</a:t>
            </a:r>
            <a:r>
              <a:rPr kumimoji="0" lang="en-US" altLang="zh-CN" sz="1600" dirty="0">
                <a:latin typeface="Arial" panose="020B0604020202020204" pitchFamily="34" charset="0"/>
              </a:rPr>
              <a:t>Max 20000 </a:t>
            </a:r>
            <a:r>
              <a:rPr kumimoji="0" lang="ja-JP" altLang="en-US" sz="1600" dirty="0">
                <a:latin typeface="Arial" panose="020B0604020202020204" pitchFamily="34" charset="0"/>
              </a:rPr>
              <a:t>ユーザ、</a:t>
            </a:r>
            <a:r>
              <a:rPr kumimoji="0" lang="en-US" altLang="ja-JP" sz="1600" dirty="0">
                <a:latin typeface="Arial" panose="020B0604020202020204" pitchFamily="34" charset="0"/>
              </a:rPr>
              <a:t>10</a:t>
            </a:r>
            <a:r>
              <a:rPr kumimoji="0" lang="ja-JP" altLang="en-US" sz="1600" dirty="0">
                <a:latin typeface="Arial" panose="020B0604020202020204" pitchFamily="34" charset="0"/>
              </a:rPr>
              <a:t>年データ量ベース</a:t>
            </a:r>
            <a:r>
              <a:rPr kumimoji="0" lang="zh-CN" altLang="zh-CN" sz="1600" dirty="0">
                <a:latin typeface="Arial" panose="020B0604020202020204" pitchFamily="34" charset="0"/>
              </a:rPr>
              <a:t>）を実施。 </a:t>
            </a:r>
          </a:p>
          <a:p>
            <a:pPr marL="285750" indent="-285750" algn="l">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10364183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E01DB-F78E-1C74-6D66-019A19CB8C7A}"/>
            </a:ext>
          </a:extLst>
        </p:cNvPr>
        <p:cNvGrpSpPr/>
        <p:nvPr/>
      </p:nvGrpSpPr>
      <p:grpSpPr>
        <a:xfrm>
          <a:off x="0" y="0"/>
          <a:ext cx="0" cy="0"/>
          <a:chOff x="0" y="0"/>
          <a:chExt cx="0" cy="0"/>
        </a:xfrm>
      </p:grpSpPr>
      <p:sp>
        <p:nvSpPr>
          <p:cNvPr id="6" name="四角形: 角を丸くする 5">
            <a:extLst>
              <a:ext uri="{FF2B5EF4-FFF2-40B4-BE49-F238E27FC236}">
                <a16:creationId xmlns:a16="http://schemas.microsoft.com/office/drawing/2014/main" id="{E59D1AF9-C356-6558-6AF1-F274032D2EE9}"/>
              </a:ext>
            </a:extLst>
          </p:cNvPr>
          <p:cNvSpPr/>
          <p:nvPr/>
        </p:nvSpPr>
        <p:spPr>
          <a:xfrm>
            <a:off x="6255509" y="3510831"/>
            <a:ext cx="3755648" cy="327857"/>
          </a:xfrm>
          <a:prstGeom prst="roundRect">
            <a:avLst>
              <a:gd name="adj" fmla="val 7206"/>
            </a:avLst>
          </a:prstGeom>
          <a:solidFill>
            <a:srgbClr val="F8CAB6">
              <a:alpha val="50000"/>
            </a:srgbClr>
          </a:solidFill>
          <a:ln w="635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EE89410B-112C-E6D2-BCEA-28AE095B7B36}"/>
              </a:ext>
            </a:extLst>
          </p:cNvPr>
          <p:cNvSpPr>
            <a:spLocks noGrp="1"/>
          </p:cNvSpPr>
          <p:nvPr>
            <p:ph type="title"/>
          </p:nvPr>
        </p:nvSpPr>
        <p:spPr>
          <a:xfrm>
            <a:off x="414336" y="255263"/>
            <a:ext cx="9327072" cy="683629"/>
          </a:xfrm>
        </p:spPr>
        <p:txBody>
          <a:bodyPr>
            <a:normAutofit/>
          </a:bodyPr>
          <a:lstStyle/>
          <a:p>
            <a:r>
              <a:rPr lang="ja-JP" altLang="en-US"/>
              <a:t>実現方法－権限管理</a:t>
            </a:r>
            <a:endParaRPr lang="ja-JP" altLang="en-US">
              <a:effectLst/>
            </a:endParaRPr>
          </a:p>
        </p:txBody>
      </p:sp>
      <p:sp>
        <p:nvSpPr>
          <p:cNvPr id="15" name="テキスト ボックス 14">
            <a:extLst>
              <a:ext uri="{FF2B5EF4-FFF2-40B4-BE49-F238E27FC236}">
                <a16:creationId xmlns:a16="http://schemas.microsoft.com/office/drawing/2014/main" id="{02B498EF-B1F4-2225-C578-0847017838EB}"/>
              </a:ext>
            </a:extLst>
          </p:cNvPr>
          <p:cNvSpPr txBox="1"/>
          <p:nvPr/>
        </p:nvSpPr>
        <p:spPr>
          <a:xfrm>
            <a:off x="323843" y="1372463"/>
            <a:ext cx="5387430" cy="4185057"/>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342900" lvl="0" indent="-342900" eaLnBrk="0" fontAlgn="base" hangingPunct="0">
              <a:spcBef>
                <a:spcPct val="0"/>
              </a:spcBef>
              <a:spcAft>
                <a:spcPct val="0"/>
              </a:spcAft>
              <a:buFont typeface="+mj-lt"/>
              <a:buAutoNum type="arabicPeriod"/>
            </a:pPr>
            <a:r>
              <a:rPr kumimoji="0" lang="ja-JP" altLang="en-US" sz="1600" dirty="0">
                <a:latin typeface="Arial" panose="020B0604020202020204" pitchFamily="34" charset="0"/>
              </a:rPr>
              <a:t>ユーザグループ単位で、画面の</a:t>
            </a:r>
            <a:r>
              <a:rPr kumimoji="0" lang="en-US" altLang="ja-JP" sz="1600" dirty="0">
                <a:latin typeface="Arial" panose="020B0604020202020204" pitchFamily="34" charset="0"/>
              </a:rPr>
              <a:t>CRUD</a:t>
            </a:r>
            <a:r>
              <a:rPr kumimoji="0" lang="ja-JP" altLang="en-US" sz="1600" dirty="0">
                <a:latin typeface="Arial" panose="020B0604020202020204" pitchFamily="34" charset="0"/>
              </a:rPr>
              <a:t>権限の定義可能</a:t>
            </a:r>
            <a:endParaRPr kumimoji="0" lang="en-US" altLang="ja-JP" sz="16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r>
              <a:rPr kumimoji="0" lang="ja-JP" altLang="en-US" sz="1600" dirty="0">
                <a:latin typeface="Arial" panose="020B0604020202020204" pitchFamily="34" charset="0"/>
              </a:rPr>
              <a:t>データレコード単位で、開示範囲</a:t>
            </a:r>
            <a:endParaRPr kumimoji="0" lang="en-US" altLang="ja-JP" sz="16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（＝参照権限　ユーザ、グループ向け）の定義可能</a:t>
            </a:r>
            <a:endParaRPr kumimoji="0" lang="en-US" altLang="ja-JP" sz="16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r>
              <a:rPr kumimoji="0" lang="en-US" altLang="ja-JP" sz="1600" dirty="0">
                <a:latin typeface="Arial" panose="020B0604020202020204" pitchFamily="34" charset="0"/>
              </a:rPr>
              <a:t>PowerApps</a:t>
            </a:r>
            <a:r>
              <a:rPr kumimoji="0" lang="ja-JP" altLang="en-US" sz="1600" dirty="0">
                <a:latin typeface="Arial" panose="020B0604020202020204" pitchFamily="34" charset="0"/>
              </a:rPr>
              <a:t>アクセス可否の権限チェックに関しては、</a:t>
            </a:r>
            <a:r>
              <a:rPr kumimoji="0" lang="en-US" altLang="ja-JP" sz="1600" dirty="0">
                <a:latin typeface="Arial" panose="020B0604020202020204" pitchFamily="34" charset="0"/>
              </a:rPr>
              <a:t>Azure </a:t>
            </a:r>
            <a:r>
              <a:rPr kumimoji="0" lang="ja-JP" altLang="en-US" sz="1600" dirty="0">
                <a:latin typeface="Arial" panose="020B0604020202020204" pitchFamily="34" charset="0"/>
              </a:rPr>
              <a:t>の</a:t>
            </a:r>
            <a:r>
              <a:rPr kumimoji="0" lang="en-US" altLang="ja-JP" sz="1600" dirty="0" err="1">
                <a:latin typeface="Arial" panose="020B0604020202020204" pitchFamily="34" charset="0"/>
              </a:rPr>
              <a:t>SecurityGroup</a:t>
            </a:r>
            <a:r>
              <a:rPr kumimoji="0" lang="ja-JP" altLang="en-US" sz="1600" dirty="0">
                <a:latin typeface="Arial" panose="020B0604020202020204" pitchFamily="34" charset="0"/>
              </a:rPr>
              <a:t>で管理されますが、ユーザグループ・文書単位のアクセス権限は</a:t>
            </a:r>
            <a:r>
              <a:rPr kumimoji="0" lang="en-US" altLang="ja-JP" sz="1600" dirty="0" err="1">
                <a:latin typeface="Arial" panose="020B0604020202020204" pitchFamily="34" charset="0"/>
              </a:rPr>
              <a:t>Sqlserver</a:t>
            </a:r>
            <a:r>
              <a:rPr kumimoji="0" lang="ja-JP" altLang="en-US" sz="1600" dirty="0">
                <a:latin typeface="Arial" panose="020B0604020202020204" pitchFamily="34" charset="0"/>
              </a:rPr>
              <a:t>にて権限管理テーブルを定義し、業務レベルで管理する</a:t>
            </a:r>
            <a:endParaRPr kumimoji="0" lang="en-US" altLang="ja-JP" sz="16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一覧系（検索結果）は、</a:t>
            </a:r>
            <a:r>
              <a:rPr kumimoji="0" lang="en-US" altLang="ja-JP" sz="1400" dirty="0" err="1">
                <a:latin typeface="Arial" panose="020B0604020202020204" pitchFamily="34" charset="0"/>
              </a:rPr>
              <a:t>Sql</a:t>
            </a:r>
            <a:r>
              <a:rPr kumimoji="0" lang="ja-JP" altLang="en-US" sz="1400" dirty="0">
                <a:latin typeface="Arial" panose="020B0604020202020204" pitchFamily="34" charset="0"/>
              </a:rPr>
              <a:t>の</a:t>
            </a:r>
            <a:r>
              <a:rPr kumimoji="0" lang="en-US" altLang="ja-JP" sz="1400" dirty="0">
                <a:latin typeface="Arial" panose="020B0604020202020204" pitchFamily="34" charset="0"/>
              </a:rPr>
              <a:t>Where</a:t>
            </a:r>
            <a:r>
              <a:rPr kumimoji="0" lang="ja-JP" altLang="en-US" sz="1400" dirty="0">
                <a:latin typeface="Arial" panose="020B0604020202020204" pitchFamily="34" charset="0"/>
              </a:rPr>
              <a:t>条件でアクセス可能の文書のみで</a:t>
            </a:r>
            <a:r>
              <a:rPr kumimoji="0" lang="en-US" altLang="ja-JP" sz="1400" dirty="0">
                <a:latin typeface="Arial" panose="020B0604020202020204" pitchFamily="34" charset="0"/>
              </a:rPr>
              <a:t>Filter</a:t>
            </a:r>
            <a:r>
              <a:rPr kumimoji="0" lang="ja-JP" altLang="en-US" sz="1400" dirty="0">
                <a:latin typeface="Arial" panose="020B0604020202020204" pitchFamily="34" charset="0"/>
              </a:rPr>
              <a:t>する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文書の詳細画面直接開く場合、カレントログインユーザのアクセス可否を再度判断する（直接</a:t>
            </a:r>
            <a:r>
              <a:rPr kumimoji="0" lang="en-US" altLang="ja-JP" sz="1400" dirty="0" err="1">
                <a:latin typeface="Arial" panose="020B0604020202020204" pitchFamily="34" charset="0"/>
              </a:rPr>
              <a:t>Url</a:t>
            </a:r>
            <a:r>
              <a:rPr kumimoji="0" lang="ja-JP" altLang="en-US" sz="1400" dirty="0">
                <a:latin typeface="Arial" panose="020B0604020202020204" pitchFamily="34" charset="0"/>
              </a:rPr>
              <a:t>修正で不正アクセスを避ける）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en-US" altLang="ja-JP" sz="1400" dirty="0">
                <a:latin typeface="Arial" panose="020B0604020202020204" pitchFamily="34" charset="0"/>
              </a:rPr>
              <a:t>MCC</a:t>
            </a:r>
            <a:r>
              <a:rPr kumimoji="0" lang="ja-JP" altLang="en-US" sz="1400" dirty="0">
                <a:latin typeface="Arial" panose="020B0604020202020204" pitchFamily="34" charset="0"/>
              </a:rPr>
              <a:t>様社内の共通リスト（社員情報マスタ、組織情報マスタ）を利用し、既存資産を活用する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endParaRPr kumimoji="0" lang="en-US" altLang="ja-JP" sz="1400" dirty="0">
              <a:latin typeface="Arial" panose="020B0604020202020204" pitchFamily="34" charset="0"/>
            </a:endParaRPr>
          </a:p>
          <a:p>
            <a:pPr eaLnBrk="0" fontAlgn="base" hangingPunct="0">
              <a:spcBef>
                <a:spcPct val="0"/>
              </a:spcBef>
              <a:spcAft>
                <a:spcPct val="0"/>
              </a:spcAft>
            </a:pPr>
            <a:r>
              <a:rPr kumimoji="0" lang="en-US" altLang="ja-JP" sz="1400" dirty="0">
                <a:latin typeface="Arial" panose="020B0604020202020204" pitchFamily="34" charset="0"/>
              </a:rPr>
              <a:t>※</a:t>
            </a:r>
            <a:r>
              <a:rPr kumimoji="0" lang="ja-JP" altLang="en-US" sz="1400" dirty="0">
                <a:latin typeface="Arial" panose="020B0604020202020204" pitchFamily="34" charset="0"/>
              </a:rPr>
              <a:t>　右側は実現案の一例であり、今回案件の権限管理粒度・組織定義粒度に合わせて構造設計フェーズに、詳細化する予定</a:t>
            </a:r>
            <a:endParaRPr kumimoji="0" lang="en-US" altLang="ja-JP" sz="14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endParaRPr kumimoji="0" lang="en-US" altLang="ja-JP" sz="1600" dirty="0">
              <a:latin typeface="Arial" panose="020B0604020202020204" pitchFamily="34" charset="0"/>
            </a:endParaRPr>
          </a:p>
        </p:txBody>
      </p:sp>
      <p:sp>
        <p:nvSpPr>
          <p:cNvPr id="5" name="四角形: 角を丸くする 4">
            <a:extLst>
              <a:ext uri="{FF2B5EF4-FFF2-40B4-BE49-F238E27FC236}">
                <a16:creationId xmlns:a16="http://schemas.microsoft.com/office/drawing/2014/main" id="{1AA672D6-F0B2-06C5-E074-FAA47A9F8C36}"/>
              </a:ext>
            </a:extLst>
          </p:cNvPr>
          <p:cNvSpPr/>
          <p:nvPr/>
        </p:nvSpPr>
        <p:spPr>
          <a:xfrm>
            <a:off x="6255509" y="2473406"/>
            <a:ext cx="3755648" cy="555998"/>
          </a:xfrm>
          <a:prstGeom prst="roundRect">
            <a:avLst>
              <a:gd name="adj" fmla="val 7206"/>
            </a:avLst>
          </a:prstGeom>
          <a:solidFill>
            <a:srgbClr val="F8CAB6">
              <a:alpha val="50000"/>
            </a:srgbClr>
          </a:solidFill>
          <a:ln w="635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2A4D9608-592D-A0D0-236C-49E91741A46C}"/>
              </a:ext>
            </a:extLst>
          </p:cNvPr>
          <p:cNvSpPr/>
          <p:nvPr/>
        </p:nvSpPr>
        <p:spPr>
          <a:xfrm>
            <a:off x="5750560" y="1833098"/>
            <a:ext cx="822438"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ログイン</a:t>
            </a:r>
            <a:endParaRPr kumimoji="1" lang="en-US" altLang="ja-JP" sz="1100" dirty="0"/>
          </a:p>
          <a:p>
            <a:pPr algn="ctr"/>
            <a:r>
              <a:rPr kumimoji="1" lang="ja-JP" altLang="en-US" sz="1100" dirty="0"/>
              <a:t>ユーザ</a:t>
            </a:r>
          </a:p>
        </p:txBody>
      </p:sp>
      <p:cxnSp>
        <p:nvCxnSpPr>
          <p:cNvPr id="12" name="コネクタ: カギ線 11">
            <a:extLst>
              <a:ext uri="{FF2B5EF4-FFF2-40B4-BE49-F238E27FC236}">
                <a16:creationId xmlns:a16="http://schemas.microsoft.com/office/drawing/2014/main" id="{BD14C8DC-2E0A-3C1D-81E7-1FF2351690F4}"/>
              </a:ext>
            </a:extLst>
          </p:cNvPr>
          <p:cNvCxnSpPr>
            <a:cxnSpLocks/>
            <a:stCxn id="11" idx="2"/>
            <a:endCxn id="16" idx="1"/>
          </p:cNvCxnSpPr>
          <p:nvPr/>
        </p:nvCxnSpPr>
        <p:spPr>
          <a:xfrm rot="16200000" flipH="1">
            <a:off x="5485049" y="2838794"/>
            <a:ext cx="1505873" cy="152412"/>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コネクタ: カギ線 12">
            <a:extLst>
              <a:ext uri="{FF2B5EF4-FFF2-40B4-BE49-F238E27FC236}">
                <a16:creationId xmlns:a16="http://schemas.microsoft.com/office/drawing/2014/main" id="{A782E0F6-5C45-ACD0-E26F-CA67E23DC4A6}"/>
              </a:ext>
            </a:extLst>
          </p:cNvPr>
          <p:cNvCxnSpPr>
            <a:cxnSpLocks/>
            <a:stCxn id="11" idx="2"/>
            <a:endCxn id="14" idx="1"/>
          </p:cNvCxnSpPr>
          <p:nvPr/>
        </p:nvCxnSpPr>
        <p:spPr>
          <a:xfrm rot="16200000" flipH="1">
            <a:off x="5975209" y="2348633"/>
            <a:ext cx="572271" cy="199131"/>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5B68B211-525D-056A-2861-33F9A37C6CF1}"/>
              </a:ext>
            </a:extLst>
          </p:cNvPr>
          <p:cNvSpPr/>
          <p:nvPr/>
        </p:nvSpPr>
        <p:spPr>
          <a:xfrm>
            <a:off x="6360910" y="2555750"/>
            <a:ext cx="922570" cy="357169"/>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所属組織</a:t>
            </a:r>
            <a:r>
              <a:rPr kumimoji="1" lang="en-US" altLang="ja-JP" sz="1100" dirty="0"/>
              <a:t>1</a:t>
            </a:r>
            <a:endParaRPr kumimoji="1" lang="ja-JP" altLang="en-US" sz="1100" dirty="0"/>
          </a:p>
        </p:txBody>
      </p:sp>
      <p:sp>
        <p:nvSpPr>
          <p:cNvPr id="16" name="正方形/長方形 15">
            <a:extLst>
              <a:ext uri="{FF2B5EF4-FFF2-40B4-BE49-F238E27FC236}">
                <a16:creationId xmlns:a16="http://schemas.microsoft.com/office/drawing/2014/main" id="{CAB46639-E831-AFF7-BB98-487F23FAD8BD}"/>
              </a:ext>
            </a:extLst>
          </p:cNvPr>
          <p:cNvSpPr/>
          <p:nvPr/>
        </p:nvSpPr>
        <p:spPr>
          <a:xfrm>
            <a:off x="6314191" y="3547446"/>
            <a:ext cx="922571" cy="240981"/>
          </a:xfrm>
          <a:prstGeom prst="rect">
            <a:avLst/>
          </a:prstGeom>
          <a:solidFill>
            <a:srgbClr val="0070C0">
              <a:alpha val="50000"/>
            </a:srgbClr>
          </a:solidFill>
          <a:ln w="3175">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a:t>所属組織</a:t>
            </a:r>
            <a:r>
              <a:rPr kumimoji="1" lang="en-US" altLang="ja-JP" sz="1000"/>
              <a:t>…</a:t>
            </a:r>
            <a:endParaRPr kumimoji="1" lang="ja-JP" altLang="en-US" sz="1000"/>
          </a:p>
        </p:txBody>
      </p:sp>
      <p:sp>
        <p:nvSpPr>
          <p:cNvPr id="17" name="正方形/長方形 16">
            <a:extLst>
              <a:ext uri="{FF2B5EF4-FFF2-40B4-BE49-F238E27FC236}">
                <a16:creationId xmlns:a16="http://schemas.microsoft.com/office/drawing/2014/main" id="{C3894827-A23B-DA4E-B4CF-BE93013E7B43}"/>
              </a:ext>
            </a:extLst>
          </p:cNvPr>
          <p:cNvSpPr/>
          <p:nvPr/>
        </p:nvSpPr>
        <p:spPr>
          <a:xfrm>
            <a:off x="8350034" y="2569851"/>
            <a:ext cx="450505"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kumimoji="1" lang="ja-JP" altLang="en-US" sz="800" dirty="0"/>
              <a:t>会社</a:t>
            </a:r>
          </a:p>
        </p:txBody>
      </p:sp>
      <p:sp>
        <p:nvSpPr>
          <p:cNvPr id="20" name="正方形/長方形 19">
            <a:extLst>
              <a:ext uri="{FF2B5EF4-FFF2-40B4-BE49-F238E27FC236}">
                <a16:creationId xmlns:a16="http://schemas.microsoft.com/office/drawing/2014/main" id="{04DEBED6-F9EE-F32D-1F1D-B3CB3FADF42A}"/>
              </a:ext>
            </a:extLst>
          </p:cNvPr>
          <p:cNvSpPr/>
          <p:nvPr/>
        </p:nvSpPr>
        <p:spPr>
          <a:xfrm>
            <a:off x="10113745" y="3650805"/>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solidFill>
              </a:rPr>
              <a:t>所在</a:t>
            </a:r>
            <a:r>
              <a:rPr lang="en-US" altLang="ja-JP" sz="900">
                <a:solidFill>
                  <a:schemeClr val="tx1"/>
                </a:solidFill>
              </a:rPr>
              <a:t>Region</a:t>
            </a:r>
            <a:endParaRPr kumimoji="1" lang="ja-JP" altLang="en-US" sz="900">
              <a:solidFill>
                <a:schemeClr val="tx1"/>
              </a:solidFill>
            </a:endParaRPr>
          </a:p>
        </p:txBody>
      </p:sp>
      <p:cxnSp>
        <p:nvCxnSpPr>
          <p:cNvPr id="24" name="直線矢印コネクタ 23">
            <a:extLst>
              <a:ext uri="{FF2B5EF4-FFF2-40B4-BE49-F238E27FC236}">
                <a16:creationId xmlns:a16="http://schemas.microsoft.com/office/drawing/2014/main" id="{0E38EFED-628D-DB9A-617B-F8BFB4976A16}"/>
              </a:ext>
            </a:extLst>
          </p:cNvPr>
          <p:cNvCxnSpPr>
            <a:cxnSpLocks/>
            <a:stCxn id="14" idx="3"/>
            <a:endCxn id="46" idx="1"/>
          </p:cNvCxnSpPr>
          <p:nvPr/>
        </p:nvCxnSpPr>
        <p:spPr>
          <a:xfrm flipV="1">
            <a:off x="7283480" y="2734334"/>
            <a:ext cx="250962" cy="1"/>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26" name="正方形/長方形 25">
            <a:extLst>
              <a:ext uri="{FF2B5EF4-FFF2-40B4-BE49-F238E27FC236}">
                <a16:creationId xmlns:a16="http://schemas.microsoft.com/office/drawing/2014/main" id="{D0B6EA49-2C8A-9792-0C7F-22F7458C019C}"/>
              </a:ext>
            </a:extLst>
          </p:cNvPr>
          <p:cNvSpPr/>
          <p:nvPr/>
        </p:nvSpPr>
        <p:spPr>
          <a:xfrm>
            <a:off x="7553447" y="3547446"/>
            <a:ext cx="1104499" cy="240519"/>
          </a:xfrm>
          <a:prstGeom prst="rect">
            <a:avLst/>
          </a:prstGeom>
          <a:solidFill>
            <a:srgbClr val="0070C0">
              <a:alpha val="50000"/>
            </a:srgbClr>
          </a:solidFill>
          <a:ln w="3175">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a:t>上層組織</a:t>
            </a:r>
            <a:r>
              <a:rPr kumimoji="1" lang="en-US" altLang="ja-JP" sz="1000"/>
              <a:t>…</a:t>
            </a:r>
            <a:endParaRPr kumimoji="1" lang="ja-JP" altLang="en-US" sz="1000"/>
          </a:p>
        </p:txBody>
      </p:sp>
      <p:cxnSp>
        <p:nvCxnSpPr>
          <p:cNvPr id="27" name="直線矢印コネクタ 26">
            <a:extLst>
              <a:ext uri="{FF2B5EF4-FFF2-40B4-BE49-F238E27FC236}">
                <a16:creationId xmlns:a16="http://schemas.microsoft.com/office/drawing/2014/main" id="{3CABEEC2-A03B-274B-984E-ABBAA068E67F}"/>
              </a:ext>
            </a:extLst>
          </p:cNvPr>
          <p:cNvCxnSpPr>
            <a:cxnSpLocks/>
            <a:stCxn id="16" idx="3"/>
            <a:endCxn id="26" idx="1"/>
          </p:cNvCxnSpPr>
          <p:nvPr/>
        </p:nvCxnSpPr>
        <p:spPr>
          <a:xfrm flipV="1">
            <a:off x="7236762" y="3667706"/>
            <a:ext cx="316685" cy="2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37AA3F69-2D9E-135E-ECB7-B9B46086609F}"/>
              </a:ext>
            </a:extLst>
          </p:cNvPr>
          <p:cNvCxnSpPr>
            <a:cxnSpLocks/>
            <a:endCxn id="20" idx="3"/>
          </p:cNvCxnSpPr>
          <p:nvPr/>
        </p:nvCxnSpPr>
        <p:spPr>
          <a:xfrm rot="5400000">
            <a:off x="10402944" y="2554952"/>
            <a:ext cx="2180445" cy="340227"/>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4DD30B5E-0549-2772-C783-F7A436306ACD}"/>
              </a:ext>
            </a:extLst>
          </p:cNvPr>
          <p:cNvSpPr/>
          <p:nvPr/>
        </p:nvSpPr>
        <p:spPr>
          <a:xfrm>
            <a:off x="9417521" y="2570960"/>
            <a:ext cx="500435" cy="32674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900"/>
              <a:t>Region</a:t>
            </a:r>
            <a:endParaRPr kumimoji="1" lang="ja-JP" altLang="en-US" sz="900"/>
          </a:p>
        </p:txBody>
      </p:sp>
      <p:sp>
        <p:nvSpPr>
          <p:cNvPr id="44" name="四角形: 角を丸くする 43">
            <a:extLst>
              <a:ext uri="{FF2B5EF4-FFF2-40B4-BE49-F238E27FC236}">
                <a16:creationId xmlns:a16="http://schemas.microsoft.com/office/drawing/2014/main" id="{530D69C4-7E88-36A1-52AE-45599512510C}"/>
              </a:ext>
            </a:extLst>
          </p:cNvPr>
          <p:cNvSpPr/>
          <p:nvPr/>
        </p:nvSpPr>
        <p:spPr>
          <a:xfrm>
            <a:off x="10113744" y="2107402"/>
            <a:ext cx="1209307" cy="406333"/>
          </a:xfrm>
          <a:prstGeom prst="roundRect">
            <a:avLst>
              <a:gd name="adj" fmla="val 6244"/>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p>
            <a:pPr algn="ctr"/>
            <a:r>
              <a:rPr kumimoji="1" lang="en-US" altLang="ja-JP" sz="900" dirty="0">
                <a:solidFill>
                  <a:schemeClr val="tx1"/>
                </a:solidFill>
              </a:rPr>
              <a:t>閲覧可能部署</a:t>
            </a:r>
            <a:r>
              <a:rPr kumimoji="1" lang="en-US" altLang="ja-JP" sz="800" dirty="0">
                <a:solidFill>
                  <a:schemeClr val="tx1"/>
                </a:solidFill>
              </a:rPr>
              <a:t>１～１０</a:t>
            </a:r>
            <a:r>
              <a:rPr kumimoji="1" lang="ja-JP" altLang="en-US" sz="800" dirty="0">
                <a:solidFill>
                  <a:schemeClr val="tx1"/>
                </a:solidFill>
              </a:rPr>
              <a:t>（組織＋個人</a:t>
            </a:r>
            <a:r>
              <a:rPr kumimoji="1" lang="en-US" altLang="ja-JP" sz="800" dirty="0">
                <a:solidFill>
                  <a:schemeClr val="tx1"/>
                </a:solidFill>
              </a:rPr>
              <a:t>Max10</a:t>
            </a:r>
            <a:r>
              <a:rPr kumimoji="1" lang="ja-JP" altLang="en-US" sz="800" dirty="0">
                <a:solidFill>
                  <a:schemeClr val="tx1"/>
                </a:solidFill>
              </a:rPr>
              <a:t>件、自由に選べる）</a:t>
            </a:r>
            <a:endParaRPr kumimoji="1" lang="en-US" altLang="ja-JP" sz="800" dirty="0">
              <a:solidFill>
                <a:schemeClr val="tx1"/>
              </a:solidFill>
            </a:endParaRPr>
          </a:p>
        </p:txBody>
      </p:sp>
      <p:sp>
        <p:nvSpPr>
          <p:cNvPr id="45" name="正方形/長方形 44">
            <a:extLst>
              <a:ext uri="{FF2B5EF4-FFF2-40B4-BE49-F238E27FC236}">
                <a16:creationId xmlns:a16="http://schemas.microsoft.com/office/drawing/2014/main" id="{E6FEA6AF-4EEE-7B75-04CD-3B8EEEF0C9F2}"/>
              </a:ext>
            </a:extLst>
          </p:cNvPr>
          <p:cNvSpPr/>
          <p:nvPr/>
        </p:nvSpPr>
        <p:spPr>
          <a:xfrm>
            <a:off x="10113744" y="2643513"/>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900">
                <a:solidFill>
                  <a:srgbClr val="C00000"/>
                </a:solidFill>
              </a:rPr>
              <a:t>資産所管部署</a:t>
            </a:r>
            <a:r>
              <a:rPr kumimoji="1" lang="en-US" altLang="ja-JP" sz="900">
                <a:solidFill>
                  <a:srgbClr val="C00000"/>
                </a:solidFill>
              </a:rPr>
              <a:t>/</a:t>
            </a:r>
            <a:r>
              <a:rPr kumimoji="1" lang="ja-JP" altLang="en-US" sz="900">
                <a:solidFill>
                  <a:srgbClr val="C00000"/>
                </a:solidFill>
              </a:rPr>
              <a:t>所属組織</a:t>
            </a:r>
          </a:p>
        </p:txBody>
      </p:sp>
      <p:sp>
        <p:nvSpPr>
          <p:cNvPr id="46" name="正方形/長方形 45">
            <a:extLst>
              <a:ext uri="{FF2B5EF4-FFF2-40B4-BE49-F238E27FC236}">
                <a16:creationId xmlns:a16="http://schemas.microsoft.com/office/drawing/2014/main" id="{EC6CED23-F7BC-30E4-3B1F-C602B511CEDC}"/>
              </a:ext>
            </a:extLst>
          </p:cNvPr>
          <p:cNvSpPr/>
          <p:nvPr/>
        </p:nvSpPr>
        <p:spPr>
          <a:xfrm>
            <a:off x="7534442" y="2569851"/>
            <a:ext cx="697070" cy="328966"/>
          </a:xfrm>
          <a:prstGeom prst="rect">
            <a:avLst/>
          </a:prstGeom>
          <a:solidFill>
            <a:srgbClr val="0070C0"/>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t>上層組織</a:t>
            </a:r>
          </a:p>
        </p:txBody>
      </p:sp>
      <p:cxnSp>
        <p:nvCxnSpPr>
          <p:cNvPr id="47" name="直線矢印コネクタ 46">
            <a:extLst>
              <a:ext uri="{FF2B5EF4-FFF2-40B4-BE49-F238E27FC236}">
                <a16:creationId xmlns:a16="http://schemas.microsoft.com/office/drawing/2014/main" id="{41F0A441-D6B3-1E7C-E255-9DE552C0FCBC}"/>
              </a:ext>
            </a:extLst>
          </p:cNvPr>
          <p:cNvCxnSpPr>
            <a:cxnSpLocks/>
            <a:stCxn id="46" idx="3"/>
            <a:endCxn id="17" idx="1"/>
          </p:cNvCxnSpPr>
          <p:nvPr/>
        </p:nvCxnSpPr>
        <p:spPr>
          <a:xfrm>
            <a:off x="8231512" y="2734334"/>
            <a:ext cx="118522" cy="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フローチャート: 判断 48">
            <a:extLst>
              <a:ext uri="{FF2B5EF4-FFF2-40B4-BE49-F238E27FC236}">
                <a16:creationId xmlns:a16="http://schemas.microsoft.com/office/drawing/2014/main" id="{EE60524B-0CCC-FEBE-6FD6-D0F928713507}"/>
              </a:ext>
            </a:extLst>
          </p:cNvPr>
          <p:cNvSpPr/>
          <p:nvPr/>
        </p:nvSpPr>
        <p:spPr>
          <a:xfrm>
            <a:off x="10347491" y="2931341"/>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フローチャート: 判断 49">
            <a:extLst>
              <a:ext uri="{FF2B5EF4-FFF2-40B4-BE49-F238E27FC236}">
                <a16:creationId xmlns:a16="http://schemas.microsoft.com/office/drawing/2014/main" id="{16653730-F6C8-8751-E0DF-998E40F59AAB}"/>
              </a:ext>
            </a:extLst>
          </p:cNvPr>
          <p:cNvSpPr/>
          <p:nvPr/>
        </p:nvSpPr>
        <p:spPr>
          <a:xfrm>
            <a:off x="8963349" y="2889127"/>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コネクタ: カギ線 50">
            <a:extLst>
              <a:ext uri="{FF2B5EF4-FFF2-40B4-BE49-F238E27FC236}">
                <a16:creationId xmlns:a16="http://schemas.microsoft.com/office/drawing/2014/main" id="{92A0E86C-E7A9-FC77-CCBD-FA0EC3DC7C10}"/>
              </a:ext>
            </a:extLst>
          </p:cNvPr>
          <p:cNvCxnSpPr>
            <a:cxnSpLocks/>
            <a:stCxn id="17" idx="2"/>
            <a:endCxn id="52" idx="1"/>
          </p:cNvCxnSpPr>
          <p:nvPr/>
        </p:nvCxnSpPr>
        <p:spPr>
          <a:xfrm rot="16200000" flipH="1">
            <a:off x="9112703" y="2361401"/>
            <a:ext cx="463625" cy="1538456"/>
          </a:xfrm>
          <a:prstGeom prst="bentConnector2">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D662F548-8B86-0E9E-E1C9-8A96C10EB01F}"/>
              </a:ext>
            </a:extLst>
          </p:cNvPr>
          <p:cNvSpPr/>
          <p:nvPr/>
        </p:nvSpPr>
        <p:spPr>
          <a:xfrm>
            <a:off x="10113743" y="3197959"/>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rPr>
              <a:t>所管会社</a:t>
            </a:r>
          </a:p>
        </p:txBody>
      </p:sp>
      <p:cxnSp>
        <p:nvCxnSpPr>
          <p:cNvPr id="53" name="コネクタ: カギ線 52">
            <a:extLst>
              <a:ext uri="{FF2B5EF4-FFF2-40B4-BE49-F238E27FC236}">
                <a16:creationId xmlns:a16="http://schemas.microsoft.com/office/drawing/2014/main" id="{D4DD04CF-007C-BB0B-867E-C0F0B17701D3}"/>
              </a:ext>
            </a:extLst>
          </p:cNvPr>
          <p:cNvCxnSpPr>
            <a:cxnSpLocks/>
          </p:cNvCxnSpPr>
          <p:nvPr/>
        </p:nvCxnSpPr>
        <p:spPr>
          <a:xfrm rot="5400000">
            <a:off x="11372100" y="2021172"/>
            <a:ext cx="242131" cy="340228"/>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5" name="コネクタ: カギ線 54">
            <a:extLst>
              <a:ext uri="{FF2B5EF4-FFF2-40B4-BE49-F238E27FC236}">
                <a16:creationId xmlns:a16="http://schemas.microsoft.com/office/drawing/2014/main" id="{3416140A-749F-5D13-297E-6340A346968E}"/>
              </a:ext>
            </a:extLst>
          </p:cNvPr>
          <p:cNvCxnSpPr>
            <a:cxnSpLocks/>
            <a:endCxn id="45" idx="3"/>
          </p:cNvCxnSpPr>
          <p:nvPr/>
        </p:nvCxnSpPr>
        <p:spPr>
          <a:xfrm rot="5400000">
            <a:off x="10827815" y="1972529"/>
            <a:ext cx="1330703" cy="340230"/>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6" name="コネクタ: カギ線 55">
            <a:extLst>
              <a:ext uri="{FF2B5EF4-FFF2-40B4-BE49-F238E27FC236}">
                <a16:creationId xmlns:a16="http://schemas.microsoft.com/office/drawing/2014/main" id="{70EB8F90-FB58-FCB8-BBA3-6D2735C4BEFD}"/>
              </a:ext>
            </a:extLst>
          </p:cNvPr>
          <p:cNvCxnSpPr>
            <a:cxnSpLocks/>
            <a:stCxn id="38" idx="2"/>
            <a:endCxn id="20" idx="1"/>
          </p:cNvCxnSpPr>
          <p:nvPr/>
        </p:nvCxnSpPr>
        <p:spPr>
          <a:xfrm rot="16200000" flipH="1">
            <a:off x="9431952" y="3133495"/>
            <a:ext cx="917580" cy="446006"/>
          </a:xfrm>
          <a:prstGeom prst="bentConnector2">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コネクタ: カギ線 57">
            <a:extLst>
              <a:ext uri="{FF2B5EF4-FFF2-40B4-BE49-F238E27FC236}">
                <a16:creationId xmlns:a16="http://schemas.microsoft.com/office/drawing/2014/main" id="{69DE63BD-E101-E351-42C0-2AA4C7F57357}"/>
              </a:ext>
            </a:extLst>
          </p:cNvPr>
          <p:cNvCxnSpPr>
            <a:cxnSpLocks/>
            <a:stCxn id="14" idx="2"/>
            <a:endCxn id="45" idx="2"/>
          </p:cNvCxnSpPr>
          <p:nvPr/>
        </p:nvCxnSpPr>
        <p:spPr>
          <a:xfrm rot="16200000" flipH="1">
            <a:off x="8740516" y="994597"/>
            <a:ext cx="59560" cy="3896203"/>
          </a:xfrm>
          <a:prstGeom prst="bentConnector3">
            <a:avLst>
              <a:gd name="adj1" fmla="val 398519"/>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45D1A259-5C71-9A2C-6D79-E3F3BE3C5364}"/>
              </a:ext>
            </a:extLst>
          </p:cNvPr>
          <p:cNvCxnSpPr>
            <a:cxnSpLocks/>
            <a:stCxn id="11" idx="3"/>
            <a:endCxn id="44" idx="1"/>
          </p:cNvCxnSpPr>
          <p:nvPr/>
        </p:nvCxnSpPr>
        <p:spPr>
          <a:xfrm>
            <a:off x="6572998" y="1997581"/>
            <a:ext cx="3540746" cy="312988"/>
          </a:xfrm>
          <a:prstGeom prst="bentConnector3">
            <a:avLst>
              <a:gd name="adj1" fmla="val 50000"/>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6" name="フローチャート: 判断 65">
            <a:extLst>
              <a:ext uri="{FF2B5EF4-FFF2-40B4-BE49-F238E27FC236}">
                <a16:creationId xmlns:a16="http://schemas.microsoft.com/office/drawing/2014/main" id="{E32CF1ED-7EEE-6893-AFCD-FC8777C4B71D}"/>
              </a:ext>
            </a:extLst>
          </p:cNvPr>
          <p:cNvSpPr/>
          <p:nvPr/>
        </p:nvSpPr>
        <p:spPr>
          <a:xfrm>
            <a:off x="11335139" y="2417148"/>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フローチャート: 判断 66">
            <a:extLst>
              <a:ext uri="{FF2B5EF4-FFF2-40B4-BE49-F238E27FC236}">
                <a16:creationId xmlns:a16="http://schemas.microsoft.com/office/drawing/2014/main" id="{ED70F7A5-7229-1569-DB00-373C613BAE62}"/>
              </a:ext>
            </a:extLst>
          </p:cNvPr>
          <p:cNvSpPr/>
          <p:nvPr/>
        </p:nvSpPr>
        <p:spPr>
          <a:xfrm>
            <a:off x="8004971" y="2866118"/>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テキスト ボックス 71">
            <a:extLst>
              <a:ext uri="{FF2B5EF4-FFF2-40B4-BE49-F238E27FC236}">
                <a16:creationId xmlns:a16="http://schemas.microsoft.com/office/drawing/2014/main" id="{8B259083-EFB8-F443-3BD3-4E8FA61C6DEF}"/>
              </a:ext>
            </a:extLst>
          </p:cNvPr>
          <p:cNvSpPr txBox="1"/>
          <p:nvPr/>
        </p:nvSpPr>
        <p:spPr>
          <a:xfrm>
            <a:off x="9667738" y="1550729"/>
            <a:ext cx="1584462" cy="523220"/>
          </a:xfrm>
          <a:prstGeom prst="rect">
            <a:avLst/>
          </a:prstGeom>
          <a:noFill/>
        </p:spPr>
        <p:txBody>
          <a:bodyPr wrap="square" rtlCol="0">
            <a:spAutoFit/>
          </a:bodyPr>
          <a:lstStyle/>
          <a:p>
            <a:r>
              <a:rPr kumimoji="1" lang="ja-JP" altLang="en-US" sz="700"/>
              <a:t>左記の権限に入れなくとしても、ここに入れば、閲覧可能</a:t>
            </a:r>
            <a:endParaRPr kumimoji="1" lang="en-US" altLang="ja-JP" sz="700"/>
          </a:p>
          <a:p>
            <a:r>
              <a:rPr kumimoji="1" lang="ja-JP" altLang="en-US" sz="700"/>
              <a:t>単位：案件レベル</a:t>
            </a:r>
            <a:endParaRPr kumimoji="1" lang="en-US" altLang="ja-JP" sz="700"/>
          </a:p>
          <a:p>
            <a:r>
              <a:rPr kumimoji="1" lang="ja-JP" altLang="en-US" sz="700"/>
              <a:t>部署＋</a:t>
            </a:r>
            <a:r>
              <a:rPr lang="ja-JP" altLang="en-US" sz="700"/>
              <a:t>個人</a:t>
            </a:r>
            <a:r>
              <a:rPr kumimoji="1" lang="ja-JP" altLang="en-US" sz="700"/>
              <a:t>両方可能</a:t>
            </a:r>
          </a:p>
        </p:txBody>
      </p:sp>
      <p:sp>
        <p:nvSpPr>
          <p:cNvPr id="74" name="フローチャート: 判断 73">
            <a:extLst>
              <a:ext uri="{FF2B5EF4-FFF2-40B4-BE49-F238E27FC236}">
                <a16:creationId xmlns:a16="http://schemas.microsoft.com/office/drawing/2014/main" id="{EF435450-082A-3DD8-D91F-43E83DA2AC5A}"/>
              </a:ext>
            </a:extLst>
          </p:cNvPr>
          <p:cNvSpPr/>
          <p:nvPr/>
        </p:nvSpPr>
        <p:spPr>
          <a:xfrm>
            <a:off x="10045163" y="3464031"/>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6" name="コネクタ: カギ線 75">
            <a:extLst>
              <a:ext uri="{FF2B5EF4-FFF2-40B4-BE49-F238E27FC236}">
                <a16:creationId xmlns:a16="http://schemas.microsoft.com/office/drawing/2014/main" id="{B4BCA225-03EB-A7AA-D2A7-1BF84AFD30BF}"/>
              </a:ext>
            </a:extLst>
          </p:cNvPr>
          <p:cNvCxnSpPr>
            <a:cxnSpLocks/>
            <a:stCxn id="96" idx="2"/>
            <a:endCxn id="74" idx="1"/>
          </p:cNvCxnSpPr>
          <p:nvPr/>
        </p:nvCxnSpPr>
        <p:spPr>
          <a:xfrm rot="16200000" flipH="1">
            <a:off x="9288036" y="2730304"/>
            <a:ext cx="588614" cy="925639"/>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78" name="四角形: 角を丸くする 77">
            <a:extLst>
              <a:ext uri="{FF2B5EF4-FFF2-40B4-BE49-F238E27FC236}">
                <a16:creationId xmlns:a16="http://schemas.microsoft.com/office/drawing/2014/main" id="{4FA24DAB-E539-C8E0-D89D-7F6C718DEB22}"/>
              </a:ext>
            </a:extLst>
          </p:cNvPr>
          <p:cNvSpPr/>
          <p:nvPr/>
        </p:nvSpPr>
        <p:spPr>
          <a:xfrm>
            <a:off x="6324838" y="3960929"/>
            <a:ext cx="1429675" cy="240982"/>
          </a:xfrm>
          <a:prstGeom prst="roundRect">
            <a:avLst>
              <a:gd name="adj" fmla="val 10876"/>
            </a:avLst>
          </a:prstGeom>
          <a:solidFill>
            <a:srgbClr val="7030A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論理</a:t>
            </a:r>
            <a:r>
              <a:rPr kumimoji="1" lang="en-US" altLang="ja-JP" sz="800" dirty="0"/>
              <a:t>Group</a:t>
            </a:r>
            <a:endParaRPr kumimoji="1" lang="ja-JP" altLang="en-US" sz="800" dirty="0"/>
          </a:p>
        </p:txBody>
      </p:sp>
      <p:sp>
        <p:nvSpPr>
          <p:cNvPr id="79" name="四角形: 角を丸くする 78">
            <a:extLst>
              <a:ext uri="{FF2B5EF4-FFF2-40B4-BE49-F238E27FC236}">
                <a16:creationId xmlns:a16="http://schemas.microsoft.com/office/drawing/2014/main" id="{D732238C-E789-5DE6-3A75-D9CD1C7BCF33}"/>
              </a:ext>
            </a:extLst>
          </p:cNvPr>
          <p:cNvSpPr/>
          <p:nvPr/>
        </p:nvSpPr>
        <p:spPr>
          <a:xfrm>
            <a:off x="6324838" y="4356093"/>
            <a:ext cx="1429675" cy="240982"/>
          </a:xfrm>
          <a:prstGeom prst="roundRect">
            <a:avLst>
              <a:gd name="adj" fmla="val 9139"/>
            </a:avLst>
          </a:prstGeom>
          <a:solidFill>
            <a:srgbClr val="7030A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t>論理</a:t>
            </a:r>
            <a:r>
              <a:rPr lang="en-US" altLang="ja-JP" sz="800" dirty="0"/>
              <a:t>Group…</a:t>
            </a:r>
            <a:endParaRPr kumimoji="1" lang="ja-JP" altLang="en-US" sz="800" dirty="0"/>
          </a:p>
        </p:txBody>
      </p:sp>
      <p:cxnSp>
        <p:nvCxnSpPr>
          <p:cNvPr id="89" name="コネクタ: カギ線 88">
            <a:extLst>
              <a:ext uri="{FF2B5EF4-FFF2-40B4-BE49-F238E27FC236}">
                <a16:creationId xmlns:a16="http://schemas.microsoft.com/office/drawing/2014/main" id="{4CF07558-695C-8533-81A1-C937CB71C526}"/>
              </a:ext>
            </a:extLst>
          </p:cNvPr>
          <p:cNvCxnSpPr>
            <a:cxnSpLocks/>
            <a:stCxn id="11" idx="2"/>
            <a:endCxn id="78" idx="1"/>
          </p:cNvCxnSpPr>
          <p:nvPr/>
        </p:nvCxnSpPr>
        <p:spPr>
          <a:xfrm rot="16200000" flipH="1">
            <a:off x="5283630" y="3040212"/>
            <a:ext cx="1919356" cy="163059"/>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0" name="コネクタ: カギ線 89">
            <a:extLst>
              <a:ext uri="{FF2B5EF4-FFF2-40B4-BE49-F238E27FC236}">
                <a16:creationId xmlns:a16="http://schemas.microsoft.com/office/drawing/2014/main" id="{A93256F7-9AED-ED0E-7C82-1CCA7E63DCE9}"/>
              </a:ext>
            </a:extLst>
          </p:cNvPr>
          <p:cNvCxnSpPr>
            <a:cxnSpLocks/>
            <a:stCxn id="11" idx="2"/>
            <a:endCxn id="79" idx="1"/>
          </p:cNvCxnSpPr>
          <p:nvPr/>
        </p:nvCxnSpPr>
        <p:spPr>
          <a:xfrm rot="16200000" flipH="1">
            <a:off x="5086048" y="3237794"/>
            <a:ext cx="2314520" cy="163059"/>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8EF53575-9BC3-F7FA-A5AA-E9C0262A4A1B}"/>
              </a:ext>
            </a:extLst>
          </p:cNvPr>
          <p:cNvSpPr/>
          <p:nvPr/>
        </p:nvSpPr>
        <p:spPr>
          <a:xfrm>
            <a:off x="8894271" y="2569851"/>
            <a:ext cx="450505"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ja-JP" sz="800"/>
              <a:t>Country</a:t>
            </a:r>
            <a:endParaRPr kumimoji="1" lang="ja-JP" altLang="en-US" sz="800"/>
          </a:p>
        </p:txBody>
      </p:sp>
      <p:sp>
        <p:nvSpPr>
          <p:cNvPr id="19" name="正方形/長方形 18">
            <a:extLst>
              <a:ext uri="{FF2B5EF4-FFF2-40B4-BE49-F238E27FC236}">
                <a16:creationId xmlns:a16="http://schemas.microsoft.com/office/drawing/2014/main" id="{E02B2916-E4EE-0274-C992-465872467F1D}"/>
              </a:ext>
            </a:extLst>
          </p:cNvPr>
          <p:cNvSpPr/>
          <p:nvPr/>
        </p:nvSpPr>
        <p:spPr>
          <a:xfrm rot="5400000">
            <a:off x="11425607" y="1683788"/>
            <a:ext cx="464082"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a:t>案件</a:t>
            </a:r>
          </a:p>
        </p:txBody>
      </p:sp>
      <p:cxnSp>
        <p:nvCxnSpPr>
          <p:cNvPr id="125" name="コネクタ: カギ線 124">
            <a:extLst>
              <a:ext uri="{FF2B5EF4-FFF2-40B4-BE49-F238E27FC236}">
                <a16:creationId xmlns:a16="http://schemas.microsoft.com/office/drawing/2014/main" id="{C48FAEEC-F773-F443-2D71-D0CD1C8F6A74}"/>
              </a:ext>
            </a:extLst>
          </p:cNvPr>
          <p:cNvCxnSpPr>
            <a:cxnSpLocks/>
            <a:stCxn id="19" idx="3"/>
            <a:endCxn id="52" idx="3"/>
          </p:cNvCxnSpPr>
          <p:nvPr/>
        </p:nvCxnSpPr>
        <p:spPr>
          <a:xfrm rot="5400000">
            <a:off x="10849284" y="2554078"/>
            <a:ext cx="1282130" cy="334598"/>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9" name="コネクタ: カギ線 128">
            <a:extLst>
              <a:ext uri="{FF2B5EF4-FFF2-40B4-BE49-F238E27FC236}">
                <a16:creationId xmlns:a16="http://schemas.microsoft.com/office/drawing/2014/main" id="{1AA3AADB-688E-3A0B-29FA-DFF199D43C87}"/>
              </a:ext>
            </a:extLst>
          </p:cNvPr>
          <p:cNvCxnSpPr>
            <a:cxnSpLocks/>
            <a:stCxn id="46" idx="2"/>
            <a:endCxn id="49" idx="2"/>
          </p:cNvCxnSpPr>
          <p:nvPr/>
        </p:nvCxnSpPr>
        <p:spPr>
          <a:xfrm rot="16200000" flipH="1">
            <a:off x="9087002" y="1694792"/>
            <a:ext cx="79324" cy="2487374"/>
          </a:xfrm>
          <a:prstGeom prst="bentConnector3">
            <a:avLst>
              <a:gd name="adj1" fmla="val 234486"/>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1" name="コネクタ: カギ線 140">
            <a:extLst>
              <a:ext uri="{FF2B5EF4-FFF2-40B4-BE49-F238E27FC236}">
                <a16:creationId xmlns:a16="http://schemas.microsoft.com/office/drawing/2014/main" id="{ECCA0800-2E4A-BF3D-89BC-A710A33839C6}"/>
              </a:ext>
            </a:extLst>
          </p:cNvPr>
          <p:cNvCxnSpPr>
            <a:cxnSpLocks/>
            <a:stCxn id="78" idx="3"/>
            <a:endCxn id="66" idx="3"/>
          </p:cNvCxnSpPr>
          <p:nvPr/>
        </p:nvCxnSpPr>
        <p:spPr>
          <a:xfrm flipV="1">
            <a:off x="7754513" y="2440548"/>
            <a:ext cx="3626345" cy="1640872"/>
          </a:xfrm>
          <a:prstGeom prst="bentConnector3">
            <a:avLst>
              <a:gd name="adj1" fmla="val 112888"/>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5" name="コネクタ: カギ線 144">
            <a:extLst>
              <a:ext uri="{FF2B5EF4-FFF2-40B4-BE49-F238E27FC236}">
                <a16:creationId xmlns:a16="http://schemas.microsoft.com/office/drawing/2014/main" id="{A0658F4B-B290-09E1-7FE0-85D49468283C}"/>
              </a:ext>
            </a:extLst>
          </p:cNvPr>
          <p:cNvCxnSpPr>
            <a:cxnSpLocks/>
            <a:stCxn id="79" idx="3"/>
            <a:endCxn id="66" idx="3"/>
          </p:cNvCxnSpPr>
          <p:nvPr/>
        </p:nvCxnSpPr>
        <p:spPr>
          <a:xfrm flipV="1">
            <a:off x="7754513" y="2440548"/>
            <a:ext cx="3626345" cy="2036036"/>
          </a:xfrm>
          <a:prstGeom prst="bentConnector3">
            <a:avLst>
              <a:gd name="adj1" fmla="val 113028"/>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8672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B5DAB-BD6C-9B65-4D19-CB71520CCA7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23D7936-FDF8-393B-3B57-86566963A85B}"/>
              </a:ext>
            </a:extLst>
          </p:cNvPr>
          <p:cNvSpPr>
            <a:spLocks noGrp="1"/>
          </p:cNvSpPr>
          <p:nvPr>
            <p:ph type="title"/>
          </p:nvPr>
        </p:nvSpPr>
        <p:spPr>
          <a:xfrm>
            <a:off x="414336" y="255263"/>
            <a:ext cx="9327072" cy="683629"/>
          </a:xfrm>
        </p:spPr>
        <p:txBody>
          <a:bodyPr>
            <a:normAutofit/>
          </a:bodyPr>
          <a:lstStyle/>
          <a:p>
            <a:r>
              <a:rPr lang="ja-JP" altLang="en-US" dirty="0"/>
              <a:t>実現方法－ユーザ別の属性管理（</a:t>
            </a:r>
            <a:r>
              <a:rPr lang="en-US" altLang="ja-JP" dirty="0">
                <a:solidFill>
                  <a:srgbClr val="C00000"/>
                </a:solidFill>
              </a:rPr>
              <a:t>Option</a:t>
            </a:r>
            <a:r>
              <a:rPr lang="ja-JP" altLang="en-US" dirty="0"/>
              <a:t>）</a:t>
            </a:r>
            <a:endParaRPr lang="ja-JP" altLang="en-US" dirty="0">
              <a:effectLst/>
            </a:endParaRPr>
          </a:p>
        </p:txBody>
      </p:sp>
      <p:sp>
        <p:nvSpPr>
          <p:cNvPr id="15" name="テキスト ボックス 14">
            <a:extLst>
              <a:ext uri="{FF2B5EF4-FFF2-40B4-BE49-F238E27FC236}">
                <a16:creationId xmlns:a16="http://schemas.microsoft.com/office/drawing/2014/main" id="{0B7DCF0E-0F5A-21FD-04F1-C9F6A59E73A2}"/>
              </a:ext>
            </a:extLst>
          </p:cNvPr>
          <p:cNvSpPr txBox="1"/>
          <p:nvPr/>
        </p:nvSpPr>
        <p:spPr>
          <a:xfrm>
            <a:off x="414336" y="919625"/>
            <a:ext cx="11490793" cy="5516736"/>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en-US" altLang="ja-JP" dirty="0"/>
              <a:t>i13</a:t>
            </a:r>
            <a:r>
              <a:rPr lang="ja-JP" altLang="en-US" dirty="0"/>
              <a:t>：利用者は必要な項目に応じてビューの設定ができること。</a:t>
            </a:r>
          </a:p>
          <a:p>
            <a:r>
              <a:rPr lang="ja-JP" altLang="en-US" dirty="0"/>
              <a:t>実現方法：</a:t>
            </a:r>
            <a:endParaRPr lang="en-US" altLang="ja-JP" dirty="0"/>
          </a:p>
          <a:p>
            <a:pPr marL="285750" indent="-285750">
              <a:buFont typeface="Arial" panose="020B0604020202020204" pitchFamily="34" charset="0"/>
              <a:buChar char="•"/>
            </a:pPr>
            <a:r>
              <a:rPr lang="en-US" altLang="ja-JP" dirty="0"/>
              <a:t>Grid</a:t>
            </a:r>
            <a:r>
              <a:rPr lang="ja-JP" altLang="en-US" dirty="0"/>
              <a:t>形式の列の表示／非表示</a:t>
            </a:r>
            <a:r>
              <a:rPr lang="zh-CN" altLang="en-US" dirty="0"/>
              <a:t>，</a:t>
            </a:r>
            <a:r>
              <a:rPr lang="ja-JP" altLang="en-US" dirty="0"/>
              <a:t>表示順、幅情報が設定すること</a:t>
            </a:r>
            <a:endParaRPr lang="en-US" altLang="ja-JP" dirty="0"/>
          </a:p>
          <a:p>
            <a:pPr marL="285750" indent="-285750">
              <a:buFont typeface="Arial" panose="020B0604020202020204" pitchFamily="34" charset="0"/>
              <a:buChar char="•"/>
            </a:pPr>
            <a:r>
              <a:rPr lang="en-US" altLang="ja-JP" dirty="0"/>
              <a:t>Grid</a:t>
            </a:r>
            <a:r>
              <a:rPr lang="ja-JP" altLang="en-US" dirty="0"/>
              <a:t>ロード時、表示順、表示要否、幅は</a:t>
            </a:r>
            <a:r>
              <a:rPr lang="de-DE" altLang="ja-JP" dirty="0"/>
              <a:t>Tbl_UserProperityes</a:t>
            </a:r>
            <a:r>
              <a:rPr lang="ja-JP" altLang="en-US" dirty="0"/>
              <a:t> </a:t>
            </a:r>
            <a:r>
              <a:rPr lang="en-US" altLang="ja-JP" dirty="0"/>
              <a:t>Table</a:t>
            </a:r>
            <a:r>
              <a:rPr lang="ja-JP" altLang="en-US" dirty="0"/>
              <a:t>から取得し、動的に設定すること</a:t>
            </a:r>
            <a:endParaRPr lang="en-US" altLang="ja-JP" dirty="0"/>
          </a:p>
          <a:p>
            <a:pPr marL="285750" indent="-285750">
              <a:buFont typeface="Arial" panose="020B0604020202020204" pitchFamily="34" charset="0"/>
              <a:buChar char="•"/>
            </a:pPr>
            <a:r>
              <a:rPr lang="ja-JP" altLang="en-US" dirty="0"/>
              <a:t>ユーザは画面</a:t>
            </a:r>
            <a:r>
              <a:rPr lang="en-US" altLang="ja-JP" dirty="0"/>
              <a:t>Grid</a:t>
            </a:r>
            <a:r>
              <a:rPr lang="ja-JP" altLang="en-US" dirty="0"/>
              <a:t>毎に独自設定すること</a:t>
            </a:r>
          </a:p>
        </p:txBody>
      </p:sp>
      <p:pic>
        <p:nvPicPr>
          <p:cNvPr id="3074" name="Picture 2" descr="Data Table Icons - Free SVG &amp; PNG Data Table Images - Noun Project">
            <a:extLst>
              <a:ext uri="{FF2B5EF4-FFF2-40B4-BE49-F238E27FC236}">
                <a16:creationId xmlns:a16="http://schemas.microsoft.com/office/drawing/2014/main" id="{69C2C21A-FBE3-FD84-F152-E3DD72F198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51" y="2937002"/>
            <a:ext cx="3121660" cy="312166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表 3">
            <a:extLst>
              <a:ext uri="{FF2B5EF4-FFF2-40B4-BE49-F238E27FC236}">
                <a16:creationId xmlns:a16="http://schemas.microsoft.com/office/drawing/2014/main" id="{2C2FB96B-DE0C-9C92-17C6-D0135DE54BCB}"/>
              </a:ext>
            </a:extLst>
          </p:cNvPr>
          <p:cNvGraphicFramePr>
            <a:graphicFrameLocks noGrp="1"/>
          </p:cNvGraphicFramePr>
          <p:nvPr/>
        </p:nvGraphicFramePr>
        <p:xfrm>
          <a:off x="3797761" y="2856185"/>
          <a:ext cx="8107370" cy="3474720"/>
        </p:xfrm>
        <a:graphic>
          <a:graphicData uri="http://schemas.openxmlformats.org/drawingml/2006/table">
            <a:tbl>
              <a:tblPr firstRow="1" bandRow="1">
                <a:tableStyleId>{5C22544A-7EE6-4342-B048-85BDC9FD1C3A}</a:tableStyleId>
              </a:tblPr>
              <a:tblGrid>
                <a:gridCol w="1098160">
                  <a:extLst>
                    <a:ext uri="{9D8B030D-6E8A-4147-A177-3AD203B41FA5}">
                      <a16:colId xmlns:a16="http://schemas.microsoft.com/office/drawing/2014/main" val="2397676565"/>
                    </a:ext>
                  </a:extLst>
                </a:gridCol>
                <a:gridCol w="703477">
                  <a:extLst>
                    <a:ext uri="{9D8B030D-6E8A-4147-A177-3AD203B41FA5}">
                      <a16:colId xmlns:a16="http://schemas.microsoft.com/office/drawing/2014/main" val="671841962"/>
                    </a:ext>
                  </a:extLst>
                </a:gridCol>
                <a:gridCol w="900819">
                  <a:extLst>
                    <a:ext uri="{9D8B030D-6E8A-4147-A177-3AD203B41FA5}">
                      <a16:colId xmlns:a16="http://schemas.microsoft.com/office/drawing/2014/main" val="1281376549"/>
                    </a:ext>
                  </a:extLst>
                </a:gridCol>
                <a:gridCol w="900819">
                  <a:extLst>
                    <a:ext uri="{9D8B030D-6E8A-4147-A177-3AD203B41FA5}">
                      <a16:colId xmlns:a16="http://schemas.microsoft.com/office/drawing/2014/main" val="130658311"/>
                    </a:ext>
                  </a:extLst>
                </a:gridCol>
                <a:gridCol w="900819">
                  <a:extLst>
                    <a:ext uri="{9D8B030D-6E8A-4147-A177-3AD203B41FA5}">
                      <a16:colId xmlns:a16="http://schemas.microsoft.com/office/drawing/2014/main" val="3799252065"/>
                    </a:ext>
                  </a:extLst>
                </a:gridCol>
                <a:gridCol w="900819">
                  <a:extLst>
                    <a:ext uri="{9D8B030D-6E8A-4147-A177-3AD203B41FA5}">
                      <a16:colId xmlns:a16="http://schemas.microsoft.com/office/drawing/2014/main" val="1727719180"/>
                    </a:ext>
                  </a:extLst>
                </a:gridCol>
                <a:gridCol w="900819">
                  <a:extLst>
                    <a:ext uri="{9D8B030D-6E8A-4147-A177-3AD203B41FA5}">
                      <a16:colId xmlns:a16="http://schemas.microsoft.com/office/drawing/2014/main" val="3380522917"/>
                    </a:ext>
                  </a:extLst>
                </a:gridCol>
                <a:gridCol w="900819">
                  <a:extLst>
                    <a:ext uri="{9D8B030D-6E8A-4147-A177-3AD203B41FA5}">
                      <a16:colId xmlns:a16="http://schemas.microsoft.com/office/drawing/2014/main" val="2870809028"/>
                    </a:ext>
                  </a:extLst>
                </a:gridCol>
                <a:gridCol w="900819">
                  <a:extLst>
                    <a:ext uri="{9D8B030D-6E8A-4147-A177-3AD203B41FA5}">
                      <a16:colId xmlns:a16="http://schemas.microsoft.com/office/drawing/2014/main" val="1057143928"/>
                    </a:ext>
                  </a:extLst>
                </a:gridCol>
              </a:tblGrid>
              <a:tr h="157480">
                <a:tc>
                  <a:txBody>
                    <a:bodyPr/>
                    <a:lstStyle/>
                    <a:p>
                      <a:r>
                        <a:rPr kumimoji="1" lang="en-US" altLang="ja-JP" sz="1200" dirty="0" err="1"/>
                        <a:t>userid</a:t>
                      </a:r>
                      <a:endParaRPr kumimoji="1" lang="ja-JP" altLang="en-US" sz="1200" dirty="0"/>
                    </a:p>
                  </a:txBody>
                  <a:tcPr/>
                </a:tc>
                <a:tc>
                  <a:txBody>
                    <a:bodyPr/>
                    <a:lstStyle/>
                    <a:p>
                      <a:r>
                        <a:rPr kumimoji="1" lang="en-US" altLang="ja-JP" sz="1200" dirty="0"/>
                        <a:t>screen</a:t>
                      </a:r>
                      <a:endParaRPr kumimoji="1" lang="ja-JP" altLang="en-US" sz="1200" dirty="0"/>
                    </a:p>
                  </a:txBody>
                  <a:tcPr/>
                </a:tc>
                <a:tc>
                  <a:txBody>
                    <a:bodyPr/>
                    <a:lstStyle/>
                    <a:p>
                      <a:r>
                        <a:rPr kumimoji="1" lang="en-US" altLang="ja-JP" sz="1200" dirty="0" err="1"/>
                        <a:t>Gridid</a:t>
                      </a:r>
                      <a:endParaRPr kumimoji="1" lang="ja-JP" altLang="en-US" sz="1200" dirty="0"/>
                    </a:p>
                  </a:txBody>
                  <a:tcPr/>
                </a:tc>
                <a:tc>
                  <a:txBody>
                    <a:bodyPr/>
                    <a:lstStyle/>
                    <a:p>
                      <a:r>
                        <a:rPr kumimoji="1" lang="en-US" altLang="ja-JP" sz="1200" dirty="0"/>
                        <a:t>Col num</a:t>
                      </a:r>
                      <a:endParaRPr kumimoji="1" lang="ja-JP" altLang="en-US" sz="1200" dirty="0"/>
                    </a:p>
                  </a:txBody>
                  <a:tcPr/>
                </a:tc>
                <a:tc>
                  <a:txBody>
                    <a:bodyPr/>
                    <a:lstStyle/>
                    <a:p>
                      <a:r>
                        <a:rPr kumimoji="1" lang="en-US" altLang="ja-JP" sz="1200" dirty="0"/>
                        <a:t>Col Name</a:t>
                      </a:r>
                      <a:endParaRPr kumimoji="1" lang="ja-JP" altLang="en-US" sz="1200" dirty="0"/>
                    </a:p>
                  </a:txBody>
                  <a:tcPr/>
                </a:tc>
                <a:tc>
                  <a:txBody>
                    <a:bodyPr/>
                    <a:lstStyle/>
                    <a:p>
                      <a:r>
                        <a:rPr kumimoji="1" lang="en-US" altLang="ja-JP" sz="1200" dirty="0" err="1"/>
                        <a:t>Colwidth</a:t>
                      </a:r>
                      <a:endParaRPr kumimoji="1" lang="ja-JP" altLang="en-US" sz="1200" dirty="0"/>
                    </a:p>
                  </a:txBody>
                  <a:tcPr/>
                </a:tc>
                <a:tc>
                  <a:txBody>
                    <a:bodyPr/>
                    <a:lstStyle/>
                    <a:p>
                      <a:r>
                        <a:rPr kumimoji="1" lang="en-US" altLang="ja-JP" sz="1200" err="1"/>
                        <a:t>DispNum</a:t>
                      </a:r>
                      <a:endParaRPr kumimoji="1" lang="ja-JP" altLang="en-US" sz="1200"/>
                    </a:p>
                  </a:txBody>
                  <a:tcPr/>
                </a:tc>
                <a:tc>
                  <a:txBody>
                    <a:bodyPr/>
                    <a:lstStyle/>
                    <a:p>
                      <a:r>
                        <a:rPr kumimoji="1" lang="en-US" altLang="ja-JP" sz="1200" dirty="0" err="1"/>
                        <a:t>Colvisible</a:t>
                      </a:r>
                      <a:endParaRPr kumimoji="1" lang="ja-JP" altLang="en-US" sz="1200" dirty="0"/>
                    </a:p>
                  </a:txBody>
                  <a:tcPr/>
                </a:tc>
                <a:tc>
                  <a:txBody>
                    <a:bodyPr/>
                    <a:lstStyle/>
                    <a:p>
                      <a:r>
                        <a:rPr kumimoji="1" lang="en-US" altLang="ja-JP" sz="1200"/>
                        <a:t>…</a:t>
                      </a:r>
                      <a:endParaRPr kumimoji="1" lang="ja-JP" altLang="en-US" sz="1200"/>
                    </a:p>
                  </a:txBody>
                  <a:tcPr/>
                </a:tc>
                <a:extLst>
                  <a:ext uri="{0D108BD9-81ED-4DB2-BD59-A6C34878D82A}">
                    <a16:rowId xmlns:a16="http://schemas.microsoft.com/office/drawing/2014/main" val="3090158873"/>
                  </a:ext>
                </a:extLst>
              </a:tr>
              <a:tr h="157480">
                <a:tc>
                  <a:txBody>
                    <a:bodyPr/>
                    <a:lstStyle/>
                    <a:p>
                      <a:r>
                        <a:rPr kumimoji="1" lang="en-US" altLang="ja-JP" sz="1200" dirty="0" err="1"/>
                        <a:t>xxx@mchcgr</a:t>
                      </a:r>
                      <a:endParaRPr kumimoji="1" lang="ja-JP" altLang="en-US" sz="1200" dirty="0"/>
                    </a:p>
                  </a:txBody>
                  <a:tcPr/>
                </a:tc>
                <a:tc>
                  <a:txBody>
                    <a:bodyPr/>
                    <a:lstStyle/>
                    <a:p>
                      <a:r>
                        <a:rPr kumimoji="1" lang="en-US" altLang="ja-JP" sz="1200" dirty="0"/>
                        <a:t>XXX1</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ID</a:t>
                      </a:r>
                      <a:endParaRPr kumimoji="1" lang="ja-JP" altLang="en-US" sz="1200" dirty="0"/>
                    </a:p>
                  </a:txBody>
                  <a:tcPr/>
                </a:tc>
                <a:tc>
                  <a:txBody>
                    <a:bodyPr/>
                    <a:lstStyle/>
                    <a:p>
                      <a:r>
                        <a:rPr kumimoji="1" lang="en-US" altLang="ja-JP" sz="1200" dirty="0"/>
                        <a:t>150</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t>…</a:t>
                      </a:r>
                      <a:endParaRPr kumimoji="1" lang="ja-JP" altLang="en-US" sz="1200"/>
                    </a:p>
                  </a:txBody>
                  <a:tcPr/>
                </a:tc>
                <a:extLst>
                  <a:ext uri="{0D108BD9-81ED-4DB2-BD59-A6C34878D82A}">
                    <a16:rowId xmlns:a16="http://schemas.microsoft.com/office/drawing/2014/main" val="3980125211"/>
                  </a:ext>
                </a:extLst>
              </a:tr>
              <a:tr h="157480">
                <a:tc>
                  <a:txBody>
                    <a:bodyPr/>
                    <a:lstStyle/>
                    <a:p>
                      <a:r>
                        <a:rPr kumimoji="1" lang="en-US" altLang="ja-JP" sz="1200" dirty="0" err="1"/>
                        <a:t>xxx@mchcgr</a:t>
                      </a:r>
                      <a:endParaRPr kumimoji="1" lang="ja-JP" altLang="en-US" sz="1200" dirty="0"/>
                    </a:p>
                  </a:txBody>
                  <a:tcPr/>
                </a:tc>
                <a:tc>
                  <a:txBody>
                    <a:bodyPr/>
                    <a:lstStyle/>
                    <a:p>
                      <a:r>
                        <a:rPr kumimoji="1" lang="en-US" altLang="ja-JP" sz="1200"/>
                        <a:t>XXX1</a:t>
                      </a:r>
                      <a:endParaRPr kumimoji="1" lang="ja-JP" altLang="en-US" sz="120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2</a:t>
                      </a:r>
                      <a:endParaRPr kumimoji="1" lang="ja-JP" altLang="en-US" sz="1200" dirty="0"/>
                    </a:p>
                  </a:txBody>
                  <a:tcPr/>
                </a:tc>
                <a:tc>
                  <a:txBody>
                    <a:bodyPr/>
                    <a:lstStyle/>
                    <a:p>
                      <a:r>
                        <a:rPr kumimoji="1" lang="en-US" altLang="ja-JP" sz="1200"/>
                        <a:t>name</a:t>
                      </a:r>
                      <a:endParaRPr kumimoji="1" lang="ja-JP" altLang="en-US" sz="1200"/>
                    </a:p>
                  </a:txBody>
                  <a:tcPr/>
                </a:tc>
                <a:tc>
                  <a:txBody>
                    <a:bodyPr/>
                    <a:lstStyle/>
                    <a:p>
                      <a:r>
                        <a:rPr kumimoji="1" lang="en-US" altLang="ja-JP" sz="1200" dirty="0"/>
                        <a:t>300</a:t>
                      </a:r>
                      <a:endParaRPr kumimoji="1" lang="ja-JP" altLang="en-US" sz="1200" dirty="0"/>
                    </a:p>
                  </a:txBody>
                  <a:tcPr/>
                </a:tc>
                <a:tc>
                  <a:txBody>
                    <a:bodyPr/>
                    <a:lstStyle/>
                    <a:p>
                      <a:r>
                        <a:rPr kumimoji="1" lang="en-US" altLang="ja-JP" sz="1200" dirty="0"/>
                        <a:t>3</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t>…</a:t>
                      </a:r>
                      <a:endParaRPr kumimoji="1" lang="ja-JP" altLang="en-US" sz="1200"/>
                    </a:p>
                  </a:txBody>
                  <a:tcPr/>
                </a:tc>
                <a:extLst>
                  <a:ext uri="{0D108BD9-81ED-4DB2-BD59-A6C34878D82A}">
                    <a16:rowId xmlns:a16="http://schemas.microsoft.com/office/drawing/2014/main" val="2054722717"/>
                  </a:ext>
                </a:extLst>
              </a:tr>
              <a:tr h="157480">
                <a:tc>
                  <a:txBody>
                    <a:bodyPr/>
                    <a:lstStyle/>
                    <a:p>
                      <a:r>
                        <a:rPr kumimoji="1" lang="en-US" altLang="ja-JP" sz="1200" err="1"/>
                        <a:t>xxx@mchcgr</a:t>
                      </a:r>
                      <a:endParaRPr kumimoji="1" lang="ja-JP" altLang="en-US" sz="1200"/>
                    </a:p>
                  </a:txBody>
                  <a:tcPr/>
                </a:tc>
                <a:tc>
                  <a:txBody>
                    <a:bodyPr/>
                    <a:lstStyle/>
                    <a:p>
                      <a:r>
                        <a:rPr kumimoji="1" lang="en-US" altLang="ja-JP" sz="1200"/>
                        <a:t>XXX1</a:t>
                      </a:r>
                      <a:endParaRPr kumimoji="1" lang="ja-JP" altLang="en-US" sz="120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3</a:t>
                      </a:r>
                      <a:endParaRPr kumimoji="1" lang="ja-JP" altLang="en-US" sz="1200" dirty="0"/>
                    </a:p>
                  </a:txBody>
                  <a:tcPr/>
                </a:tc>
                <a:tc>
                  <a:txBody>
                    <a:bodyPr/>
                    <a:lstStyle/>
                    <a:p>
                      <a:r>
                        <a:rPr kumimoji="1" lang="en-US" altLang="ja-JP" sz="1200" dirty="0"/>
                        <a:t>email</a:t>
                      </a:r>
                      <a:endParaRPr kumimoji="1" lang="ja-JP" altLang="en-US" sz="1200" dirty="0"/>
                    </a:p>
                  </a:txBody>
                  <a:tcPr/>
                </a:tc>
                <a:tc>
                  <a:txBody>
                    <a:bodyPr/>
                    <a:lstStyle/>
                    <a:p>
                      <a:r>
                        <a:rPr kumimoji="1" lang="en-US" altLang="ja-JP" sz="1200" dirty="0"/>
                        <a:t>300</a:t>
                      </a:r>
                      <a:endParaRPr kumimoji="1" lang="ja-JP" altLang="en-US" sz="1200" dirty="0"/>
                    </a:p>
                  </a:txBody>
                  <a:tcPr/>
                </a:tc>
                <a:tc>
                  <a:txBody>
                    <a:bodyPr/>
                    <a:lstStyle/>
                    <a:p>
                      <a:r>
                        <a:rPr kumimoji="1" lang="en-US" altLang="ja-JP" sz="1200" dirty="0"/>
                        <a:t>2</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dirty="0"/>
                    </a:p>
                  </a:txBody>
                  <a:tcPr/>
                </a:tc>
                <a:extLst>
                  <a:ext uri="{0D108BD9-81ED-4DB2-BD59-A6C34878D82A}">
                    <a16:rowId xmlns:a16="http://schemas.microsoft.com/office/drawing/2014/main" val="4132914302"/>
                  </a:ext>
                </a:extLst>
              </a:tr>
              <a:tr h="157480">
                <a:tc>
                  <a:txBody>
                    <a:bodyPr/>
                    <a:lstStyle/>
                    <a:p>
                      <a:r>
                        <a:rPr kumimoji="1" lang="en-US" altLang="ja-JP" sz="1200"/>
                        <a:t>….</a:t>
                      </a:r>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463137258"/>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950397744"/>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3459055392"/>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022971352"/>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4249636636"/>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1181908287"/>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924555285"/>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225539358"/>
                  </a:ext>
                </a:extLst>
              </a:tr>
            </a:tbl>
          </a:graphicData>
        </a:graphic>
      </p:graphicFrame>
      <p:sp>
        <p:nvSpPr>
          <p:cNvPr id="5" name="テキスト ボックス 4">
            <a:extLst>
              <a:ext uri="{FF2B5EF4-FFF2-40B4-BE49-F238E27FC236}">
                <a16:creationId xmlns:a16="http://schemas.microsoft.com/office/drawing/2014/main" id="{01FA78C4-913A-14F0-0FF4-E29DBB57B11E}"/>
              </a:ext>
            </a:extLst>
          </p:cNvPr>
          <p:cNvSpPr txBox="1"/>
          <p:nvPr/>
        </p:nvSpPr>
        <p:spPr>
          <a:xfrm>
            <a:off x="3797761" y="2574913"/>
            <a:ext cx="2778760" cy="276999"/>
          </a:xfrm>
          <a:prstGeom prst="rect">
            <a:avLst/>
          </a:prstGeom>
          <a:noFill/>
        </p:spPr>
        <p:txBody>
          <a:bodyPr wrap="square" rtlCol="0">
            <a:spAutoFit/>
          </a:bodyPr>
          <a:lstStyle/>
          <a:p>
            <a:r>
              <a:rPr kumimoji="1" lang="en-US" altLang="ja-JP" sz="1200" b="1" dirty="0" err="1"/>
              <a:t>Tbl_UserProperityes</a:t>
            </a:r>
            <a:endParaRPr kumimoji="1" lang="ja-JP" altLang="en-US" sz="1200" b="1" dirty="0"/>
          </a:p>
        </p:txBody>
      </p:sp>
      <p:sp>
        <p:nvSpPr>
          <p:cNvPr id="6" name="矢印: 左右 5">
            <a:extLst>
              <a:ext uri="{FF2B5EF4-FFF2-40B4-BE49-F238E27FC236}">
                <a16:creationId xmlns:a16="http://schemas.microsoft.com/office/drawing/2014/main" id="{EE14C9E7-D89D-ADF6-E1C2-F048F65B1A4D}"/>
              </a:ext>
            </a:extLst>
          </p:cNvPr>
          <p:cNvSpPr/>
          <p:nvPr/>
        </p:nvSpPr>
        <p:spPr>
          <a:xfrm>
            <a:off x="2908761" y="4269231"/>
            <a:ext cx="929640" cy="457201"/>
          </a:xfrm>
          <a:prstGeom prst="leftRightArrow">
            <a:avLst>
              <a:gd name="adj1" fmla="val 50000"/>
              <a:gd name="adj2" fmla="val 3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067950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0F81B-2386-E515-AA37-57A3E89633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910901-1E9D-3C39-6AFD-1B92C98A5D7E}"/>
              </a:ext>
            </a:extLst>
          </p:cNvPr>
          <p:cNvSpPr>
            <a:spLocks noGrp="1"/>
          </p:cNvSpPr>
          <p:nvPr>
            <p:ph type="title"/>
          </p:nvPr>
        </p:nvSpPr>
        <p:spPr>
          <a:xfrm>
            <a:off x="414336" y="255263"/>
            <a:ext cx="9327072" cy="683629"/>
          </a:xfrm>
        </p:spPr>
        <p:txBody>
          <a:bodyPr>
            <a:normAutofit/>
          </a:bodyPr>
          <a:lstStyle/>
          <a:p>
            <a:r>
              <a:rPr lang="ja-JP" altLang="en-US"/>
              <a:t>データ移行</a:t>
            </a:r>
            <a:endParaRPr lang="ja-JP" altLang="en-US">
              <a:effectLst/>
            </a:endParaRPr>
          </a:p>
        </p:txBody>
      </p:sp>
      <p:pic>
        <p:nvPicPr>
          <p:cNvPr id="1026" name="Picture 2">
            <a:extLst>
              <a:ext uri="{FF2B5EF4-FFF2-40B4-BE49-F238E27FC236}">
                <a16:creationId xmlns:a16="http://schemas.microsoft.com/office/drawing/2014/main" id="{A1560A5C-0967-9742-7296-51AD1854C8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5560" y="3738880"/>
            <a:ext cx="2153920" cy="21539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Xml file - Free files and folders icons">
            <a:extLst>
              <a:ext uri="{FF2B5EF4-FFF2-40B4-BE49-F238E27FC236}">
                <a16:creationId xmlns:a16="http://schemas.microsoft.com/office/drawing/2014/main" id="{4114E687-9495-B0EC-F9E9-3F1674DDB8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7392" y="3782060"/>
            <a:ext cx="2067560" cy="2067560"/>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descr="テーブル, カップ が含まれている画像&#10;&#10;AI によって生成されたコンテンツは間違っている可能性があります。">
            <a:extLst>
              <a:ext uri="{FF2B5EF4-FFF2-40B4-BE49-F238E27FC236}">
                <a16:creationId xmlns:a16="http://schemas.microsoft.com/office/drawing/2014/main" id="{578428C1-2427-382C-7EB5-1A479E5041E3}"/>
              </a:ext>
            </a:extLst>
          </p:cNvPr>
          <p:cNvPicPr>
            <a:picLocks noChangeAspect="1"/>
          </p:cNvPicPr>
          <p:nvPr/>
        </p:nvPicPr>
        <p:blipFill>
          <a:blip r:embed="rId5"/>
          <a:stretch>
            <a:fillRect/>
          </a:stretch>
        </p:blipFill>
        <p:spPr>
          <a:xfrm>
            <a:off x="8890002" y="4126051"/>
            <a:ext cx="1711120" cy="1379578"/>
          </a:xfrm>
          <a:prstGeom prst="rect">
            <a:avLst/>
          </a:prstGeom>
        </p:spPr>
      </p:pic>
      <p:sp>
        <p:nvSpPr>
          <p:cNvPr id="8" name="矢印: 右 7">
            <a:extLst>
              <a:ext uri="{FF2B5EF4-FFF2-40B4-BE49-F238E27FC236}">
                <a16:creationId xmlns:a16="http://schemas.microsoft.com/office/drawing/2014/main" id="{F5D5DEDB-13FA-0473-00A7-5A213AA6DA90}"/>
              </a:ext>
            </a:extLst>
          </p:cNvPr>
          <p:cNvSpPr/>
          <p:nvPr/>
        </p:nvSpPr>
        <p:spPr>
          <a:xfrm>
            <a:off x="3698240" y="4513580"/>
            <a:ext cx="1349152" cy="6045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F2D4E30B-4606-043C-7B79-40967F68B3B1}"/>
              </a:ext>
            </a:extLst>
          </p:cNvPr>
          <p:cNvSpPr/>
          <p:nvPr/>
        </p:nvSpPr>
        <p:spPr>
          <a:xfrm>
            <a:off x="7249160" y="4513580"/>
            <a:ext cx="1349152" cy="6045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7CFC232C-62C8-2DC6-3A31-9BFE4CB9075A}"/>
              </a:ext>
            </a:extLst>
          </p:cNvPr>
          <p:cNvSpPr txBox="1"/>
          <p:nvPr/>
        </p:nvSpPr>
        <p:spPr>
          <a:xfrm>
            <a:off x="1661160" y="5770880"/>
            <a:ext cx="1442720" cy="369332"/>
          </a:xfrm>
          <a:prstGeom prst="rect">
            <a:avLst/>
          </a:prstGeom>
          <a:noFill/>
        </p:spPr>
        <p:txBody>
          <a:bodyPr wrap="square" rtlCol="0">
            <a:spAutoFit/>
          </a:bodyPr>
          <a:lstStyle/>
          <a:p>
            <a:r>
              <a:rPr kumimoji="1" lang="en-US" altLang="ja-JP"/>
              <a:t>Notes DB</a:t>
            </a:r>
            <a:endParaRPr kumimoji="1" lang="ja-JP" altLang="en-US"/>
          </a:p>
        </p:txBody>
      </p:sp>
      <p:sp>
        <p:nvSpPr>
          <p:cNvPr id="11" name="テキスト ボックス 10">
            <a:extLst>
              <a:ext uri="{FF2B5EF4-FFF2-40B4-BE49-F238E27FC236}">
                <a16:creationId xmlns:a16="http://schemas.microsoft.com/office/drawing/2014/main" id="{99697F46-3762-A8D2-9F1C-F189FED10160}"/>
              </a:ext>
            </a:extLst>
          </p:cNvPr>
          <p:cNvSpPr txBox="1"/>
          <p:nvPr/>
        </p:nvSpPr>
        <p:spPr>
          <a:xfrm>
            <a:off x="3418841" y="5073829"/>
            <a:ext cx="1856328" cy="369332"/>
          </a:xfrm>
          <a:prstGeom prst="rect">
            <a:avLst/>
          </a:prstGeom>
          <a:noFill/>
        </p:spPr>
        <p:txBody>
          <a:bodyPr wrap="square" rtlCol="0">
            <a:spAutoFit/>
          </a:bodyPr>
          <a:lstStyle/>
          <a:p>
            <a:pPr algn="ctr"/>
            <a:r>
              <a:rPr lang="ja-JP" altLang="en-US" dirty="0"/>
              <a:t>エクスポート</a:t>
            </a:r>
            <a:endParaRPr kumimoji="1" lang="ja-JP" altLang="en-US" dirty="0"/>
          </a:p>
        </p:txBody>
      </p:sp>
      <p:sp>
        <p:nvSpPr>
          <p:cNvPr id="12" name="テキスト ボックス 11">
            <a:extLst>
              <a:ext uri="{FF2B5EF4-FFF2-40B4-BE49-F238E27FC236}">
                <a16:creationId xmlns:a16="http://schemas.microsoft.com/office/drawing/2014/main" id="{E5BF868F-AF23-190D-3750-915BFB328F15}"/>
              </a:ext>
            </a:extLst>
          </p:cNvPr>
          <p:cNvSpPr txBox="1"/>
          <p:nvPr/>
        </p:nvSpPr>
        <p:spPr>
          <a:xfrm>
            <a:off x="6995572" y="5070535"/>
            <a:ext cx="1856328" cy="923330"/>
          </a:xfrm>
          <a:prstGeom prst="rect">
            <a:avLst/>
          </a:prstGeom>
          <a:noFill/>
        </p:spPr>
        <p:txBody>
          <a:bodyPr wrap="square" rtlCol="0">
            <a:spAutoFit/>
          </a:bodyPr>
          <a:lstStyle/>
          <a:p>
            <a:pPr algn="ctr"/>
            <a:r>
              <a:rPr kumimoji="1" lang="en-US" altLang="ja-JP" dirty="0"/>
              <a:t>Java/Python/PowerShell</a:t>
            </a:r>
          </a:p>
          <a:p>
            <a:pPr algn="ctr"/>
            <a:r>
              <a:rPr kumimoji="1" lang="ja-JP" altLang="en-US" dirty="0"/>
              <a:t>ツール</a:t>
            </a:r>
          </a:p>
        </p:txBody>
      </p:sp>
      <p:graphicFrame>
        <p:nvGraphicFramePr>
          <p:cNvPr id="13" name="表 12">
            <a:extLst>
              <a:ext uri="{FF2B5EF4-FFF2-40B4-BE49-F238E27FC236}">
                <a16:creationId xmlns:a16="http://schemas.microsoft.com/office/drawing/2014/main" id="{E5AF1A0C-13EC-E34F-7EEE-5BE9A21849E9}"/>
              </a:ext>
            </a:extLst>
          </p:cNvPr>
          <p:cNvGraphicFramePr>
            <a:graphicFrameLocks noGrp="1"/>
          </p:cNvGraphicFramePr>
          <p:nvPr/>
        </p:nvGraphicFramePr>
        <p:xfrm>
          <a:off x="535939" y="1078051"/>
          <a:ext cx="11120121" cy="2072640"/>
        </p:xfrm>
        <a:graphic>
          <a:graphicData uri="http://schemas.openxmlformats.org/drawingml/2006/table">
            <a:tbl>
              <a:tblPr firstRow="1" bandRow="1">
                <a:tableStyleId>{7DF18680-E054-41AD-8BC1-D1AEF772440D}</a:tableStyleId>
              </a:tblPr>
              <a:tblGrid>
                <a:gridCol w="3706707">
                  <a:extLst>
                    <a:ext uri="{9D8B030D-6E8A-4147-A177-3AD203B41FA5}">
                      <a16:colId xmlns:a16="http://schemas.microsoft.com/office/drawing/2014/main" val="2649257964"/>
                    </a:ext>
                  </a:extLst>
                </a:gridCol>
                <a:gridCol w="817034">
                  <a:extLst>
                    <a:ext uri="{9D8B030D-6E8A-4147-A177-3AD203B41FA5}">
                      <a16:colId xmlns:a16="http://schemas.microsoft.com/office/drawing/2014/main" val="3843299209"/>
                    </a:ext>
                  </a:extLst>
                </a:gridCol>
                <a:gridCol w="6596380">
                  <a:extLst>
                    <a:ext uri="{9D8B030D-6E8A-4147-A177-3AD203B41FA5}">
                      <a16:colId xmlns:a16="http://schemas.microsoft.com/office/drawing/2014/main" val="3345850908"/>
                    </a:ext>
                  </a:extLst>
                </a:gridCol>
              </a:tblGrid>
              <a:tr h="204526">
                <a:tc>
                  <a:txBody>
                    <a:bodyPr/>
                    <a:lstStyle/>
                    <a:p>
                      <a:r>
                        <a:rPr kumimoji="1" lang="ja-JP" altLang="en-US" sz="1600"/>
                        <a:t>カテゴリ</a:t>
                      </a:r>
                    </a:p>
                  </a:txBody>
                  <a:tcPr/>
                </a:tc>
                <a:tc>
                  <a:txBody>
                    <a:bodyPr/>
                    <a:lstStyle/>
                    <a:p>
                      <a:r>
                        <a:rPr kumimoji="1" lang="en-US" altLang="ja-JP" sz="1600" dirty="0"/>
                        <a:t>DB</a:t>
                      </a:r>
                      <a:r>
                        <a:rPr kumimoji="1" lang="ja-JP" altLang="en-US" sz="1600" dirty="0"/>
                        <a:t>数</a:t>
                      </a:r>
                    </a:p>
                  </a:txBody>
                  <a:tcPr/>
                </a:tc>
                <a:tc>
                  <a:txBody>
                    <a:bodyPr/>
                    <a:lstStyle/>
                    <a:p>
                      <a:endParaRPr kumimoji="1" lang="ja-JP" altLang="en-US" sz="1600"/>
                    </a:p>
                  </a:txBody>
                  <a:tcPr/>
                </a:tc>
                <a:extLst>
                  <a:ext uri="{0D108BD9-81ED-4DB2-BD59-A6C34878D82A}">
                    <a16:rowId xmlns:a16="http://schemas.microsoft.com/office/drawing/2014/main" val="2208701059"/>
                  </a:ext>
                </a:extLst>
              </a:tr>
              <a:tr h="357921">
                <a:tc>
                  <a:txBody>
                    <a:bodyPr/>
                    <a:lstStyle/>
                    <a:p>
                      <a:r>
                        <a:rPr lang="ja-JP" altLang="en-US" sz="1600" kern="1200" dirty="0">
                          <a:solidFill>
                            <a:schemeClr val="dk1"/>
                          </a:solidFill>
                          <a:latin typeface="+mn-lt"/>
                          <a:ea typeface="+mn-ea"/>
                          <a:cs typeface="+mn-cs"/>
                        </a:rPr>
                        <a:t>製品仕様書管理（黄）</a:t>
                      </a:r>
                    </a:p>
                  </a:txBody>
                  <a:tcPr/>
                </a:tc>
                <a:tc>
                  <a:txBody>
                    <a:bodyPr/>
                    <a:lstStyle/>
                    <a:p>
                      <a:r>
                        <a:rPr lang="en-US" altLang="ja-JP" sz="1600" kern="1200" dirty="0">
                          <a:solidFill>
                            <a:schemeClr val="dk1"/>
                          </a:solidFill>
                          <a:latin typeface="+mn-lt"/>
                          <a:ea typeface="+mn-ea"/>
                          <a:cs typeface="+mn-cs"/>
                        </a:rPr>
                        <a:t>33</a:t>
                      </a:r>
                      <a:endParaRPr lang="ja-JP" altLang="en-US" sz="16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600" dirty="0"/>
                        <a:t>3DB</a:t>
                      </a:r>
                      <a:r>
                        <a:rPr lang="ja-JP" altLang="en-US" sz="1600" dirty="0"/>
                        <a:t>で</a:t>
                      </a:r>
                      <a:r>
                        <a:rPr lang="en-US" altLang="ja-JP" sz="1600" dirty="0"/>
                        <a:t>1</a:t>
                      </a:r>
                      <a:r>
                        <a:rPr lang="ja-JP" altLang="en-US" sz="1600" dirty="0"/>
                        <a:t>セットとなる構成（同一設計）</a:t>
                      </a:r>
                      <a:br>
                        <a:rPr lang="en-US" altLang="ja-JP" sz="1600" dirty="0"/>
                      </a:br>
                      <a:r>
                        <a:rPr lang="en-US" altLang="ja-JP" sz="1600" dirty="0"/>
                        <a:t>※</a:t>
                      </a:r>
                      <a:r>
                        <a:rPr kumimoji="1" lang="ja-JP" altLang="en-US" sz="1600" dirty="0"/>
                        <a:t>製品仕様書管理</a:t>
                      </a:r>
                      <a:r>
                        <a:rPr kumimoji="1" lang="en-US" altLang="ja-JP" sz="1600" dirty="0"/>
                        <a:t>DB/</a:t>
                      </a:r>
                      <a:r>
                        <a:rPr lang="ja-JP" altLang="en-US" sz="1600" dirty="0"/>
                        <a:t>関連文書</a:t>
                      </a:r>
                      <a:r>
                        <a:rPr lang="en-US" altLang="ja-JP" sz="1600" dirty="0"/>
                        <a:t>DB/</a:t>
                      </a:r>
                      <a:r>
                        <a:rPr kumimoji="1" lang="ja-JP" altLang="en-US" sz="1600" dirty="0"/>
                        <a:t>品質情報</a:t>
                      </a:r>
                      <a:r>
                        <a:rPr kumimoji="1" lang="en-US" altLang="ja-JP" sz="1600" dirty="0"/>
                        <a:t>M</a:t>
                      </a:r>
                    </a:p>
                  </a:txBody>
                  <a:tcPr/>
                </a:tc>
                <a:extLst>
                  <a:ext uri="{0D108BD9-81ED-4DB2-BD59-A6C34878D82A}">
                    <a16:rowId xmlns:a16="http://schemas.microsoft.com/office/drawing/2014/main" val="3179909173"/>
                  </a:ext>
                </a:extLst>
              </a:tr>
              <a:tr h="664710">
                <a:tc>
                  <a:txBody>
                    <a:bodyPr/>
                    <a:lstStyle/>
                    <a:p>
                      <a:r>
                        <a:rPr lang="en-US" altLang="ja-JP" sz="1600" kern="1200">
                          <a:solidFill>
                            <a:schemeClr val="dk1"/>
                          </a:solidFill>
                          <a:latin typeface="+mn-lt"/>
                          <a:ea typeface="+mn-ea"/>
                          <a:cs typeface="+mn-cs"/>
                        </a:rPr>
                        <a:t>【</a:t>
                      </a:r>
                      <a:r>
                        <a:rPr lang="ja-JP" altLang="en-US" sz="1600" kern="1200">
                          <a:solidFill>
                            <a:schemeClr val="dk1"/>
                          </a:solidFill>
                          <a:latin typeface="+mn-lt"/>
                          <a:ea typeface="+mn-ea"/>
                          <a:cs typeface="+mn-cs"/>
                        </a:rPr>
                        <a:t>納入仕様書管理（青）</a:t>
                      </a:r>
                      <a:r>
                        <a:rPr lang="en-US" altLang="ja-JP" sz="1600" kern="1200">
                          <a:solidFill>
                            <a:schemeClr val="dk1"/>
                          </a:solidFill>
                          <a:latin typeface="+mn-lt"/>
                          <a:ea typeface="+mn-ea"/>
                          <a:cs typeface="+mn-cs"/>
                        </a:rPr>
                        <a:t>】</a:t>
                      </a:r>
                      <a:endParaRPr lang="ja-JP" altLang="en-US" sz="1600" kern="1200">
                        <a:solidFill>
                          <a:schemeClr val="dk1"/>
                        </a:solidFill>
                        <a:latin typeface="+mn-lt"/>
                        <a:ea typeface="+mn-ea"/>
                        <a:cs typeface="+mn-cs"/>
                      </a:endParaRPr>
                    </a:p>
                  </a:txBody>
                  <a:tcPr/>
                </a:tc>
                <a:tc>
                  <a:txBody>
                    <a:bodyPr/>
                    <a:lstStyle/>
                    <a:p>
                      <a:r>
                        <a:rPr lang="en-US" altLang="ja-JP" sz="1600" kern="1200">
                          <a:solidFill>
                            <a:schemeClr val="dk1"/>
                          </a:solidFill>
                          <a:latin typeface="+mn-lt"/>
                          <a:ea typeface="+mn-ea"/>
                          <a:cs typeface="+mn-cs"/>
                        </a:rPr>
                        <a:t>12</a:t>
                      </a:r>
                      <a:endParaRPr lang="ja-JP" altLang="en-US" sz="1600" kern="1200">
                        <a:solidFill>
                          <a:schemeClr val="dk1"/>
                        </a:solidFill>
                        <a:latin typeface="+mn-lt"/>
                        <a:ea typeface="+mn-ea"/>
                        <a:cs typeface="+mn-cs"/>
                      </a:endParaRPr>
                    </a:p>
                  </a:txBody>
                  <a:tcPr/>
                </a:tc>
                <a:tc>
                  <a:txBody>
                    <a:bodyPr/>
                    <a:lstStyle/>
                    <a:p>
                      <a:pPr marL="171450" indent="-171450">
                        <a:buFont typeface="Arial" panose="020B0604020202020204" pitchFamily="34" charset="0"/>
                        <a:buChar char="•"/>
                      </a:pPr>
                      <a:r>
                        <a:rPr lang="ja-JP" altLang="en-US" sz="1600" dirty="0"/>
                        <a:t>納入仕様書管理</a:t>
                      </a:r>
                      <a:r>
                        <a:rPr lang="en-US" altLang="ja-JP" sz="1600" dirty="0"/>
                        <a:t>1DB</a:t>
                      </a:r>
                      <a:r>
                        <a:rPr lang="ja-JP" altLang="en-US" sz="1600" dirty="0"/>
                        <a:t>を複数の事業部で利用する構成（同一設計）</a:t>
                      </a:r>
                      <a:br>
                        <a:rPr lang="en-US" altLang="ja-JP" sz="1600" dirty="0"/>
                      </a:br>
                      <a:r>
                        <a:rPr lang="en-US" altLang="ja-JP" sz="1600" dirty="0"/>
                        <a:t>※</a:t>
                      </a:r>
                      <a:r>
                        <a:rPr lang="ja-JP" altLang="en-US" sz="1600" dirty="0"/>
                        <a:t>仕様書関連文書</a:t>
                      </a:r>
                      <a:r>
                        <a:rPr lang="en-US" altLang="ja-JP" sz="1600" dirty="0"/>
                        <a:t>DB/</a:t>
                      </a:r>
                      <a:r>
                        <a:rPr lang="ja-JP" altLang="en-US" sz="1600" dirty="0"/>
                        <a:t>品質情報マスター</a:t>
                      </a:r>
                      <a:endParaRPr lang="en-US" altLang="ja-JP" sz="1600" dirty="0"/>
                    </a:p>
                    <a:p>
                      <a:pPr marL="171450" indent="-171450">
                        <a:buFont typeface="Arial" panose="020B0604020202020204" pitchFamily="34" charset="0"/>
                        <a:buChar char="•"/>
                      </a:pPr>
                      <a:r>
                        <a:rPr lang="ja-JP" altLang="en-US" sz="1600" dirty="0"/>
                        <a:t>アーカイブ用の</a:t>
                      </a:r>
                      <a:r>
                        <a:rPr lang="en-US" altLang="ja-JP" sz="1600" dirty="0"/>
                        <a:t>DB</a:t>
                      </a:r>
                      <a:r>
                        <a:rPr lang="ja-JP" altLang="en-US" sz="1600" dirty="0"/>
                        <a:t>を持つ構成</a:t>
                      </a:r>
                      <a:endParaRPr lang="en-US" altLang="ja-JP" sz="1600" dirty="0"/>
                    </a:p>
                  </a:txBody>
                  <a:tcPr/>
                </a:tc>
                <a:extLst>
                  <a:ext uri="{0D108BD9-81ED-4DB2-BD59-A6C34878D82A}">
                    <a16:rowId xmlns:a16="http://schemas.microsoft.com/office/drawing/2014/main" val="3928298953"/>
                  </a:ext>
                </a:extLst>
              </a:tr>
              <a:tr h="204526">
                <a:tc>
                  <a:txBody>
                    <a:bodyPr/>
                    <a:lstStyle/>
                    <a:p>
                      <a:r>
                        <a:rPr lang="en-US" altLang="ja-JP" sz="1600" kern="1200">
                          <a:solidFill>
                            <a:schemeClr val="dk1"/>
                          </a:solidFill>
                          <a:latin typeface="+mn-lt"/>
                          <a:ea typeface="+mn-ea"/>
                          <a:cs typeface="+mn-cs"/>
                        </a:rPr>
                        <a:t>【</a:t>
                      </a:r>
                      <a:r>
                        <a:rPr lang="ja-JP" altLang="en-US" sz="1600" kern="1200">
                          <a:solidFill>
                            <a:schemeClr val="dk1"/>
                          </a:solidFill>
                          <a:latin typeface="+mn-lt"/>
                          <a:ea typeface="+mn-ea"/>
                          <a:cs typeface="+mn-cs"/>
                        </a:rPr>
                        <a:t>その他個別</a:t>
                      </a:r>
                      <a:r>
                        <a:rPr lang="en-US" altLang="ja-JP" sz="1600" kern="1200">
                          <a:solidFill>
                            <a:schemeClr val="dk1"/>
                          </a:solidFill>
                          <a:latin typeface="+mn-lt"/>
                          <a:ea typeface="+mn-ea"/>
                          <a:cs typeface="+mn-cs"/>
                        </a:rPr>
                        <a:t>DB】</a:t>
                      </a:r>
                      <a:endParaRPr lang="ja-JP" altLang="en-US" sz="1600" kern="1200">
                        <a:solidFill>
                          <a:schemeClr val="dk1"/>
                        </a:solidFill>
                        <a:latin typeface="+mn-lt"/>
                        <a:ea typeface="+mn-ea"/>
                        <a:cs typeface="+mn-cs"/>
                      </a:endParaRPr>
                    </a:p>
                  </a:txBody>
                  <a:tcPr/>
                </a:tc>
                <a:tc>
                  <a:txBody>
                    <a:bodyPr/>
                    <a:lstStyle/>
                    <a:p>
                      <a:r>
                        <a:rPr lang="en-US" altLang="ja-JP" sz="1600" kern="1200">
                          <a:solidFill>
                            <a:schemeClr val="dk1"/>
                          </a:solidFill>
                          <a:latin typeface="+mn-lt"/>
                          <a:ea typeface="+mn-ea"/>
                          <a:cs typeface="+mn-cs"/>
                        </a:rPr>
                        <a:t>8</a:t>
                      </a:r>
                      <a:endParaRPr lang="ja-JP" altLang="en-US" sz="16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dirty="0"/>
                        <a:t>それぞれ設計が異なり、独立した構成</a:t>
                      </a:r>
                      <a:endParaRPr lang="en-US" altLang="ja-JP" sz="1600" dirty="0"/>
                    </a:p>
                  </a:txBody>
                  <a:tcPr/>
                </a:tc>
                <a:extLst>
                  <a:ext uri="{0D108BD9-81ED-4DB2-BD59-A6C34878D82A}">
                    <a16:rowId xmlns:a16="http://schemas.microsoft.com/office/drawing/2014/main" val="1289625531"/>
                  </a:ext>
                </a:extLst>
              </a:tr>
            </a:tbl>
          </a:graphicData>
        </a:graphic>
      </p:graphicFrame>
    </p:spTree>
    <p:extLst>
      <p:ext uri="{BB962C8B-B14F-4D97-AF65-F5344CB8AC3E}">
        <p14:creationId xmlns:p14="http://schemas.microsoft.com/office/powerpoint/2010/main" val="22367100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FBF05A-382A-F772-C873-3DF1D2267197}"/>
              </a:ext>
            </a:extLst>
          </p:cNvPr>
          <p:cNvSpPr>
            <a:spLocks noGrp="1"/>
          </p:cNvSpPr>
          <p:nvPr>
            <p:ph type="title"/>
          </p:nvPr>
        </p:nvSpPr>
        <p:spPr/>
        <p:txBody>
          <a:bodyPr>
            <a:normAutofit fontScale="90000"/>
          </a:bodyPr>
          <a:lstStyle/>
          <a:p>
            <a:endParaRPr kumimoji="1" lang="ja-JP" altLang="en-US"/>
          </a:p>
        </p:txBody>
      </p:sp>
      <p:sp>
        <p:nvSpPr>
          <p:cNvPr id="3" name="コンテンツ プレースホルダー 2">
            <a:extLst>
              <a:ext uri="{FF2B5EF4-FFF2-40B4-BE49-F238E27FC236}">
                <a16:creationId xmlns:a16="http://schemas.microsoft.com/office/drawing/2014/main" id="{1FEB90F5-4B5D-5881-E194-F9748CB9A7A8}"/>
              </a:ext>
            </a:extLst>
          </p:cNvPr>
          <p:cNvSpPr>
            <a:spLocks noGrp="1"/>
          </p:cNvSpPr>
          <p:nvPr>
            <p:ph sz="quarter" idx="10"/>
          </p:nvPr>
        </p:nvSpPr>
        <p:spPr/>
        <p:txBody>
          <a:bodyPr/>
          <a:lstStyle/>
          <a:p>
            <a:endParaRPr kumimoji="1" lang="ja-JP" altLang="en-US" dirty="0"/>
          </a:p>
        </p:txBody>
      </p:sp>
      <p:pic>
        <p:nvPicPr>
          <p:cNvPr id="4" name="図 3" descr="アイコン&#10;&#10;AI によって生成されたコンテンツは間違っている可能性があります。">
            <a:extLst>
              <a:ext uri="{FF2B5EF4-FFF2-40B4-BE49-F238E27FC236}">
                <a16:creationId xmlns:a16="http://schemas.microsoft.com/office/drawing/2014/main" id="{D3742252-C886-6E4B-0739-3C625D175FA2}"/>
              </a:ext>
            </a:extLst>
          </p:cNvPr>
          <p:cNvPicPr>
            <a:picLocks noChangeAspect="1"/>
          </p:cNvPicPr>
          <p:nvPr/>
        </p:nvPicPr>
        <p:blipFill>
          <a:blip r:embed="rId2"/>
          <a:stretch>
            <a:fillRect/>
          </a:stretch>
        </p:blipFill>
        <p:spPr>
          <a:xfrm>
            <a:off x="6566407" y="3590220"/>
            <a:ext cx="2787330" cy="1672398"/>
          </a:xfrm>
          <a:prstGeom prst="rect">
            <a:avLst/>
          </a:prstGeom>
        </p:spPr>
      </p:pic>
      <p:pic>
        <p:nvPicPr>
          <p:cNvPr id="5" name="図 4" descr="グラフィカル ユーザー インターフェイス, ロゴ&#10;&#10;AI によって生成されたコンテンツは間違っている可能性があります。">
            <a:extLst>
              <a:ext uri="{FF2B5EF4-FFF2-40B4-BE49-F238E27FC236}">
                <a16:creationId xmlns:a16="http://schemas.microsoft.com/office/drawing/2014/main" id="{BC51BFD8-DC7A-E4D9-4E79-6280D0A0DBE2}"/>
              </a:ext>
            </a:extLst>
          </p:cNvPr>
          <p:cNvPicPr>
            <a:picLocks noChangeAspect="1"/>
          </p:cNvPicPr>
          <p:nvPr/>
        </p:nvPicPr>
        <p:blipFill>
          <a:blip r:embed="rId3"/>
          <a:stretch>
            <a:fillRect/>
          </a:stretch>
        </p:blipFill>
        <p:spPr>
          <a:xfrm>
            <a:off x="8135148" y="1463697"/>
            <a:ext cx="2160721" cy="2160721"/>
          </a:xfrm>
          <a:prstGeom prst="rect">
            <a:avLst/>
          </a:prstGeom>
        </p:spPr>
      </p:pic>
      <p:pic>
        <p:nvPicPr>
          <p:cNvPr id="6" name="図 5" descr="グラフィカル ユーザー インターフェイス, ロゴ&#10;&#10;AI によって生成されたコンテンツは間違っている可能性があります。">
            <a:extLst>
              <a:ext uri="{FF2B5EF4-FFF2-40B4-BE49-F238E27FC236}">
                <a16:creationId xmlns:a16="http://schemas.microsoft.com/office/drawing/2014/main" id="{B8EC4D3A-E406-9780-3E94-DCB8936E3243}"/>
              </a:ext>
            </a:extLst>
          </p:cNvPr>
          <p:cNvPicPr>
            <a:picLocks noChangeAspect="1"/>
          </p:cNvPicPr>
          <p:nvPr/>
        </p:nvPicPr>
        <p:blipFill>
          <a:blip r:embed="rId3"/>
          <a:stretch>
            <a:fillRect/>
          </a:stretch>
        </p:blipFill>
        <p:spPr>
          <a:xfrm>
            <a:off x="6096000" y="1231042"/>
            <a:ext cx="2160721" cy="2160721"/>
          </a:xfrm>
          <a:prstGeom prst="rect">
            <a:avLst/>
          </a:prstGeom>
        </p:spPr>
      </p:pic>
    </p:spTree>
    <p:extLst>
      <p:ext uri="{BB962C8B-B14F-4D97-AF65-F5344CB8AC3E}">
        <p14:creationId xmlns:p14="http://schemas.microsoft.com/office/powerpoint/2010/main" val="3445388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a:t>提案（</a:t>
            </a:r>
            <a:r>
              <a:rPr kumimoji="1" lang="en-US" altLang="ja-JP"/>
              <a:t>File</a:t>
            </a:r>
            <a:r>
              <a:rPr kumimoji="1" lang="ja-JP" altLang="en-US"/>
              <a:t>を</a:t>
            </a:r>
            <a:r>
              <a:rPr kumimoji="1" lang="en-US" altLang="ja-JP"/>
              <a:t>SPO</a:t>
            </a:r>
            <a:r>
              <a:rPr kumimoji="1" lang="ja-JP" altLang="en-US"/>
              <a:t>に保存）</a:t>
            </a:r>
          </a:p>
        </p:txBody>
      </p:sp>
      <p:pic>
        <p:nvPicPr>
          <p:cNvPr id="5" name="コンテンツ プレースホルダー 4" descr="グラフィカル ユーザー インターフェイス&#10;&#10;AI によって生成されたコンテンツは間違っている可能性があります。"/>
          <p:cNvPicPr>
            <a:picLocks noGrp="1" noChangeAspect="1"/>
          </p:cNvPicPr>
          <p:nvPr>
            <p:ph sz="quarter" idx="10"/>
          </p:nvPr>
        </p:nvPicPr>
        <p:blipFill>
          <a:blip r:embed="rId3"/>
          <a:stretch>
            <a:fillRect/>
          </a:stretch>
        </p:blipFill>
        <p:spPr>
          <a:xfrm>
            <a:off x="405399" y="4411918"/>
            <a:ext cx="1670840" cy="960733"/>
          </a:xfrm>
        </p:spPr>
      </p:pic>
      <p:sp>
        <p:nvSpPr>
          <p:cNvPr id="16" name="テキスト ボックス 15"/>
          <p:cNvSpPr txBox="1"/>
          <p:nvPr/>
        </p:nvSpPr>
        <p:spPr>
          <a:xfrm>
            <a:off x="602303" y="5368116"/>
            <a:ext cx="1223264" cy="523220"/>
          </a:xfrm>
          <a:prstGeom prst="rect">
            <a:avLst/>
          </a:prstGeom>
          <a:noFill/>
        </p:spPr>
        <p:txBody>
          <a:bodyPr wrap="square" rtlCol="0">
            <a:spAutoFit/>
          </a:bodyPr>
          <a:lstStyle/>
          <a:p>
            <a:pPr algn="ctr"/>
            <a:r>
              <a:rPr kumimoji="1" lang="ja-JP" altLang="en-US" sz="1400" dirty="0"/>
              <a:t>入力手段</a:t>
            </a:r>
            <a:endParaRPr kumimoji="1" lang="en-US" altLang="ja-JP" sz="1400" dirty="0"/>
          </a:p>
          <a:p>
            <a:pPr algn="ctr"/>
            <a:r>
              <a:rPr kumimoji="1" lang="en-US" altLang="ja-JP" sz="1400" dirty="0"/>
              <a:t>UI</a:t>
            </a:r>
            <a:r>
              <a:rPr kumimoji="1" lang="ja-JP" altLang="en-US" sz="1400" dirty="0"/>
              <a:t>閲覧系</a:t>
            </a:r>
          </a:p>
        </p:txBody>
      </p:sp>
      <p:cxnSp>
        <p:nvCxnSpPr>
          <p:cNvPr id="31" name="コネクタ: カギ線 30"/>
          <p:cNvCxnSpPr>
            <a:cxnSpLocks/>
            <a:stCxn id="5" idx="0"/>
            <a:endCxn id="6" idx="1"/>
          </p:cNvCxnSpPr>
          <p:nvPr/>
        </p:nvCxnSpPr>
        <p:spPr>
          <a:xfrm rot="5400000" flipH="1" flipV="1">
            <a:off x="1352201" y="1516214"/>
            <a:ext cx="2784322" cy="3007086"/>
          </a:xfrm>
          <a:prstGeom prst="bentConnector2">
            <a:avLst/>
          </a:prstGeom>
          <a:ln w="25400" cap="flat" cmpd="sng" algn="ctr">
            <a:solidFill>
              <a:srgbClr val="C00000"/>
            </a:solidFill>
            <a:prstDash val="solid"/>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ひし形 33"/>
          <p:cNvSpPr/>
          <p:nvPr/>
        </p:nvSpPr>
        <p:spPr>
          <a:xfrm>
            <a:off x="5795886" y="2444947"/>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37" name="コネクタ: カギ線 36"/>
          <p:cNvCxnSpPr>
            <a:cxnSpLocks/>
            <a:stCxn id="24" idx="0"/>
          </p:cNvCxnSpPr>
          <p:nvPr/>
        </p:nvCxnSpPr>
        <p:spPr>
          <a:xfrm rot="5400000" flipH="1" flipV="1">
            <a:off x="2698472" y="1353902"/>
            <a:ext cx="1886550" cy="4137356"/>
          </a:xfrm>
          <a:prstGeom prst="bentConnector2">
            <a:avLst/>
          </a:prstGeom>
          <a:ln w="25400" cap="flat" cmpd="sng" algn="ctr">
            <a:solidFill>
              <a:schemeClr val="accent2">
                <a:lumMod val="60000"/>
                <a:lumOff val="40000"/>
              </a:schemeClr>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1267691" y="1613776"/>
            <a:ext cx="3182428" cy="430887"/>
          </a:xfrm>
          <a:prstGeom prst="rect">
            <a:avLst/>
          </a:prstGeom>
          <a:noFill/>
        </p:spPr>
        <p:txBody>
          <a:bodyPr wrap="square" rtlCol="0">
            <a:spAutoFit/>
          </a:bodyPr>
          <a:lstStyle/>
          <a:p>
            <a:r>
              <a:rPr kumimoji="1" lang="ja-JP" altLang="en-US" sz="1100" dirty="0">
                <a:solidFill>
                  <a:srgbClr val="C00000"/>
                </a:solidFill>
              </a:rPr>
              <a:t>定型データの取得、表示、更新</a:t>
            </a:r>
            <a:endParaRPr kumimoji="1" lang="en-US" altLang="ja-JP" sz="1100" dirty="0">
              <a:solidFill>
                <a:srgbClr val="C00000"/>
              </a:solidFill>
            </a:endParaRPr>
          </a:p>
          <a:p>
            <a:r>
              <a:rPr kumimoji="1" lang="ja-JP" altLang="en-US" sz="1100" dirty="0">
                <a:solidFill>
                  <a:srgbClr val="C00000"/>
                </a:solidFill>
              </a:rPr>
              <a:t>仕様書に紐付いた添付ファイルの情報</a:t>
            </a:r>
            <a:r>
              <a:rPr lang="ja-JP" altLang="en-US" sz="1100" dirty="0">
                <a:solidFill>
                  <a:srgbClr val="C00000"/>
                </a:solidFill>
              </a:rPr>
              <a:t>管理</a:t>
            </a:r>
            <a:endParaRPr kumimoji="1" lang="ja-JP" altLang="en-US" sz="1100" dirty="0">
              <a:solidFill>
                <a:srgbClr val="C00000"/>
              </a:solidFill>
            </a:endParaRPr>
          </a:p>
        </p:txBody>
      </p:sp>
      <p:sp>
        <p:nvSpPr>
          <p:cNvPr id="42" name="ひし形 41"/>
          <p:cNvSpPr/>
          <p:nvPr/>
        </p:nvSpPr>
        <p:spPr>
          <a:xfrm>
            <a:off x="1859442" y="4365855"/>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44" name="テキスト ボックス 43"/>
          <p:cNvSpPr txBox="1"/>
          <p:nvPr/>
        </p:nvSpPr>
        <p:spPr>
          <a:xfrm>
            <a:off x="1770574" y="2234742"/>
            <a:ext cx="2646688" cy="261610"/>
          </a:xfrm>
          <a:prstGeom prst="rect">
            <a:avLst/>
          </a:prstGeom>
          <a:noFill/>
        </p:spPr>
        <p:txBody>
          <a:bodyPr wrap="square" rtlCol="0">
            <a:spAutoFit/>
          </a:bodyPr>
          <a:lstStyle/>
          <a:p>
            <a:pPr algn="ctr"/>
            <a:r>
              <a:rPr kumimoji="1" lang="ja-JP" altLang="en-US" sz="1100" dirty="0">
                <a:solidFill>
                  <a:schemeClr val="accent1">
                    <a:lumMod val="60000"/>
                    <a:lumOff val="40000"/>
                  </a:schemeClr>
                </a:solidFill>
              </a:rPr>
              <a:t>添付ファイル履歴取得、情報表示</a:t>
            </a:r>
            <a:endParaRPr kumimoji="1" lang="en-US" altLang="ja-JP" sz="1100" dirty="0">
              <a:solidFill>
                <a:schemeClr val="accent1">
                  <a:lumMod val="60000"/>
                  <a:lumOff val="40000"/>
                </a:schemeClr>
              </a:solidFill>
            </a:endParaRPr>
          </a:p>
        </p:txBody>
      </p:sp>
      <p:cxnSp>
        <p:nvCxnSpPr>
          <p:cNvPr id="45" name="コネクタ: カギ線 44"/>
          <p:cNvCxnSpPr>
            <a:cxnSpLocks/>
            <a:stCxn id="48" idx="1"/>
            <a:endCxn id="23" idx="3"/>
          </p:cNvCxnSpPr>
          <p:nvPr/>
        </p:nvCxnSpPr>
        <p:spPr>
          <a:xfrm rot="10800000" flipV="1">
            <a:off x="2126046" y="2794859"/>
            <a:ext cx="3669840" cy="1764333"/>
          </a:xfrm>
          <a:prstGeom prst="bentConnector3">
            <a:avLst>
              <a:gd name="adj1" fmla="val 94594"/>
            </a:avLst>
          </a:prstGeom>
          <a:ln w="25400" cap="flat" cmpd="sng" algn="ctr">
            <a:solidFill>
              <a:srgbClr val="0070C0"/>
            </a:solidFill>
            <a:prstDash val="sysDash"/>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ひし形 47"/>
          <p:cNvSpPr/>
          <p:nvPr/>
        </p:nvSpPr>
        <p:spPr>
          <a:xfrm>
            <a:off x="5795886" y="2760660"/>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51" name="テキスト ボックス 50"/>
          <p:cNvSpPr txBox="1"/>
          <p:nvPr/>
        </p:nvSpPr>
        <p:spPr>
          <a:xfrm>
            <a:off x="3748048" y="3665593"/>
            <a:ext cx="2396378" cy="1107996"/>
          </a:xfrm>
          <a:prstGeom prst="rect">
            <a:avLst/>
          </a:prstGeom>
          <a:noFill/>
        </p:spPr>
        <p:txBody>
          <a:bodyPr wrap="square" rtlCol="0">
            <a:spAutoFit/>
          </a:bodyPr>
          <a:lstStyle/>
          <a:p>
            <a:r>
              <a:rPr lang="ja-JP" altLang="en-US" sz="1100" dirty="0"/>
              <a:t>添付ファイルの</a:t>
            </a:r>
            <a:r>
              <a:rPr lang="en-US" altLang="ja-JP" sz="1100" dirty="0"/>
              <a:t>Upload Flow</a:t>
            </a:r>
          </a:p>
          <a:p>
            <a:pPr marL="228600" indent="-228600">
              <a:buFont typeface="+mj-lt"/>
              <a:buAutoNum type="arabicPeriod"/>
            </a:pPr>
            <a:r>
              <a:rPr lang="ja-JP" altLang="en-US" sz="1050" dirty="0"/>
              <a:t>保存場所の特定</a:t>
            </a:r>
            <a:endParaRPr lang="en-US" altLang="ja-JP" sz="1050" dirty="0"/>
          </a:p>
          <a:p>
            <a:pPr marL="228600" indent="-228600">
              <a:buFont typeface="+mj-lt"/>
              <a:buAutoNum type="arabicPeriod"/>
            </a:pPr>
            <a:r>
              <a:rPr lang="ja-JP" altLang="en-US" sz="1050" dirty="0"/>
              <a:t>ファイルを</a:t>
            </a:r>
            <a:r>
              <a:rPr lang="en-US" altLang="ja-JP" sz="1050" dirty="0"/>
              <a:t>SPO</a:t>
            </a:r>
            <a:r>
              <a:rPr lang="ja-JP" altLang="en-US" sz="1050" dirty="0"/>
              <a:t>の場所に</a:t>
            </a:r>
            <a:r>
              <a:rPr lang="en-US" altLang="ja-JP" sz="1050" dirty="0"/>
              <a:t>Upload</a:t>
            </a:r>
          </a:p>
          <a:p>
            <a:pPr marL="228600" indent="-228600">
              <a:buFont typeface="+mj-lt"/>
              <a:buAutoNum type="arabicPeriod"/>
            </a:pPr>
            <a:r>
              <a:rPr lang="ja-JP" altLang="en-US" sz="1050" dirty="0"/>
              <a:t>ファイルの権限を設定（共有相手個人、組織のみに与える）</a:t>
            </a:r>
            <a:endParaRPr lang="en-US" altLang="ja-JP" sz="1050" dirty="0"/>
          </a:p>
          <a:p>
            <a:endParaRPr lang="ja-JP" altLang="en-US" sz="1050" dirty="0"/>
          </a:p>
        </p:txBody>
      </p:sp>
      <p:pic>
        <p:nvPicPr>
          <p:cNvPr id="58" name="図 57" descr="グラフィカル ユーザー インターフェイス, アプリケーション, テーブル, Excel"/>
          <p:cNvPicPr>
            <a:picLocks noChangeAspect="1"/>
          </p:cNvPicPr>
          <p:nvPr/>
        </p:nvPicPr>
        <p:blipFill>
          <a:blip r:embed="rId4"/>
          <a:stretch>
            <a:fillRect/>
          </a:stretch>
        </p:blipFill>
        <p:spPr>
          <a:xfrm>
            <a:off x="5540115" y="4665124"/>
            <a:ext cx="2086032" cy="1030032"/>
          </a:xfrm>
          <a:prstGeom prst="rect">
            <a:avLst/>
          </a:prstGeom>
        </p:spPr>
      </p:pic>
      <p:sp>
        <p:nvSpPr>
          <p:cNvPr id="108" name="ひし形 107"/>
          <p:cNvSpPr/>
          <p:nvPr/>
        </p:nvSpPr>
        <p:spPr>
          <a:xfrm>
            <a:off x="2032069" y="5159071"/>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120" name="ひし形 119"/>
          <p:cNvSpPr/>
          <p:nvPr/>
        </p:nvSpPr>
        <p:spPr>
          <a:xfrm>
            <a:off x="2032069" y="5311471"/>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3" name="テキスト ボックス 2"/>
          <p:cNvSpPr txBox="1"/>
          <p:nvPr/>
        </p:nvSpPr>
        <p:spPr>
          <a:xfrm>
            <a:off x="6339290" y="5311471"/>
            <a:ext cx="1473268" cy="307777"/>
          </a:xfrm>
          <a:prstGeom prst="rect">
            <a:avLst/>
          </a:prstGeom>
          <a:noFill/>
        </p:spPr>
        <p:txBody>
          <a:bodyPr wrap="square" rtlCol="0">
            <a:spAutoFit/>
          </a:bodyPr>
          <a:lstStyle/>
          <a:p>
            <a:pPr algn="ctr"/>
            <a:r>
              <a:rPr kumimoji="1" lang="en-US" altLang="ja-JP" sz="1400" dirty="0"/>
              <a:t>Office 365 App</a:t>
            </a:r>
            <a:endParaRPr kumimoji="1" lang="ja-JP" altLang="en-US" sz="1400" dirty="0"/>
          </a:p>
        </p:txBody>
      </p:sp>
      <p:sp>
        <p:nvSpPr>
          <p:cNvPr id="12" name="テキスト ボックス 11"/>
          <p:cNvSpPr txBox="1"/>
          <p:nvPr/>
        </p:nvSpPr>
        <p:spPr>
          <a:xfrm>
            <a:off x="-4275" y="7010297"/>
            <a:ext cx="11599481" cy="938719"/>
          </a:xfrm>
          <a:prstGeom prst="rect">
            <a:avLst/>
          </a:prstGeom>
          <a:noFill/>
          <a:ln w="9525" cap="flat" cmpd="sng" algn="ctr">
            <a:solidFill>
              <a:schemeClr val="tx1"/>
            </a:solidFill>
            <a:prstDash val="solid"/>
            <a:round/>
            <a:headEnd type="oval" w="med" len="med"/>
            <a:tailEnd type="oval" w="med" len="med"/>
          </a:ln>
        </p:spPr>
        <p:txBody>
          <a:bodyPr wrap="square">
            <a:spAutoFit/>
          </a:bodyPr>
          <a:lstStyle/>
          <a:p>
            <a:r>
              <a:rPr lang="ja-JP" altLang="en-US" sz="1100"/>
              <a:t>平行編集：</a:t>
            </a:r>
          </a:p>
          <a:p>
            <a:r>
              <a:rPr lang="ja-JP" altLang="en-US" sz="1100"/>
              <a:t>１．同じユーザは複数回同じ文書を開く場合、（連打）　　ー　App設計・実装に考慮要</a:t>
            </a:r>
          </a:p>
          <a:p>
            <a:r>
              <a:rPr lang="ja-JP" altLang="en-US" sz="1100"/>
              <a:t>２．異なるユーザは同じ文書を同時に編集すること　　ー　当面不要だと聞いたが、必要としたら、実現できる。</a:t>
            </a:r>
          </a:p>
          <a:p>
            <a:r>
              <a:rPr lang="ja-JP" altLang="en-US" sz="1100"/>
              <a:t>３．Power AutomationのFlowの異常処理 </a:t>
            </a:r>
            <a:r>
              <a:rPr lang="en-US" altLang="ja-JP" sz="1100"/>
              <a:t>(</a:t>
            </a:r>
            <a:r>
              <a:rPr lang="ja-JP" altLang="en-US" sz="1100"/>
              <a:t>利用者の本人に送信したい</a:t>
            </a:r>
            <a:r>
              <a:rPr lang="en-US" altLang="ja-JP" sz="1100"/>
              <a:t>)</a:t>
            </a:r>
          </a:p>
          <a:p>
            <a:r>
              <a:rPr lang="ja-JP" altLang="en-US" sz="1100"/>
              <a:t>４．ファイルの自動保存（</a:t>
            </a:r>
            <a:r>
              <a:rPr lang="en-US" altLang="ja-JP" sz="1100" err="1"/>
              <a:t>LocalApp</a:t>
            </a:r>
            <a:r>
              <a:rPr lang="ja-JP" altLang="en-US" sz="1100"/>
              <a:t>で開いた場合）の設定</a:t>
            </a:r>
            <a:r>
              <a:rPr lang="en-US" altLang="ja-JP" sz="1100"/>
              <a:t>Manual</a:t>
            </a:r>
            <a:r>
              <a:rPr lang="ja-JP" altLang="en-US" sz="1100"/>
              <a:t>が必要かも。</a:t>
            </a:r>
          </a:p>
        </p:txBody>
      </p:sp>
      <p:pic>
        <p:nvPicPr>
          <p:cNvPr id="13" name="図 12" descr="グラフィカル ユーザー インターフェイス, アプリケーション&#10;&#10;AI によって生成されたコンテンツは間違っている可能性があります。"/>
          <p:cNvPicPr>
            <a:picLocks noChangeAspect="1"/>
          </p:cNvPicPr>
          <p:nvPr/>
        </p:nvPicPr>
        <p:blipFill>
          <a:blip r:embed="rId5"/>
          <a:stretch>
            <a:fillRect/>
          </a:stretch>
        </p:blipFill>
        <p:spPr>
          <a:xfrm>
            <a:off x="4024972" y="4879023"/>
            <a:ext cx="568859" cy="490428"/>
          </a:xfrm>
          <a:prstGeom prst="rect">
            <a:avLst/>
          </a:prstGeom>
        </p:spPr>
      </p:pic>
      <p:pic>
        <p:nvPicPr>
          <p:cNvPr id="4" name="図 3" descr="ロゴ, アイコン&#10;&#10;AI によって生成されたコンテンツは間違っている可能性があります。"/>
          <p:cNvPicPr>
            <a:picLocks noChangeAspect="1"/>
          </p:cNvPicPr>
          <p:nvPr/>
        </p:nvPicPr>
        <p:blipFill>
          <a:blip r:embed="rId6"/>
          <a:stretch>
            <a:fillRect/>
          </a:stretch>
        </p:blipFill>
        <p:spPr>
          <a:xfrm>
            <a:off x="5965244" y="2109688"/>
            <a:ext cx="1235775" cy="1207970"/>
          </a:xfrm>
          <a:prstGeom prst="rect">
            <a:avLst/>
          </a:prstGeom>
        </p:spPr>
      </p:pic>
      <p:cxnSp>
        <p:nvCxnSpPr>
          <p:cNvPr id="7" name="コネクタ: カギ線 6"/>
          <p:cNvCxnSpPr>
            <a:stCxn id="4" idx="2"/>
            <a:endCxn id="58" idx="0"/>
          </p:cNvCxnSpPr>
          <p:nvPr/>
        </p:nvCxnSpPr>
        <p:spPr>
          <a:xfrm rot="5400000">
            <a:off x="5909399" y="3991391"/>
            <a:ext cx="1347466" cy="1"/>
          </a:xfrm>
          <a:prstGeom prst="bentConnector3">
            <a:avLst>
              <a:gd name="adj1" fmla="val 50000"/>
            </a:avLst>
          </a:prstGeom>
          <a:ln w="25400" cap="flat" cmpd="sng" algn="ctr">
            <a:solidFill>
              <a:srgbClr val="FFC000"/>
            </a:solidFill>
            <a:prstDash val="sysDash"/>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4929500" y="1475815"/>
            <a:ext cx="1170774" cy="415498"/>
          </a:xfrm>
          <a:prstGeom prst="rect">
            <a:avLst/>
          </a:prstGeom>
          <a:noFill/>
          <a:ln w="9525" cap="flat" cmpd="sng" algn="ctr">
            <a:noFill/>
            <a:prstDash val="solid"/>
            <a:round/>
            <a:headEnd type="oval" w="med" len="med"/>
            <a:tailEnd type="oval" w="med" len="med"/>
          </a:ln>
        </p:spPr>
        <p:txBody>
          <a:bodyPr wrap="square">
            <a:spAutoFit/>
          </a:bodyPr>
          <a:lstStyle/>
          <a:p>
            <a:pPr algn="ctr"/>
            <a:r>
              <a:rPr kumimoji="1" lang="ja-JP" altLang="en-US" sz="1050" dirty="0"/>
              <a:t>定型データ</a:t>
            </a:r>
            <a:endParaRPr kumimoji="1" lang="en-US" altLang="ja-JP" sz="1050" dirty="0"/>
          </a:p>
          <a:p>
            <a:pPr algn="ctr"/>
            <a:r>
              <a:rPr kumimoji="1" lang="ja-JP" altLang="en-US" sz="1050" dirty="0"/>
              <a:t>保存場所</a:t>
            </a:r>
          </a:p>
        </p:txBody>
      </p:sp>
      <p:sp>
        <p:nvSpPr>
          <p:cNvPr id="21" name="テキスト ボックス 20"/>
          <p:cNvSpPr txBox="1"/>
          <p:nvPr/>
        </p:nvSpPr>
        <p:spPr>
          <a:xfrm>
            <a:off x="6837377" y="2213825"/>
            <a:ext cx="1170774" cy="415498"/>
          </a:xfrm>
          <a:prstGeom prst="rect">
            <a:avLst/>
          </a:prstGeom>
          <a:noFill/>
          <a:ln w="9525" cap="flat" cmpd="sng" algn="ctr">
            <a:noFill/>
            <a:prstDash val="solid"/>
            <a:round/>
            <a:headEnd type="oval" w="med" len="med"/>
            <a:tailEnd type="oval" w="med" len="med"/>
          </a:ln>
        </p:spPr>
        <p:txBody>
          <a:bodyPr wrap="square">
            <a:spAutoFit/>
          </a:bodyPr>
          <a:lstStyle/>
          <a:p>
            <a:pPr algn="ctr"/>
            <a:r>
              <a:rPr kumimoji="1" lang="ja-JP" altLang="en-US" sz="1050"/>
              <a:t>添付ファイル</a:t>
            </a:r>
            <a:endParaRPr kumimoji="1" lang="en-US" altLang="ja-JP" sz="1050"/>
          </a:p>
          <a:p>
            <a:pPr algn="ctr"/>
            <a:r>
              <a:rPr kumimoji="1" lang="ja-JP" altLang="en-US" sz="1050"/>
              <a:t>保存場所</a:t>
            </a:r>
          </a:p>
        </p:txBody>
      </p:sp>
      <p:pic>
        <p:nvPicPr>
          <p:cNvPr id="6" name="図 5" descr="アイコン&#10;&#10;AI によって生成されたコンテンツは間違っている可能性があります。">
            <a:extLst>
              <a:ext uri="{FF2B5EF4-FFF2-40B4-BE49-F238E27FC236}">
                <a16:creationId xmlns:a16="http://schemas.microsoft.com/office/drawing/2014/main" id="{E19EBD56-F527-2DAA-35B7-007D2FFADB00}"/>
              </a:ext>
            </a:extLst>
          </p:cNvPr>
          <p:cNvPicPr>
            <a:picLocks noChangeAspect="1"/>
          </p:cNvPicPr>
          <p:nvPr/>
        </p:nvPicPr>
        <p:blipFill>
          <a:blip r:embed="rId7"/>
          <a:stretch>
            <a:fillRect/>
          </a:stretch>
        </p:blipFill>
        <p:spPr>
          <a:xfrm>
            <a:off x="4247905" y="1251509"/>
            <a:ext cx="1253623" cy="752174"/>
          </a:xfrm>
          <a:prstGeom prst="rect">
            <a:avLst/>
          </a:prstGeom>
        </p:spPr>
      </p:pic>
      <p:sp>
        <p:nvSpPr>
          <p:cNvPr id="14" name="ひし形 13">
            <a:extLst>
              <a:ext uri="{FF2B5EF4-FFF2-40B4-BE49-F238E27FC236}">
                <a16:creationId xmlns:a16="http://schemas.microsoft.com/office/drawing/2014/main" id="{1619088F-7B7F-0D0C-5777-52622828AA8C}"/>
              </a:ext>
            </a:extLst>
          </p:cNvPr>
          <p:cNvSpPr/>
          <p:nvPr/>
        </p:nvSpPr>
        <p:spPr>
          <a:xfrm>
            <a:off x="5795886" y="2913939"/>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17" name="コネクタ: カギ線 16">
            <a:extLst>
              <a:ext uri="{FF2B5EF4-FFF2-40B4-BE49-F238E27FC236}">
                <a16:creationId xmlns:a16="http://schemas.microsoft.com/office/drawing/2014/main" id="{C4DE77CA-DFAB-26B5-00F6-CBF86ECEAD93}"/>
              </a:ext>
            </a:extLst>
          </p:cNvPr>
          <p:cNvCxnSpPr>
            <a:cxnSpLocks/>
            <a:stCxn id="14" idx="1"/>
            <a:endCxn id="108" idx="3"/>
          </p:cNvCxnSpPr>
          <p:nvPr/>
        </p:nvCxnSpPr>
        <p:spPr>
          <a:xfrm rot="10800000" flipV="1">
            <a:off x="2101812" y="2948139"/>
            <a:ext cx="3694075" cy="2245132"/>
          </a:xfrm>
          <a:prstGeom prst="bentConnector3">
            <a:avLst>
              <a:gd name="adj1" fmla="val 33806"/>
            </a:avLst>
          </a:prstGeom>
          <a:ln w="25400" cap="flat" cmpd="sng" algn="ctr">
            <a:solidFill>
              <a:srgbClr val="FFC00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23" name="ひし形 22">
            <a:extLst>
              <a:ext uri="{FF2B5EF4-FFF2-40B4-BE49-F238E27FC236}">
                <a16:creationId xmlns:a16="http://schemas.microsoft.com/office/drawing/2014/main" id="{A5308BAA-F461-69B7-7151-C49EA7DF0E99}"/>
              </a:ext>
            </a:extLst>
          </p:cNvPr>
          <p:cNvSpPr/>
          <p:nvPr/>
        </p:nvSpPr>
        <p:spPr>
          <a:xfrm>
            <a:off x="2056304" y="4524993"/>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24" name="ひし形 23">
            <a:extLst>
              <a:ext uri="{FF2B5EF4-FFF2-40B4-BE49-F238E27FC236}">
                <a16:creationId xmlns:a16="http://schemas.microsoft.com/office/drawing/2014/main" id="{4E0DDCAA-842F-A60D-AE15-8B76E1EDCB39}"/>
              </a:ext>
            </a:extLst>
          </p:cNvPr>
          <p:cNvSpPr/>
          <p:nvPr/>
        </p:nvSpPr>
        <p:spPr>
          <a:xfrm>
            <a:off x="1538198" y="4365855"/>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26" name="コネクタ: カギ線 25">
            <a:extLst>
              <a:ext uri="{FF2B5EF4-FFF2-40B4-BE49-F238E27FC236}">
                <a16:creationId xmlns:a16="http://schemas.microsoft.com/office/drawing/2014/main" id="{46252433-C8EC-5D13-2514-3E602F27D599}"/>
              </a:ext>
            </a:extLst>
          </p:cNvPr>
          <p:cNvCxnSpPr>
            <a:cxnSpLocks/>
            <a:stCxn id="42" idx="0"/>
          </p:cNvCxnSpPr>
          <p:nvPr/>
        </p:nvCxnSpPr>
        <p:spPr>
          <a:xfrm rot="5400000" flipH="1" flipV="1">
            <a:off x="2208644" y="2323054"/>
            <a:ext cx="1728470" cy="2357132"/>
          </a:xfrm>
          <a:prstGeom prst="bentConnector2">
            <a:avLst/>
          </a:prstGeom>
          <a:ln w="25400" cap="flat" cmpd="sng" algn="ctr">
            <a:solidFill>
              <a:srgbClr val="00B05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B415C372-EA08-B54F-1F53-F390993AB9D5}"/>
              </a:ext>
            </a:extLst>
          </p:cNvPr>
          <p:cNvSpPr txBox="1"/>
          <p:nvPr/>
        </p:nvSpPr>
        <p:spPr>
          <a:xfrm>
            <a:off x="1704887" y="2489568"/>
            <a:ext cx="4174895" cy="261610"/>
          </a:xfrm>
          <a:prstGeom prst="rect">
            <a:avLst/>
          </a:prstGeom>
          <a:noFill/>
        </p:spPr>
        <p:txBody>
          <a:bodyPr wrap="square" rtlCol="0">
            <a:spAutoFit/>
          </a:bodyPr>
          <a:lstStyle/>
          <a:p>
            <a:pPr algn="ctr"/>
            <a:r>
              <a:rPr kumimoji="1" lang="ja-JP" altLang="en-US" sz="1100" dirty="0">
                <a:solidFill>
                  <a:srgbClr val="00B050"/>
                </a:solidFill>
              </a:rPr>
              <a:t>個別添付ファイルのダウンロード</a:t>
            </a:r>
            <a:r>
              <a:rPr kumimoji="1" lang="en-US" altLang="ja-JP" sz="900" dirty="0">
                <a:solidFill>
                  <a:srgbClr val="00B050"/>
                </a:solidFill>
              </a:rPr>
              <a:t>(Power Apps</a:t>
            </a:r>
            <a:r>
              <a:rPr kumimoji="1" lang="ja-JP" altLang="en-US" sz="900" dirty="0">
                <a:solidFill>
                  <a:srgbClr val="00B050"/>
                </a:solidFill>
              </a:rPr>
              <a:t>の</a:t>
            </a:r>
            <a:r>
              <a:rPr kumimoji="1" lang="en-US" altLang="ja-JP" sz="900" dirty="0">
                <a:solidFill>
                  <a:srgbClr val="00B050"/>
                </a:solidFill>
              </a:rPr>
              <a:t>Download</a:t>
            </a:r>
            <a:r>
              <a:rPr kumimoji="1" lang="ja-JP" altLang="en-US" sz="900" dirty="0">
                <a:solidFill>
                  <a:srgbClr val="00B050"/>
                </a:solidFill>
              </a:rPr>
              <a:t>機能利用</a:t>
            </a:r>
            <a:r>
              <a:rPr kumimoji="1" lang="en-US" altLang="ja-JP" sz="900" dirty="0">
                <a:solidFill>
                  <a:srgbClr val="00B050"/>
                </a:solidFill>
              </a:rPr>
              <a:t>)</a:t>
            </a:r>
            <a:endParaRPr kumimoji="1" lang="en-US" altLang="ja-JP" sz="1200" dirty="0">
              <a:solidFill>
                <a:srgbClr val="00B050"/>
              </a:solidFill>
            </a:endParaRPr>
          </a:p>
        </p:txBody>
      </p:sp>
      <p:sp>
        <p:nvSpPr>
          <p:cNvPr id="30" name="ひし形 29">
            <a:extLst>
              <a:ext uri="{FF2B5EF4-FFF2-40B4-BE49-F238E27FC236}">
                <a16:creationId xmlns:a16="http://schemas.microsoft.com/office/drawing/2014/main" id="{6414B766-70CC-E76F-97F9-B6A42C10ACE6}"/>
              </a:ext>
            </a:extLst>
          </p:cNvPr>
          <p:cNvSpPr/>
          <p:nvPr/>
        </p:nvSpPr>
        <p:spPr>
          <a:xfrm>
            <a:off x="5795915" y="2593867"/>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35" name="テキスト ボックス 34">
            <a:extLst>
              <a:ext uri="{FF2B5EF4-FFF2-40B4-BE49-F238E27FC236}">
                <a16:creationId xmlns:a16="http://schemas.microsoft.com/office/drawing/2014/main" id="{6756CA08-3CC2-3435-44E9-93786073E7D4}"/>
              </a:ext>
            </a:extLst>
          </p:cNvPr>
          <p:cNvSpPr txBox="1"/>
          <p:nvPr/>
        </p:nvSpPr>
        <p:spPr>
          <a:xfrm>
            <a:off x="1894313" y="2810171"/>
            <a:ext cx="3425289" cy="261610"/>
          </a:xfrm>
          <a:prstGeom prst="rect">
            <a:avLst/>
          </a:prstGeom>
          <a:noFill/>
        </p:spPr>
        <p:txBody>
          <a:bodyPr wrap="square" rtlCol="0">
            <a:spAutoFit/>
          </a:bodyPr>
          <a:lstStyle/>
          <a:p>
            <a:pPr algn="ctr"/>
            <a:r>
              <a:rPr kumimoji="1" lang="ja-JP" altLang="en-US" sz="1100" dirty="0">
                <a:solidFill>
                  <a:srgbClr val="0070C0"/>
                </a:solidFill>
              </a:rPr>
              <a:t>個別添付ファイルの編集</a:t>
            </a:r>
            <a:r>
              <a:rPr kumimoji="1" lang="en-US" altLang="ja-JP" sz="900" dirty="0">
                <a:solidFill>
                  <a:srgbClr val="0070C0"/>
                </a:solidFill>
              </a:rPr>
              <a:t>(Power Apps</a:t>
            </a:r>
            <a:r>
              <a:rPr kumimoji="1" lang="ja-JP" altLang="en-US" sz="900" dirty="0">
                <a:solidFill>
                  <a:srgbClr val="0070C0"/>
                </a:solidFill>
              </a:rPr>
              <a:t>の</a:t>
            </a:r>
            <a:r>
              <a:rPr kumimoji="1" lang="en-US" altLang="ja-JP" sz="900" dirty="0">
                <a:solidFill>
                  <a:srgbClr val="0070C0"/>
                </a:solidFill>
              </a:rPr>
              <a:t>Launch</a:t>
            </a:r>
            <a:r>
              <a:rPr kumimoji="1" lang="ja-JP" altLang="en-US" sz="900" dirty="0">
                <a:solidFill>
                  <a:srgbClr val="0070C0"/>
                </a:solidFill>
              </a:rPr>
              <a:t>機能利用</a:t>
            </a:r>
            <a:r>
              <a:rPr kumimoji="1" lang="en-US" altLang="ja-JP" sz="900" dirty="0">
                <a:solidFill>
                  <a:srgbClr val="0070C0"/>
                </a:solidFill>
              </a:rPr>
              <a:t>)</a:t>
            </a:r>
            <a:endParaRPr kumimoji="1" lang="en-US" altLang="ja-JP" sz="1200" dirty="0">
              <a:solidFill>
                <a:srgbClr val="0070C0"/>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5e8e40f-b990-41de-a0fc-543397efce71"/>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tatPL7yq0m3OU.Hh.tYRu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tatPL7yq0m3OU.Hh.tYRu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onfidential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w="6350" cap="flat" cmpd="sng" algn="ctr">
          <a:noFill/>
          <a:prstDash val="solid"/>
          <a:miter lim="800000"/>
          <a:headEnd type="none" w="med" len="med"/>
          <a:tailEnd type="none" w="med" len="med"/>
        </a:ln>
      </a:spPr>
      <a:bodyPr lIns="72000" tIns="72000" rIns="72000" bIns="72000" rtlCol="0" anchor="t" anchorCtr="0"/>
      <a:lstStyle>
        <a:defPPr marL="171450" indent="-171450" algn="l">
          <a:buFont typeface="Wingdings" panose="05000000000000000000" pitchFamily="2" charset="2"/>
          <a:buChar char="Ø"/>
          <a:defRPr kumimoji="1" sz="1200" dirty="0" smtClean="0"/>
        </a:defPPr>
      </a:lstStyle>
      <a:style>
        <a:lnRef idx="1">
          <a:schemeClr val="accent1"/>
        </a:lnRef>
        <a:fillRef idx="0">
          <a:schemeClr val="accent1"/>
        </a:fillRef>
        <a:effectRef idx="0">
          <a:schemeClr val="accent1"/>
        </a:effectRef>
        <a:fontRef idx="minor">
          <a:schemeClr val="tx1"/>
        </a:fontRef>
      </a:style>
    </a:spDef>
    <a:lnDef>
      <a:spPr>
        <a:ln w="6350" cap="flat" cmpd="sng" algn="ctr">
          <a:solidFill>
            <a:schemeClr val="tx1"/>
          </a:solidFill>
          <a:prstDash val="solid"/>
          <a:miter lim="800000"/>
          <a:headEnd type="none" w="med" len="med"/>
          <a:tailEnd type="triangle" w="med" len="med"/>
        </a:ln>
      </a:spPr>
      <a:bodyPr/>
      <a:lstStyle/>
      <a:style>
        <a:lnRef idx="1">
          <a:schemeClr val="accent1"/>
        </a:lnRef>
        <a:fillRef idx="0">
          <a:schemeClr val="accent1"/>
        </a:fillRef>
        <a:effectRef idx="0">
          <a:schemeClr val="accent1"/>
        </a:effectRef>
        <a:fontRef idx="minor">
          <a:schemeClr val="tx1"/>
        </a:fontRef>
      </a:style>
    </a:lnDef>
    <a:txDef>
      <a:spPr>
        <a:noFill/>
        <a:ln w="9525" cap="flat" cmpd="sng" algn="ctr">
          <a:solidFill>
            <a:schemeClr val="tx1"/>
          </a:solidFill>
          <a:prstDash val="solid"/>
          <a:round/>
          <a:headEnd type="oval" w="med" len="med"/>
          <a:tailEnd type="oval" w="med" len="med"/>
        </a:ln>
      </a:spPr>
      <a:bodyPr wrap="square" lIns="36000" tIns="36000" rIns="36000" bIns="36000" rtlCol="0" anchor="ctr" anchorCtr="0">
        <a:noAutofit/>
      </a:bodyPr>
      <a:lstStyle>
        <a:defPPr marL="171450" indent="-171450" algn="l">
          <a:buFont typeface="Arial" panose="020B0604020202020204" pitchFamily="34" charset="0"/>
          <a:buChar char="•"/>
          <a:defRPr kumimoji="1" sz="12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72000" rIns="234000" bIns="0" anchor="t" anchorCtr="0">
        <a:noAutofit/>
      </a:bodyPr>
      <a:lstStyle>
        <a:defPPr algn="l">
          <a:defRPr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T Template_A4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DT Template_16:9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DT Template_16:9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画廊">
  <a:themeElements>
    <a:clrScheme name="画廊">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画廊">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画廊">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FF8755027893A4E9210A5EC1A82EFF5" ma:contentTypeVersion="8" ma:contentTypeDescription="Create a new document." ma:contentTypeScope="" ma:versionID="edf87b1fa72454dc10dcbc6515930825">
  <xsd:schema xmlns:xsd="http://www.w3.org/2001/XMLSchema" xmlns:xs="http://www.w3.org/2001/XMLSchema" xmlns:p="http://schemas.microsoft.com/office/2006/metadata/properties" xmlns:ns2="259acf4b-b80a-47bc-9c5c-11234d21311e" targetNamespace="http://schemas.microsoft.com/office/2006/metadata/properties" ma:root="true" ma:fieldsID="c09ac35cf20a1c318ca1facae5dcb3d2" ns2:_="">
    <xsd:import namespace="259acf4b-b80a-47bc-9c5c-11234d21311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9acf4b-b80a-47bc-9c5c-11234d2131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216C17B-9ACF-4273-9EF4-F7A543FAF213}">
  <ds:schemaRefs/>
</ds:datastoreItem>
</file>

<file path=customXml/itemProps2.xml><?xml version="1.0" encoding="utf-8"?>
<ds:datastoreItem xmlns:ds="http://schemas.openxmlformats.org/officeDocument/2006/customXml" ds:itemID="{BCB922EE-95E3-497F-8326-C2ABF66A4B77}">
  <ds:schemaRefs/>
</ds:datastoreItem>
</file>

<file path=customXml/itemProps3.xml><?xml version="1.0" encoding="utf-8"?>
<ds:datastoreItem xmlns:ds="http://schemas.openxmlformats.org/officeDocument/2006/customXml" ds:itemID="{E31EB569-1790-46AF-B846-C3C8AF03910D}">
  <ds:schemaRefs>
    <ds:schemaRef ds:uri="259acf4b-b80a-47bc-9c5c-11234d2131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MCG_jp_rev1</Template>
  <TotalTime>5218</TotalTime>
  <Words>14065</Words>
  <Application>Microsoft Office PowerPoint</Application>
  <PresentationFormat>ワイド画面</PresentationFormat>
  <Paragraphs>1673</Paragraphs>
  <Slides>41</Slides>
  <Notes>38</Notes>
  <HiddenSlides>0</HiddenSlides>
  <MMClips>0</MMClips>
  <ScaleCrop>false</ScaleCrop>
  <HeadingPairs>
    <vt:vector size="8" baseType="variant">
      <vt:variant>
        <vt:lpstr>使用されているフォント</vt:lpstr>
      </vt:variant>
      <vt:variant>
        <vt:i4>14</vt:i4>
      </vt:variant>
      <vt:variant>
        <vt:lpstr>テーマ</vt:lpstr>
      </vt:variant>
      <vt:variant>
        <vt:i4>6</vt:i4>
      </vt:variant>
      <vt:variant>
        <vt:lpstr>埋め込まれた OLE サーバー</vt:lpstr>
      </vt:variant>
      <vt:variant>
        <vt:i4>1</vt:i4>
      </vt:variant>
      <vt:variant>
        <vt:lpstr>スライド タイトル</vt:lpstr>
      </vt:variant>
      <vt:variant>
        <vt:i4>41</vt:i4>
      </vt:variant>
    </vt:vector>
  </HeadingPairs>
  <TitlesOfParts>
    <vt:vector size="62" baseType="lpstr">
      <vt:lpstr>Arial Unicode MS</vt:lpstr>
      <vt:lpstr>DengXian 本文</vt:lpstr>
      <vt:lpstr>Meiryo UI</vt:lpstr>
      <vt:lpstr>ＭＳ Ｐゴシック</vt:lpstr>
      <vt:lpstr>Yu Gothic UI</vt:lpstr>
      <vt:lpstr>游ゴシック</vt:lpstr>
      <vt:lpstr>游ゴシック 本文</vt:lpstr>
      <vt:lpstr>Arial</vt:lpstr>
      <vt:lpstr>Calibri</vt:lpstr>
      <vt:lpstr>Calibri Light</vt:lpstr>
      <vt:lpstr>Gill Sans MT</vt:lpstr>
      <vt:lpstr>Verdana</vt:lpstr>
      <vt:lpstr>Wingdings</vt:lpstr>
      <vt:lpstr>Wingdings 2</vt:lpstr>
      <vt:lpstr>1_Confidential_Main template_Blue and Cool gray</vt:lpstr>
      <vt:lpstr>2_Main template_Blue and Cool gray</vt:lpstr>
      <vt:lpstr>DT Template_A4_J_202201</vt:lpstr>
      <vt:lpstr>DT Template_16:9_J_202201</vt:lpstr>
      <vt:lpstr>2_DT Template_16:9_J_202201</vt:lpstr>
      <vt:lpstr>画廊</vt:lpstr>
      <vt:lpstr>think-cellスライド</vt:lpstr>
      <vt:lpstr>Notesアプリ刷新 （製品仕様書管理） Power Apps + Sql server 提案と見積</vt:lpstr>
      <vt:lpstr>前書き</vt:lpstr>
      <vt:lpstr>目次</vt:lpstr>
      <vt:lpstr>提案の背景</vt:lpstr>
      <vt:lpstr>システム概要</vt:lpstr>
      <vt:lpstr>ストレージの選定</vt:lpstr>
      <vt:lpstr>全体アーキテクチャ</vt:lpstr>
      <vt:lpstr>実現方法－添付ファイル管理（編集含む）</vt:lpstr>
      <vt:lpstr>実現方法－一括ダウンロード機能</vt:lpstr>
      <vt:lpstr>実現方法－検索機能１</vt:lpstr>
      <vt:lpstr>実現方法－ 検索機能２</vt:lpstr>
      <vt:lpstr>実現方法－パフォーマンス最適化</vt:lpstr>
      <vt:lpstr>実現方法－権限管理</vt:lpstr>
      <vt:lpstr>実現方法－ユーザ別の属性管理（Option）</vt:lpstr>
      <vt:lpstr>データ移行</vt:lpstr>
      <vt:lpstr>機能一覧※ご提示頂いた「【新アプリ】機能要件一覧 V1.1.xlsx」の中項目単位で抽出</vt:lpstr>
      <vt:lpstr>機能一覧</vt:lpstr>
      <vt:lpstr>機能一覧</vt:lpstr>
      <vt:lpstr>機能一覧</vt:lpstr>
      <vt:lpstr>プロジェクトリスク</vt:lpstr>
      <vt:lpstr>スケジュール表</vt:lpstr>
      <vt:lpstr>見積もり</vt:lpstr>
      <vt:lpstr>結論</vt:lpstr>
      <vt:lpstr>備考</vt:lpstr>
      <vt:lpstr>アーキテクチャ全体 添付ファイルはDaTAVERSE保存（案B）</vt:lpstr>
      <vt:lpstr>POC範囲</vt:lpstr>
      <vt:lpstr>サポートとメンテナンス－瑕疵範囲、保守提案</vt:lpstr>
      <vt:lpstr>前回の資料</vt:lpstr>
      <vt:lpstr>全体アーキテクチャ 添付ファイルはSharePoint保存</vt:lpstr>
      <vt:lpstr>実現方法－文書管理機能</vt:lpstr>
      <vt:lpstr>実現方法－添付ファイル管理</vt:lpstr>
      <vt:lpstr>実現方法－オンライン編集機能</vt:lpstr>
      <vt:lpstr>実現方法－一括ダウンロード機能</vt:lpstr>
      <vt:lpstr>実現方法－検索機能１</vt:lpstr>
      <vt:lpstr>実現方法－ 検索機能２</vt:lpstr>
      <vt:lpstr>実現方法－パフォーマンス最適化</vt:lpstr>
      <vt:lpstr>実現方法－権限管理</vt:lpstr>
      <vt:lpstr>実現方法－ユーザ別の属性管理（Option）</vt:lpstr>
      <vt:lpstr>データ移行</vt:lpstr>
      <vt:lpstr>PowerPoint プレゼンテーション</vt:lpstr>
      <vt:lpstr>提案（FileをSPOに保存）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Administrator</dc:creator>
  <cp:lastModifiedBy>he zhendong/0494938/何　振東</cp:lastModifiedBy>
  <cp:revision>18</cp:revision>
  <dcterms:created xsi:type="dcterms:W3CDTF">2023-05-25T05:41:00Z</dcterms:created>
  <dcterms:modified xsi:type="dcterms:W3CDTF">2025-09-28T20:12:37Z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2023-05-25T05:41:11Z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2049bfcc-162e-4d78-8c9a-b897432490f3</vt:lpwstr>
  </property>
  <property fmtid="{D5CDD505-2E9C-101B-9397-08002B2CF9AE}" pid="8" name="MSIP_Label_ea60d57e-af5b-4752-ac57-3e4f28ca11dc_ContentBits">
    <vt:lpwstr>0</vt:lpwstr>
  </property>
  <property fmtid="{D5CDD505-2E9C-101B-9397-08002B2CF9AE}" pid="9" name="MediaServiceImageTags">
    <vt:lpwstr/>
  </property>
  <property fmtid="{D5CDD505-2E9C-101B-9397-08002B2CF9AE}" pid="10" name="ContentTypeId">
    <vt:lpwstr>0x0101009FF8755027893A4E9210A5EC1A82EFF5</vt:lpwstr>
  </property>
  <property fmtid="{D5CDD505-2E9C-101B-9397-08002B2CF9AE}" pid="11" name="Order">
    <vt:r8>5977900</vt:r8>
  </property>
  <property fmtid="{D5CDD505-2E9C-101B-9397-08002B2CF9AE}" pid="12" name="xd_Signature">
    <vt:bool>false</vt:bool>
  </property>
  <property fmtid="{D5CDD505-2E9C-101B-9397-08002B2CF9AE}" pid="13" name="xd_ProgID">
    <vt:lpwstr/>
  </property>
  <property fmtid="{D5CDD505-2E9C-101B-9397-08002B2CF9AE}" pid="14" name="TriggerFlowInfo">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ICV">
    <vt:lpwstr>61FD6D9CD5724BDC8EF554E0A7F685BE_12</vt:lpwstr>
  </property>
  <property fmtid="{D5CDD505-2E9C-101B-9397-08002B2CF9AE}" pid="19" name="KSOProductBuildVer">
    <vt:lpwstr>2052-12.1.0.20305</vt:lpwstr>
  </property>
</Properties>
</file>