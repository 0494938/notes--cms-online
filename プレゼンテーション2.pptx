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511CD-459A-462E-4575-34FCEE839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5919EF-995D-86E0-0752-8B301A1A7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B09393-FA64-A168-FF61-F1B87A51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C939FF-5FE2-1A5D-6949-91CB1D5B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605014-E42D-B778-1A81-2C0F9085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78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366075-9622-10A1-CD90-7DE6414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5A0680-8DD0-DC76-19CA-A9041A861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7999E5-079D-7406-D911-BC12097F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5B4416-1291-5F54-1A7A-73AAE42C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65D875-797E-939C-B424-7399C8D3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12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BCA3FB-FFD6-0A21-652A-C9BEA033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241339-C9F8-EC9D-96AE-7C709487B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56C93E-AB88-1100-9392-0ED8721E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21AF74-6EAB-8989-2F60-BBEF02CF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B6C57F-344C-708F-485D-915168AB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94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07B33-2952-F74A-40AF-227991A8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E1E96-86C1-9143-F51E-9BAF4B347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44F37A-A589-E910-22CD-69AF76BC6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4FF61D-C865-6CA2-BE17-80795322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D6BD1E-A37D-D816-D4E3-40D498AF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9A8902-4316-C694-9405-A4FBCD2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04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31193A-9EF4-A51A-9652-ABA878B1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645311-0B99-7AB2-9399-23D5A26F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557205-472F-E0A3-1706-BDF4B9B8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A371E87-B862-2996-C2E0-2523D601F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AC4DB6-EF54-E8B4-672E-7EFE48D2B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B9A699-0BA3-DE7D-A013-7A096FE1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C9C53D-7FFF-12BE-2461-6720ED50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20113FD-7188-48A1-CB22-E2221B81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91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8C526-2E2B-0BF8-AE44-9CDBDC23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532FD4-237F-27E8-B3DD-DE4B09FE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7FE8E3-CD5F-4E9C-8F25-C6CD1D22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C8CA6B-A6FC-D0A8-E3BC-574EFCEC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95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B2FA30-279E-F481-4C38-BA02FE01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97FD47-7DC5-F2B3-7C80-3EE82BA3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619EBD-77D2-D105-9CA5-135C2D97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54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A0843-9D3C-8673-ACFC-3EA90B11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6C95AB-BEA0-CA7B-85C8-77FCF9DB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2D7266-BAE6-538A-5749-A94A7A2F5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AAAA4F-D85D-FC23-40B4-5FFF4ACE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12CDCB-C52A-29C5-5C67-38E51B43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ACD0B5-DF50-07DB-5375-006C5115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055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B9C74-DF0A-DFEB-799F-C1D2188A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064F2F-6D98-182A-4DED-D691CFB6F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CC360-B85E-ECFC-4F28-CCE4C99AC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9581E3-08B8-3E0D-8BD6-BD0C979F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2C43A8-5CA9-05E2-8A8A-E0F4B5B7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3149E0-C9CB-E65E-6024-6CB875BB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79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FA8C3-8102-F661-73A3-F7D1BD6C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775698-33C6-AE9D-4A2C-CFD8DA7D3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9820DA-8032-C4F8-52A9-A6D2BC39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983E4C-3734-201E-1CF4-982BBD1A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0663E0-793B-90F4-1C72-26A8FF56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60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DA6E74-081D-AC6B-A590-534E6A920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ACF277-E23D-EC30-5823-47F1989ED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E7AC3-79C6-B2DA-3B79-05A17684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BEED3-2EA2-578F-E650-BBCB94F7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FE2CCE-E507-F9FE-01CA-35888D17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10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715D14-EB4C-7150-BFA2-D56F4F10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B05DA6-0E47-84E2-374C-3559B0AE4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FB170-6103-8B07-126A-010FCB262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F4706-D673-47AD-9FD7-BB7BC5B644F7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6F5B92-4C51-CD5B-9636-D974A3147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B0C79D-92FF-0165-2ED2-D1AB616E7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AAA7-220A-4BEE-ABF6-CAC19EA8BC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36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8EC1C-A2A7-B1A2-9447-A307D9874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3CB0DA-EAA9-BB14-E23D-FE88246B8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94251F-9A61-F34B-C7EA-79F1C5A9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14" y="0"/>
            <a:ext cx="7975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5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4767E2-5BED-6BE0-4CA5-50A98C788E7F}"/>
              </a:ext>
            </a:extLst>
          </p:cNvPr>
          <p:cNvSpPr/>
          <p:nvPr/>
        </p:nvSpPr>
        <p:spPr>
          <a:xfrm>
            <a:off x="326664" y="290291"/>
            <a:ext cx="8105312" cy="3906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/>
              <a:t>Power Apps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5B6C8C-C7DB-6F95-9B4C-B17759AB06A0}"/>
              </a:ext>
            </a:extLst>
          </p:cNvPr>
          <p:cNvSpPr txBox="1"/>
          <p:nvPr/>
        </p:nvSpPr>
        <p:spPr>
          <a:xfrm>
            <a:off x="674741" y="818854"/>
            <a:ext cx="244365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Gallery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805D2A-288F-9BAC-8556-58DDE657337E}"/>
              </a:ext>
            </a:extLst>
          </p:cNvPr>
          <p:cNvSpPr txBox="1"/>
          <p:nvPr/>
        </p:nvSpPr>
        <p:spPr>
          <a:xfrm>
            <a:off x="674740" y="1492986"/>
            <a:ext cx="244365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TextBox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FDCAFA-D5BD-75DF-7CEE-2D8C5F03CDA0}"/>
              </a:ext>
            </a:extLst>
          </p:cNvPr>
          <p:cNvSpPr txBox="1"/>
          <p:nvPr/>
        </p:nvSpPr>
        <p:spPr>
          <a:xfrm>
            <a:off x="674740" y="2162784"/>
            <a:ext cx="244365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WebView2/Html </a:t>
            </a:r>
            <a:r>
              <a:rPr kumimoji="1" lang="ja-JP" altLang="en-US" dirty="0"/>
              <a:t>表示</a:t>
            </a:r>
            <a:r>
              <a:rPr kumimoji="1" lang="en-US" altLang="ja-JP" dirty="0"/>
              <a:t>Control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883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9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zhendong/0494938/何　振東</dc:creator>
  <cp:lastModifiedBy>he zhendong/0494938/何　振東</cp:lastModifiedBy>
  <cp:revision>1</cp:revision>
  <dcterms:created xsi:type="dcterms:W3CDTF">2025-09-24T07:16:19Z</dcterms:created>
  <dcterms:modified xsi:type="dcterms:W3CDTF">2025-09-26T07:19:59Z</dcterms:modified>
</cp:coreProperties>
</file>